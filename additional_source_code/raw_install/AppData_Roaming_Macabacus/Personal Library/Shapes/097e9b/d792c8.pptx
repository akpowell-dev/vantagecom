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7E21-90CF-D739-9B96-50924E0B3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9D135-A2BC-2ABF-43AF-8AA9EA6A7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D81C-FDF0-2C60-914F-8111B763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E729D-071F-9B63-3D60-5A9F8EF4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1C4BD-48DD-2A02-5E35-DA92256FE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7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10AC-9020-4889-1E15-CB0022EA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7AEEE-C343-AC7E-1945-CF45FA71C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93304-A351-3070-11A1-213D5931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B33DF-0E51-3EFD-1CA4-A46E63E6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BF6B-2C05-EA71-CF0B-0BD51C85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1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38E0-1182-2F32-34B5-38993D39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2C305-E826-1A46-F99D-8F9690832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F50ED-C215-300F-C0B2-09360AD6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53FF9-5CFE-52D5-70B2-1E6E20C2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241BC-0956-5B2B-4F9B-5B000440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2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3AAB-BE5B-3D5D-95CD-4001BC97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B210-50E7-4A5C-91A8-D581E2CC2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69C47-F16D-3FF7-754E-BB326BDC8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294B2-0AAA-6F1C-2A7C-6F4F2CA6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57C1D-4B0D-0B56-7FD9-48A484C0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DF63-7C7B-F1F7-4D9C-2452694E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0CD0-EB49-027A-8424-D037F2FB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556BA-D6C3-659C-5163-2A3EE9133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0AFD5-90AE-3082-F056-604C16651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D7044-FD45-847A-7B63-A11F65A8E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4EF3F-0785-D5CE-B635-55E2C618F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4C2F3-128F-D4B5-A441-6A28EF21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EBC70-02E5-D2F6-5E13-A46B8ECF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FE5089-760F-96BE-36FA-CDF03B260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8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DD35-BD06-8EE7-81D1-E32753558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2083D-67C4-BFAE-4585-5685F0177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B5FF5-9B31-BB9B-A4FE-967548830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FF768-E67B-9F89-2548-CFE0F9B1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2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5D18F-64B3-398F-289A-13124BB1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B0CF9-6A86-480A-C825-FE60F463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6C455-A5AC-11ED-6D9E-EF5E887F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1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F123-5170-8400-E3E0-05A3FA55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BB4C4-9695-2C7E-28CB-51FC9B8F2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E30BB-6DDB-A4AF-17EF-31EC65B70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755A0-2482-41FF-CF75-F9E8AA95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5594C-F567-C8BF-3CAE-01D9FD8A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34229-A09A-353D-AD65-70C51BE5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1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8E0A-407B-A05E-8C46-CB46701CA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596087-7E9C-83B4-CD1C-56022A7C3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9104B-FC78-D4AF-C777-61D46F47D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CEE04-C8C2-9FAD-1E4A-FD574E67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B7FE7-DD4B-BD50-EA4F-2AD9C0D05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51210-6FE4-AB23-F8FE-6C1963C0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ED6F-0615-6339-2A45-6EF682E2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7B79F-3021-6FF6-FEDE-A0B1C7B70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0D487-F4CE-FE5B-AAC0-61DF5FC2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E892C-8B80-6805-6562-CCEEC7DAC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3FBB-8B85-8FDF-C999-DC99C643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57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914F0-0CC7-64F0-1247-A8B1C6733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DF9AC-AA3A-9B85-B0B3-593EDF41C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06B69-21F5-3810-B47F-2BE0C904D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EAFC-5F0C-1DD3-B6AD-8175E6D33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199CC-5FEC-0417-A8C0-F83DC89E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8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03C35-2518-8256-6E14-55085C7F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F89E-6484-A9CB-7EED-6051FC391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6EF83-C6C6-259B-A9E6-995DD2F9E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0D7FB-448A-4147-9998-6A1C938C42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03A6-98BE-FF17-D3FF-88F233E9E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43DF-D5BA-2B4A-1A2C-DC55B8B84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9DACA-AFEB-4CEA-B641-434C970E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8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044AA12-3800-1786-6D6D-DE39BE64DE3F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4297680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4.7 Width</a:t>
            </a:r>
          </a:p>
        </p:txBody>
      </p:sp>
    </p:spTree>
    <p:extLst>
      <p:ext uri="{BB962C8B-B14F-4D97-AF65-F5344CB8AC3E}">
        <p14:creationId xmlns:p14="http://schemas.microsoft.com/office/powerpoint/2010/main" val="858210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DeleteMe_881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eleteMe_8812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Garamond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2025-07-24T14:41:48Z</dcterms:created>
  <dcterms:modified xsi:type="dcterms:W3CDTF">2025-07-24T14:41:48Z</dcterms:modified>
</cp:coreProperties>
</file>