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27F57-D948-A96F-C7DB-918FD2AF8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544D7F-D98F-269F-A311-5E7CAC618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091A3-1FD0-92F3-0C3E-DCB2F7CFF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2ECD-7504-435B-B8FA-A07C518E6209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83BB4-7368-6B42-1A5A-E56370B96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4003E-7D19-D3FE-4BF6-ED366B08E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CE5B9-8312-4321-92F6-4C7BD9EDF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219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D1514-7B02-CAE6-03E8-94A8F0B34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0B314-5C9D-3C4F-E79F-DA8E82DE7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44832-E02D-9AF8-31F2-F71792D0A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2ECD-7504-435B-B8FA-A07C518E6209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8B778-9BB1-9A4A-F71A-5A11AE16C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D85AC-2F18-A076-B536-99AFB5BFB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CE5B9-8312-4321-92F6-4C7BD9EDF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496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29569-DC9D-14F9-74A9-A3C6DCCAD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76097-74FC-DC4D-F06F-A5725A97A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AC3E4-44A2-2673-7121-AF8663DCA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2ECD-7504-435B-B8FA-A07C518E6209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8BD08-8763-D30E-7D50-21ABA2DEE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19A85-4240-D6BA-851F-CD9BD8911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CE5B9-8312-4321-92F6-4C7BD9EDF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254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79391-8BC6-13BA-19E7-D418AF5F0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C7C0E-F8AD-4B0A-10F4-574ADD92EE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717FA7-3267-FD71-9CFC-B9B62E2331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9D055A-0BC6-48C6-B75A-AA600EC9B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2ECD-7504-435B-B8FA-A07C518E6209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A1F4CD-4C9F-489A-FFC4-E7082D93D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8A5C45-D7C0-322E-5EA3-20CFC2036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CE5B9-8312-4321-92F6-4C7BD9EDF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543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C4B82-AFAC-C006-E705-41B4CD56A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1F4B4-7A8D-4C6A-2972-A10252CA0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5A63D-3316-1A4A-A5B0-EFCDBF35D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5E1100-F574-96C6-7A44-3F10D409E9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4A2C77-5181-A5AC-7C2D-5F417C405A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9C13F7-D192-7886-7CE3-6EBD0F7F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2ECD-7504-435B-B8FA-A07C518E6209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26DE63-14F7-B913-C997-817C1FA51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63FDAA-183B-E454-6A20-5B8411AC2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CE5B9-8312-4321-92F6-4C7BD9EDF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34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4267D-7495-07B6-6D1E-D6C6EC01F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161CF3-7411-8882-19A9-C8C383A34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2ECD-7504-435B-B8FA-A07C518E6209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0994DB-673B-995C-F35E-7C6EE2AF5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539CBE-85B3-BABF-9A15-8E359997F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CE5B9-8312-4321-92F6-4C7BD9EDF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42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9F2E25-CF74-0507-F934-ABC1AD807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2ECD-7504-435B-B8FA-A07C518E6209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1B76D9-0A8B-E038-9CA5-12BAFAFD5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71FCF-2C3D-D38E-ACE4-5F205D6AE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CE5B9-8312-4321-92F6-4C7BD9EDF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76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76C59-B4F7-A751-01D3-AEA73AB07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18B34-42FC-D6F6-BB13-8B860297B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8A410-CC86-0CEC-21B2-77F754235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1A994D-CBBE-A30E-CAED-6236189AB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2ECD-7504-435B-B8FA-A07C518E6209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A5D20-3312-6770-4FE1-2E49456C2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6C51C1-EB05-DF85-DA26-60A584B2B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CE5B9-8312-4321-92F6-4C7BD9EDF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04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812BD-11B4-DF07-F49A-F6D253EB0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CE9E0C-925B-FC54-DAB6-29938F762E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0483B7-D915-F63A-9548-CE8E4035B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2DFD3-D2A1-8C02-D000-2787A828B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2ECD-7504-435B-B8FA-A07C518E6209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7E497-264A-3BD0-5846-9788C6BB0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9AC0F-DE3F-2DB0-6C58-F6C023F19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CE5B9-8312-4321-92F6-4C7BD9EDF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342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328DF-88B7-E06E-C432-D1D26D4CC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767EF4-CEC1-C92E-7546-424045DE37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2FF66-4EF3-0152-2B70-28C7D1899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2ECD-7504-435B-B8FA-A07C518E6209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3D9C5-3CED-A0A0-735F-1F1276259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7C672-85D1-7D9A-C274-083CE6CD4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CE5B9-8312-4321-92F6-4C7BD9EDF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456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AEB9CD-9B3C-5CFF-C901-E30467892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DEF9D-BF01-8022-9C84-07640B756E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7C85C-9F4E-A0B6-1AA7-D5244130E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2ECD-7504-435B-B8FA-A07C518E6209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95850-C6AF-8E28-658E-A71C274A4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C609B-6D3A-2C05-1BD0-8D937B930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CE5B9-8312-4321-92F6-4C7BD9EDF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926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2FE535-6B00-541A-8AE8-ADDF779ED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B85DB-260F-775B-E5F0-66C3A364E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08566-335F-3B13-B552-FDDB9048AA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692ECD-7504-435B-B8FA-A07C518E6209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DAC0C-22C7-5D99-03F3-75103FC79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03107-50F1-BB66-9F7D-81B82BCB06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4CE5B9-8312-4321-92F6-4C7BD9EDF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2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F65C4CD-72CB-290F-9DA2-34FB822FC210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8714232" cy="2377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9.53 Width</a:t>
            </a:r>
          </a:p>
        </p:txBody>
      </p:sp>
    </p:spTree>
    <p:extLst>
      <p:ext uri="{BB962C8B-B14F-4D97-AF65-F5344CB8AC3E}">
        <p14:creationId xmlns:p14="http://schemas.microsoft.com/office/powerpoint/2010/main" val="1767950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DeleteMe_881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DeleteMe_8812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Garamond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Powell, Keegan</dc:creator>
  <cp:lastModifiedBy>Powell, Keegan</cp:lastModifiedBy>
  <cp:revision>1</cp:revision>
  <dcterms:created xsi:type="dcterms:W3CDTF">2025-07-24T14:43:09Z</dcterms:created>
  <dcterms:modified xsi:type="dcterms:W3CDTF">2025-07-24T14:43:09Z</dcterms:modified>
</cp:coreProperties>
</file>