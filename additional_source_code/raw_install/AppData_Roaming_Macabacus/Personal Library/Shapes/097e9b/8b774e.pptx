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899C-574E-928E-C5FA-F0484577B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82C1B-B60D-4A08-FBC3-136CD1A13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AEF1-D6BD-39CF-0098-C378E833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2F3B-12DF-6EA4-73EB-6A07499E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ACDD-4510-DA94-20E1-99EEE686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6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1821-60E8-5747-AD8E-761250FF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5383-78BB-70A1-F8D4-97F03584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306E-49C1-3B83-A3D9-AB80B104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6D42C-1F7D-B1BA-A9E6-0E1D8656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3B1A1-7083-04A0-B7D3-7072DECC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0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C752-8883-2BA5-6AE9-D89ADCAB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8DEA2-EE73-22AB-13AD-58FD21F02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2CF6-C490-15D4-6F9E-B1CF0481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9ABAD-48AB-47E6-11BF-A11CF419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56AB-797F-E8E2-4A26-1C9B4EDE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3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53AD-95BE-795A-8864-48589D20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82E8-4F33-65C6-4A2D-7EB61BD8A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D47A6-D2E7-CB50-40C1-E69CF5734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0976-1CF1-9F2A-E954-F3C698E6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723DF-CA38-ED21-3CD6-49669110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3BEA7-DFBB-4156-42BC-F52D8375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2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EBB9-9B21-17B4-583D-B782A1988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32AE5-D8B7-8A18-E432-73FB76D77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EE95C-878C-7C8E-F122-E690F9219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F9FF0-F683-BB3A-531D-473127DD4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60465-D351-FB9E-2F9F-80B15B8E8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2E21B-DD0B-C631-9D59-8E0A567F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98588-2394-B483-659E-61743B0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D45B0-A9BB-9BBB-AA63-65023BE2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7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4C86-81DE-B795-6B41-81E66DFB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B49BB-4D36-3D89-626A-C17694FC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CAB6E-AFF9-2740-D472-8F824198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9797-4E8B-53EC-39D1-23F60DAA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84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2B187-75D4-E49B-DF0A-0FFDA569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D54-CB99-BE8F-809C-810DA8DB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5B619-64C1-0A35-D004-146932A2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7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AF4C5-B50A-D410-BBB1-D06B1078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A285-D9F5-0849-DEDE-643C5F4BC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AB4EB-1EBC-5AC6-938A-80EADDB8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A110A-53AE-03FA-FB05-14797AD4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95F5F-6A99-31EE-B8B8-1DD6B8A3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78EC9-8DBC-1590-CD10-BEAD6A5C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1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CB19-CBC9-7660-C17E-6CC7EDFB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2051D-F3C6-2238-61F5-96AA71B1E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F4E1-6928-60BB-912F-AF97439C2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108DC-2A62-5AD9-6A5D-82DCE01AF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21D68-B7EA-F43F-B22B-F3DBCEF0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149DC-CDD9-B97F-752A-1F7D0BD7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2330-2C88-2F36-A97B-2919434E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49416-FDEA-A68F-6D1F-771E1D2DF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FB0E4-41A5-708F-5AC9-9102DD9F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EB06D-0F1A-B75C-44B9-90975490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F3FD0-B9D9-B540-1EE5-19771226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37A81-D148-9ABA-46C4-B0CAE5E4D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CCA4C-F6A1-5641-8E1E-5AC0D5BA1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DCBCC-368E-0B2E-99B9-B5E9BCE1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2ED06-AEE9-EDF8-48E4-943BAFBB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6F740-F613-7B4D-E3DD-E1B5A5B3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434F3-648A-2FC0-9684-773E4B31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80583-B945-90B9-A091-F83D89B7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8318-52AF-9420-86B1-598B94A52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EC9ED-9FA3-4FE6-ABA2-B2D3D1C90CE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4AAC6-4C72-C109-6005-B3DBA19F0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2A4AE-1E61-A16D-54DC-CDDB06C5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74936-EB75-4B01-8BE2-27D1ADB4C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8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E3DACE-F4AA-9EC8-E5D2-CCFB3B091DBA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</p:spTree>
    <p:extLst>
      <p:ext uri="{BB962C8B-B14F-4D97-AF65-F5344CB8AC3E}">
        <p14:creationId xmlns:p14="http://schemas.microsoft.com/office/powerpoint/2010/main" val="206014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DeleteMe_88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leteMe_881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2025-07-24T14:41:48Z</dcterms:created>
  <dcterms:modified xsi:type="dcterms:W3CDTF">2025-07-24T14:41:48Z</dcterms:modified>
</cp:coreProperties>
</file>