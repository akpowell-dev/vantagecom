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5FEAEEE9-C822-B31A-1DE0-1FC19748C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4320" y="3269491"/>
            <a:ext cx="7879080" cy="405361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sz="2800" dirty="0"/>
              <a:t>Title</a:t>
            </a:r>
            <a:endParaRPr lang="en-US" sz="2800" i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3C2A8-CAB5-BA60-6FDC-424D4632E1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516" y="3808564"/>
            <a:ext cx="7861510" cy="25076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i="1">
                <a:latin typeface="Garamond" panose="02020404030301010803" pitchFamily="18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5819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 not remove" hidden="1">
            <a:extLst>
              <a:ext uri="{FF2B5EF4-FFF2-40B4-BE49-F238E27FC236}">
                <a16:creationId xmlns:a16="http://schemas.microsoft.com/office/drawing/2014/main" id="{1940887D-7354-AF18-060C-D417DEA885B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18">
            <a:extLst>
              <a:ext uri="{FF2B5EF4-FFF2-40B4-BE49-F238E27FC236}">
                <a16:creationId xmlns:a16="http://schemas.microsoft.com/office/drawing/2014/main" id="{3F1D312C-7EC9-A8B5-2F0B-14420E9C8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3B6FE-5CEB-6FD8-62FA-BB117DC4C45A}"/>
              </a:ext>
            </a:extLst>
          </p:cNvPr>
          <p:cNvSpPr txBox="1"/>
          <p:nvPr/>
        </p:nvSpPr>
        <p:spPr>
          <a:xfrm>
            <a:off x="8701769" y="6472559"/>
            <a:ext cx="22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|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5135E93-4D7B-5432-C171-A63CE9A67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327" y="3375821"/>
            <a:ext cx="7886700" cy="333535"/>
          </a:xfrm>
          <a:prstGeom prst="rect">
            <a:avLst/>
          </a:prstGeom>
        </p:spPr>
        <p:txBody>
          <a:bodyPr anchor="ctr"/>
          <a:lstStyle>
            <a:lvl1pPr>
              <a:defRPr sz="2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3699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5923DB24-7EF2-2C0D-55DB-085AAADA540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B0244E7-19C7-2126-47F0-F6E14334E40D}"/>
              </a:ext>
            </a:extLst>
          </p:cNvPr>
          <p:cNvSpPr txBox="1">
            <a:spLocks/>
          </p:cNvSpPr>
          <p:nvPr userDrawn="1"/>
        </p:nvSpPr>
        <p:spPr>
          <a:xfrm>
            <a:off x="274320" y="3278117"/>
            <a:ext cx="7879080" cy="533400"/>
          </a:xfrm>
          <a:prstGeom prst="rect">
            <a:avLst/>
          </a:prstGeom>
        </p:spPr>
        <p:txBody>
          <a:bodyPr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Garamond" pitchFamily="18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036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074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109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148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defTabSz="914400"/>
            <a:r>
              <a:rPr lang="en-US" sz="2200" b="1" i="0" dirty="0"/>
              <a:t>Appendix</a:t>
            </a:r>
          </a:p>
        </p:txBody>
      </p:sp>
      <p:sp>
        <p:nvSpPr>
          <p:cNvPr id="7" name="Slide Number Placeholder 18">
            <a:extLst>
              <a:ext uri="{FF2B5EF4-FFF2-40B4-BE49-F238E27FC236}">
                <a16:creationId xmlns:a16="http://schemas.microsoft.com/office/drawing/2014/main" id="{3F1D312C-7EC9-A8B5-2F0B-14420E9C8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3B6FE-5CEB-6FD8-62FA-BB117DC4C45A}"/>
              </a:ext>
            </a:extLst>
          </p:cNvPr>
          <p:cNvSpPr txBox="1"/>
          <p:nvPr userDrawn="1"/>
        </p:nvSpPr>
        <p:spPr>
          <a:xfrm>
            <a:off x="8701769" y="6472559"/>
            <a:ext cx="22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88784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655B51-9BAB-4D60-A9BF-5DE26C0661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4F70CF-AA2D-4931-A6B5-AE66377FDBC1}"/>
              </a:ext>
            </a:extLst>
          </p:cNvPr>
          <p:cNvCxnSpPr>
            <a:cxnSpLocks/>
          </p:cNvCxnSpPr>
          <p:nvPr/>
        </p:nvCxnSpPr>
        <p:spPr>
          <a:xfrm>
            <a:off x="304800" y="3733800"/>
            <a:ext cx="8591087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AB1422-1A07-426E-BE79-5D4071FFBADB}"/>
              </a:ext>
            </a:extLst>
          </p:cNvPr>
          <p:cNvSpPr txBox="1">
            <a:spLocks/>
          </p:cNvSpPr>
          <p:nvPr/>
        </p:nvSpPr>
        <p:spPr>
          <a:xfrm>
            <a:off x="7609114" y="6515637"/>
            <a:ext cx="1195840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</a:t>
            </a:r>
          </a:p>
        </p:txBody>
      </p:sp>
    </p:spTree>
    <p:extLst>
      <p:ext uri="{BB962C8B-B14F-4D97-AF65-F5344CB8AC3E}">
        <p14:creationId xmlns:p14="http://schemas.microsoft.com/office/powerpoint/2010/main" val="428241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fontAlgn="base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fontAlgn="base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9C2F8-FB63-AAEF-33EA-3306E24D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C2163-9EE4-B088-5874-C13DB0FA82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3634C9-890D-7B8D-E83A-7AA4C729087E}"/>
              </a:ext>
            </a:extLst>
          </p:cNvPr>
          <p:cNvSpPr/>
          <p:nvPr/>
        </p:nvSpPr>
        <p:spPr>
          <a:xfrm>
            <a:off x="4114800" y="4648202"/>
            <a:ext cx="914400" cy="38779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Garamond" panose="02020404030301010803" pitchFamily="18" charset="0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303698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Header Slide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latin typeface="Garamond" panose="02020404030301010803" pitchFamily="18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78F97569-901A-410B-AA96-35520450BE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Header Slides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2025-07-24T14:26:27Z</dcterms:created>
  <dcterms:modified xsi:type="dcterms:W3CDTF">2025-07-24T14:26:27Z</dcterms:modified>
</cp:coreProperties>
</file>