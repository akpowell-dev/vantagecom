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4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2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218972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174C-9C05-00A8-041F-31C8CB80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A6979-D038-52DE-D9D0-496F5F41A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CAAE89-5C02-13BC-7B08-BC13A7D5B5D9}"/>
              </a:ext>
            </a:extLst>
          </p:cNvPr>
          <p:cNvSpPr/>
          <p:nvPr/>
        </p:nvSpPr>
        <p:spPr>
          <a:xfrm>
            <a:off x="214884" y="985364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4.7 Width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35F07-9290-0E2A-7B4C-C8185AE1B8F6}"/>
              </a:ext>
            </a:extLst>
          </p:cNvPr>
          <p:cNvSpPr txBox="1"/>
          <p:nvPr/>
        </p:nvSpPr>
        <p:spPr>
          <a:xfrm>
            <a:off x="209686" y="157771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lang="en-US" sz="1100" dirty="0">
                <a:latin typeface="Garamond" panose="02020404030301010803" pitchFamily="18" charset="0"/>
              </a:rPr>
              <a:t>Sub-bullet</a:t>
            </a:r>
            <a:endParaRPr kumimoji="0" lang="en-US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83776-6ED6-A75B-4F26-965D32403658}"/>
              </a:ext>
            </a:extLst>
          </p:cNvPr>
          <p:cNvSpPr/>
          <p:nvPr/>
        </p:nvSpPr>
        <p:spPr>
          <a:xfrm>
            <a:off x="214884" y="685800"/>
            <a:ext cx="871423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9.53 Width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D5C90-6835-F59F-35E5-70D4DA321247}"/>
              </a:ext>
            </a:extLst>
          </p:cNvPr>
          <p:cNvSpPr/>
          <p:nvPr/>
        </p:nvSpPr>
        <p:spPr>
          <a:xfrm>
            <a:off x="4631436" y="985364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4.7 Width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0C3D7-A86A-42EB-6754-B8202E08F791}"/>
              </a:ext>
            </a:extLst>
          </p:cNvPr>
          <p:cNvSpPr/>
          <p:nvPr/>
        </p:nvSpPr>
        <p:spPr>
          <a:xfrm>
            <a:off x="214884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97875-A763-325D-61CA-99808479DC46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900" dirty="0">
                <a:latin typeface="Garamond" panose="02020404030301010803" pitchFamily="18" charset="0"/>
              </a:rPr>
              <a:t>Sources: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67BD56-2632-8D79-1AA3-E60E0428FD61}"/>
              </a:ext>
            </a:extLst>
          </p:cNvPr>
          <p:cNvSpPr/>
          <p:nvPr/>
        </p:nvSpPr>
        <p:spPr>
          <a:xfrm>
            <a:off x="1687068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1BA6E-9833-5636-581B-13FC1E50010D}"/>
              </a:ext>
            </a:extLst>
          </p:cNvPr>
          <p:cNvSpPr/>
          <p:nvPr/>
        </p:nvSpPr>
        <p:spPr>
          <a:xfrm>
            <a:off x="3159252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D78C81-1CBB-C8E8-241B-8D832AB035EE}"/>
              </a:ext>
            </a:extLst>
          </p:cNvPr>
          <p:cNvSpPr/>
          <p:nvPr/>
        </p:nvSpPr>
        <p:spPr>
          <a:xfrm>
            <a:off x="4631436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566BF-EA7F-23F8-E815-FF724B75E07F}"/>
              </a:ext>
            </a:extLst>
          </p:cNvPr>
          <p:cNvSpPr/>
          <p:nvPr/>
        </p:nvSpPr>
        <p:spPr>
          <a:xfrm>
            <a:off x="7575804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D8C331-282F-6625-20B1-C6F833086EAE}"/>
              </a:ext>
            </a:extLst>
          </p:cNvPr>
          <p:cNvSpPr/>
          <p:nvPr/>
        </p:nvSpPr>
        <p:spPr>
          <a:xfrm>
            <a:off x="6103620" y="1284928"/>
            <a:ext cx="135331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1.48 Width</a:t>
            </a:r>
          </a:p>
        </p:txBody>
      </p:sp>
    </p:spTree>
    <p:extLst>
      <p:ext uri="{BB962C8B-B14F-4D97-AF65-F5344CB8AC3E}">
        <p14:creationId xmlns:p14="http://schemas.microsoft.com/office/powerpoint/2010/main" val="1259401408"/>
      </p:ext>
    </p:extLst>
  </p:cSld>
  <p:clrMapOvr>
    <a:masterClrMapping/>
  </p:clrMapOvr>
</p:sld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Custom</PresentationFormat>
  <Paragraphs>14</Paragraphs>
  <Slides>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Wingdings</vt:lpstr>
      <vt:lpstr>Body</vt:lpstr>
      <vt:lpstr>Formatting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2025-07-24T14:04:17Z</dcterms:created>
  <dcterms:modified xsi:type="dcterms:W3CDTF">2025-07-24T14:04:17Z</dcterms:modified>
</cp:coreProperties>
</file>