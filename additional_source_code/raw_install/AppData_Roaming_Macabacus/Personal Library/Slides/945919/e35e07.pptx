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9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98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300843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6794D9-9D7C-C8E2-C59D-4662F23E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875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3d32b2.pptx]]&gt;&lt;/Source&gt;&lt;SourceModified&gt;2025-07-24 14:36:32&lt;/SourceModified&gt;&lt;ParentId&gt;&lt;/ParentId&gt;&lt;LinkId&gt;f39028bd256e94e3&lt;/LinkId&gt;&lt;FriendlyName&gt;&lt;/FriendlyName&gt;&lt;Type&gt;10&lt;/Type&gt;&lt;Address&gt;&lt;/Address&gt;&lt;LastUpdate&gt;2025-07-24 09:54:42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3d32b2.pptx]]&gt;&lt;/ContentPath&gt;&lt;ContentType&gt;1&lt;/ContentType&gt;&lt;ContentId&gt;f39028bd256e94e3&lt;/ContentId&gt;&lt;Title&gt;Investment Considerations&lt;/Title&gt;&lt;CurrentVersion&gt;1&lt;/CurrentVersion&gt;&lt;IgnoredVersion /&gt;&lt;KeepSrcFormatting&gt;True&lt;/KeepSrcFormatting&gt;&lt;ModifiedAt&gt;2025-07-24 14:54:42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Body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2025-07-24T15:01:02Z</dcterms:created>
  <dcterms:modified xsi:type="dcterms:W3CDTF">2025-07-24T15:01:02Z</dcterms:modified>
</cp:coreProperties>
</file>