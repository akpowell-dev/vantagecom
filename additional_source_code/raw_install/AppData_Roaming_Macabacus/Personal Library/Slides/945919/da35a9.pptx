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29" r:id="rId2"/>
  </p:sldIdLst>
  <p:sldSz cx="9144000" cy="6858000"/>
  <p:notesSz cx="6858000" cy="9144000"/>
  <p:defaultTextStyle>
    <a:defPPr>
      <a:defRPr lang="en-US"/>
    </a:defPPr>
    <a:lvl1pPr marL="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5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4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641A10-B5BC-4415-BE5F-DB9D6E2080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265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152400"/>
            <a:ext cx="7239000" cy="44767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lIns="182814" tIns="91408" rIns="182814" bIns="91408"/>
          <a:lstStyle/>
          <a:p>
            <a:pPr>
              <a:spcAft>
                <a:spcPts val="600"/>
              </a:spcAft>
              <a:defRPr/>
            </a:pPr>
            <a:endParaRPr lang="en-US" sz="14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247286"/>
            <a:ext cx="7233249" cy="34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4" rIns="91408" bIns="457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 txBox="1">
            <a:spLocks/>
          </p:cNvSpPr>
          <p:nvPr/>
        </p:nvSpPr>
        <p:spPr>
          <a:xfrm>
            <a:off x="7609114" y="6515637"/>
            <a:ext cx="1272784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914074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Garamond" pitchFamily="18" charset="0"/>
              </a:rPr>
              <a:t>CONFIDENTIAL |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17715" y="642938"/>
            <a:ext cx="8708571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8773887" y="6425656"/>
            <a:ext cx="370113" cy="364628"/>
          </a:xfrm>
          <a:prstGeom prst="rect">
            <a:avLst/>
          </a:prstGeom>
        </p:spPr>
        <p:txBody>
          <a:bodyPr vert="horz" lIns="86470" tIns="43235" rIns="86470" bIns="43235" rtlCol="0" anchor="ctr"/>
          <a:lstStyle>
            <a:lvl1pPr algn="ctr">
              <a:defRPr sz="1100" b="1"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641A10-B5BC-4415-BE5F-DB9D6E2080FB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cs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56A43A-90AF-409C-A078-B035A29DE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391" y="152400"/>
            <a:ext cx="1360103" cy="461755"/>
          </a:xfrm>
          <a:prstGeom prst="rect">
            <a:avLst/>
          </a:prstGeom>
          <a:solidFill>
            <a:srgbClr val="4F81BD">
              <a:alpha val="0"/>
            </a:srgbClr>
          </a:solidFill>
        </p:spPr>
      </p:pic>
    </p:spTree>
    <p:extLst>
      <p:ext uri="{BB962C8B-B14F-4D97-AF65-F5344CB8AC3E}">
        <p14:creationId xmlns:p14="http://schemas.microsoft.com/office/powerpoint/2010/main" val="2241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002060"/>
          </a:solidFill>
          <a:latin typeface="Garamond" pitchFamily="18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5pPr>
      <a:lvl6pPr marL="457036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6pPr>
      <a:lvl7pPr marL="914074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7pPr>
      <a:lvl8pPr marL="137110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8pPr>
      <a:lvl9pPr marL="1828148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778" indent="-342778" algn="l" rtl="0" eaLnBrk="1" fontAlgn="base" hangingPunct="1">
        <a:spcBef>
          <a:spcPts val="24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685" indent="-28564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592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629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668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70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42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78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1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9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48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8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2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6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9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A6019-6C3B-CA2B-4E7B-8C4EBC9D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E594-F0FB-92AA-F8DB-258BB0C3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DC3CD-9534-9B69-064D-6888431D2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41A10-B5BC-4415-BE5F-DB9D6E2080FB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itchFamily="18" charset="0"/>
                <a:ea typeface="+mn-ea"/>
                <a:cs typeface="+mn-cs"/>
              </a:rPr>
              <a:pPr marL="0" marR="0" lvl="0" indent="0" algn="ctr" defTabSz="914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itchFamily="18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4C155-EE3C-851C-672A-FABA300D5E01}"/>
              </a:ext>
            </a:extLst>
          </p:cNvPr>
          <p:cNvSpPr/>
          <p:nvPr/>
        </p:nvSpPr>
        <p:spPr>
          <a:xfrm>
            <a:off x="214884" y="685800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Company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F55C5-1F4A-7270-552F-5A340F8C2744}"/>
              </a:ext>
            </a:extLst>
          </p:cNvPr>
          <p:cNvSpPr txBox="1"/>
          <p:nvPr/>
        </p:nvSpPr>
        <p:spPr>
          <a:xfrm>
            <a:off x="209686" y="931652"/>
            <a:ext cx="4315610" cy="481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marR="0" lvl="0" indent="-182880" algn="just" defTabSz="91423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Bullet</a:t>
            </a:r>
          </a:p>
          <a:p>
            <a:pPr marL="365760" marR="0" lvl="1" indent="-171450" algn="just" defTabSz="914237" rtl="0" eaLnBrk="1" fontAlgn="auto" latinLnBrk="0" hangingPunct="1">
              <a:lnSpc>
                <a:spcPct val="112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Garamond" panose="02020404030301010803" pitchFamily="18" charset="0"/>
              <a:buChar char="―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Sub-bullet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CE0B9-66B0-67EF-2E3F-0ED8FA07079F}"/>
              </a:ext>
            </a:extLst>
          </p:cNvPr>
          <p:cNvSpPr/>
          <p:nvPr/>
        </p:nvSpPr>
        <p:spPr>
          <a:xfrm>
            <a:off x="4631436" y="685800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Capitalization and Financials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2B4C4-9E6D-36D2-668D-A470827D64F5}"/>
              </a:ext>
            </a:extLst>
          </p:cNvPr>
          <p:cNvSpPr txBox="1"/>
          <p:nvPr/>
        </p:nvSpPr>
        <p:spPr>
          <a:xfrm>
            <a:off x="228600" y="6627168"/>
            <a:ext cx="7086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23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Sources: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79D29D-24F1-CFDF-5A6A-A4043A01C02E}"/>
              </a:ext>
            </a:extLst>
          </p:cNvPr>
          <p:cNvSpPr/>
          <p:nvPr/>
        </p:nvSpPr>
        <p:spPr>
          <a:xfrm>
            <a:off x="4631436" y="4419600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Revenue Mix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98755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CABACUSLINK" val="&lt;Links vendor=&quot;Macabacus&quot;&gt;&lt;Link version=&quot;9.8.2.0&quot;&gt;&lt;Source&gt;&lt;![CDATA[%USER_FOLDER%\AppData\Roaming\Macabacus\Personal Library\Slides\945919\594c75.pptx]]&gt;&lt;/Source&gt;&lt;SourceModified&gt;2025-07-24 14:57:35&lt;/SourceModified&gt;&lt;ParentId&gt;&lt;/ParentId&gt;&lt;LinkId&gt;75482e6fe4ba63d2&lt;/LinkId&gt;&lt;FriendlyName&gt;&lt;/FriendlyName&gt;&lt;Type&gt;10&lt;/Type&gt;&lt;Address&gt;&lt;/Address&gt;&lt;LastUpdate&gt;2025-07-24 10:03:06&lt;/LastUpdate&gt;&lt;User&gt;Powell, Keegan&lt;/User&gt;&lt;SourceFormat&gt;True&lt;/SourceFormat&gt;&lt;/Link&gt;&lt;/Links&gt;"/>
  <p:tag name="MACABACUS_LIB_CONTENT" val="&lt;LibraryInfo vendor=&quot;Macabacus&quot; version=&quot;9.8.2.0&quot;&gt;&lt;LibraryId&gt;&lt;/LibraryId&gt;&lt;Permission&gt;0&lt;/Permission&gt;&lt;ContentPath&gt;&lt;![CDATA[%USER_FOLDER%\AppData\Roaming\Macabacus\Personal Library\Slides\945919\594c75.pptx]]&gt;&lt;/ContentPath&gt;&lt;ContentType&gt;1&lt;/ContentType&gt;&lt;ContentId&gt;75482e6fe4ba63d2&lt;/ContentId&gt;&lt;Title&gt;Business Overview&lt;/Title&gt;&lt;CurrentVersion&gt;1&lt;/CurrentVersion&gt;&lt;IgnoredVersion /&gt;&lt;KeepSrcFormatting&gt;True&lt;/KeepSrcFormatting&gt;&lt;ModifiedAt&gt;2025-07-24 15:03:06&lt;/ModifiedAt&gt;&lt;ModifiedBy&gt;Powell, Keegan&lt;/ModifiedBy&gt;&lt;/LibraryInfo&gt;"/>
</p:tagLst>
</file>

<file path=ppt/theme/theme1.xml><?xml version="1.0" encoding="utf-8"?>
<a:theme xmlns:a="http://schemas.openxmlformats.org/drawingml/2006/main" name="Bod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Garamond" panose="02020404030301010803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Template" id="{91A9E822-EB23-413D-BCDC-552B5B98903B}" vid="{555ED277-DFBC-407D-9328-3B49F05ED7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Garamond</vt:lpstr>
      <vt:lpstr>Wingdings</vt:lpstr>
      <vt:lpstr>Body</vt:lpstr>
      <vt:lpstr>Business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Powell, Keegan</dc:creator>
  <cp:lastModifiedBy>Powell, Keegan</cp:lastModifiedBy>
  <cp:revision>1</cp:revision>
  <dcterms:created xsi:type="dcterms:W3CDTF">2025-07-24T15:05:01Z</dcterms:created>
  <dcterms:modified xsi:type="dcterms:W3CDTF">2025-07-24T15:05:01Z</dcterms:modified>
</cp:coreProperties>
</file>