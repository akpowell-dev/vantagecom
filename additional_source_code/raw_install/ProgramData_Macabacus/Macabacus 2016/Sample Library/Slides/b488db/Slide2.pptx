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08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604A7B"/>
    <a:srgbClr val="E46C0A"/>
    <a:srgbClr val="C3D6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62" d="100"/>
          <a:sy n="162" d="100"/>
        </p:scale>
        <p:origin x="1686" y="1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D2131-11A8-624F-B15C-310BFFBAA7A2}" type="datetimeFigureOut">
              <a:rPr lang="en-US" smtClean="0"/>
              <a:t>6/6/2016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01A74-2AEA-3A43-8191-493EEEDC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174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2E73C-66FE-4509-B675-AA2DFCB2E49F}" type="datetimeFigureOut">
              <a:rPr lang="en-US" smtClean="0"/>
              <a:t>6/6/2016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1D9D8-6EA9-47A9-A97B-2AFD2497B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387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1D9D8-6EA9-47A9-A97B-2AFD2497B8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37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 rot="5400000">
            <a:off x="5500299" y="3290499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 rot="16200000">
            <a:off x="-3214300" y="3290498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1" y="2733446"/>
            <a:ext cx="4114800" cy="54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18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ECEA-2F9C-4E5B-BD93-0C263532B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5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solidFill>
            <a:schemeClr val="tx1">
              <a:lumMod val="85000"/>
              <a:lumOff val="15000"/>
            </a:schemeClr>
          </a:solidFill>
        </p:spPr>
        <p:txBody>
          <a:bodyPr vert="horz" lIns="457200" tIns="45720" rIns="457200" bIns="45720" rtlCol="0" anchor="ctr">
            <a:normAutofit/>
          </a:bodyPr>
          <a:lstStyle>
            <a:lvl1pPr algn="l">
              <a:def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 rot="5400000">
            <a:off x="5500299" y="3290499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15333"/>
            <a:ext cx="4040188" cy="4034631"/>
          </a:xfrm>
          <a:solidFill>
            <a:schemeClr val="bg1">
              <a:lumMod val="95000"/>
            </a:schemeClr>
          </a:solidFill>
        </p:spPr>
        <p:txBody>
          <a:bodyPr lIns="182880" tIns="182880" rIns="182880" bIns="182880">
            <a:noAutofit/>
          </a:bodyPr>
          <a:lstStyle>
            <a:lvl1pPr marL="228600" indent="-228600">
              <a:buClr>
                <a:schemeClr val="accent1"/>
              </a:buClr>
              <a:buSzPct val="65000"/>
              <a:buFont typeface="Wingdings 2" panose="05020102010507070707" pitchFamily="18" charset="2"/>
              <a:buChar char=""/>
              <a:defRPr sz="1400"/>
            </a:lvl1pPr>
            <a:lvl2pPr marL="457200" indent="-227013">
              <a:defRPr sz="1400"/>
            </a:lvl2pPr>
            <a:lvl3pPr marL="685800" indent="-228600">
              <a:defRPr sz="1400"/>
            </a:lvl3pPr>
            <a:lvl4pPr marL="914400" indent="-228600">
              <a:defRPr sz="1400"/>
            </a:lvl4pPr>
            <a:lvl5pPr marL="1143000" indent="-228600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015333"/>
            <a:ext cx="4041775" cy="4034631"/>
          </a:xfrm>
          <a:solidFill>
            <a:schemeClr val="bg1">
              <a:lumMod val="95000"/>
            </a:schemeClr>
          </a:solidFill>
        </p:spPr>
        <p:txBody>
          <a:bodyPr vert="horz" lIns="182880" tIns="182880" rIns="182880" bIns="182880" rtlCol="0">
            <a:noAutofit/>
          </a:bodyPr>
          <a:lstStyle>
            <a:lvl1pPr marL="287338" indent="-228600">
              <a:buClr>
                <a:schemeClr val="accent1"/>
              </a:buClr>
              <a:buSzPct val="65000"/>
              <a:buFont typeface="Wingdings 2" panose="05020102010507070707" pitchFamily="18" charset="2"/>
              <a:buChar char=""/>
              <a:defRPr lang="en-US" sz="1400" dirty="0" smtClean="0"/>
            </a:lvl1pPr>
            <a:lvl2pPr marL="574675" indent="-227013">
              <a:defRPr lang="en-US" sz="1400" dirty="0" smtClean="0"/>
            </a:lvl2pPr>
            <a:lvl3pPr>
              <a:defRPr lang="en-US" sz="1400" dirty="0" smtClean="0"/>
            </a:lvl3pPr>
            <a:lvl4pPr>
              <a:defRPr lang="en-US" sz="1400" dirty="0" smtClean="0"/>
            </a:lvl4pPr>
            <a:lvl5pPr>
              <a:defRPr lang="en-US" sz="1400" dirty="0"/>
            </a:lvl5pPr>
          </a:lstStyle>
          <a:p>
            <a:pPr marL="228600" lvl="0" indent="-228600">
              <a:buClr>
                <a:schemeClr val="accent1"/>
              </a:buClr>
              <a:buSzPct val="65000"/>
              <a:buFont typeface="Wingdings 2" panose="05020102010507070707" pitchFamily="18" charset="2"/>
              <a:buChar char="¦"/>
            </a:pPr>
            <a:r>
              <a:rPr lang="en-US" dirty="0" smtClean="0"/>
              <a:t>Click to edit Master text styles</a:t>
            </a:r>
          </a:p>
          <a:p>
            <a:pPr marL="457200" lvl="1" indent="-227013"/>
            <a:r>
              <a:rPr lang="en-US" dirty="0" smtClean="0"/>
              <a:t>Second level</a:t>
            </a:r>
          </a:p>
          <a:p>
            <a:pPr marL="685800" lvl="2"/>
            <a:r>
              <a:rPr lang="en-US" dirty="0" smtClean="0"/>
              <a:t>Third level</a:t>
            </a:r>
          </a:p>
          <a:p>
            <a:pPr marL="914400" lvl="3"/>
            <a:r>
              <a:rPr lang="en-US" dirty="0" smtClean="0"/>
              <a:t>Fourth level</a:t>
            </a:r>
          </a:p>
          <a:p>
            <a:pPr marL="1143000"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1"/>
            <a:ext cx="4040188" cy="338933"/>
          </a:xfrm>
          <a:solidFill>
            <a:schemeClr val="bg1"/>
          </a:solidFill>
          <a:ln w="19050">
            <a:noFill/>
          </a:ln>
          <a:effectLst>
            <a:outerShdw dist="25400" dir="5400000" algn="t" rotWithShape="0">
              <a:prstClr val="black"/>
            </a:outerShdw>
          </a:effectLst>
        </p:spPr>
        <p:txBody>
          <a:bodyPr lIns="0" rIns="0" bIns="18288" anchor="b">
            <a:noAutofit/>
          </a:bodyPr>
          <a:lstStyle>
            <a:lvl1pPr marL="0" indent="0">
              <a:buNone/>
              <a:defRPr sz="1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76400"/>
            <a:ext cx="4041775" cy="338933"/>
          </a:xfrm>
          <a:solidFill>
            <a:schemeClr val="bg1"/>
          </a:solidFill>
          <a:ln w="19050">
            <a:noFill/>
          </a:ln>
          <a:effectLst>
            <a:outerShdw dist="25400" dir="5400000" algn="t" rotWithShape="0">
              <a:prstClr val="black"/>
            </a:outerShdw>
          </a:effectLst>
        </p:spPr>
        <p:txBody>
          <a:bodyPr vert="horz" lIns="0" tIns="45720" rIns="0" bIns="18288" rtlCol="0" anchor="b">
            <a:noAutofit/>
          </a:bodyPr>
          <a:lstStyle>
            <a:lvl1pPr marL="342900" indent="-342900">
              <a:buNone/>
              <a:defRPr lang="en-US" sz="1400" b="1" smtClean="0">
                <a:latin typeface="+mj-lt"/>
              </a:defRPr>
            </a:lvl1pPr>
          </a:lstStyle>
          <a:p>
            <a:pPr marL="0" lvl="0" indent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57200" y="1066800"/>
            <a:ext cx="8229600" cy="457200"/>
          </a:xfrm>
        </p:spPr>
        <p:txBody>
          <a:bodyPr lIns="0" tIns="45720" rIns="0">
            <a:noAutofit/>
          </a:bodyPr>
          <a:lstStyle>
            <a:lvl1pPr marL="228600" indent="-228600">
              <a:buClr>
                <a:schemeClr val="accent1"/>
              </a:buClr>
              <a:buSzPct val="60000"/>
              <a:buFont typeface="Wingdings 2" panose="05020102010507070707" pitchFamily="18" charset="2"/>
              <a:buChar char=""/>
              <a:defRPr sz="1800"/>
            </a:lvl1pPr>
            <a:lvl2pPr marL="685800" indent="-344488">
              <a:buClr>
                <a:schemeClr val="accent1"/>
              </a:buClr>
              <a:buFont typeface="Wingdings" panose="05000000000000000000" pitchFamily="2" charset="2"/>
              <a:buChar char=""/>
              <a:defRPr sz="2400"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457200" y="6172200"/>
            <a:ext cx="8229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 userDrawn="1"/>
        </p:nvSpPr>
        <p:spPr>
          <a:xfrm rot="16200000">
            <a:off x="-3214300" y="3290498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53400" y="6477000"/>
            <a:ext cx="533400" cy="288925"/>
          </a:xfrm>
          <a:noFill/>
        </p:spPr>
        <p:txBody>
          <a:bodyPr lIns="0" tIns="0" rIns="0" bIns="0"/>
          <a:lstStyle>
            <a:lvl1pPr algn="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B63ECEA-2F9C-4E5B-BD93-0C263532BF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48400"/>
            <a:ext cx="6934200" cy="533400"/>
          </a:xfrm>
        </p:spPr>
        <p:txBody>
          <a:bodyPr lIns="0" tIns="0" rIns="0" bIns="0">
            <a:noAutofit/>
          </a:bodyPr>
          <a:lstStyle>
            <a:lvl1pPr marL="346075" indent="-346075">
              <a:spcBef>
                <a:spcPts val="0"/>
              </a:spcBef>
              <a:buNone/>
              <a:defRPr sz="7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 smtClean="0"/>
              <a:t>Sources &amp; notes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94" y="6244330"/>
            <a:ext cx="1216212" cy="16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2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 rot="5400000">
            <a:off x="5500299" y="3290499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 rot="16200000">
            <a:off x="-3214300" y="3290498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solidFill>
            <a:schemeClr val="tx1">
              <a:lumMod val="85000"/>
              <a:lumOff val="15000"/>
            </a:schemeClr>
          </a:solidFill>
        </p:spPr>
        <p:txBody>
          <a:bodyPr lIns="457200" rIns="457200">
            <a:normAutofit/>
          </a:bodyPr>
          <a:lstStyle>
            <a:lvl1pPr algn="l"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457200" y="6172200"/>
            <a:ext cx="8229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53400" y="6477000"/>
            <a:ext cx="533400" cy="288925"/>
          </a:xfrm>
          <a:noFill/>
        </p:spPr>
        <p:txBody>
          <a:bodyPr lIns="0" tIns="0" rIns="0" bIns="0"/>
          <a:lstStyle>
            <a:lvl1pPr algn="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B63ECEA-2F9C-4E5B-BD93-0C263532BF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48400"/>
            <a:ext cx="6934200" cy="533400"/>
          </a:xfrm>
        </p:spPr>
        <p:txBody>
          <a:bodyPr lIns="0" tIns="0" rIns="0" bIns="0">
            <a:noAutofit/>
          </a:bodyPr>
          <a:lstStyle>
            <a:lvl1pPr marL="346075" indent="-346075">
              <a:spcBef>
                <a:spcPts val="0"/>
              </a:spcBef>
              <a:buNone/>
              <a:defRPr sz="7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 smtClean="0"/>
              <a:t>Sources &amp; notes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94" y="6244330"/>
            <a:ext cx="1216212" cy="16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2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ys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 rot="5400000">
            <a:off x="5500299" y="3290499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 rot="16200000">
            <a:off x="-3214300" y="3290498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248402"/>
            <a:ext cx="6096000" cy="473074"/>
          </a:xfrm>
        </p:spPr>
        <p:txBody>
          <a:bodyPr lIns="0" tIns="0" rIns="0" bIns="0" anchor="t" anchorCtr="0"/>
          <a:lstStyle>
            <a:lvl1pPr marL="346075" indent="-346075" algn="l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457200" y="6172200"/>
            <a:ext cx="8229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57200" y="2743200"/>
            <a:ext cx="8229600" cy="838200"/>
          </a:xfrm>
        </p:spPr>
        <p:txBody>
          <a:bodyPr lIns="0" rIns="0" anchor="ctr" anchorCtr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153400" y="6477000"/>
            <a:ext cx="533400" cy="288925"/>
          </a:xfrm>
          <a:noFill/>
        </p:spPr>
        <p:txBody>
          <a:bodyPr lIns="0" tIns="0" rIns="0" bIns="0"/>
          <a:lstStyle>
            <a:lvl1pPr algn="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B63ECEA-2F9C-4E5B-BD93-0C263532BFD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94" y="6244330"/>
            <a:ext cx="1216212" cy="16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076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3ECEA-2F9C-4E5B-BD93-0C263532B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05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60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8"/>
          <p:cNvSpPr txBox="1">
            <a:spLocks/>
          </p:cNvSpPr>
          <p:nvPr/>
        </p:nvSpPr>
        <p:spPr>
          <a:xfrm>
            <a:off x="457200" y="2484438"/>
            <a:ext cx="2590800" cy="18589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182880" tIns="182880" rIns="182880" bIns="18288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Clr>
                <a:schemeClr val="accent1"/>
              </a:buClr>
              <a:buSzPct val="65000"/>
              <a:buNone/>
            </a:pPr>
            <a:r>
              <a:rPr lang="en-US" sz="1600" dirty="0" smtClean="0">
                <a:solidFill>
                  <a:schemeClr val="accent4">
                    <a:lumMod val="50000"/>
                  </a:schemeClr>
                </a:solidFill>
              </a:rPr>
              <a:t>Diffusers generate immense wealth for those </a:t>
            </a:r>
            <a:r>
              <a:rPr lang="en-US" sz="1600" smtClean="0">
                <a:solidFill>
                  <a:schemeClr val="accent4">
                    <a:lumMod val="50000"/>
                  </a:schemeClr>
                </a:solidFill>
              </a:rPr>
              <a:t>who </a:t>
            </a:r>
            <a:r>
              <a:rPr lang="en-US" sz="1600" smtClean="0">
                <a:solidFill>
                  <a:schemeClr val="accent4">
                    <a:lumMod val="50000"/>
                  </a:schemeClr>
                </a:solidFill>
              </a:rPr>
              <a:t>arbitrage </a:t>
            </a:r>
            <a:r>
              <a:rPr lang="en-US" sz="1600" dirty="0" smtClean="0">
                <a:solidFill>
                  <a:schemeClr val="accent4">
                    <a:lumMod val="50000"/>
                  </a:schemeClr>
                </a:solidFill>
              </a:rPr>
              <a:t>it without permission.  </a:t>
            </a:r>
            <a:r>
              <a:rPr lang="en-US" sz="1600" dirty="0" err="1" smtClean="0">
                <a:solidFill>
                  <a:schemeClr val="accent4">
                    <a:lumMod val="50000"/>
                  </a:schemeClr>
                </a:solidFill>
              </a:rPr>
              <a:t>BlackPebble</a:t>
            </a:r>
            <a:r>
              <a:rPr lang="en-US" sz="1600" dirty="0" smtClean="0">
                <a:solidFill>
                  <a:schemeClr val="accent4">
                    <a:lumMod val="50000"/>
                  </a:schemeClr>
                </a:solidFill>
              </a:rPr>
              <a:t> gives </a:t>
            </a:r>
            <a:r>
              <a:rPr lang="en-US" sz="1600" dirty="0" err="1" smtClean="0">
                <a:solidFill>
                  <a:schemeClr val="accent4">
                    <a:lumMod val="50000"/>
                  </a:schemeClr>
                </a:solidFill>
              </a:rPr>
              <a:t>superheros</a:t>
            </a:r>
            <a:r>
              <a:rPr lang="en-US" sz="1600" dirty="0" smtClean="0">
                <a:solidFill>
                  <a:schemeClr val="accent4">
                    <a:lumMod val="50000"/>
                  </a:schemeClr>
                </a:solidFill>
              </a:rPr>
              <a:t> a piece of the action</a:t>
            </a:r>
            <a:endParaRPr lang="en-US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8" name="Content Placeholder 8"/>
          <p:cNvSpPr txBox="1">
            <a:spLocks/>
          </p:cNvSpPr>
          <p:nvPr/>
        </p:nvSpPr>
        <p:spPr>
          <a:xfrm>
            <a:off x="6057900" y="2484437"/>
            <a:ext cx="2628900" cy="18589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182880" tIns="182880" rIns="182880" bIns="18288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Clr>
                <a:schemeClr val="accent1"/>
              </a:buClr>
              <a:buSzPct val="65000"/>
              <a:buNone/>
            </a:pPr>
            <a:r>
              <a:rPr lang="en-US" sz="1600" dirty="0" smtClean="0">
                <a:solidFill>
                  <a:schemeClr val="accent6">
                    <a:lumMod val="50000"/>
                  </a:schemeClr>
                </a:solidFill>
              </a:rPr>
              <a:t>Opt-in grooming is the ire of </a:t>
            </a:r>
            <a:r>
              <a:rPr lang="en-US" sz="1600" dirty="0" err="1" smtClean="0">
                <a:solidFill>
                  <a:schemeClr val="accent6">
                    <a:lumMod val="50000"/>
                  </a:schemeClr>
                </a:solidFill>
              </a:rPr>
              <a:t>BlackPebble’s</a:t>
            </a:r>
            <a:r>
              <a:rPr lang="en-US" sz="1600" dirty="0" smtClean="0">
                <a:solidFill>
                  <a:schemeClr val="accent6">
                    <a:lumMod val="50000"/>
                  </a:schemeClr>
                </a:solidFill>
              </a:rPr>
              <a:t> unicorns.  Consumers decide what they eat.  Eat more, procrastinate more</a:t>
            </a:r>
            <a:endParaRPr lang="en-US" sz="1600" baseline="30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" name="Content Placeholder 8"/>
          <p:cNvSpPr txBox="1">
            <a:spLocks/>
          </p:cNvSpPr>
          <p:nvPr/>
        </p:nvSpPr>
        <p:spPr>
          <a:xfrm>
            <a:off x="3238500" y="2484437"/>
            <a:ext cx="2628900" cy="18589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182880" tIns="182880" rIns="182880" bIns="18288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Clr>
                <a:schemeClr val="accent1"/>
              </a:buClr>
              <a:buSzPct val="65000"/>
              <a:buNone/>
            </a:pPr>
            <a:r>
              <a:rPr lang="en-US" sz="1600" dirty="0" smtClean="0">
                <a:solidFill>
                  <a:schemeClr val="accent5">
                    <a:lumMod val="50000"/>
                  </a:schemeClr>
                </a:solidFill>
              </a:rPr>
              <a:t>Consumers use antelopes to transact directly with networks they actually care about, cutting out meddling farmers</a:t>
            </a:r>
            <a:endParaRPr lang="en-US" sz="1600" baseline="30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Personal Unicorn Encounter as a Solution</a:t>
            </a: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ECEA-2F9C-4E5B-BD93-0C263532BFD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sz="700" dirty="0"/>
          </a:p>
        </p:txBody>
      </p:sp>
      <p:sp>
        <p:nvSpPr>
          <p:cNvPr id="10" name="Text Placeholder 7"/>
          <p:cNvSpPr txBox="1">
            <a:spLocks/>
          </p:cNvSpPr>
          <p:nvPr/>
        </p:nvSpPr>
        <p:spPr>
          <a:xfrm>
            <a:off x="457200" y="2133601"/>
            <a:ext cx="2590800" cy="338933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dist="25400" dir="5400000" algn="t" rotWithShape="0">
              <a:schemeClr val="accent4">
                <a:lumMod val="50000"/>
              </a:schemeClr>
            </a:outerShdw>
          </a:effectLst>
        </p:spPr>
        <p:txBody>
          <a:bodyPr vert="horz" lIns="0" tIns="45720" rIns="0" bIns="18288" rtlCol="0" anchor="b">
            <a:noAutofit/>
          </a:bodyPr>
          <a:lstStyle>
            <a:lvl1pPr indent="0">
              <a:spcBef>
                <a:spcPct val="20000"/>
              </a:spcBef>
              <a:buFont typeface="Arial" pitchFamily="34" charset="0"/>
              <a:buNone/>
              <a:defRPr sz="1400" b="1">
                <a:latin typeface="+mj-lt"/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000" b="1"/>
            </a:lvl2pPr>
            <a:lvl3pPr indent="0">
              <a:spcBef>
                <a:spcPct val="20000"/>
              </a:spcBef>
              <a:buFont typeface="Arial" pitchFamily="34" charset="0"/>
              <a:buNone/>
              <a:defRPr b="1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1600" b="1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1600" b="1"/>
            </a:lvl5pPr>
            <a:lvl6pPr indent="0">
              <a:spcBef>
                <a:spcPct val="20000"/>
              </a:spcBef>
              <a:buFont typeface="Arial" pitchFamily="34" charset="0"/>
              <a:buNone/>
              <a:defRPr sz="1600" b="1"/>
            </a:lvl6pPr>
            <a:lvl7pPr indent="0">
              <a:spcBef>
                <a:spcPct val="20000"/>
              </a:spcBef>
              <a:buFont typeface="Arial" pitchFamily="34" charset="0"/>
              <a:buNone/>
              <a:defRPr sz="1600" b="1"/>
            </a:lvl7pPr>
            <a:lvl8pPr indent="0">
              <a:spcBef>
                <a:spcPct val="20000"/>
              </a:spcBef>
              <a:buFont typeface="Arial" pitchFamily="34" charset="0"/>
              <a:buNone/>
              <a:defRPr sz="1600" b="1"/>
            </a:lvl8pPr>
            <a:lvl9pPr indent="0">
              <a:spcBef>
                <a:spcPct val="20000"/>
              </a:spcBef>
              <a:buFont typeface="Arial" pitchFamily="34" charset="0"/>
              <a:buNone/>
              <a:defRPr sz="1600" b="1"/>
            </a:lvl9pPr>
          </a:lstStyle>
          <a:p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Consumers deserve more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Text Placeholder 7"/>
          <p:cNvSpPr txBox="1">
            <a:spLocks/>
          </p:cNvSpPr>
          <p:nvPr/>
        </p:nvSpPr>
        <p:spPr>
          <a:xfrm>
            <a:off x="3238500" y="2133600"/>
            <a:ext cx="2628900" cy="338933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dist="25400" dir="5400000" algn="t" rotWithShape="0">
              <a:schemeClr val="accent5">
                <a:lumMod val="50000"/>
              </a:schemeClr>
            </a:outerShdw>
          </a:effectLst>
        </p:spPr>
        <p:txBody>
          <a:bodyPr vert="horz" lIns="0" tIns="45720" rIns="0" bIns="18288" rtlCol="0" anchor="b">
            <a:noAutofit/>
          </a:bodyPr>
          <a:lstStyle>
            <a:lvl1pPr indent="0">
              <a:spcBef>
                <a:spcPct val="20000"/>
              </a:spcBef>
              <a:buFont typeface="Arial" pitchFamily="34" charset="0"/>
              <a:buNone/>
              <a:defRPr sz="1400" b="1">
                <a:latin typeface="+mj-lt"/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000" b="1"/>
            </a:lvl2pPr>
            <a:lvl3pPr indent="0">
              <a:spcBef>
                <a:spcPct val="20000"/>
              </a:spcBef>
              <a:buFont typeface="Arial" pitchFamily="34" charset="0"/>
              <a:buNone/>
              <a:defRPr b="1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1600" b="1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1600" b="1"/>
            </a:lvl5pPr>
            <a:lvl6pPr indent="0">
              <a:spcBef>
                <a:spcPct val="20000"/>
              </a:spcBef>
              <a:buFont typeface="Arial" pitchFamily="34" charset="0"/>
              <a:buNone/>
              <a:defRPr sz="1600" b="1"/>
            </a:lvl6pPr>
            <a:lvl7pPr indent="0">
              <a:spcBef>
                <a:spcPct val="20000"/>
              </a:spcBef>
              <a:buFont typeface="Arial" pitchFamily="34" charset="0"/>
              <a:buNone/>
              <a:defRPr sz="1600" b="1"/>
            </a:lvl7pPr>
            <a:lvl8pPr indent="0">
              <a:spcBef>
                <a:spcPct val="20000"/>
              </a:spcBef>
              <a:buFont typeface="Arial" pitchFamily="34" charset="0"/>
              <a:buNone/>
              <a:defRPr sz="1600" b="1"/>
            </a:lvl8pPr>
            <a:lvl9pPr indent="0">
              <a:spcBef>
                <a:spcPct val="20000"/>
              </a:spcBef>
              <a:buFont typeface="Arial" pitchFamily="34" charset="0"/>
              <a:buNone/>
              <a:defRPr sz="1600" b="1"/>
            </a:lvl9pPr>
          </a:lstStyle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Antelopes as currency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 Placeholder 7"/>
          <p:cNvSpPr txBox="1">
            <a:spLocks/>
          </p:cNvSpPr>
          <p:nvPr/>
        </p:nvSpPr>
        <p:spPr>
          <a:xfrm>
            <a:off x="6057900" y="2133600"/>
            <a:ext cx="2628900" cy="338933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dist="25400" dir="5400000" algn="t" rotWithShape="0">
              <a:schemeClr val="accent6">
                <a:lumMod val="50000"/>
              </a:schemeClr>
            </a:outerShdw>
          </a:effectLst>
        </p:spPr>
        <p:txBody>
          <a:bodyPr vert="horz" lIns="0" tIns="45720" rIns="0" bIns="18288" rtlCol="0" anchor="b">
            <a:noAutofit/>
          </a:bodyPr>
          <a:lstStyle>
            <a:lvl1pPr indent="0">
              <a:spcBef>
                <a:spcPct val="20000"/>
              </a:spcBef>
              <a:buFont typeface="Arial" pitchFamily="34" charset="0"/>
              <a:buNone/>
              <a:defRPr sz="1400" b="1">
                <a:latin typeface="+mj-lt"/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000" b="1"/>
            </a:lvl2pPr>
            <a:lvl3pPr indent="0">
              <a:spcBef>
                <a:spcPct val="20000"/>
              </a:spcBef>
              <a:buFont typeface="Arial" pitchFamily="34" charset="0"/>
              <a:buNone/>
              <a:defRPr b="1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1600" b="1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1600" b="1"/>
            </a:lvl5pPr>
            <a:lvl6pPr indent="0">
              <a:spcBef>
                <a:spcPct val="20000"/>
              </a:spcBef>
              <a:buFont typeface="Arial" pitchFamily="34" charset="0"/>
              <a:buNone/>
              <a:defRPr sz="1600" b="1"/>
            </a:lvl6pPr>
            <a:lvl7pPr indent="0">
              <a:spcBef>
                <a:spcPct val="20000"/>
              </a:spcBef>
              <a:buFont typeface="Arial" pitchFamily="34" charset="0"/>
              <a:buNone/>
              <a:defRPr sz="1600" b="1"/>
            </a:lvl7pPr>
            <a:lvl8pPr indent="0">
              <a:spcBef>
                <a:spcPct val="20000"/>
              </a:spcBef>
              <a:buFont typeface="Arial" pitchFamily="34" charset="0"/>
              <a:buNone/>
              <a:defRPr sz="1600" b="1"/>
            </a:lvl8pPr>
            <a:lvl9pPr indent="0">
              <a:spcBef>
                <a:spcPct val="20000"/>
              </a:spcBef>
              <a:buFont typeface="Arial" pitchFamily="34" charset="0"/>
              <a:buNone/>
              <a:defRPr sz="1600" b="1"/>
            </a:lvl9pPr>
          </a:lstStyle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On unicorns’ terms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 Placeholder 26"/>
          <p:cNvSpPr txBox="1">
            <a:spLocks/>
          </p:cNvSpPr>
          <p:nvPr/>
        </p:nvSpPr>
        <p:spPr>
          <a:xfrm>
            <a:off x="457200" y="1066800"/>
            <a:ext cx="8229600" cy="4572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"/>
            </a:lvl1pPr>
            <a:lvl2pPr marL="685800" indent="-344488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"/>
              <a:defRPr sz="24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30188" indent="-230188"/>
            <a:r>
              <a:rPr lang="en-US" dirty="0" smtClean="0"/>
              <a:t>There are many ways for furniture to incinerate nowadays, but few ways to extricate</a:t>
            </a:r>
          </a:p>
          <a:p>
            <a:pPr marL="230188" indent="-230188"/>
            <a:r>
              <a:rPr lang="en-US" dirty="0" err="1" smtClean="0"/>
              <a:t>BlackPebble’s</a:t>
            </a:r>
            <a:r>
              <a:rPr lang="en-US" dirty="0" smtClean="0"/>
              <a:t> opt-in tabernacle lets consumers and unicorns interact directly</a:t>
            </a:r>
          </a:p>
          <a:p>
            <a:pPr marL="230188" indent="-230188"/>
            <a:r>
              <a:rPr lang="en-US" dirty="0" smtClean="0"/>
              <a:t>Unicorn snuggles are more valuable than apples harvested on lunch break</a:t>
            </a:r>
            <a:endParaRPr lang="en-US" dirty="0"/>
          </a:p>
        </p:txBody>
      </p:sp>
      <p:sp>
        <p:nvSpPr>
          <p:cNvPr id="20" name="Content Placeholder 8"/>
          <p:cNvSpPr txBox="1">
            <a:spLocks/>
          </p:cNvSpPr>
          <p:nvPr/>
        </p:nvSpPr>
        <p:spPr>
          <a:xfrm>
            <a:off x="457200" y="4800600"/>
            <a:ext cx="403860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137160" tIns="182880" rIns="137160" bIns="18288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Bef>
                <a:spcPts val="1200"/>
              </a:spcBef>
              <a:buClr>
                <a:schemeClr val="accent1"/>
              </a:buClr>
              <a:buSzPct val="65000"/>
              <a:buFont typeface="Wingdings 2" panose="05020102010507070707" pitchFamily="18" charset="2"/>
              <a:buChar char="¦"/>
            </a:pPr>
            <a:r>
              <a:rPr lang="en-US" sz="1400" dirty="0" smtClean="0"/>
              <a:t>Monetize accidents by avoiding them</a:t>
            </a:r>
          </a:p>
          <a:p>
            <a:pPr marL="228600" indent="-228600">
              <a:spcBef>
                <a:spcPts val="1200"/>
              </a:spcBef>
              <a:buClr>
                <a:schemeClr val="accent1"/>
              </a:buClr>
              <a:buSzPct val="65000"/>
              <a:buFont typeface="Wingdings 2" panose="05020102010507070707" pitchFamily="18" charset="2"/>
              <a:buChar char="¦"/>
            </a:pPr>
            <a:r>
              <a:rPr lang="en-US" sz="1400" dirty="0" smtClean="0"/>
              <a:t>Stop surreptitious obfuscation, making personal hygiene scarce and more traceable</a:t>
            </a:r>
          </a:p>
          <a:p>
            <a:pPr marL="228600" indent="-228600">
              <a:spcBef>
                <a:spcPts val="1200"/>
              </a:spcBef>
              <a:buClr>
                <a:schemeClr val="accent1"/>
              </a:buClr>
              <a:buSzPct val="65000"/>
              <a:buFont typeface="Wingdings 2" panose="05020102010507070707" pitchFamily="18" charset="2"/>
              <a:buChar char="¦"/>
            </a:pPr>
            <a:endParaRPr lang="en-US" sz="1400" dirty="0"/>
          </a:p>
        </p:txBody>
      </p:sp>
      <p:sp>
        <p:nvSpPr>
          <p:cNvPr id="19" name="Text Placeholder 7"/>
          <p:cNvSpPr txBox="1">
            <a:spLocks/>
          </p:cNvSpPr>
          <p:nvPr/>
        </p:nvSpPr>
        <p:spPr>
          <a:xfrm>
            <a:off x="457200" y="4507704"/>
            <a:ext cx="4038600" cy="292896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dist="25400" dir="5400000" algn="t" rotWithShape="0">
              <a:prstClr val="black"/>
            </a:outerShdw>
          </a:effectLst>
        </p:spPr>
        <p:txBody>
          <a:bodyPr vert="horz" lIns="0" tIns="45720" rIns="0" bIns="18288" rtlCol="0" anchor="b">
            <a:noAutofit/>
          </a:bodyPr>
          <a:lstStyle>
            <a:lvl1pPr indent="0">
              <a:spcBef>
                <a:spcPct val="20000"/>
              </a:spcBef>
              <a:buFont typeface="Arial" pitchFamily="34" charset="0"/>
              <a:buNone/>
              <a:defRPr sz="1400" b="1">
                <a:latin typeface="+mj-lt"/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000" b="1"/>
            </a:lvl2pPr>
            <a:lvl3pPr indent="0">
              <a:spcBef>
                <a:spcPct val="20000"/>
              </a:spcBef>
              <a:buFont typeface="Arial" pitchFamily="34" charset="0"/>
              <a:buNone/>
              <a:defRPr b="1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1600" b="1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1600" b="1"/>
            </a:lvl5pPr>
            <a:lvl6pPr indent="0">
              <a:spcBef>
                <a:spcPct val="20000"/>
              </a:spcBef>
              <a:buFont typeface="Arial" pitchFamily="34" charset="0"/>
              <a:buNone/>
              <a:defRPr sz="1600" b="1"/>
            </a:lvl6pPr>
            <a:lvl7pPr indent="0">
              <a:spcBef>
                <a:spcPct val="20000"/>
              </a:spcBef>
              <a:buFont typeface="Arial" pitchFamily="34" charset="0"/>
              <a:buNone/>
              <a:defRPr sz="1600" b="1"/>
            </a:lvl7pPr>
            <a:lvl8pPr indent="0">
              <a:spcBef>
                <a:spcPct val="20000"/>
              </a:spcBef>
              <a:buFont typeface="Arial" pitchFamily="34" charset="0"/>
              <a:buNone/>
              <a:defRPr sz="1600" b="1"/>
            </a:lvl8pPr>
            <a:lvl9pPr indent="0">
              <a:spcBef>
                <a:spcPct val="20000"/>
              </a:spcBef>
              <a:buFont typeface="Arial" pitchFamily="34" charset="0"/>
              <a:buNone/>
              <a:defRPr sz="1600" b="1"/>
            </a:lvl9pPr>
          </a:lstStyle>
          <a:p>
            <a:r>
              <a:rPr lang="en-US" dirty="0" smtClean="0"/>
              <a:t> Value proposition to consumers</a:t>
            </a:r>
            <a:endParaRPr lang="en-US" dirty="0"/>
          </a:p>
        </p:txBody>
      </p:sp>
      <p:sp>
        <p:nvSpPr>
          <p:cNvPr id="24" name="Content Placeholder 8"/>
          <p:cNvSpPr txBox="1">
            <a:spLocks/>
          </p:cNvSpPr>
          <p:nvPr/>
        </p:nvSpPr>
        <p:spPr>
          <a:xfrm>
            <a:off x="4648200" y="4800600"/>
            <a:ext cx="403860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137160" tIns="182880" rIns="137160" bIns="18288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Bef>
                <a:spcPts val="1200"/>
              </a:spcBef>
              <a:buClr>
                <a:schemeClr val="accent1"/>
              </a:buClr>
              <a:buSzPct val="65000"/>
              <a:buFont typeface="Wingdings 2" panose="05020102010507070707" pitchFamily="18" charset="2"/>
              <a:buChar char="¦"/>
            </a:pPr>
            <a:r>
              <a:rPr lang="en-US" sz="1400" dirty="0" smtClean="0"/>
              <a:t>Understand and reach destinations better with unicorn-friendly, clean, trading partners</a:t>
            </a:r>
            <a:endParaRPr lang="en-US" sz="1400" dirty="0"/>
          </a:p>
        </p:txBody>
      </p:sp>
      <p:sp>
        <p:nvSpPr>
          <p:cNvPr id="22" name="Text Placeholder 7"/>
          <p:cNvSpPr txBox="1">
            <a:spLocks/>
          </p:cNvSpPr>
          <p:nvPr/>
        </p:nvSpPr>
        <p:spPr>
          <a:xfrm>
            <a:off x="4648200" y="4507704"/>
            <a:ext cx="4038600" cy="292896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dist="25400" dir="5400000" algn="t" rotWithShape="0">
              <a:prstClr val="black"/>
            </a:outerShdw>
          </a:effectLst>
        </p:spPr>
        <p:txBody>
          <a:bodyPr vert="horz" lIns="0" tIns="45720" rIns="0" bIns="18288" rtlCol="0" anchor="b">
            <a:noAutofit/>
          </a:bodyPr>
          <a:lstStyle>
            <a:lvl1pPr indent="0">
              <a:spcBef>
                <a:spcPct val="20000"/>
              </a:spcBef>
              <a:buFont typeface="Arial" pitchFamily="34" charset="0"/>
              <a:buNone/>
              <a:defRPr sz="1400" b="1">
                <a:latin typeface="+mj-lt"/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000" b="1"/>
            </a:lvl2pPr>
            <a:lvl3pPr indent="0">
              <a:spcBef>
                <a:spcPct val="20000"/>
              </a:spcBef>
              <a:buFont typeface="Arial" pitchFamily="34" charset="0"/>
              <a:buNone/>
              <a:defRPr b="1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1600" b="1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1600" b="1"/>
            </a:lvl5pPr>
            <a:lvl6pPr indent="0">
              <a:spcBef>
                <a:spcPct val="20000"/>
              </a:spcBef>
              <a:buFont typeface="Arial" pitchFamily="34" charset="0"/>
              <a:buNone/>
              <a:defRPr sz="1600" b="1"/>
            </a:lvl6pPr>
            <a:lvl7pPr indent="0">
              <a:spcBef>
                <a:spcPct val="20000"/>
              </a:spcBef>
              <a:buFont typeface="Arial" pitchFamily="34" charset="0"/>
              <a:buNone/>
              <a:defRPr sz="1600" b="1"/>
            </a:lvl7pPr>
            <a:lvl8pPr indent="0">
              <a:spcBef>
                <a:spcPct val="20000"/>
              </a:spcBef>
              <a:buFont typeface="Arial" pitchFamily="34" charset="0"/>
              <a:buNone/>
              <a:defRPr sz="1600" b="1"/>
            </a:lvl8pPr>
            <a:lvl9pPr indent="0">
              <a:spcBef>
                <a:spcPct val="20000"/>
              </a:spcBef>
              <a:buFont typeface="Arial" pitchFamily="34" charset="0"/>
              <a:buNone/>
              <a:defRPr sz="1600" b="1"/>
            </a:lvl9pPr>
          </a:lstStyle>
          <a:p>
            <a:r>
              <a:rPr lang="en-US" dirty="0" smtClean="0"/>
              <a:t> Value proposition to unicorns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985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3b1076c7885449c79c8b5fd813152da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140202</TotalTime>
  <Words>149</Words>
  <Application>Microsoft Office PowerPoint</Application>
  <PresentationFormat>On-screen Show (4:3)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Wingdings</vt:lpstr>
      <vt:lpstr>Wingdings 2</vt:lpstr>
      <vt:lpstr>Office Theme</vt:lpstr>
      <vt:lpstr>The Personal Unicorn Encounter as a Solution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Macabacus, LLC</dc:creator>
  <cp:lastModifiedBy>Ryan MacGregor</cp:lastModifiedBy>
  <cp:revision>338</cp:revision>
  <cp:lastPrinted>2013-12-03T23:37:52Z</cp:lastPrinted>
  <dcterms:created xsi:type="dcterms:W3CDTF">2013-02-20T06:19:10Z</dcterms:created>
  <dcterms:modified xsi:type="dcterms:W3CDTF">2016-06-07T03:25:55Z</dcterms:modified>
</cp:coreProperties>
</file>