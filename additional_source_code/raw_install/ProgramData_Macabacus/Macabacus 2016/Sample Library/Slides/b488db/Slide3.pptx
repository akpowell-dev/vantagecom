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09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604A7B"/>
    <a:srgbClr val="E46C0A"/>
    <a:srgbClr val="C3D6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41" d="100"/>
          <a:sy n="141" d="100"/>
        </p:scale>
        <p:origin x="972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D2131-11A8-624F-B15C-310BFFBAA7A2}" type="datetimeFigureOut">
              <a:rPr lang="en-US" smtClean="0"/>
              <a:t>5/7/2015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01A74-2AEA-3A43-8191-493EEED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174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2E73C-66FE-4509-B675-AA2DFCB2E49F}" type="datetimeFigureOut">
              <a:rPr lang="en-US" smtClean="0"/>
              <a:t>5/7/2015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1D9D8-6EA9-47A9-A97B-2AFD2497B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387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1D9D8-6EA9-47A9-A97B-2AFD2497B8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87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1" y="2733446"/>
            <a:ext cx="4114800" cy="54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8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ECEA-2F9C-4E5B-BD93-0C263532B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tx1">
              <a:lumMod val="85000"/>
              <a:lumOff val="15000"/>
            </a:schemeClr>
          </a:solidFill>
        </p:spPr>
        <p:txBody>
          <a:bodyPr vert="horz" lIns="457200" tIns="45720" rIns="457200" bIns="45720" rtlCol="0" anchor="ctr">
            <a:normAutofit/>
          </a:bodyPr>
          <a:lstStyle>
            <a:lvl1pPr algn="l">
              <a:def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15333"/>
            <a:ext cx="4040188" cy="4034631"/>
          </a:xfrm>
          <a:solidFill>
            <a:schemeClr val="bg1">
              <a:lumMod val="95000"/>
            </a:schemeClr>
          </a:solidFill>
        </p:spPr>
        <p:txBody>
          <a:bodyPr lIns="182880" tIns="182880" rIns="182880" bIns="182880">
            <a:noAutofit/>
          </a:bodyPr>
          <a:lstStyle>
            <a:lvl1pPr marL="228600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"/>
              <a:defRPr sz="1400"/>
            </a:lvl1pPr>
            <a:lvl2pPr marL="457200" indent="-227013">
              <a:defRPr sz="1400"/>
            </a:lvl2pPr>
            <a:lvl3pPr marL="685800" indent="-228600">
              <a:defRPr sz="1400"/>
            </a:lvl3pPr>
            <a:lvl4pPr marL="914400" indent="-228600">
              <a:defRPr sz="1400"/>
            </a:lvl4pPr>
            <a:lvl5pPr marL="1143000" indent="-228600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15333"/>
            <a:ext cx="4041775" cy="4034631"/>
          </a:xfrm>
          <a:solidFill>
            <a:schemeClr val="bg1">
              <a:lumMod val="95000"/>
            </a:schemeClr>
          </a:solidFill>
        </p:spPr>
        <p:txBody>
          <a:bodyPr vert="horz" lIns="182880" tIns="182880" rIns="182880" bIns="182880" rtlCol="0">
            <a:noAutofit/>
          </a:bodyPr>
          <a:lstStyle>
            <a:lvl1pPr marL="287338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"/>
              <a:defRPr lang="en-US" sz="1400" dirty="0" smtClean="0"/>
            </a:lvl1pPr>
            <a:lvl2pPr marL="574675" indent="-227013"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US" sz="1400" dirty="0"/>
            </a:lvl5pPr>
          </a:lstStyle>
          <a:p>
            <a:pPr marL="228600" lvl="0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dirty="0" smtClean="0"/>
              <a:t>Click to edit Master text styles</a:t>
            </a:r>
          </a:p>
          <a:p>
            <a:pPr marL="457200" lvl="1" indent="-227013"/>
            <a:r>
              <a:rPr lang="en-US" dirty="0" smtClean="0"/>
              <a:t>Second level</a:t>
            </a:r>
          </a:p>
          <a:p>
            <a:pPr marL="685800" lvl="2"/>
            <a:r>
              <a:rPr lang="en-US" dirty="0" smtClean="0"/>
              <a:t>Third level</a:t>
            </a:r>
          </a:p>
          <a:p>
            <a:pPr marL="914400" lvl="3"/>
            <a:r>
              <a:rPr lang="en-US" dirty="0" smtClean="0"/>
              <a:t>Fourth level</a:t>
            </a:r>
          </a:p>
          <a:p>
            <a:pPr marL="1143000"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1"/>
            <a:ext cx="4040188" cy="338933"/>
          </a:xfr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lIns="0" rIns="0" bIns="18288" anchor="b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76400"/>
            <a:ext cx="4041775" cy="338933"/>
          </a:xfr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vert="horz" lIns="0" tIns="45720" rIns="0" bIns="18288" rtlCol="0" anchor="b">
            <a:noAutofit/>
          </a:bodyPr>
          <a:lstStyle>
            <a:lvl1pPr marL="342900" indent="-342900">
              <a:buNone/>
              <a:defRPr lang="en-US" sz="1400" b="1" smtClean="0">
                <a:latin typeface="+mj-lt"/>
              </a:defRPr>
            </a:lvl1pPr>
          </a:lstStyle>
          <a:p>
            <a:pPr marL="0" lvl="0" indent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229600" cy="457200"/>
          </a:xfrm>
        </p:spPr>
        <p:txBody>
          <a:bodyPr lIns="0" tIns="45720" rIns="0">
            <a:noAutofit/>
          </a:bodyPr>
          <a:lstStyle>
            <a:lvl1pPr marL="228600" indent="-228600">
              <a:buClr>
                <a:schemeClr val="accent1"/>
              </a:buClr>
              <a:buSzPct val="60000"/>
              <a:buFont typeface="Wingdings 2" panose="05020102010507070707" pitchFamily="18" charset="2"/>
              <a:buChar char=""/>
              <a:defRPr sz="1800"/>
            </a:lvl1pPr>
            <a:lvl2pPr marL="685800" indent="-344488">
              <a:buClr>
                <a:schemeClr val="accent1"/>
              </a:buClr>
              <a:buFont typeface="Wingdings" panose="05000000000000000000" pitchFamily="2" charset="2"/>
              <a:buChar char=""/>
              <a:defRPr sz="2400"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457200" y="617220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477000"/>
            <a:ext cx="533400" cy="288925"/>
          </a:xfrm>
          <a:noFill/>
        </p:spPr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48400"/>
            <a:ext cx="6934200" cy="533400"/>
          </a:xfrm>
        </p:spPr>
        <p:txBody>
          <a:bodyPr lIns="0" tIns="0" rIns="0" bIns="0">
            <a:noAutofit/>
          </a:bodyPr>
          <a:lstStyle>
            <a:lvl1pPr marL="346075" indent="-346075">
              <a:spcBef>
                <a:spcPts val="0"/>
              </a:spcBef>
              <a:buNone/>
              <a:defRPr sz="7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 smtClean="0"/>
              <a:t>Sources &amp; notes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94" y="6244330"/>
            <a:ext cx="1216212" cy="1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2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tx1">
              <a:lumMod val="85000"/>
              <a:lumOff val="15000"/>
            </a:schemeClr>
          </a:solidFill>
        </p:spPr>
        <p:txBody>
          <a:bodyPr lIns="457200" rIns="457200"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457200" y="617220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477000"/>
            <a:ext cx="533400" cy="288925"/>
          </a:xfrm>
          <a:noFill/>
        </p:spPr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48400"/>
            <a:ext cx="6934200" cy="533400"/>
          </a:xfrm>
        </p:spPr>
        <p:txBody>
          <a:bodyPr lIns="0" tIns="0" rIns="0" bIns="0">
            <a:noAutofit/>
          </a:bodyPr>
          <a:lstStyle>
            <a:lvl1pPr marL="346075" indent="-346075">
              <a:spcBef>
                <a:spcPts val="0"/>
              </a:spcBef>
              <a:buNone/>
              <a:defRPr sz="7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 smtClean="0"/>
              <a:t>Sources &amp; notes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94" y="6244330"/>
            <a:ext cx="1216212" cy="1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2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ys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248402"/>
            <a:ext cx="6096000" cy="473074"/>
          </a:xfrm>
        </p:spPr>
        <p:txBody>
          <a:bodyPr lIns="0" tIns="0" rIns="0" bIns="0" anchor="t" anchorCtr="0"/>
          <a:lstStyle>
            <a:lvl1pPr marL="346075" indent="-346075" algn="l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457200" y="617220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57200" y="2743200"/>
            <a:ext cx="8229600" cy="838200"/>
          </a:xfrm>
        </p:spPr>
        <p:txBody>
          <a:bodyPr lIns="0" rIns="0" anchor="ctr" anchorCtr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153400" y="6477000"/>
            <a:ext cx="533400" cy="288925"/>
          </a:xfrm>
          <a:noFill/>
        </p:spPr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94" y="6244330"/>
            <a:ext cx="1216212" cy="1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7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05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6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nut 1"/>
          <p:cNvSpPr/>
          <p:nvPr/>
        </p:nvSpPr>
        <p:spPr>
          <a:xfrm>
            <a:off x="1536890" y="2590800"/>
            <a:ext cx="2286000" cy="2286000"/>
          </a:xfrm>
          <a:prstGeom prst="donut">
            <a:avLst>
              <a:gd name="adj" fmla="val 21647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Unicorn Encounter Overview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ECEA-2F9C-4E5B-BD93-0C263532BFD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sz="700" dirty="0"/>
          </a:p>
        </p:txBody>
      </p:sp>
      <p:sp>
        <p:nvSpPr>
          <p:cNvPr id="13" name="Text Placeholder 26"/>
          <p:cNvSpPr txBox="1">
            <a:spLocks/>
          </p:cNvSpPr>
          <p:nvPr/>
        </p:nvSpPr>
        <p:spPr>
          <a:xfrm>
            <a:off x="457200" y="1066800"/>
            <a:ext cx="8229600" cy="4572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0000"/>
              <a:buFont typeface="Wingdings 2" panose="05020102010507070707" pitchFamily="18" charset="2"/>
              <a:buChar char=""/>
            </a:lvl1pPr>
            <a:lvl2pPr marL="685800" indent="-344488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"/>
              <a:defRPr sz="24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30188" indent="-230188"/>
            <a:r>
              <a:rPr lang="en-US" dirty="0" smtClean="0"/>
              <a:t>Lambasting unicorns serves as a hub for communication between brands and organic matter, religious redemptions, etc.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318" y="1752600"/>
            <a:ext cx="928743" cy="5334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192" y="2057400"/>
            <a:ext cx="1031298" cy="2286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776" y="5129708"/>
            <a:ext cx="1241870" cy="34399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071" y="3716180"/>
            <a:ext cx="371848" cy="45610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90" y="3142800"/>
            <a:ext cx="444500" cy="4386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8203" y="2971800"/>
            <a:ext cx="561487" cy="4826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10"/>
          <a:srcRect t="31034" r="6897" b="37931"/>
          <a:stretch/>
        </p:blipFill>
        <p:spPr>
          <a:xfrm>
            <a:off x="3137090" y="5257800"/>
            <a:ext cx="914400" cy="3048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11"/>
          <a:srcRect l="11539" t="-867" r="7691" b="16810"/>
          <a:stretch/>
        </p:blipFill>
        <p:spPr>
          <a:xfrm>
            <a:off x="2222690" y="5279341"/>
            <a:ext cx="609922" cy="435659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690" y="4516519"/>
            <a:ext cx="939800" cy="4699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6690" y="2209800"/>
            <a:ext cx="650227" cy="520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765" y="3405379"/>
            <a:ext cx="650250" cy="650250"/>
          </a:xfrm>
          <a:prstGeom prst="rect">
            <a:avLst/>
          </a:prstGeom>
        </p:spPr>
      </p:pic>
      <p:sp>
        <p:nvSpPr>
          <p:cNvPr id="43" name="Left-Right Arrow 42"/>
          <p:cNvSpPr/>
          <p:nvPr/>
        </p:nvSpPr>
        <p:spPr>
          <a:xfrm rot="639240">
            <a:off x="1048157" y="3427758"/>
            <a:ext cx="1321702" cy="214624"/>
          </a:xfrm>
          <a:prstGeom prst="leftRightArrow">
            <a:avLst>
              <a:gd name="adj1" fmla="val 28614"/>
              <a:gd name="adj2" fmla="val 6283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Left-Right Arrow 43"/>
          <p:cNvSpPr/>
          <p:nvPr/>
        </p:nvSpPr>
        <p:spPr>
          <a:xfrm rot="14748289">
            <a:off x="2518305" y="4533851"/>
            <a:ext cx="1220716" cy="214624"/>
          </a:xfrm>
          <a:prstGeom prst="leftRightArrow">
            <a:avLst>
              <a:gd name="adj1" fmla="val 28614"/>
              <a:gd name="adj2" fmla="val 6283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15"/>
          <a:srcRect l="38637" t="4881" r="38636" b="7620"/>
          <a:stretch/>
        </p:blipFill>
        <p:spPr>
          <a:xfrm>
            <a:off x="4022357" y="4410225"/>
            <a:ext cx="397243" cy="695175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4690" y="3877107"/>
            <a:ext cx="482600" cy="482600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0090" y="2425700"/>
            <a:ext cx="942165" cy="393700"/>
          </a:xfrm>
          <a:prstGeom prst="rect">
            <a:avLst/>
          </a:prstGeom>
        </p:spPr>
      </p:pic>
      <p:sp>
        <p:nvSpPr>
          <p:cNvPr id="49" name="Left-Right Arrow 48"/>
          <p:cNvSpPr/>
          <p:nvPr/>
        </p:nvSpPr>
        <p:spPr>
          <a:xfrm rot="20622163">
            <a:off x="2977585" y="3291677"/>
            <a:ext cx="1220716" cy="214624"/>
          </a:xfrm>
          <a:prstGeom prst="leftRightArrow">
            <a:avLst>
              <a:gd name="adj1" fmla="val 28614"/>
              <a:gd name="adj2" fmla="val 6283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69645" y="2884462"/>
            <a:ext cx="1411925" cy="1145413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9226361"/>
              </a:avLst>
            </a:prstTxWarp>
            <a:spAutoFit/>
          </a:bodyPr>
          <a:lstStyle/>
          <a:p>
            <a:pPr algn="ctr"/>
            <a:r>
              <a:rPr lang="en-US" dirty="0" smtClean="0"/>
              <a:t>Unicorn Encounter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140546" y="37017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$</a:t>
            </a:r>
            <a:endParaRPr lang="en-US" sz="14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603690" y="40386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$</a:t>
            </a:r>
            <a:endParaRPr lang="en-US" sz="14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2832290" y="32736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$</a:t>
            </a:r>
            <a:endParaRPr lang="en-US" sz="1400" b="1" dirty="0"/>
          </a:p>
        </p:txBody>
      </p:sp>
      <p:sp>
        <p:nvSpPr>
          <p:cNvPr id="55" name="Content Placeholder 8"/>
          <p:cNvSpPr txBox="1">
            <a:spLocks/>
          </p:cNvSpPr>
          <p:nvPr/>
        </p:nvSpPr>
        <p:spPr>
          <a:xfrm>
            <a:off x="5214163" y="1939133"/>
            <a:ext cx="3472637" cy="4080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37160" tIns="182880" rIns="137160" bIns="18288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ts val="12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sz="1400" dirty="0" smtClean="0"/>
              <a:t>Complete a </a:t>
            </a:r>
            <a:r>
              <a:rPr lang="en-US" sz="1400" dirty="0" err="1" smtClean="0"/>
              <a:t>BlackPebble</a:t>
            </a:r>
            <a:r>
              <a:rPr lang="en-US" sz="1400" dirty="0" smtClean="0"/>
              <a:t> profile to specify unicorn softness preferences, and social media vestibules</a:t>
            </a:r>
          </a:p>
          <a:p>
            <a:pPr marL="228600" indent="-228600">
              <a:spcBef>
                <a:spcPts val="12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sz="1400" dirty="0" err="1"/>
              <a:t>BlackPebble</a:t>
            </a:r>
            <a:r>
              <a:rPr lang="en-US" sz="1400" dirty="0"/>
              <a:t> provides </a:t>
            </a:r>
            <a:r>
              <a:rPr lang="en-US" sz="1400" dirty="0" smtClean="0"/>
              <a:t>anonymous, encrypted radios to rodents in exchange for annoyances targeted to unicorns via an API</a:t>
            </a:r>
          </a:p>
          <a:p>
            <a:pPr marL="228600" indent="-228600">
              <a:spcBef>
                <a:spcPts val="12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sz="1400" dirty="0" smtClean="0"/>
              <a:t>Users save by redeeming themselves, and </a:t>
            </a:r>
            <a:r>
              <a:rPr lang="en-US" sz="1400" dirty="0" err="1"/>
              <a:t>BlackPebble</a:t>
            </a:r>
            <a:r>
              <a:rPr lang="en-US" sz="1400" dirty="0"/>
              <a:t> </a:t>
            </a:r>
            <a:r>
              <a:rPr lang="en-US" sz="1400" dirty="0" smtClean="0"/>
              <a:t>works tirelessly</a:t>
            </a:r>
          </a:p>
          <a:p>
            <a:pPr marL="228600" indent="-228600">
              <a:spcBef>
                <a:spcPts val="12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sz="1400" dirty="0" err="1"/>
              <a:t>BlackPebble</a:t>
            </a:r>
            <a:r>
              <a:rPr lang="en-US" sz="1400" dirty="0"/>
              <a:t> recommends </a:t>
            </a:r>
            <a:r>
              <a:rPr lang="en-US" sz="1400" dirty="0" smtClean="0"/>
              <a:t>other animals and pasta based on user preferences (similar to Pandora or Netflix)</a:t>
            </a:r>
          </a:p>
          <a:p>
            <a:pPr marL="228600" indent="-228600">
              <a:spcBef>
                <a:spcPts val="12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sz="1400" dirty="0" smtClean="0"/>
              <a:t>Tools can also participate in bulk manufacturing processes to further monetize their wardrobes</a:t>
            </a:r>
            <a:endParaRPr lang="en-US" sz="1400" dirty="0"/>
          </a:p>
        </p:txBody>
      </p:sp>
      <p:sp>
        <p:nvSpPr>
          <p:cNvPr id="56" name="Text Placeholder 7"/>
          <p:cNvSpPr txBox="1">
            <a:spLocks/>
          </p:cNvSpPr>
          <p:nvPr/>
        </p:nvSpPr>
        <p:spPr>
          <a:xfrm>
            <a:off x="5214163" y="1600200"/>
            <a:ext cx="3472637" cy="338933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vert="horz" lIns="0" tIns="45720" rIns="0" bIns="18288" rtlCol="0" anchor="b">
            <a:noAutofit/>
          </a:bodyPr>
          <a:lstStyle>
            <a:lvl1pPr indent="0">
              <a:spcBef>
                <a:spcPct val="20000"/>
              </a:spcBef>
              <a:buFont typeface="Arial" pitchFamily="34" charset="0"/>
              <a:buNone/>
              <a:defRPr sz="1400" b="1">
                <a:latin typeface="+mj-lt"/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000" b="1"/>
            </a:lvl2pPr>
            <a:lvl3pPr indent="0">
              <a:spcBef>
                <a:spcPct val="20000"/>
              </a:spcBef>
              <a:buFont typeface="Arial" pitchFamily="34" charset="0"/>
              <a:buNone/>
              <a:defRPr b="1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1600" b="1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1600" b="1"/>
            </a:lvl5pPr>
            <a:lvl6pPr indent="0">
              <a:spcBef>
                <a:spcPct val="20000"/>
              </a:spcBef>
              <a:buFont typeface="Arial" pitchFamily="34" charset="0"/>
              <a:buNone/>
              <a:defRPr sz="1600" b="1"/>
            </a:lvl6pPr>
            <a:lvl7pPr indent="0">
              <a:spcBef>
                <a:spcPct val="20000"/>
              </a:spcBef>
              <a:buFont typeface="Arial" pitchFamily="34" charset="0"/>
              <a:buNone/>
              <a:defRPr sz="1600" b="1"/>
            </a:lvl7pPr>
            <a:lvl8pPr indent="0">
              <a:spcBef>
                <a:spcPct val="20000"/>
              </a:spcBef>
              <a:buFont typeface="Arial" pitchFamily="34" charset="0"/>
              <a:buNone/>
              <a:defRPr sz="1600" b="1"/>
            </a:lvl8pPr>
            <a:lvl9pPr indent="0">
              <a:spcBef>
                <a:spcPct val="20000"/>
              </a:spcBef>
              <a:buFont typeface="Arial" pitchFamily="34" charset="0"/>
              <a:buNone/>
              <a:defRPr sz="1600" b="1"/>
            </a:lvl9pPr>
          </a:lstStyle>
          <a:p>
            <a:r>
              <a:rPr lang="en-US" dirty="0" smtClean="0"/>
              <a:t> How it works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431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45e20ad9ffc04294be2f583c8fe36b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140202</TotalTime>
  <Words>105</Words>
  <Application>Microsoft Office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Wingdings</vt:lpstr>
      <vt:lpstr>Wingdings 2</vt:lpstr>
      <vt:lpstr>Office Theme</vt:lpstr>
      <vt:lpstr>Unicorn Encounter Overview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Macabacus, LLC</dc:creator>
  <cp:lastModifiedBy>Ryan MacGregor</cp:lastModifiedBy>
  <cp:revision>338</cp:revision>
  <cp:lastPrinted>2013-12-03T23:37:52Z</cp:lastPrinted>
  <dcterms:created xsi:type="dcterms:W3CDTF">2013-02-20T06:19:10Z</dcterms:created>
  <dcterms:modified xsi:type="dcterms:W3CDTF">2015-05-07T14:50:35Z</dcterms:modified>
</cp:coreProperties>
</file>