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35.xml" ContentType="application/vnd.openxmlformats-officedocument.presentationml.slide+xml"/>
  <Override PartName="/ppt/slides/slide536.xml" ContentType="application/vnd.openxmlformats-officedocument.presentationml.slide+xml"/>
  <Override PartName="/ppt/slides/slide537.xml" ContentType="application/vnd.openxmlformats-officedocument.presentationml.slide+xml"/>
  <Override PartName="/ppt/slides/slide538.xml" ContentType="application/vnd.openxmlformats-officedocument.presentationml.slide+xml"/>
  <Override PartName="/ppt/slides/slide539.xml" ContentType="application/vnd.openxmlformats-officedocument.presentationml.slide+xml"/>
  <Override PartName="/ppt/slides/slide540.xml" ContentType="application/vnd.openxmlformats-officedocument.presentationml.slide+xml"/>
  <Override PartName="/ppt/slides/slide541.xml" ContentType="application/vnd.openxmlformats-officedocument.presentationml.slide+xml"/>
  <Override PartName="/ppt/slides/slide542.xml" ContentType="application/vnd.openxmlformats-officedocument.presentationml.slide+xml"/>
  <Override PartName="/ppt/slides/slide543.xml" ContentType="application/vnd.openxmlformats-officedocument.presentationml.slide+xml"/>
  <Override PartName="/ppt/slides/slide544.xml" ContentType="application/vnd.openxmlformats-officedocument.presentationml.slide+xml"/>
  <Override PartName="/ppt/slides/slide545.xml" ContentType="application/vnd.openxmlformats-officedocument.presentationml.slide+xml"/>
  <Override PartName="/ppt/slides/slide546.xml" ContentType="application/vnd.openxmlformats-officedocument.presentationml.slide+xml"/>
  <Override PartName="/ppt/slides/slide547.xml" ContentType="application/vnd.openxmlformats-officedocument.presentationml.slide+xml"/>
  <Override PartName="/ppt/slides/slide548.xml" ContentType="application/vnd.openxmlformats-officedocument.presentationml.slide+xml"/>
  <Override PartName="/ppt/slides/slide549.xml" ContentType="application/vnd.openxmlformats-officedocument.presentationml.slide+xml"/>
  <Override PartName="/ppt/slides/slide550.xml" ContentType="application/vnd.openxmlformats-officedocument.presentationml.slide+xml"/>
  <Override PartName="/ppt/slides/slide551.xml" ContentType="application/vnd.openxmlformats-officedocument.presentationml.slide+xml"/>
  <Override PartName="/ppt/slides/slide552.xml" ContentType="application/vnd.openxmlformats-officedocument.presentationml.slide+xml"/>
  <Override PartName="/ppt/slides/slide553.xml" ContentType="application/vnd.openxmlformats-officedocument.presentationml.slide+xml"/>
  <Override PartName="/ppt/slides/slide554.xml" ContentType="application/vnd.openxmlformats-officedocument.presentationml.slide+xml"/>
  <Override PartName="/ppt/slides/slide555.xml" ContentType="application/vnd.openxmlformats-officedocument.presentationml.slide+xml"/>
  <Override PartName="/ppt/slides/slide556.xml" ContentType="application/vnd.openxmlformats-officedocument.presentationml.slide+xml"/>
  <Override PartName="/ppt/slides/slide557.xml" ContentType="application/vnd.openxmlformats-officedocument.presentationml.slide+xml"/>
  <Override PartName="/ppt/slides/slide558.xml" ContentType="application/vnd.openxmlformats-officedocument.presentationml.slide+xml"/>
  <Override PartName="/ppt/slides/slide559.xml" ContentType="application/vnd.openxmlformats-officedocument.presentationml.slide+xml"/>
  <Override PartName="/ppt/slides/slide560.xml" ContentType="application/vnd.openxmlformats-officedocument.presentationml.slide+xml"/>
  <Override PartName="/ppt/slides/slide561.xml" ContentType="application/vnd.openxmlformats-officedocument.presentationml.slide+xml"/>
  <Override PartName="/ppt/slides/slide562.xml" ContentType="application/vnd.openxmlformats-officedocument.presentationml.slide+xml"/>
  <Override PartName="/ppt/slides/slide563.xml" ContentType="application/vnd.openxmlformats-officedocument.presentationml.slide+xml"/>
  <Override PartName="/ppt/slides/slide564.xml" ContentType="application/vnd.openxmlformats-officedocument.presentationml.slide+xml"/>
  <Override PartName="/ppt/slides/slide565.xml" ContentType="application/vnd.openxmlformats-officedocument.presentationml.slide+xml"/>
  <Override PartName="/ppt/slides/slide566.xml" ContentType="application/vnd.openxmlformats-officedocument.presentationml.slide+xml"/>
  <Override PartName="/ppt/slides/slide567.xml" ContentType="application/vnd.openxmlformats-officedocument.presentationml.slide+xml"/>
  <Override PartName="/ppt/slides/slide568.xml" ContentType="application/vnd.openxmlformats-officedocument.presentationml.slide+xml"/>
  <Override PartName="/ppt/slides/slide569.xml" ContentType="application/vnd.openxmlformats-officedocument.presentationml.slide+xml"/>
  <Override PartName="/ppt/slides/slide570.xml" ContentType="application/vnd.openxmlformats-officedocument.presentationml.slide+xml"/>
  <Override PartName="/ppt/slides/slide571.xml" ContentType="application/vnd.openxmlformats-officedocument.presentationml.slide+xml"/>
  <Override PartName="/ppt/slides/slide572.xml" ContentType="application/vnd.openxmlformats-officedocument.presentationml.slide+xml"/>
  <Override PartName="/ppt/slides/slide573.xml" ContentType="application/vnd.openxmlformats-officedocument.presentationml.slide+xml"/>
  <Override PartName="/ppt/slides/slide574.xml" ContentType="application/vnd.openxmlformats-officedocument.presentationml.slide+xml"/>
  <Override PartName="/ppt/slides/slide575.xml" ContentType="application/vnd.openxmlformats-officedocument.presentationml.slide+xml"/>
  <Override PartName="/ppt/slides/slide576.xml" ContentType="application/vnd.openxmlformats-officedocument.presentationml.slide+xml"/>
  <Override PartName="/ppt/slides/slide577.xml" ContentType="application/vnd.openxmlformats-officedocument.presentationml.slide+xml"/>
  <Override PartName="/ppt/slides/slide578.xml" ContentType="application/vnd.openxmlformats-officedocument.presentationml.slide+xml"/>
  <Override PartName="/ppt/slides/slide579.xml" ContentType="application/vnd.openxmlformats-officedocument.presentationml.slide+xml"/>
  <Override PartName="/ppt/slides/slide580.xml" ContentType="application/vnd.openxmlformats-officedocument.presentationml.slide+xml"/>
  <Override PartName="/ppt/slides/slide581.xml" ContentType="application/vnd.openxmlformats-officedocument.presentationml.slide+xml"/>
  <Override PartName="/ppt/slides/slide582.xml" ContentType="application/vnd.openxmlformats-officedocument.presentationml.slide+xml"/>
  <Override PartName="/ppt/slides/slide583.xml" ContentType="application/vnd.openxmlformats-officedocument.presentationml.slide+xml"/>
  <Override PartName="/ppt/slides/slide584.xml" ContentType="application/vnd.openxmlformats-officedocument.presentationml.slide+xml"/>
  <Override PartName="/ppt/slides/slide585.xml" ContentType="application/vnd.openxmlformats-officedocument.presentationml.slide+xml"/>
  <Override PartName="/ppt/slides/slide586.xml" ContentType="application/vnd.openxmlformats-officedocument.presentationml.slide+xml"/>
  <Override PartName="/ppt/slides/slide587.xml" ContentType="application/vnd.openxmlformats-officedocument.presentationml.slide+xml"/>
  <Override PartName="/ppt/slides/slide588.xml" ContentType="application/vnd.openxmlformats-officedocument.presentationml.slide+xml"/>
  <Override PartName="/ppt/slides/slide589.xml" ContentType="application/vnd.openxmlformats-officedocument.presentationml.slide+xml"/>
  <Override PartName="/ppt/slides/slide590.xml" ContentType="application/vnd.openxmlformats-officedocument.presentationml.slide+xml"/>
  <Override PartName="/ppt/slides/slide591.xml" ContentType="application/vnd.openxmlformats-officedocument.presentationml.slide+xml"/>
  <Override PartName="/ppt/slides/slide592.xml" ContentType="application/vnd.openxmlformats-officedocument.presentationml.slide+xml"/>
  <Override PartName="/ppt/slides/slide593.xml" ContentType="application/vnd.openxmlformats-officedocument.presentationml.slide+xml"/>
  <Override PartName="/ppt/slides/slide594.xml" ContentType="application/vnd.openxmlformats-officedocument.presentationml.slide+xml"/>
  <Override PartName="/ppt/slides/slide595.xml" ContentType="application/vnd.openxmlformats-officedocument.presentationml.slide+xml"/>
  <Override PartName="/ppt/slides/slide596.xml" ContentType="application/vnd.openxmlformats-officedocument.presentationml.slide+xml"/>
  <Override PartName="/ppt/slides/slide597.xml" ContentType="application/vnd.openxmlformats-officedocument.presentationml.slide+xml"/>
  <Override PartName="/ppt/slides/slide598.xml" ContentType="application/vnd.openxmlformats-officedocument.presentationml.slide+xml"/>
  <Override PartName="/ppt/slides/slide599.xml" ContentType="application/vnd.openxmlformats-officedocument.presentationml.slide+xml"/>
  <Override PartName="/ppt/slides/slide600.xml" ContentType="application/vnd.openxmlformats-officedocument.presentationml.slide+xml"/>
  <Override PartName="/ppt/slides/slide601.xml" ContentType="application/vnd.openxmlformats-officedocument.presentationml.slide+xml"/>
  <Override PartName="/ppt/slides/slide602.xml" ContentType="application/vnd.openxmlformats-officedocument.presentationml.slide+xml"/>
  <Override PartName="/ppt/slides/slide603.xml" ContentType="application/vnd.openxmlformats-officedocument.presentationml.slide+xml"/>
  <Override PartName="/ppt/slides/slide604.xml" ContentType="application/vnd.openxmlformats-officedocument.presentationml.slide+xml"/>
  <Override PartName="/ppt/slides/slide605.xml" ContentType="application/vnd.openxmlformats-officedocument.presentationml.slide+xml"/>
  <Override PartName="/ppt/slides/slide606.xml" ContentType="application/vnd.openxmlformats-officedocument.presentationml.slide+xml"/>
  <Override PartName="/ppt/slides/slide607.xml" ContentType="application/vnd.openxmlformats-officedocument.presentationml.slide+xml"/>
  <Override PartName="/ppt/slides/slide608.xml" ContentType="application/vnd.openxmlformats-officedocument.presentationml.slide+xml"/>
  <Override PartName="/ppt/slides/slide609.xml" ContentType="application/vnd.openxmlformats-officedocument.presentationml.slide+xml"/>
  <Override PartName="/ppt/slides/slide610.xml" ContentType="application/vnd.openxmlformats-officedocument.presentationml.slide+xml"/>
  <Override PartName="/ppt/slides/slide611.xml" ContentType="application/vnd.openxmlformats-officedocument.presentationml.slide+xml"/>
  <Override PartName="/ppt/slides/slide612.xml" ContentType="application/vnd.openxmlformats-officedocument.presentationml.slide+xml"/>
  <Override PartName="/ppt/slides/slide613.xml" ContentType="application/vnd.openxmlformats-officedocument.presentationml.slide+xml"/>
  <Override PartName="/ppt/slides/slide614.xml" ContentType="application/vnd.openxmlformats-officedocument.presentationml.slide+xml"/>
  <Override PartName="/ppt/slides/slide615.xml" ContentType="application/vnd.openxmlformats-officedocument.presentationml.slide+xml"/>
  <Override PartName="/ppt/slides/slide616.xml" ContentType="application/vnd.openxmlformats-officedocument.presentationml.slide+xml"/>
  <Override PartName="/ppt/slides/slide617.xml" ContentType="application/vnd.openxmlformats-officedocument.presentationml.slide+xml"/>
  <Override PartName="/ppt/slides/slide618.xml" ContentType="application/vnd.openxmlformats-officedocument.presentationml.slide+xml"/>
  <Override PartName="/ppt/slides/slide619.xml" ContentType="application/vnd.openxmlformats-officedocument.presentationml.slide+xml"/>
  <Override PartName="/ppt/slides/slide620.xml" ContentType="application/vnd.openxmlformats-officedocument.presentationml.slide+xml"/>
  <Override PartName="/ppt/slides/slide621.xml" ContentType="application/vnd.openxmlformats-officedocument.presentationml.slide+xml"/>
  <Override PartName="/ppt/slides/slide622.xml" ContentType="application/vnd.openxmlformats-officedocument.presentationml.slide+xml"/>
  <Override PartName="/ppt/slides/slide623.xml" ContentType="application/vnd.openxmlformats-officedocument.presentationml.slide+xml"/>
  <Override PartName="/ppt/slides/slide624.xml" ContentType="application/vnd.openxmlformats-officedocument.presentationml.slide+xml"/>
  <Override PartName="/ppt/slides/slide625.xml" ContentType="application/vnd.openxmlformats-officedocument.presentationml.slide+xml"/>
  <Override PartName="/ppt/slides/slide626.xml" ContentType="application/vnd.openxmlformats-officedocument.presentationml.slide+xml"/>
  <Override PartName="/ppt/slides/slide627.xml" ContentType="application/vnd.openxmlformats-officedocument.presentationml.slide+xml"/>
  <Override PartName="/ppt/slides/slide628.xml" ContentType="application/vnd.openxmlformats-officedocument.presentationml.slide+xml"/>
  <Override PartName="/ppt/slides/slide629.xml" ContentType="application/vnd.openxmlformats-officedocument.presentationml.slide+xml"/>
  <Override PartName="/ppt/slides/slide630.xml" ContentType="application/vnd.openxmlformats-officedocument.presentationml.slide+xml"/>
  <Override PartName="/ppt/slides/slide631.xml" ContentType="application/vnd.openxmlformats-officedocument.presentationml.slide+xml"/>
  <Override PartName="/ppt/slides/slide632.xml" ContentType="application/vnd.openxmlformats-officedocument.presentationml.slide+xml"/>
  <Override PartName="/ppt/slides/slide633.xml" ContentType="application/vnd.openxmlformats-officedocument.presentationml.slide+xml"/>
  <Override PartName="/ppt/slides/slide634.xml" ContentType="application/vnd.openxmlformats-officedocument.presentationml.slide+xml"/>
  <Override PartName="/ppt/slides/slide635.xml" ContentType="application/vnd.openxmlformats-officedocument.presentationml.slide+xml"/>
  <Override PartName="/ppt/slides/slide636.xml" ContentType="application/vnd.openxmlformats-officedocument.presentationml.slide+xml"/>
  <Override PartName="/ppt/slides/slide637.xml" ContentType="application/vnd.openxmlformats-officedocument.presentationml.slide+xml"/>
  <Override PartName="/ppt/slides/slide638.xml" ContentType="application/vnd.openxmlformats-officedocument.presentationml.slide+xml"/>
  <Override PartName="/ppt/slides/slide639.xml" ContentType="application/vnd.openxmlformats-officedocument.presentationml.slide+xml"/>
  <Override PartName="/ppt/slides/slide640.xml" ContentType="application/vnd.openxmlformats-officedocument.presentationml.slide+xml"/>
  <Override PartName="/ppt/slides/slide641.xml" ContentType="application/vnd.openxmlformats-officedocument.presentationml.slide+xml"/>
  <Override PartName="/ppt/slides/slide642.xml" ContentType="application/vnd.openxmlformats-officedocument.presentationml.slide+xml"/>
  <Override PartName="/ppt/slides/slide643.xml" ContentType="application/vnd.openxmlformats-officedocument.presentationml.slide+xml"/>
  <Override PartName="/ppt/slides/slide644.xml" ContentType="application/vnd.openxmlformats-officedocument.presentationml.slide+xml"/>
  <Override PartName="/ppt/slides/slide645.xml" ContentType="application/vnd.openxmlformats-officedocument.presentationml.slide+xml"/>
  <Override PartName="/ppt/slides/slide646.xml" ContentType="application/vnd.openxmlformats-officedocument.presentationml.slide+xml"/>
  <Override PartName="/ppt/slides/slide647.xml" ContentType="application/vnd.openxmlformats-officedocument.presentationml.slide+xml"/>
  <Override PartName="/ppt/slides/slide648.xml" ContentType="application/vnd.openxmlformats-officedocument.presentationml.slide+xml"/>
  <Override PartName="/ppt/slides/slide649.xml" ContentType="application/vnd.openxmlformats-officedocument.presentationml.slide+xml"/>
  <Override PartName="/ppt/slides/slide650.xml" ContentType="application/vnd.openxmlformats-officedocument.presentationml.slide+xml"/>
  <Override PartName="/ppt/slides/slide651.xml" ContentType="application/vnd.openxmlformats-officedocument.presentationml.slide+xml"/>
  <Override PartName="/ppt/slides/slide652.xml" ContentType="application/vnd.openxmlformats-officedocument.presentationml.slide+xml"/>
  <Override PartName="/ppt/slides/slide653.xml" ContentType="application/vnd.openxmlformats-officedocument.presentationml.slide+xml"/>
  <Override PartName="/ppt/slides/slide654.xml" ContentType="application/vnd.openxmlformats-officedocument.presentationml.slide+xml"/>
  <Override PartName="/ppt/slides/slide655.xml" ContentType="application/vnd.openxmlformats-officedocument.presentationml.slide+xml"/>
  <Override PartName="/ppt/slides/slide656.xml" ContentType="application/vnd.openxmlformats-officedocument.presentationml.slide+xml"/>
  <Override PartName="/ppt/slides/slide657.xml" ContentType="application/vnd.openxmlformats-officedocument.presentationml.slide+xml"/>
  <Override PartName="/ppt/slides/slide658.xml" ContentType="application/vnd.openxmlformats-officedocument.presentationml.slide+xml"/>
  <Override PartName="/ppt/slides/slide659.xml" ContentType="application/vnd.openxmlformats-officedocument.presentationml.slide+xml"/>
  <Override PartName="/ppt/slides/slide660.xml" ContentType="application/vnd.openxmlformats-officedocument.presentationml.slide+xml"/>
  <Override PartName="/ppt/slides/slide661.xml" ContentType="application/vnd.openxmlformats-officedocument.presentationml.slide+xml"/>
  <Override PartName="/ppt/slides/slide662.xml" ContentType="application/vnd.openxmlformats-officedocument.presentationml.slide+xml"/>
  <Override PartName="/ppt/slides/slide663.xml" ContentType="application/vnd.openxmlformats-officedocument.presentationml.slide+xml"/>
  <Override PartName="/ppt/slides/slide664.xml" ContentType="application/vnd.openxmlformats-officedocument.presentationml.slide+xml"/>
  <Override PartName="/ppt/slides/slide665.xml" ContentType="application/vnd.openxmlformats-officedocument.presentationml.slide+xml"/>
  <Override PartName="/ppt/slides/slide666.xml" ContentType="application/vnd.openxmlformats-officedocument.presentationml.slide+xml"/>
  <Override PartName="/ppt/slides/slide667.xml" ContentType="application/vnd.openxmlformats-officedocument.presentationml.slide+xml"/>
  <Override PartName="/ppt/slides/slide668.xml" ContentType="application/vnd.openxmlformats-officedocument.presentationml.slide+xml"/>
  <Override PartName="/ppt/slides/slide669.xml" ContentType="application/vnd.openxmlformats-officedocument.presentationml.slide+xml"/>
  <Override PartName="/ppt/slides/slide670.xml" ContentType="application/vnd.openxmlformats-officedocument.presentationml.slide+xml"/>
  <Override PartName="/ppt/slides/slide671.xml" ContentType="application/vnd.openxmlformats-officedocument.presentationml.slide+xml"/>
  <Override PartName="/ppt/slides/slide672.xml" ContentType="application/vnd.openxmlformats-officedocument.presentationml.slide+xml"/>
  <Override PartName="/ppt/slides/slide673.xml" ContentType="application/vnd.openxmlformats-officedocument.presentationml.slide+xml"/>
  <Override PartName="/ppt/slides/slide674.xml" ContentType="application/vnd.openxmlformats-officedocument.presentationml.slide+xml"/>
  <Override PartName="/ppt/slides/slide675.xml" ContentType="application/vnd.openxmlformats-officedocument.presentationml.slide+xml"/>
  <Override PartName="/ppt/slides/slide676.xml" ContentType="application/vnd.openxmlformats-officedocument.presentationml.slide+xml"/>
  <Override PartName="/ppt/slides/slide677.xml" ContentType="application/vnd.openxmlformats-officedocument.presentationml.slide+xml"/>
  <Override PartName="/ppt/slides/slide678.xml" ContentType="application/vnd.openxmlformats-officedocument.presentationml.slide+xml"/>
  <Override PartName="/ppt/slides/slide679.xml" ContentType="application/vnd.openxmlformats-officedocument.presentationml.slide+xml"/>
  <Override PartName="/ppt/slides/slide680.xml" ContentType="application/vnd.openxmlformats-officedocument.presentationml.slide+xml"/>
  <Override PartName="/ppt/slides/slide681.xml" ContentType="application/vnd.openxmlformats-officedocument.presentationml.slide+xml"/>
  <Override PartName="/ppt/slides/slide682.xml" ContentType="application/vnd.openxmlformats-officedocument.presentationml.slide+xml"/>
  <Override PartName="/ppt/slides/slide683.xml" ContentType="application/vnd.openxmlformats-officedocument.presentationml.slide+xml"/>
  <Override PartName="/ppt/slides/slide684.xml" ContentType="application/vnd.openxmlformats-officedocument.presentationml.slide+xml"/>
  <Override PartName="/ppt/slides/slide685.xml" ContentType="application/vnd.openxmlformats-officedocument.presentationml.slide+xml"/>
  <Override PartName="/ppt/slides/slide686.xml" ContentType="application/vnd.openxmlformats-officedocument.presentationml.slide+xml"/>
  <Override PartName="/ppt/slides/slide687.xml" ContentType="application/vnd.openxmlformats-officedocument.presentationml.slide+xml"/>
  <Override PartName="/ppt/slides/slide688.xml" ContentType="application/vnd.openxmlformats-officedocument.presentationml.slide+xml"/>
  <Override PartName="/ppt/slides/slide689.xml" ContentType="application/vnd.openxmlformats-officedocument.presentationml.slide+xml"/>
  <Override PartName="/ppt/slides/slide690.xml" ContentType="application/vnd.openxmlformats-officedocument.presentationml.slide+xml"/>
  <Override PartName="/ppt/slides/slide691.xml" ContentType="application/vnd.openxmlformats-officedocument.presentationml.slide+xml"/>
  <Override PartName="/ppt/slides/slide692.xml" ContentType="application/vnd.openxmlformats-officedocument.presentationml.slide+xml"/>
  <Override PartName="/ppt/slides/slide693.xml" ContentType="application/vnd.openxmlformats-officedocument.presentationml.slide+xml"/>
  <Override PartName="/ppt/slides/slide694.xml" ContentType="application/vnd.openxmlformats-officedocument.presentationml.slide+xml"/>
  <Override PartName="/ppt/slides/slide695.xml" ContentType="application/vnd.openxmlformats-officedocument.presentationml.slide+xml"/>
  <Override PartName="/ppt/slides/slide696.xml" ContentType="application/vnd.openxmlformats-officedocument.presentationml.slide+xml"/>
  <Override PartName="/ppt/slides/slide697.xml" ContentType="application/vnd.openxmlformats-officedocument.presentationml.slide+xml"/>
  <Override PartName="/ppt/slides/slide698.xml" ContentType="application/vnd.openxmlformats-officedocument.presentationml.slide+xml"/>
  <Override PartName="/ppt/slides/slide699.xml" ContentType="application/vnd.openxmlformats-officedocument.presentationml.slide+xml"/>
  <Override PartName="/ppt/slides/slide700.xml" ContentType="application/vnd.openxmlformats-officedocument.presentationml.slide+xml"/>
  <Override PartName="/ppt/slides/slide701.xml" ContentType="application/vnd.openxmlformats-officedocument.presentationml.slide+xml"/>
  <Override PartName="/ppt/slides/slide702.xml" ContentType="application/vnd.openxmlformats-officedocument.presentationml.slide+xml"/>
  <Override PartName="/ppt/slides/slide703.xml" ContentType="application/vnd.openxmlformats-officedocument.presentationml.slide+xml"/>
  <Override PartName="/ppt/slides/slide704.xml" ContentType="application/vnd.openxmlformats-officedocument.presentationml.slide+xml"/>
  <Override PartName="/ppt/slides/slide705.xml" ContentType="application/vnd.openxmlformats-officedocument.presentationml.slide+xml"/>
  <Override PartName="/ppt/slides/slide706.xml" ContentType="application/vnd.openxmlformats-officedocument.presentationml.slide+xml"/>
  <Override PartName="/ppt/slides/slide707.xml" ContentType="application/vnd.openxmlformats-officedocument.presentationml.slide+xml"/>
  <Override PartName="/ppt/slides/slide708.xml" ContentType="application/vnd.openxmlformats-officedocument.presentationml.slide+xml"/>
  <Override PartName="/ppt/slides/slide709.xml" ContentType="application/vnd.openxmlformats-officedocument.presentationml.slide+xml"/>
  <Override PartName="/ppt/slides/slide710.xml" ContentType="application/vnd.openxmlformats-officedocument.presentationml.slide+xml"/>
  <Override PartName="/ppt/slides/slide711.xml" ContentType="application/vnd.openxmlformats-officedocument.presentationml.slide+xml"/>
  <Override PartName="/ppt/slides/slide712.xml" ContentType="application/vnd.openxmlformats-officedocument.presentationml.slide+xml"/>
  <Override PartName="/ppt/slides/slide713.xml" ContentType="application/vnd.openxmlformats-officedocument.presentationml.slide+xml"/>
  <Override PartName="/ppt/slides/slide714.xml" ContentType="application/vnd.openxmlformats-officedocument.presentationml.slide+xml"/>
  <Override PartName="/ppt/slides/slide715.xml" ContentType="application/vnd.openxmlformats-officedocument.presentationml.slide+xml"/>
  <Override PartName="/ppt/slides/slide716.xml" ContentType="application/vnd.openxmlformats-officedocument.presentationml.slide+xml"/>
  <Override PartName="/ppt/slides/slide717.xml" ContentType="application/vnd.openxmlformats-officedocument.presentationml.slide+xml"/>
  <Override PartName="/ppt/slides/slide718.xml" ContentType="application/vnd.openxmlformats-officedocument.presentationml.slide+xml"/>
  <Override PartName="/ppt/slides/slide719.xml" ContentType="application/vnd.openxmlformats-officedocument.presentationml.slide+xml"/>
  <Override PartName="/ppt/slides/slide720.xml" ContentType="application/vnd.openxmlformats-officedocument.presentationml.slide+xml"/>
  <Override PartName="/ppt/slides/slide721.xml" ContentType="application/vnd.openxmlformats-officedocument.presentationml.slide+xml"/>
  <Override PartName="/ppt/slides/slide722.xml" ContentType="application/vnd.openxmlformats-officedocument.presentationml.slide+xml"/>
  <Override PartName="/ppt/slides/slide723.xml" ContentType="application/vnd.openxmlformats-officedocument.presentationml.slide+xml"/>
  <Override PartName="/ppt/slides/slide724.xml" ContentType="application/vnd.openxmlformats-officedocument.presentationml.slide+xml"/>
  <Override PartName="/ppt/slides/slide725.xml" ContentType="application/vnd.openxmlformats-officedocument.presentationml.slide+xml"/>
  <Override PartName="/ppt/slides/slide726.xml" ContentType="application/vnd.openxmlformats-officedocument.presentationml.slide+xml"/>
  <Override PartName="/ppt/slides/slide727.xml" ContentType="application/vnd.openxmlformats-officedocument.presentationml.slide+xml"/>
  <Override PartName="/ppt/slides/slide728.xml" ContentType="application/vnd.openxmlformats-officedocument.presentationml.slide+xml"/>
  <Override PartName="/ppt/slides/slide729.xml" ContentType="application/vnd.openxmlformats-officedocument.presentationml.slide+xml"/>
  <Override PartName="/ppt/slides/slide730.xml" ContentType="application/vnd.openxmlformats-officedocument.presentationml.slide+xml"/>
  <Override PartName="/ppt/slides/slide731.xml" ContentType="application/vnd.openxmlformats-officedocument.presentationml.slide+xml"/>
  <Override PartName="/ppt/slides/slide732.xml" ContentType="application/vnd.openxmlformats-officedocument.presentationml.slide+xml"/>
  <Override PartName="/ppt/slides/slide733.xml" ContentType="application/vnd.openxmlformats-officedocument.presentationml.slide+xml"/>
  <Override PartName="/ppt/slides/slide734.xml" ContentType="application/vnd.openxmlformats-officedocument.presentationml.slide+xml"/>
  <Override PartName="/ppt/slides/slide735.xml" ContentType="application/vnd.openxmlformats-officedocument.presentationml.slide+xml"/>
  <Override PartName="/ppt/slides/slide736.xml" ContentType="application/vnd.openxmlformats-officedocument.presentationml.slide+xml"/>
  <Override PartName="/ppt/slides/slide737.xml" ContentType="application/vnd.openxmlformats-officedocument.presentationml.slide+xml"/>
  <Override PartName="/ppt/slides/slide738.xml" ContentType="application/vnd.openxmlformats-officedocument.presentationml.slide+xml"/>
  <Override PartName="/ppt/slides/slide739.xml" ContentType="application/vnd.openxmlformats-officedocument.presentationml.slide+xml"/>
  <Override PartName="/ppt/slides/slide740.xml" ContentType="application/vnd.openxmlformats-officedocument.presentationml.slide+xml"/>
  <Override PartName="/ppt/slides/slide741.xml" ContentType="application/vnd.openxmlformats-officedocument.presentationml.slide+xml"/>
  <Override PartName="/ppt/slides/slide742.xml" ContentType="application/vnd.openxmlformats-officedocument.presentationml.slide+xml"/>
  <Override PartName="/ppt/slides/slide743.xml" ContentType="application/vnd.openxmlformats-officedocument.presentationml.slide+xml"/>
  <Override PartName="/ppt/slides/slide744.xml" ContentType="application/vnd.openxmlformats-officedocument.presentationml.slide+xml"/>
  <Override PartName="/ppt/slides/slide745.xml" ContentType="application/vnd.openxmlformats-officedocument.presentationml.slide+xml"/>
  <Override PartName="/ppt/slides/slide746.xml" ContentType="application/vnd.openxmlformats-officedocument.presentationml.slide+xml"/>
  <Override PartName="/ppt/slides/slide747.xml" ContentType="application/vnd.openxmlformats-officedocument.presentationml.slide+xml"/>
  <Override PartName="/ppt/slides/slide748.xml" ContentType="application/vnd.openxmlformats-officedocument.presentationml.slide+xml"/>
  <Override PartName="/ppt/slides/slide749.xml" ContentType="application/vnd.openxmlformats-officedocument.presentationml.slide+xml"/>
  <Override PartName="/ppt/slides/slide750.xml" ContentType="application/vnd.openxmlformats-officedocument.presentationml.slide+xml"/>
  <Override PartName="/ppt/slides/slide751.xml" ContentType="application/vnd.openxmlformats-officedocument.presentationml.slide+xml"/>
  <Override PartName="/ppt/slides/slide752.xml" ContentType="application/vnd.openxmlformats-officedocument.presentationml.slide+xml"/>
  <Override PartName="/ppt/slides/slide753.xml" ContentType="application/vnd.openxmlformats-officedocument.presentationml.slide+xml"/>
  <Override PartName="/ppt/slides/slide754.xml" ContentType="application/vnd.openxmlformats-officedocument.presentationml.slide+xml"/>
  <Override PartName="/ppt/slides/slide755.xml" ContentType="application/vnd.openxmlformats-officedocument.presentationml.slide+xml"/>
  <Override PartName="/ppt/slides/slide756.xml" ContentType="application/vnd.openxmlformats-officedocument.presentationml.slide+xml"/>
  <Override PartName="/ppt/slides/slide757.xml" ContentType="application/vnd.openxmlformats-officedocument.presentationml.slide+xml"/>
  <Override PartName="/ppt/slides/slide758.xml" ContentType="application/vnd.openxmlformats-officedocument.presentationml.slide+xml"/>
  <Override PartName="/ppt/slides/slide759.xml" ContentType="application/vnd.openxmlformats-officedocument.presentationml.slide+xml"/>
  <Override PartName="/ppt/slides/slide760.xml" ContentType="application/vnd.openxmlformats-officedocument.presentationml.slide+xml"/>
  <Override PartName="/ppt/slides/slide761.xml" ContentType="application/vnd.openxmlformats-officedocument.presentationml.slide+xml"/>
  <Override PartName="/ppt/slides/slide762.xml" ContentType="application/vnd.openxmlformats-officedocument.presentationml.slide+xml"/>
  <Override PartName="/ppt/slides/slide763.xml" ContentType="application/vnd.openxmlformats-officedocument.presentationml.slide+xml"/>
  <Override PartName="/ppt/slides/slide764.xml" ContentType="application/vnd.openxmlformats-officedocument.presentationml.slide+xml"/>
  <Override PartName="/ppt/slides/slide765.xml" ContentType="application/vnd.openxmlformats-officedocument.presentationml.slide+xml"/>
  <Override PartName="/ppt/slides/slide766.xml" ContentType="application/vnd.openxmlformats-officedocument.presentationml.slide+xml"/>
  <Override PartName="/ppt/slides/slide767.xml" ContentType="application/vnd.openxmlformats-officedocument.presentationml.slide+xml"/>
  <Override PartName="/ppt/slides/slide768.xml" ContentType="application/vnd.openxmlformats-officedocument.presentationml.slide+xml"/>
  <Override PartName="/ppt/slides/slide769.xml" ContentType="application/vnd.openxmlformats-officedocument.presentationml.slide+xml"/>
  <Override PartName="/ppt/slides/slide770.xml" ContentType="application/vnd.openxmlformats-officedocument.presentationml.slide+xml"/>
  <Override PartName="/ppt/slides/slide771.xml" ContentType="application/vnd.openxmlformats-officedocument.presentationml.slide+xml"/>
  <Override PartName="/ppt/slides/slide772.xml" ContentType="application/vnd.openxmlformats-officedocument.presentationml.slide+xml"/>
  <Override PartName="/ppt/slides/slide773.xml" ContentType="application/vnd.openxmlformats-officedocument.presentationml.slide+xml"/>
  <Override PartName="/ppt/slides/slide774.xml" ContentType="application/vnd.openxmlformats-officedocument.presentationml.slide+xml"/>
  <Override PartName="/ppt/slides/slide775.xml" ContentType="application/vnd.openxmlformats-officedocument.presentationml.slide+xml"/>
  <Override PartName="/ppt/slides/slide776.xml" ContentType="application/vnd.openxmlformats-officedocument.presentationml.slide+xml"/>
  <Override PartName="/ppt/slides/slide777.xml" ContentType="application/vnd.openxmlformats-officedocument.presentationml.slide+xml"/>
  <Override PartName="/ppt/slides/slide778.xml" ContentType="application/vnd.openxmlformats-officedocument.presentationml.slide+xml"/>
  <Override PartName="/ppt/slides/slide779.xml" ContentType="application/vnd.openxmlformats-officedocument.presentationml.slide+xml"/>
  <Override PartName="/ppt/slides/slide780.xml" ContentType="application/vnd.openxmlformats-officedocument.presentationml.slide+xml"/>
  <Override PartName="/ppt/slides/slide781.xml" ContentType="application/vnd.openxmlformats-officedocument.presentationml.slide+xml"/>
  <Override PartName="/ppt/slides/slide782.xml" ContentType="application/vnd.openxmlformats-officedocument.presentationml.slide+xml"/>
  <Override PartName="/ppt/slides/slide783.xml" ContentType="application/vnd.openxmlformats-officedocument.presentationml.slide+xml"/>
  <Override PartName="/ppt/slides/slide784.xml" ContentType="application/vnd.openxmlformats-officedocument.presentationml.slide+xml"/>
  <Override PartName="/ppt/slides/slide785.xml" ContentType="application/vnd.openxmlformats-officedocument.presentationml.slide+xml"/>
  <Override PartName="/ppt/slides/slide786.xml" ContentType="application/vnd.openxmlformats-officedocument.presentationml.slide+xml"/>
  <Override PartName="/ppt/slides/slide787.xml" ContentType="application/vnd.openxmlformats-officedocument.presentationml.slide+xml"/>
  <Override PartName="/ppt/slides/slide788.xml" ContentType="application/vnd.openxmlformats-officedocument.presentationml.slide+xml"/>
  <Override PartName="/ppt/slides/slide789.xml" ContentType="application/vnd.openxmlformats-officedocument.presentationml.slide+xml"/>
  <Override PartName="/ppt/slides/slide790.xml" ContentType="application/vnd.openxmlformats-officedocument.presentationml.slide+xml"/>
  <Override PartName="/ppt/slides/slide791.xml" ContentType="application/vnd.openxmlformats-officedocument.presentationml.slide+xml"/>
  <Override PartName="/ppt/slides/slide792.xml" ContentType="application/vnd.openxmlformats-officedocument.presentationml.slide+xml"/>
  <Override PartName="/ppt/slides/slide793.xml" ContentType="application/vnd.openxmlformats-officedocument.presentationml.slide+xml"/>
  <Override PartName="/ppt/slides/slide794.xml" ContentType="application/vnd.openxmlformats-officedocument.presentationml.slide+xml"/>
  <Override PartName="/ppt/slides/slide795.xml" ContentType="application/vnd.openxmlformats-officedocument.presentationml.slide+xml"/>
  <Override PartName="/ppt/slides/slide796.xml" ContentType="application/vnd.openxmlformats-officedocument.presentationml.slide+xml"/>
  <Override PartName="/ppt/slides/slide797.xml" ContentType="application/vnd.openxmlformats-officedocument.presentationml.slide+xml"/>
  <Override PartName="/ppt/slides/slide798.xml" ContentType="application/vnd.openxmlformats-officedocument.presentationml.slide+xml"/>
  <Override PartName="/ppt/slides/slide799.xml" ContentType="application/vnd.openxmlformats-officedocument.presentationml.slide+xml"/>
  <Override PartName="/ppt/slides/slide800.xml" ContentType="application/vnd.openxmlformats-officedocument.presentationml.slide+xml"/>
  <Override PartName="/ppt/slides/slide801.xml" ContentType="application/vnd.openxmlformats-officedocument.presentationml.slide+xml"/>
  <Override PartName="/ppt/slides/slide802.xml" ContentType="application/vnd.openxmlformats-officedocument.presentationml.slide+xml"/>
  <Override PartName="/ppt/slides/slide803.xml" ContentType="application/vnd.openxmlformats-officedocument.presentationml.slide+xml"/>
  <Override PartName="/ppt/slides/slide804.xml" ContentType="application/vnd.openxmlformats-officedocument.presentationml.slide+xml"/>
  <Override PartName="/ppt/slides/slide805.xml" ContentType="application/vnd.openxmlformats-officedocument.presentationml.slide+xml"/>
  <Override PartName="/ppt/slides/slide806.xml" ContentType="application/vnd.openxmlformats-officedocument.presentationml.slide+xml"/>
  <Override PartName="/ppt/slides/slide807.xml" ContentType="application/vnd.openxmlformats-officedocument.presentationml.slide+xml"/>
  <Override PartName="/ppt/slides/slide808.xml" ContentType="application/vnd.openxmlformats-officedocument.presentationml.slide+xml"/>
  <Override PartName="/ppt/slides/slide809.xml" ContentType="application/vnd.openxmlformats-officedocument.presentationml.slide+xml"/>
  <Override PartName="/ppt/slides/slide810.xml" ContentType="application/vnd.openxmlformats-officedocument.presentationml.slide+xml"/>
  <Override PartName="/ppt/slides/slide811.xml" ContentType="application/vnd.openxmlformats-officedocument.presentationml.slide+xml"/>
  <Override PartName="/ppt/slides/slide812.xml" ContentType="application/vnd.openxmlformats-officedocument.presentationml.slide+xml"/>
  <Override PartName="/ppt/slides/slide813.xml" ContentType="application/vnd.openxmlformats-officedocument.presentationml.slide+xml"/>
  <Override PartName="/ppt/slides/slide814.xml" ContentType="application/vnd.openxmlformats-officedocument.presentationml.slide+xml"/>
  <Override PartName="/ppt/slides/slide815.xml" ContentType="application/vnd.openxmlformats-officedocument.presentationml.slide+xml"/>
  <Override PartName="/ppt/slides/slide816.xml" ContentType="application/vnd.openxmlformats-officedocument.presentationml.slide+xml"/>
  <Override PartName="/ppt/slides/slide817.xml" ContentType="application/vnd.openxmlformats-officedocument.presentationml.slide+xml"/>
  <Override PartName="/ppt/slides/slide818.xml" ContentType="application/vnd.openxmlformats-officedocument.presentationml.slide+xml"/>
  <Override PartName="/ppt/slides/slide819.xml" ContentType="application/vnd.openxmlformats-officedocument.presentationml.slide+xml"/>
  <Override PartName="/ppt/slides/slide820.xml" ContentType="application/vnd.openxmlformats-officedocument.presentationml.slide+xml"/>
  <Override PartName="/ppt/slides/slide821.xml" ContentType="application/vnd.openxmlformats-officedocument.presentationml.slide+xml"/>
  <Override PartName="/ppt/slides/slide822.xml" ContentType="application/vnd.openxmlformats-officedocument.presentationml.slide+xml"/>
  <Override PartName="/ppt/slides/slide823.xml" ContentType="application/vnd.openxmlformats-officedocument.presentationml.slide+xml"/>
  <Override PartName="/ppt/slides/slide824.xml" ContentType="application/vnd.openxmlformats-officedocument.presentationml.slide+xml"/>
  <Override PartName="/ppt/slides/slide825.xml" ContentType="application/vnd.openxmlformats-officedocument.presentationml.slide+xml"/>
  <Override PartName="/ppt/slides/slide826.xml" ContentType="application/vnd.openxmlformats-officedocument.presentationml.slide+xml"/>
  <Override PartName="/ppt/slides/slide827.xml" ContentType="application/vnd.openxmlformats-officedocument.presentationml.slide+xml"/>
  <Override PartName="/ppt/slides/slide828.xml" ContentType="application/vnd.openxmlformats-officedocument.presentationml.slide+xml"/>
  <Override PartName="/ppt/slides/slide829.xml" ContentType="application/vnd.openxmlformats-officedocument.presentationml.slide+xml"/>
  <Override PartName="/ppt/slides/slide830.xml" ContentType="application/vnd.openxmlformats-officedocument.presentationml.slide+xml"/>
  <Override PartName="/ppt/slides/slide831.xml" ContentType="application/vnd.openxmlformats-officedocument.presentationml.slide+xml"/>
  <Override PartName="/ppt/slides/slide832.xml" ContentType="application/vnd.openxmlformats-officedocument.presentationml.slide+xml"/>
  <Override PartName="/ppt/slides/slide833.xml" ContentType="application/vnd.openxmlformats-officedocument.presentationml.slide+xml"/>
  <Override PartName="/ppt/slides/slide834.xml" ContentType="application/vnd.openxmlformats-officedocument.presentationml.slide+xml"/>
  <Override PartName="/ppt/slides/slide835.xml" ContentType="application/vnd.openxmlformats-officedocument.presentationml.slide+xml"/>
  <Override PartName="/ppt/slides/slide836.xml" ContentType="application/vnd.openxmlformats-officedocument.presentationml.slide+xml"/>
  <Override PartName="/ppt/slides/slide837.xml" ContentType="application/vnd.openxmlformats-officedocument.presentationml.slide+xml"/>
  <Override PartName="/ppt/slides/slide838.xml" ContentType="application/vnd.openxmlformats-officedocument.presentationml.slide+xml"/>
  <Override PartName="/ppt/slides/slide839.xml" ContentType="application/vnd.openxmlformats-officedocument.presentationml.slide+xml"/>
  <Override PartName="/ppt/slides/slide840.xml" ContentType="application/vnd.openxmlformats-officedocument.presentationml.slide+xml"/>
  <Override PartName="/ppt/slides/slide841.xml" ContentType="application/vnd.openxmlformats-officedocument.presentationml.slide+xml"/>
  <Override PartName="/ppt/slides/slide842.xml" ContentType="application/vnd.openxmlformats-officedocument.presentationml.slide+xml"/>
  <Override PartName="/ppt/slides/slide843.xml" ContentType="application/vnd.openxmlformats-officedocument.presentationml.slide+xml"/>
  <Override PartName="/ppt/slides/slide844.xml" ContentType="application/vnd.openxmlformats-officedocument.presentationml.slide+xml"/>
  <Override PartName="/ppt/slides/slide845.xml" ContentType="application/vnd.openxmlformats-officedocument.presentationml.slide+xml"/>
  <Override PartName="/ppt/slides/slide846.xml" ContentType="application/vnd.openxmlformats-officedocument.presentationml.slide+xml"/>
  <Override PartName="/ppt/slides/slide847.xml" ContentType="application/vnd.openxmlformats-officedocument.presentationml.slide+xml"/>
  <Override PartName="/ppt/slides/slide848.xml" ContentType="application/vnd.openxmlformats-officedocument.presentationml.slide+xml"/>
  <Override PartName="/ppt/slides/slide849.xml" ContentType="application/vnd.openxmlformats-officedocument.presentationml.slide+xml"/>
  <Override PartName="/ppt/slides/slide850.xml" ContentType="application/vnd.openxmlformats-officedocument.presentationml.slide+xml"/>
  <Override PartName="/ppt/slides/slide851.xml" ContentType="application/vnd.openxmlformats-officedocument.presentationml.slide+xml"/>
  <Override PartName="/ppt/slides/slide852.xml" ContentType="application/vnd.openxmlformats-officedocument.presentationml.slide+xml"/>
  <Override PartName="/ppt/slides/slide853.xml" ContentType="application/vnd.openxmlformats-officedocument.presentationml.slide+xml"/>
  <Override PartName="/ppt/slides/slide854.xml" ContentType="application/vnd.openxmlformats-officedocument.presentationml.slide+xml"/>
  <Override PartName="/ppt/slides/slide855.xml" ContentType="application/vnd.openxmlformats-officedocument.presentationml.slide+xml"/>
  <Override PartName="/ppt/slides/slide856.xml" ContentType="application/vnd.openxmlformats-officedocument.presentationml.slide+xml"/>
  <Override PartName="/ppt/slides/slide857.xml" ContentType="application/vnd.openxmlformats-officedocument.presentationml.slide+xml"/>
  <Override PartName="/ppt/slides/slide858.xml" ContentType="application/vnd.openxmlformats-officedocument.presentationml.slide+xml"/>
  <Override PartName="/ppt/slides/slide859.xml" ContentType="application/vnd.openxmlformats-officedocument.presentationml.slide+xml"/>
  <Override PartName="/ppt/slides/slide860.xml" ContentType="application/vnd.openxmlformats-officedocument.presentationml.slide+xml"/>
  <Override PartName="/ppt/slides/slide861.xml" ContentType="application/vnd.openxmlformats-officedocument.presentationml.slide+xml"/>
  <Override PartName="/ppt/slides/slide862.xml" ContentType="application/vnd.openxmlformats-officedocument.presentationml.slide+xml"/>
  <Override PartName="/ppt/slides/slide863.xml" ContentType="application/vnd.openxmlformats-officedocument.presentationml.slide+xml"/>
  <Override PartName="/ppt/slides/slide864.xml" ContentType="application/vnd.openxmlformats-officedocument.presentationml.slide+xml"/>
  <Override PartName="/ppt/slides/slide865.xml" ContentType="application/vnd.openxmlformats-officedocument.presentationml.slide+xml"/>
  <Override PartName="/ppt/slides/slide866.xml" ContentType="application/vnd.openxmlformats-officedocument.presentationml.slide+xml"/>
  <Override PartName="/ppt/slides/slide867.xml" ContentType="application/vnd.openxmlformats-officedocument.presentationml.slide+xml"/>
  <Override PartName="/ppt/slides/slide868.xml" ContentType="application/vnd.openxmlformats-officedocument.presentationml.slide+xml"/>
  <Override PartName="/ppt/slides/slide869.xml" ContentType="application/vnd.openxmlformats-officedocument.presentationml.slide+xml"/>
  <Override PartName="/ppt/slides/slide870.xml" ContentType="application/vnd.openxmlformats-officedocument.presentationml.slide+xml"/>
  <Override PartName="/ppt/slides/slide871.xml" ContentType="application/vnd.openxmlformats-officedocument.presentationml.slide+xml"/>
  <Override PartName="/ppt/slides/slide872.xml" ContentType="application/vnd.openxmlformats-officedocument.presentationml.slide+xml"/>
  <Override PartName="/ppt/slides/slide873.xml" ContentType="application/vnd.openxmlformats-officedocument.presentationml.slide+xml"/>
  <Override PartName="/ppt/slides/slide874.xml" ContentType="application/vnd.openxmlformats-officedocument.presentationml.slide+xml"/>
  <Override PartName="/ppt/slides/slide875.xml" ContentType="application/vnd.openxmlformats-officedocument.presentationml.slide+xml"/>
  <Override PartName="/ppt/slides/slide876.xml" ContentType="application/vnd.openxmlformats-officedocument.presentationml.slide+xml"/>
  <Override PartName="/ppt/slides/slide877.xml" ContentType="application/vnd.openxmlformats-officedocument.presentationml.slide+xml"/>
  <Override PartName="/ppt/slides/slide878.xml" ContentType="application/vnd.openxmlformats-officedocument.presentationml.slide+xml"/>
  <Override PartName="/ppt/slides/slide879.xml" ContentType="application/vnd.openxmlformats-officedocument.presentationml.slide+xml"/>
  <Override PartName="/ppt/slides/slide880.xml" ContentType="application/vnd.openxmlformats-officedocument.presentationml.slide+xml"/>
  <Override PartName="/ppt/slides/slide881.xml" ContentType="application/vnd.openxmlformats-officedocument.presentationml.slide+xml"/>
  <Override PartName="/ppt/slides/slide882.xml" ContentType="application/vnd.openxmlformats-officedocument.presentationml.slide+xml"/>
  <Override PartName="/ppt/slides/slide883.xml" ContentType="application/vnd.openxmlformats-officedocument.presentationml.slide+xml"/>
  <Override PartName="/ppt/slides/slide884.xml" ContentType="application/vnd.openxmlformats-officedocument.presentationml.slide+xml"/>
  <Override PartName="/ppt/slides/slide885.xml" ContentType="application/vnd.openxmlformats-officedocument.presentationml.slide+xml"/>
  <Override PartName="/ppt/slides/slide886.xml" ContentType="application/vnd.openxmlformats-officedocument.presentationml.slide+xml"/>
  <Override PartName="/ppt/slides/slide887.xml" ContentType="application/vnd.openxmlformats-officedocument.presentationml.slide+xml"/>
  <Override PartName="/ppt/slides/slide888.xml" ContentType="application/vnd.openxmlformats-officedocument.presentationml.slide+xml"/>
  <Override PartName="/ppt/slides/slide889.xml" ContentType="application/vnd.openxmlformats-officedocument.presentationml.slide+xml"/>
  <Override PartName="/ppt/slides/slide890.xml" ContentType="application/vnd.openxmlformats-officedocument.presentationml.slide+xml"/>
  <Override PartName="/ppt/slides/slide891.xml" ContentType="application/vnd.openxmlformats-officedocument.presentationml.slide+xml"/>
  <Override PartName="/ppt/slides/slide892.xml" ContentType="application/vnd.openxmlformats-officedocument.presentationml.slide+xml"/>
  <Override PartName="/ppt/slides/slide893.xml" ContentType="application/vnd.openxmlformats-officedocument.presentationml.slide+xml"/>
  <Override PartName="/ppt/slides/slide894.xml" ContentType="application/vnd.openxmlformats-officedocument.presentationml.slide+xml"/>
  <Override PartName="/ppt/slides/slide895.xml" ContentType="application/vnd.openxmlformats-officedocument.presentationml.slide+xml"/>
  <Override PartName="/ppt/slides/slide896.xml" ContentType="application/vnd.openxmlformats-officedocument.presentationml.slide+xml"/>
  <Override PartName="/ppt/slides/slide897.xml" ContentType="application/vnd.openxmlformats-officedocument.presentationml.slide+xml"/>
  <Override PartName="/ppt/slides/slide89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5" r:id="rId28"/>
    <p:sldId id="286" r:id="rId29"/>
    <p:sldId id="287" r:id="rId30"/>
    <p:sldId id="1166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01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284" r:id="rId79"/>
    <p:sldId id="257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  <p:sldId id="365" r:id="rId108"/>
    <p:sldId id="366" r:id="rId109"/>
    <p:sldId id="367" r:id="rId110"/>
    <p:sldId id="368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55" r:id="rId126"/>
    <p:sldId id="356" r:id="rId127"/>
    <p:sldId id="383" r:id="rId128"/>
    <p:sldId id="384" r:id="rId129"/>
    <p:sldId id="385" r:id="rId130"/>
    <p:sldId id="386" r:id="rId131"/>
    <p:sldId id="387" r:id="rId132"/>
    <p:sldId id="388" r:id="rId133"/>
    <p:sldId id="389" r:id="rId134"/>
    <p:sldId id="390" r:id="rId135"/>
    <p:sldId id="391" r:id="rId136"/>
    <p:sldId id="392" r:id="rId137"/>
    <p:sldId id="393" r:id="rId138"/>
    <p:sldId id="394" r:id="rId139"/>
    <p:sldId id="395" r:id="rId140"/>
    <p:sldId id="396" r:id="rId141"/>
    <p:sldId id="397" r:id="rId142"/>
    <p:sldId id="398" r:id="rId143"/>
    <p:sldId id="399" r:id="rId144"/>
    <p:sldId id="400" r:id="rId145"/>
    <p:sldId id="401" r:id="rId146"/>
    <p:sldId id="402" r:id="rId147"/>
    <p:sldId id="403" r:id="rId148"/>
    <p:sldId id="404" r:id="rId149"/>
    <p:sldId id="405" r:id="rId150"/>
    <p:sldId id="407" r:id="rId151"/>
    <p:sldId id="408" r:id="rId152"/>
    <p:sldId id="409" r:id="rId153"/>
    <p:sldId id="410" r:id="rId154"/>
    <p:sldId id="411" r:id="rId155"/>
    <p:sldId id="412" r:id="rId156"/>
    <p:sldId id="413" r:id="rId157"/>
    <p:sldId id="414" r:id="rId158"/>
    <p:sldId id="415" r:id="rId159"/>
    <p:sldId id="416" r:id="rId160"/>
    <p:sldId id="417" r:id="rId161"/>
    <p:sldId id="418" r:id="rId162"/>
    <p:sldId id="419" r:id="rId163"/>
    <p:sldId id="420" r:id="rId164"/>
    <p:sldId id="421" r:id="rId165"/>
    <p:sldId id="422" r:id="rId166"/>
    <p:sldId id="423" r:id="rId167"/>
    <p:sldId id="424" r:id="rId168"/>
    <p:sldId id="425" r:id="rId169"/>
    <p:sldId id="426" r:id="rId170"/>
    <p:sldId id="427" r:id="rId171"/>
    <p:sldId id="428" r:id="rId172"/>
    <p:sldId id="429" r:id="rId173"/>
    <p:sldId id="430" r:id="rId174"/>
    <p:sldId id="431" r:id="rId175"/>
    <p:sldId id="432" r:id="rId176"/>
    <p:sldId id="433" r:id="rId177"/>
    <p:sldId id="434" r:id="rId178"/>
    <p:sldId id="435" r:id="rId179"/>
    <p:sldId id="436" r:id="rId180"/>
    <p:sldId id="437" r:id="rId181"/>
    <p:sldId id="438" r:id="rId182"/>
    <p:sldId id="439" r:id="rId183"/>
    <p:sldId id="440" r:id="rId184"/>
    <p:sldId id="441" r:id="rId185"/>
    <p:sldId id="442" r:id="rId186"/>
    <p:sldId id="443" r:id="rId187"/>
    <p:sldId id="444" r:id="rId188"/>
    <p:sldId id="445" r:id="rId189"/>
    <p:sldId id="446" r:id="rId190"/>
    <p:sldId id="447" r:id="rId191"/>
    <p:sldId id="448" r:id="rId192"/>
    <p:sldId id="449" r:id="rId193"/>
    <p:sldId id="450" r:id="rId194"/>
    <p:sldId id="451" r:id="rId195"/>
    <p:sldId id="452" r:id="rId196"/>
    <p:sldId id="453" r:id="rId197"/>
    <p:sldId id="454" r:id="rId198"/>
    <p:sldId id="455" r:id="rId199"/>
    <p:sldId id="456" r:id="rId200"/>
    <p:sldId id="457" r:id="rId201"/>
    <p:sldId id="458" r:id="rId202"/>
    <p:sldId id="459" r:id="rId203"/>
    <p:sldId id="460" r:id="rId204"/>
    <p:sldId id="461" r:id="rId205"/>
    <p:sldId id="462" r:id="rId206"/>
    <p:sldId id="463" r:id="rId207"/>
    <p:sldId id="464" r:id="rId208"/>
    <p:sldId id="465" r:id="rId209"/>
    <p:sldId id="406" r:id="rId210"/>
    <p:sldId id="466" r:id="rId211"/>
    <p:sldId id="467" r:id="rId212"/>
    <p:sldId id="468" r:id="rId213"/>
    <p:sldId id="469" r:id="rId214"/>
    <p:sldId id="470" r:id="rId215"/>
    <p:sldId id="471" r:id="rId216"/>
    <p:sldId id="472" r:id="rId217"/>
    <p:sldId id="473" r:id="rId218"/>
    <p:sldId id="474" r:id="rId219"/>
    <p:sldId id="475" r:id="rId220"/>
    <p:sldId id="476" r:id="rId221"/>
    <p:sldId id="477" r:id="rId222"/>
    <p:sldId id="478" r:id="rId223"/>
    <p:sldId id="479" r:id="rId224"/>
    <p:sldId id="480" r:id="rId225"/>
    <p:sldId id="481" r:id="rId226"/>
    <p:sldId id="482" r:id="rId227"/>
    <p:sldId id="483" r:id="rId228"/>
    <p:sldId id="484" r:id="rId229"/>
    <p:sldId id="485" r:id="rId230"/>
    <p:sldId id="486" r:id="rId231"/>
    <p:sldId id="487" r:id="rId232"/>
    <p:sldId id="488" r:id="rId233"/>
    <p:sldId id="489" r:id="rId234"/>
    <p:sldId id="490" r:id="rId235"/>
    <p:sldId id="491" r:id="rId236"/>
    <p:sldId id="492" r:id="rId237"/>
    <p:sldId id="493" r:id="rId238"/>
    <p:sldId id="494" r:id="rId239"/>
    <p:sldId id="495" r:id="rId240"/>
    <p:sldId id="496" r:id="rId241"/>
    <p:sldId id="497" r:id="rId242"/>
    <p:sldId id="498" r:id="rId243"/>
    <p:sldId id="499" r:id="rId244"/>
    <p:sldId id="500" r:id="rId245"/>
    <p:sldId id="501" r:id="rId246"/>
    <p:sldId id="502" r:id="rId247"/>
    <p:sldId id="503" r:id="rId248"/>
    <p:sldId id="504" r:id="rId249"/>
    <p:sldId id="505" r:id="rId250"/>
    <p:sldId id="506" r:id="rId251"/>
    <p:sldId id="507" r:id="rId252"/>
    <p:sldId id="508" r:id="rId253"/>
    <p:sldId id="509" r:id="rId254"/>
    <p:sldId id="510" r:id="rId255"/>
    <p:sldId id="511" r:id="rId256"/>
    <p:sldId id="512" r:id="rId257"/>
    <p:sldId id="513" r:id="rId258"/>
    <p:sldId id="514" r:id="rId259"/>
    <p:sldId id="515" r:id="rId260"/>
    <p:sldId id="516" r:id="rId261"/>
    <p:sldId id="517" r:id="rId262"/>
    <p:sldId id="518" r:id="rId263"/>
    <p:sldId id="519" r:id="rId264"/>
    <p:sldId id="520" r:id="rId265"/>
    <p:sldId id="521" r:id="rId266"/>
    <p:sldId id="522" r:id="rId267"/>
    <p:sldId id="523" r:id="rId268"/>
    <p:sldId id="524" r:id="rId269"/>
    <p:sldId id="525" r:id="rId270"/>
    <p:sldId id="526" r:id="rId271"/>
    <p:sldId id="527" r:id="rId272"/>
    <p:sldId id="528" r:id="rId273"/>
    <p:sldId id="529" r:id="rId274"/>
    <p:sldId id="530" r:id="rId275"/>
    <p:sldId id="531" r:id="rId276"/>
    <p:sldId id="532" r:id="rId277"/>
    <p:sldId id="533" r:id="rId278"/>
    <p:sldId id="534" r:id="rId279"/>
    <p:sldId id="535" r:id="rId280"/>
    <p:sldId id="536" r:id="rId281"/>
    <p:sldId id="537" r:id="rId282"/>
    <p:sldId id="538" r:id="rId283"/>
    <p:sldId id="539" r:id="rId284"/>
    <p:sldId id="540" r:id="rId285"/>
    <p:sldId id="541" r:id="rId286"/>
    <p:sldId id="542" r:id="rId287"/>
    <p:sldId id="543" r:id="rId288"/>
    <p:sldId id="544" r:id="rId289"/>
    <p:sldId id="545" r:id="rId290"/>
    <p:sldId id="546" r:id="rId291"/>
    <p:sldId id="547" r:id="rId292"/>
    <p:sldId id="548" r:id="rId293"/>
    <p:sldId id="549" r:id="rId294"/>
    <p:sldId id="550" r:id="rId295"/>
    <p:sldId id="551" r:id="rId296"/>
    <p:sldId id="552" r:id="rId297"/>
    <p:sldId id="553" r:id="rId298"/>
    <p:sldId id="554" r:id="rId299"/>
    <p:sldId id="555" r:id="rId300"/>
    <p:sldId id="556" r:id="rId301"/>
    <p:sldId id="557" r:id="rId302"/>
    <p:sldId id="558" r:id="rId303"/>
    <p:sldId id="559" r:id="rId304"/>
    <p:sldId id="560" r:id="rId305"/>
    <p:sldId id="561" r:id="rId306"/>
    <p:sldId id="562" r:id="rId307"/>
    <p:sldId id="563" r:id="rId308"/>
    <p:sldId id="564" r:id="rId309"/>
    <p:sldId id="565" r:id="rId310"/>
    <p:sldId id="566" r:id="rId311"/>
    <p:sldId id="567" r:id="rId312"/>
    <p:sldId id="568" r:id="rId313"/>
    <p:sldId id="569" r:id="rId314"/>
    <p:sldId id="570" r:id="rId315"/>
    <p:sldId id="571" r:id="rId316"/>
    <p:sldId id="572" r:id="rId317"/>
    <p:sldId id="573" r:id="rId318"/>
    <p:sldId id="574" r:id="rId319"/>
    <p:sldId id="575" r:id="rId320"/>
    <p:sldId id="576" r:id="rId321"/>
    <p:sldId id="577" r:id="rId322"/>
    <p:sldId id="578" r:id="rId323"/>
    <p:sldId id="579" r:id="rId324"/>
    <p:sldId id="580" r:id="rId325"/>
    <p:sldId id="581" r:id="rId326"/>
    <p:sldId id="582" r:id="rId327"/>
    <p:sldId id="583" r:id="rId328"/>
    <p:sldId id="584" r:id="rId329"/>
    <p:sldId id="585" r:id="rId330"/>
    <p:sldId id="586" r:id="rId331"/>
    <p:sldId id="587" r:id="rId332"/>
    <p:sldId id="588" r:id="rId333"/>
    <p:sldId id="589" r:id="rId334"/>
    <p:sldId id="590" r:id="rId335"/>
    <p:sldId id="591" r:id="rId336"/>
    <p:sldId id="592" r:id="rId337"/>
    <p:sldId id="593" r:id="rId338"/>
    <p:sldId id="594" r:id="rId339"/>
    <p:sldId id="595" r:id="rId340"/>
    <p:sldId id="596" r:id="rId341"/>
    <p:sldId id="597" r:id="rId342"/>
    <p:sldId id="598" r:id="rId343"/>
    <p:sldId id="599" r:id="rId344"/>
    <p:sldId id="600" r:id="rId345"/>
    <p:sldId id="601" r:id="rId346"/>
    <p:sldId id="602" r:id="rId347"/>
    <p:sldId id="603" r:id="rId348"/>
    <p:sldId id="604" r:id="rId349"/>
    <p:sldId id="605" r:id="rId350"/>
    <p:sldId id="606" r:id="rId351"/>
    <p:sldId id="607" r:id="rId352"/>
    <p:sldId id="608" r:id="rId353"/>
    <p:sldId id="609" r:id="rId354"/>
    <p:sldId id="610" r:id="rId355"/>
    <p:sldId id="611" r:id="rId356"/>
    <p:sldId id="612" r:id="rId357"/>
    <p:sldId id="613" r:id="rId358"/>
    <p:sldId id="614" r:id="rId359"/>
    <p:sldId id="615" r:id="rId360"/>
    <p:sldId id="616" r:id="rId361"/>
    <p:sldId id="617" r:id="rId362"/>
    <p:sldId id="618" r:id="rId363"/>
    <p:sldId id="619" r:id="rId364"/>
    <p:sldId id="620" r:id="rId365"/>
    <p:sldId id="621" r:id="rId366"/>
    <p:sldId id="622" r:id="rId367"/>
    <p:sldId id="623" r:id="rId368"/>
    <p:sldId id="624" r:id="rId369"/>
    <p:sldId id="625" r:id="rId370"/>
    <p:sldId id="626" r:id="rId371"/>
    <p:sldId id="627" r:id="rId372"/>
    <p:sldId id="1147" r:id="rId373"/>
    <p:sldId id="1148" r:id="rId374"/>
    <p:sldId id="1149" r:id="rId375"/>
    <p:sldId id="1150" r:id="rId376"/>
    <p:sldId id="628" r:id="rId377"/>
    <p:sldId id="629" r:id="rId378"/>
    <p:sldId id="630" r:id="rId379"/>
    <p:sldId id="631" r:id="rId380"/>
    <p:sldId id="632" r:id="rId381"/>
    <p:sldId id="633" r:id="rId382"/>
    <p:sldId id="1158" r:id="rId383"/>
    <p:sldId id="1159" r:id="rId384"/>
    <p:sldId id="1160" r:id="rId385"/>
    <p:sldId id="1161" r:id="rId386"/>
    <p:sldId id="1162" r:id="rId387"/>
    <p:sldId id="1163" r:id="rId388"/>
    <p:sldId id="634" r:id="rId389"/>
    <p:sldId id="635" r:id="rId390"/>
    <p:sldId id="636" r:id="rId391"/>
    <p:sldId id="637" r:id="rId392"/>
    <p:sldId id="638" r:id="rId393"/>
    <p:sldId id="639" r:id="rId394"/>
    <p:sldId id="640" r:id="rId395"/>
    <p:sldId id="641" r:id="rId396"/>
    <p:sldId id="642" r:id="rId397"/>
    <p:sldId id="643" r:id="rId398"/>
    <p:sldId id="644" r:id="rId399"/>
    <p:sldId id="645" r:id="rId400"/>
    <p:sldId id="646" r:id="rId401"/>
    <p:sldId id="647" r:id="rId402"/>
    <p:sldId id="648" r:id="rId403"/>
    <p:sldId id="649" r:id="rId404"/>
    <p:sldId id="650" r:id="rId405"/>
    <p:sldId id="651" r:id="rId406"/>
    <p:sldId id="652" r:id="rId407"/>
    <p:sldId id="653" r:id="rId408"/>
    <p:sldId id="654" r:id="rId409"/>
    <p:sldId id="655" r:id="rId410"/>
    <p:sldId id="656" r:id="rId411"/>
    <p:sldId id="657" r:id="rId412"/>
    <p:sldId id="658" r:id="rId413"/>
    <p:sldId id="659" r:id="rId414"/>
    <p:sldId id="660" r:id="rId415"/>
    <p:sldId id="661" r:id="rId416"/>
    <p:sldId id="662" r:id="rId417"/>
    <p:sldId id="663" r:id="rId418"/>
    <p:sldId id="664" r:id="rId419"/>
    <p:sldId id="665" r:id="rId420"/>
    <p:sldId id="666" r:id="rId421"/>
    <p:sldId id="667" r:id="rId422"/>
    <p:sldId id="668" r:id="rId423"/>
    <p:sldId id="669" r:id="rId424"/>
    <p:sldId id="670" r:id="rId425"/>
    <p:sldId id="671" r:id="rId426"/>
    <p:sldId id="673" r:id="rId427"/>
    <p:sldId id="672" r:id="rId428"/>
    <p:sldId id="674" r:id="rId429"/>
    <p:sldId id="675" r:id="rId430"/>
    <p:sldId id="676" r:id="rId431"/>
    <p:sldId id="677" r:id="rId432"/>
    <p:sldId id="678" r:id="rId433"/>
    <p:sldId id="679" r:id="rId434"/>
    <p:sldId id="681" r:id="rId435"/>
    <p:sldId id="682" r:id="rId436"/>
    <p:sldId id="683" r:id="rId437"/>
    <p:sldId id="684" r:id="rId438"/>
    <p:sldId id="685" r:id="rId439"/>
    <p:sldId id="686" r:id="rId440"/>
    <p:sldId id="687" r:id="rId441"/>
    <p:sldId id="688" r:id="rId442"/>
    <p:sldId id="689" r:id="rId443"/>
    <p:sldId id="690" r:id="rId444"/>
    <p:sldId id="691" r:id="rId445"/>
    <p:sldId id="692" r:id="rId446"/>
    <p:sldId id="693" r:id="rId447"/>
    <p:sldId id="694" r:id="rId448"/>
    <p:sldId id="695" r:id="rId449"/>
    <p:sldId id="696" r:id="rId450"/>
    <p:sldId id="698" r:id="rId451"/>
    <p:sldId id="697" r:id="rId452"/>
    <p:sldId id="699" r:id="rId453"/>
    <p:sldId id="700" r:id="rId454"/>
    <p:sldId id="701" r:id="rId455"/>
    <p:sldId id="702" r:id="rId456"/>
    <p:sldId id="703" r:id="rId457"/>
    <p:sldId id="704" r:id="rId458"/>
    <p:sldId id="705" r:id="rId459"/>
    <p:sldId id="706" r:id="rId460"/>
    <p:sldId id="707" r:id="rId461"/>
    <p:sldId id="708" r:id="rId462"/>
    <p:sldId id="709" r:id="rId463"/>
    <p:sldId id="710" r:id="rId464"/>
    <p:sldId id="711" r:id="rId465"/>
    <p:sldId id="712" r:id="rId466"/>
    <p:sldId id="713" r:id="rId467"/>
    <p:sldId id="714" r:id="rId468"/>
    <p:sldId id="715" r:id="rId469"/>
    <p:sldId id="716" r:id="rId470"/>
    <p:sldId id="717" r:id="rId471"/>
    <p:sldId id="718" r:id="rId472"/>
    <p:sldId id="719" r:id="rId473"/>
    <p:sldId id="720" r:id="rId474"/>
    <p:sldId id="721" r:id="rId475"/>
    <p:sldId id="722" r:id="rId476"/>
    <p:sldId id="723" r:id="rId477"/>
    <p:sldId id="724" r:id="rId478"/>
    <p:sldId id="725" r:id="rId479"/>
    <p:sldId id="726" r:id="rId480"/>
    <p:sldId id="727" r:id="rId481"/>
    <p:sldId id="728" r:id="rId482"/>
    <p:sldId id="729" r:id="rId483"/>
    <p:sldId id="730" r:id="rId484"/>
    <p:sldId id="731" r:id="rId485"/>
    <p:sldId id="732" r:id="rId486"/>
    <p:sldId id="733" r:id="rId487"/>
    <p:sldId id="734" r:id="rId488"/>
    <p:sldId id="735" r:id="rId489"/>
    <p:sldId id="1151" r:id="rId490"/>
    <p:sldId id="1152" r:id="rId491"/>
    <p:sldId id="1153" r:id="rId492"/>
    <p:sldId id="1154" r:id="rId493"/>
    <p:sldId id="1155" r:id="rId494"/>
    <p:sldId id="1156" r:id="rId495"/>
    <p:sldId id="736" r:id="rId496"/>
    <p:sldId id="737" r:id="rId497"/>
    <p:sldId id="738" r:id="rId498"/>
    <p:sldId id="739" r:id="rId499"/>
    <p:sldId id="740" r:id="rId500"/>
    <p:sldId id="741" r:id="rId501"/>
    <p:sldId id="742" r:id="rId502"/>
    <p:sldId id="743" r:id="rId503"/>
    <p:sldId id="744" r:id="rId504"/>
    <p:sldId id="745" r:id="rId505"/>
    <p:sldId id="746" r:id="rId506"/>
    <p:sldId id="747" r:id="rId507"/>
    <p:sldId id="748" r:id="rId508"/>
    <p:sldId id="749" r:id="rId509"/>
    <p:sldId id="750" r:id="rId510"/>
    <p:sldId id="751" r:id="rId511"/>
    <p:sldId id="752" r:id="rId512"/>
    <p:sldId id="753" r:id="rId513"/>
    <p:sldId id="754" r:id="rId514"/>
    <p:sldId id="755" r:id="rId515"/>
    <p:sldId id="756" r:id="rId516"/>
    <p:sldId id="757" r:id="rId517"/>
    <p:sldId id="758" r:id="rId518"/>
    <p:sldId id="759" r:id="rId519"/>
    <p:sldId id="760" r:id="rId520"/>
    <p:sldId id="761" r:id="rId521"/>
    <p:sldId id="762" r:id="rId522"/>
    <p:sldId id="763" r:id="rId523"/>
    <p:sldId id="764" r:id="rId524"/>
    <p:sldId id="765" r:id="rId525"/>
    <p:sldId id="766" r:id="rId526"/>
    <p:sldId id="767" r:id="rId527"/>
    <p:sldId id="768" r:id="rId528"/>
    <p:sldId id="769" r:id="rId529"/>
    <p:sldId id="770" r:id="rId530"/>
    <p:sldId id="771" r:id="rId531"/>
    <p:sldId id="772" r:id="rId532"/>
    <p:sldId id="773" r:id="rId533"/>
    <p:sldId id="774" r:id="rId534"/>
    <p:sldId id="775" r:id="rId535"/>
    <p:sldId id="776" r:id="rId536"/>
    <p:sldId id="777" r:id="rId537"/>
    <p:sldId id="778" r:id="rId538"/>
    <p:sldId id="779" r:id="rId539"/>
    <p:sldId id="780" r:id="rId540"/>
    <p:sldId id="781" r:id="rId541"/>
    <p:sldId id="782" r:id="rId542"/>
    <p:sldId id="783" r:id="rId543"/>
    <p:sldId id="784" r:id="rId544"/>
    <p:sldId id="785" r:id="rId545"/>
    <p:sldId id="786" r:id="rId546"/>
    <p:sldId id="787" r:id="rId547"/>
    <p:sldId id="788" r:id="rId548"/>
    <p:sldId id="789" r:id="rId549"/>
    <p:sldId id="790" r:id="rId550"/>
    <p:sldId id="791" r:id="rId551"/>
    <p:sldId id="792" r:id="rId552"/>
    <p:sldId id="793" r:id="rId553"/>
    <p:sldId id="794" r:id="rId554"/>
    <p:sldId id="795" r:id="rId555"/>
    <p:sldId id="796" r:id="rId556"/>
    <p:sldId id="797" r:id="rId557"/>
    <p:sldId id="798" r:id="rId558"/>
    <p:sldId id="799" r:id="rId559"/>
    <p:sldId id="800" r:id="rId560"/>
    <p:sldId id="801" r:id="rId561"/>
    <p:sldId id="802" r:id="rId562"/>
    <p:sldId id="803" r:id="rId563"/>
    <p:sldId id="804" r:id="rId564"/>
    <p:sldId id="805" r:id="rId565"/>
    <p:sldId id="806" r:id="rId566"/>
    <p:sldId id="807" r:id="rId567"/>
    <p:sldId id="808" r:id="rId568"/>
    <p:sldId id="809" r:id="rId569"/>
    <p:sldId id="810" r:id="rId570"/>
    <p:sldId id="811" r:id="rId571"/>
    <p:sldId id="812" r:id="rId572"/>
    <p:sldId id="813" r:id="rId573"/>
    <p:sldId id="814" r:id="rId574"/>
    <p:sldId id="815" r:id="rId575"/>
    <p:sldId id="816" r:id="rId576"/>
    <p:sldId id="817" r:id="rId577"/>
    <p:sldId id="818" r:id="rId578"/>
    <p:sldId id="819" r:id="rId579"/>
    <p:sldId id="820" r:id="rId580"/>
    <p:sldId id="821" r:id="rId581"/>
    <p:sldId id="822" r:id="rId582"/>
    <p:sldId id="823" r:id="rId583"/>
    <p:sldId id="824" r:id="rId584"/>
    <p:sldId id="825" r:id="rId585"/>
    <p:sldId id="826" r:id="rId586"/>
    <p:sldId id="827" r:id="rId587"/>
    <p:sldId id="828" r:id="rId588"/>
    <p:sldId id="829" r:id="rId589"/>
    <p:sldId id="830" r:id="rId590"/>
    <p:sldId id="832" r:id="rId591"/>
    <p:sldId id="833" r:id="rId592"/>
    <p:sldId id="831" r:id="rId593"/>
    <p:sldId id="834" r:id="rId594"/>
    <p:sldId id="835" r:id="rId595"/>
    <p:sldId id="836" r:id="rId596"/>
    <p:sldId id="837" r:id="rId597"/>
    <p:sldId id="838" r:id="rId598"/>
    <p:sldId id="839" r:id="rId599"/>
    <p:sldId id="840" r:id="rId600"/>
    <p:sldId id="841" r:id="rId601"/>
    <p:sldId id="842" r:id="rId602"/>
    <p:sldId id="843" r:id="rId603"/>
    <p:sldId id="844" r:id="rId604"/>
    <p:sldId id="845" r:id="rId605"/>
    <p:sldId id="846" r:id="rId606"/>
    <p:sldId id="847" r:id="rId607"/>
    <p:sldId id="848" r:id="rId608"/>
    <p:sldId id="849" r:id="rId609"/>
    <p:sldId id="850" r:id="rId610"/>
    <p:sldId id="851" r:id="rId611"/>
    <p:sldId id="862" r:id="rId612"/>
    <p:sldId id="852" r:id="rId613"/>
    <p:sldId id="853" r:id="rId614"/>
    <p:sldId id="854" r:id="rId615"/>
    <p:sldId id="855" r:id="rId616"/>
    <p:sldId id="856" r:id="rId617"/>
    <p:sldId id="857" r:id="rId618"/>
    <p:sldId id="858" r:id="rId619"/>
    <p:sldId id="859" r:id="rId620"/>
    <p:sldId id="860" r:id="rId621"/>
    <p:sldId id="861" r:id="rId622"/>
    <p:sldId id="863" r:id="rId623"/>
    <p:sldId id="864" r:id="rId624"/>
    <p:sldId id="865" r:id="rId625"/>
    <p:sldId id="866" r:id="rId626"/>
    <p:sldId id="867" r:id="rId627"/>
    <p:sldId id="868" r:id="rId628"/>
    <p:sldId id="869" r:id="rId629"/>
    <p:sldId id="870" r:id="rId630"/>
    <p:sldId id="871" r:id="rId631"/>
    <p:sldId id="872" r:id="rId632"/>
    <p:sldId id="873" r:id="rId633"/>
    <p:sldId id="874" r:id="rId634"/>
    <p:sldId id="875" r:id="rId635"/>
    <p:sldId id="876" r:id="rId636"/>
    <p:sldId id="877" r:id="rId637"/>
    <p:sldId id="878" r:id="rId638"/>
    <p:sldId id="879" r:id="rId639"/>
    <p:sldId id="880" r:id="rId640"/>
    <p:sldId id="881" r:id="rId641"/>
    <p:sldId id="882" r:id="rId642"/>
    <p:sldId id="883" r:id="rId643"/>
    <p:sldId id="884" r:id="rId644"/>
    <p:sldId id="885" r:id="rId645"/>
    <p:sldId id="886" r:id="rId646"/>
    <p:sldId id="887" r:id="rId647"/>
    <p:sldId id="888" r:id="rId648"/>
    <p:sldId id="889" r:id="rId649"/>
    <p:sldId id="890" r:id="rId650"/>
    <p:sldId id="891" r:id="rId651"/>
    <p:sldId id="892" r:id="rId652"/>
    <p:sldId id="897" r:id="rId653"/>
    <p:sldId id="893" r:id="rId654"/>
    <p:sldId id="894" r:id="rId655"/>
    <p:sldId id="895" r:id="rId656"/>
    <p:sldId id="896" r:id="rId657"/>
    <p:sldId id="898" r:id="rId658"/>
    <p:sldId id="899" r:id="rId659"/>
    <p:sldId id="900" r:id="rId660"/>
    <p:sldId id="901" r:id="rId661"/>
    <p:sldId id="902" r:id="rId662"/>
    <p:sldId id="903" r:id="rId663"/>
    <p:sldId id="904" r:id="rId664"/>
    <p:sldId id="905" r:id="rId665"/>
    <p:sldId id="906" r:id="rId666"/>
    <p:sldId id="907" r:id="rId667"/>
    <p:sldId id="908" r:id="rId668"/>
    <p:sldId id="909" r:id="rId669"/>
    <p:sldId id="910" r:id="rId670"/>
    <p:sldId id="911" r:id="rId671"/>
    <p:sldId id="912" r:id="rId672"/>
    <p:sldId id="913" r:id="rId673"/>
    <p:sldId id="914" r:id="rId674"/>
    <p:sldId id="915" r:id="rId675"/>
    <p:sldId id="916" r:id="rId676"/>
    <p:sldId id="917" r:id="rId677"/>
    <p:sldId id="918" r:id="rId678"/>
    <p:sldId id="919" r:id="rId679"/>
    <p:sldId id="920" r:id="rId680"/>
    <p:sldId id="921" r:id="rId681"/>
    <p:sldId id="922" r:id="rId682"/>
    <p:sldId id="923" r:id="rId683"/>
    <p:sldId id="924" r:id="rId684"/>
    <p:sldId id="925" r:id="rId685"/>
    <p:sldId id="926" r:id="rId686"/>
    <p:sldId id="927" r:id="rId687"/>
    <p:sldId id="928" r:id="rId688"/>
    <p:sldId id="929" r:id="rId689"/>
    <p:sldId id="930" r:id="rId690"/>
    <p:sldId id="931" r:id="rId691"/>
    <p:sldId id="932" r:id="rId692"/>
    <p:sldId id="933" r:id="rId693"/>
    <p:sldId id="934" r:id="rId694"/>
    <p:sldId id="935" r:id="rId695"/>
    <p:sldId id="936" r:id="rId696"/>
    <p:sldId id="939" r:id="rId697"/>
    <p:sldId id="937" r:id="rId698"/>
    <p:sldId id="938" r:id="rId699"/>
    <p:sldId id="940" r:id="rId700"/>
    <p:sldId id="941" r:id="rId701"/>
    <p:sldId id="942" r:id="rId702"/>
    <p:sldId id="943" r:id="rId703"/>
    <p:sldId id="944" r:id="rId704"/>
    <p:sldId id="945" r:id="rId705"/>
    <p:sldId id="946" r:id="rId706"/>
    <p:sldId id="947" r:id="rId707"/>
    <p:sldId id="948" r:id="rId708"/>
    <p:sldId id="949" r:id="rId709"/>
    <p:sldId id="950" r:id="rId710"/>
    <p:sldId id="951" r:id="rId711"/>
    <p:sldId id="952" r:id="rId712"/>
    <p:sldId id="953" r:id="rId713"/>
    <p:sldId id="954" r:id="rId714"/>
    <p:sldId id="955" r:id="rId715"/>
    <p:sldId id="956" r:id="rId716"/>
    <p:sldId id="957" r:id="rId717"/>
    <p:sldId id="958" r:id="rId718"/>
    <p:sldId id="959" r:id="rId719"/>
    <p:sldId id="960" r:id="rId720"/>
    <p:sldId id="961" r:id="rId721"/>
    <p:sldId id="962" r:id="rId722"/>
    <p:sldId id="963" r:id="rId723"/>
    <p:sldId id="964" r:id="rId724"/>
    <p:sldId id="965" r:id="rId725"/>
    <p:sldId id="966" r:id="rId726"/>
    <p:sldId id="967" r:id="rId727"/>
    <p:sldId id="968" r:id="rId728"/>
    <p:sldId id="969" r:id="rId729"/>
    <p:sldId id="970" r:id="rId730"/>
    <p:sldId id="971" r:id="rId731"/>
    <p:sldId id="972" r:id="rId732"/>
    <p:sldId id="973" r:id="rId733"/>
    <p:sldId id="974" r:id="rId734"/>
    <p:sldId id="975" r:id="rId735"/>
    <p:sldId id="976" r:id="rId736"/>
    <p:sldId id="977" r:id="rId737"/>
    <p:sldId id="978" r:id="rId738"/>
    <p:sldId id="979" r:id="rId739"/>
    <p:sldId id="980" r:id="rId740"/>
    <p:sldId id="981" r:id="rId741"/>
    <p:sldId id="982" r:id="rId742"/>
    <p:sldId id="983" r:id="rId743"/>
    <p:sldId id="984" r:id="rId744"/>
    <p:sldId id="985" r:id="rId745"/>
    <p:sldId id="986" r:id="rId746"/>
    <p:sldId id="987" r:id="rId747"/>
    <p:sldId id="988" r:id="rId748"/>
    <p:sldId id="989" r:id="rId749"/>
    <p:sldId id="990" r:id="rId750"/>
    <p:sldId id="991" r:id="rId751"/>
    <p:sldId id="992" r:id="rId752"/>
    <p:sldId id="993" r:id="rId753"/>
    <p:sldId id="994" r:id="rId754"/>
    <p:sldId id="995" r:id="rId755"/>
    <p:sldId id="996" r:id="rId756"/>
    <p:sldId id="997" r:id="rId757"/>
    <p:sldId id="998" r:id="rId758"/>
    <p:sldId id="999" r:id="rId759"/>
    <p:sldId id="1000" r:id="rId760"/>
    <p:sldId id="1001" r:id="rId761"/>
    <p:sldId id="1002" r:id="rId762"/>
    <p:sldId id="1003" r:id="rId763"/>
    <p:sldId id="1004" r:id="rId764"/>
    <p:sldId id="1005" r:id="rId765"/>
    <p:sldId id="1006" r:id="rId766"/>
    <p:sldId id="1007" r:id="rId767"/>
    <p:sldId id="1008" r:id="rId768"/>
    <p:sldId id="1009" r:id="rId769"/>
    <p:sldId id="1010" r:id="rId770"/>
    <p:sldId id="1011" r:id="rId771"/>
    <p:sldId id="1012" r:id="rId772"/>
    <p:sldId id="1013" r:id="rId773"/>
    <p:sldId id="1014" r:id="rId774"/>
    <p:sldId id="1015" r:id="rId775"/>
    <p:sldId id="1016" r:id="rId776"/>
    <p:sldId id="1017" r:id="rId777"/>
    <p:sldId id="1018" r:id="rId778"/>
    <p:sldId id="1019" r:id="rId779"/>
    <p:sldId id="1020" r:id="rId780"/>
    <p:sldId id="1021" r:id="rId781"/>
    <p:sldId id="1022" r:id="rId782"/>
    <p:sldId id="1023" r:id="rId783"/>
    <p:sldId id="1024" r:id="rId784"/>
    <p:sldId id="1025" r:id="rId785"/>
    <p:sldId id="1026" r:id="rId786"/>
    <p:sldId id="1027" r:id="rId787"/>
    <p:sldId id="1028" r:id="rId788"/>
    <p:sldId id="1029" r:id="rId789"/>
    <p:sldId id="1030" r:id="rId790"/>
    <p:sldId id="1031" r:id="rId791"/>
    <p:sldId id="1032" r:id="rId792"/>
    <p:sldId id="1033" r:id="rId793"/>
    <p:sldId id="1034" r:id="rId794"/>
    <p:sldId id="1035" r:id="rId795"/>
    <p:sldId id="1164" r:id="rId796"/>
    <p:sldId id="1165" r:id="rId797"/>
    <p:sldId id="1036" r:id="rId798"/>
    <p:sldId id="1037" r:id="rId799"/>
    <p:sldId id="1038" r:id="rId800"/>
    <p:sldId id="1039" r:id="rId801"/>
    <p:sldId id="1040" r:id="rId802"/>
    <p:sldId id="1041" r:id="rId803"/>
    <p:sldId id="1042" r:id="rId804"/>
    <p:sldId id="1043" r:id="rId805"/>
    <p:sldId id="1044" r:id="rId806"/>
    <p:sldId id="1045" r:id="rId807"/>
    <p:sldId id="1046" r:id="rId808"/>
    <p:sldId id="1047" r:id="rId809"/>
    <p:sldId id="1048" r:id="rId810"/>
    <p:sldId id="1049" r:id="rId811"/>
    <p:sldId id="1050" r:id="rId812"/>
    <p:sldId id="1051" r:id="rId813"/>
    <p:sldId id="1052" r:id="rId814"/>
    <p:sldId id="1053" r:id="rId815"/>
    <p:sldId id="1054" r:id="rId816"/>
    <p:sldId id="1055" r:id="rId817"/>
    <p:sldId id="1056" r:id="rId818"/>
    <p:sldId id="1057" r:id="rId819"/>
    <p:sldId id="1058" r:id="rId820"/>
    <p:sldId id="1059" r:id="rId821"/>
    <p:sldId id="1060" r:id="rId822"/>
    <p:sldId id="1061" r:id="rId823"/>
    <p:sldId id="1062" r:id="rId824"/>
    <p:sldId id="1063" r:id="rId825"/>
    <p:sldId id="1064" r:id="rId826"/>
    <p:sldId id="1065" r:id="rId827"/>
    <p:sldId id="1066" r:id="rId828"/>
    <p:sldId id="1067" r:id="rId829"/>
    <p:sldId id="1068" r:id="rId830"/>
    <p:sldId id="1069" r:id="rId831"/>
    <p:sldId id="1070" r:id="rId832"/>
    <p:sldId id="1071" r:id="rId833"/>
    <p:sldId id="1072" r:id="rId834"/>
    <p:sldId id="1073" r:id="rId835"/>
    <p:sldId id="1074" r:id="rId836"/>
    <p:sldId id="1075" r:id="rId837"/>
    <p:sldId id="1076" r:id="rId838"/>
    <p:sldId id="1077" r:id="rId839"/>
    <p:sldId id="1078" r:id="rId840"/>
    <p:sldId id="1079" r:id="rId841"/>
    <p:sldId id="1080" r:id="rId842"/>
    <p:sldId id="1081" r:id="rId843"/>
    <p:sldId id="1082" r:id="rId844"/>
    <p:sldId id="1083" r:id="rId845"/>
    <p:sldId id="1084" r:id="rId846"/>
    <p:sldId id="1085" r:id="rId847"/>
    <p:sldId id="1157" r:id="rId848"/>
    <p:sldId id="1086" r:id="rId849"/>
    <p:sldId id="1087" r:id="rId850"/>
    <p:sldId id="1088" r:id="rId851"/>
    <p:sldId id="1167" r:id="rId852"/>
    <p:sldId id="1090" r:id="rId853"/>
    <p:sldId id="1091" r:id="rId854"/>
    <p:sldId id="1092" r:id="rId855"/>
    <p:sldId id="1093" r:id="rId856"/>
    <p:sldId id="1094" r:id="rId857"/>
    <p:sldId id="1095" r:id="rId858"/>
    <p:sldId id="1096" r:id="rId859"/>
    <p:sldId id="1097" r:id="rId860"/>
    <p:sldId id="1098" r:id="rId861"/>
    <p:sldId id="1099" r:id="rId862"/>
    <p:sldId id="1100" r:id="rId863"/>
    <p:sldId id="1101" r:id="rId864"/>
    <p:sldId id="1102" r:id="rId865"/>
    <p:sldId id="1103" r:id="rId866"/>
    <p:sldId id="1105" r:id="rId867"/>
    <p:sldId id="1106" r:id="rId868"/>
    <p:sldId id="1107" r:id="rId869"/>
    <p:sldId id="1108" r:id="rId870"/>
    <p:sldId id="1109" r:id="rId871"/>
    <p:sldId id="1110" r:id="rId872"/>
    <p:sldId id="1111" r:id="rId873"/>
    <p:sldId id="1112" r:id="rId874"/>
    <p:sldId id="1113" r:id="rId875"/>
    <p:sldId id="1114" r:id="rId876"/>
    <p:sldId id="1115" r:id="rId877"/>
    <p:sldId id="1116" r:id="rId878"/>
    <p:sldId id="1117" r:id="rId879"/>
    <p:sldId id="1118" r:id="rId880"/>
    <p:sldId id="1119" r:id="rId881"/>
    <p:sldId id="1120" r:id="rId882"/>
    <p:sldId id="1121" r:id="rId883"/>
    <p:sldId id="1122" r:id="rId884"/>
    <p:sldId id="1123" r:id="rId885"/>
    <p:sldId id="1124" r:id="rId886"/>
    <p:sldId id="1125" r:id="rId887"/>
    <p:sldId id="1126" r:id="rId888"/>
    <p:sldId id="1127" r:id="rId889"/>
    <p:sldId id="1128" r:id="rId890"/>
    <p:sldId id="1129" r:id="rId891"/>
    <p:sldId id="1130" r:id="rId892"/>
    <p:sldId id="1131" r:id="rId893"/>
    <p:sldId id="1132" r:id="rId894"/>
    <p:sldId id="1133" r:id="rId895"/>
    <p:sldId id="1134" r:id="rId896"/>
    <p:sldId id="1135" r:id="rId897"/>
    <p:sldId id="1136" r:id="rId898"/>
    <p:sldId id="1137" r:id="rId89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ction" id="{E468DDF3-90C6-4762-B208-24DCA1C1103E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5"/>
            <p14:sldId id="286"/>
            <p14:sldId id="287"/>
            <p14:sldId id="1166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01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284"/>
            <p14:sldId id="257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79"/>
            <p14:sldId id="380"/>
            <p14:sldId id="381"/>
            <p14:sldId id="382"/>
            <p14:sldId id="355"/>
            <p14:sldId id="356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06"/>
            <p14:sldId id="466"/>
          </p14:sldIdLst>
        </p14:section>
        <p14:section name="Alert" id="{2BDD9B27-A87E-43D7-A82D-DC08F7500627}">
          <p14:sldIdLst>
            <p14:sldId id="467"/>
            <p14:sldId id="468"/>
            <p14:sldId id="469"/>
            <p14:sldId id="470"/>
          </p14:sldIdLst>
        </p14:section>
        <p14:section name="AV" id="{FE26B34A-F653-42B1-95B4-F9DE2D91F519}">
          <p14:sldIdLst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3"/>
          </p14:sldIdLst>
        </p14:section>
        <p14:section name="Communication" id="{BDE64303-97AB-48F8-8113-2649DA8A63A5}">
          <p14:sldIdLst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</p14:sldIdLst>
        </p14:section>
        <p14:section name="Content" id="{29DC8A9E-E441-46E9-A539-1D5D9ED45EC6}">
          <p14:sldIdLst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  <p14:sldId id="626"/>
            <p14:sldId id="627"/>
            <p14:sldId id="1147"/>
            <p14:sldId id="1148"/>
            <p14:sldId id="1149"/>
            <p14:sldId id="1150"/>
          </p14:sldIdLst>
        </p14:section>
        <p14:section name="Device" id="{EF100CD5-235A-4DC5-8041-79CCEF72475C}">
          <p14:sldIdLst>
            <p14:sldId id="628"/>
            <p14:sldId id="629"/>
            <p14:sldId id="630"/>
            <p14:sldId id="631"/>
            <p14:sldId id="632"/>
            <p14:sldId id="633"/>
            <p14:sldId id="1158"/>
            <p14:sldId id="1159"/>
            <p14:sldId id="1160"/>
            <p14:sldId id="1161"/>
            <p14:sldId id="1162"/>
            <p14:sldId id="116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44"/>
            <p14:sldId id="645"/>
            <p14:sldId id="646"/>
            <p14:sldId id="647"/>
            <p14:sldId id="648"/>
            <p14:sldId id="649"/>
            <p14:sldId id="650"/>
            <p14:sldId id="651"/>
            <p14:sldId id="652"/>
            <p14:sldId id="653"/>
            <p14:sldId id="654"/>
            <p14:sldId id="655"/>
            <p14:sldId id="656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  <p14:sldId id="665"/>
            <p14:sldId id="666"/>
            <p14:sldId id="667"/>
            <p14:sldId id="668"/>
            <p14:sldId id="669"/>
            <p14:sldId id="670"/>
            <p14:sldId id="671"/>
            <p14:sldId id="673"/>
            <p14:sldId id="672"/>
            <p14:sldId id="674"/>
            <p14:sldId id="675"/>
            <p14:sldId id="676"/>
            <p14:sldId id="677"/>
            <p14:sldId id="678"/>
            <p14:sldId id="679"/>
          </p14:sldIdLst>
        </p14:section>
        <p14:section name="Editor" id="{021AA2A4-F8FB-427C-A776-72188E42DD78}">
          <p14:sldIdLst>
            <p14:sldId id="681"/>
            <p14:sldId id="682"/>
            <p14:sldId id="683"/>
            <p14:sldId id="684"/>
            <p14:sldId id="685"/>
            <p14:sldId id="686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695"/>
            <p14:sldId id="696"/>
            <p14:sldId id="698"/>
            <p14:sldId id="697"/>
            <p14:sldId id="699"/>
            <p14:sldId id="700"/>
            <p14:sldId id="701"/>
            <p14:sldId id="702"/>
            <p14:sldId id="703"/>
            <p14:sldId id="704"/>
            <p14:sldId id="705"/>
            <p14:sldId id="706"/>
            <p14:sldId id="707"/>
            <p14:sldId id="708"/>
            <p14:sldId id="709"/>
            <p14:sldId id="710"/>
            <p14:sldId id="711"/>
            <p14:sldId id="712"/>
            <p14:sldId id="713"/>
            <p14:sldId id="714"/>
            <p14:sldId id="715"/>
            <p14:sldId id="716"/>
            <p14:sldId id="717"/>
            <p14:sldId id="718"/>
            <p14:sldId id="719"/>
            <p14:sldId id="720"/>
            <p14:sldId id="721"/>
            <p14:sldId id="722"/>
            <p14:sldId id="723"/>
            <p14:sldId id="724"/>
            <p14:sldId id="725"/>
            <p14:sldId id="726"/>
            <p14:sldId id="727"/>
            <p14:sldId id="728"/>
            <p14:sldId id="729"/>
            <p14:sldId id="730"/>
            <p14:sldId id="731"/>
            <p14:sldId id="732"/>
            <p14:sldId id="733"/>
            <p14:sldId id="734"/>
            <p14:sldId id="735"/>
            <p14:sldId id="1151"/>
            <p14:sldId id="1152"/>
            <p14:sldId id="1153"/>
            <p14:sldId id="1154"/>
            <p14:sldId id="1155"/>
            <p14:sldId id="1156"/>
          </p14:sldIdLst>
        </p14:section>
        <p14:section name="File" id="{6EC806D7-8224-4F10-BF06-8481E06C5C79}">
          <p14:sldIdLst>
            <p14:sldId id="736"/>
            <p14:sldId id="737"/>
            <p14:sldId id="738"/>
            <p14:sldId id="739"/>
            <p14:sldId id="740"/>
            <p14:sldId id="741"/>
            <p14:sldId id="742"/>
            <p14:sldId id="743"/>
            <p14:sldId id="744"/>
            <p14:sldId id="745"/>
            <p14:sldId id="746"/>
            <p14:sldId id="747"/>
            <p14:sldId id="748"/>
            <p14:sldId id="749"/>
          </p14:sldIdLst>
        </p14:section>
        <p14:section name="Hardware" id="{AC65B8F0-2FA4-42D3-AB10-6A1835F716B2}">
          <p14:sldIdLst>
            <p14:sldId id="750"/>
            <p14:sldId id="751"/>
            <p14:sldId id="752"/>
            <p14:sldId id="753"/>
            <p14:sldId id="754"/>
            <p14:sldId id="755"/>
            <p14:sldId id="756"/>
            <p14:sldId id="757"/>
            <p14:sldId id="758"/>
            <p14:sldId id="759"/>
            <p14:sldId id="760"/>
            <p14:sldId id="761"/>
            <p14:sldId id="762"/>
            <p14:sldId id="763"/>
            <p14:sldId id="764"/>
            <p14:sldId id="765"/>
            <p14:sldId id="766"/>
            <p14:sldId id="767"/>
            <p14:sldId id="768"/>
            <p14:sldId id="769"/>
            <p14:sldId id="770"/>
            <p14:sldId id="771"/>
            <p14:sldId id="772"/>
            <p14:sldId id="773"/>
            <p14:sldId id="774"/>
            <p14:sldId id="775"/>
            <p14:sldId id="776"/>
            <p14:sldId id="777"/>
            <p14:sldId id="778"/>
            <p14:sldId id="779"/>
            <p14:sldId id="780"/>
            <p14:sldId id="781"/>
            <p14:sldId id="782"/>
            <p14:sldId id="783"/>
            <p14:sldId id="784"/>
            <p14:sldId id="785"/>
            <p14:sldId id="786"/>
            <p14:sldId id="787"/>
            <p14:sldId id="788"/>
            <p14:sldId id="789"/>
            <p14:sldId id="790"/>
            <p14:sldId id="791"/>
            <p14:sldId id="792"/>
            <p14:sldId id="793"/>
            <p14:sldId id="794"/>
            <p14:sldId id="795"/>
            <p14:sldId id="796"/>
            <p14:sldId id="797"/>
          </p14:sldIdLst>
        </p14:section>
        <p14:section name="Image" id="{AB59D389-349F-49AA-B718-52BE87B42D0B}">
          <p14:sldIdLst>
            <p14:sldId id="798"/>
            <p14:sldId id="799"/>
            <p14:sldId id="800"/>
            <p14:sldId id="801"/>
            <p14:sldId id="802"/>
            <p14:sldId id="803"/>
            <p14:sldId id="804"/>
            <p14:sldId id="805"/>
            <p14:sldId id="806"/>
            <p14:sldId id="807"/>
            <p14:sldId id="808"/>
            <p14:sldId id="809"/>
            <p14:sldId id="810"/>
            <p14:sldId id="811"/>
            <p14:sldId id="812"/>
            <p14:sldId id="813"/>
            <p14:sldId id="814"/>
            <p14:sldId id="815"/>
            <p14:sldId id="816"/>
            <p14:sldId id="817"/>
            <p14:sldId id="818"/>
            <p14:sldId id="819"/>
            <p14:sldId id="820"/>
            <p14:sldId id="821"/>
            <p14:sldId id="822"/>
            <p14:sldId id="823"/>
            <p14:sldId id="824"/>
            <p14:sldId id="825"/>
            <p14:sldId id="826"/>
            <p14:sldId id="827"/>
            <p14:sldId id="828"/>
            <p14:sldId id="829"/>
            <p14:sldId id="830"/>
            <p14:sldId id="832"/>
            <p14:sldId id="833"/>
            <p14:sldId id="831"/>
            <p14:sldId id="834"/>
            <p14:sldId id="835"/>
            <p14:sldId id="836"/>
            <p14:sldId id="837"/>
            <p14:sldId id="838"/>
            <p14:sldId id="839"/>
            <p14:sldId id="840"/>
            <p14:sldId id="841"/>
            <p14:sldId id="842"/>
            <p14:sldId id="843"/>
            <p14:sldId id="844"/>
            <p14:sldId id="845"/>
            <p14:sldId id="846"/>
            <p14:sldId id="847"/>
            <p14:sldId id="848"/>
            <p14:sldId id="849"/>
            <p14:sldId id="850"/>
            <p14:sldId id="851"/>
            <p14:sldId id="862"/>
            <p14:sldId id="852"/>
            <p14:sldId id="853"/>
            <p14:sldId id="854"/>
            <p14:sldId id="855"/>
            <p14:sldId id="856"/>
            <p14:sldId id="857"/>
            <p14:sldId id="858"/>
            <p14:sldId id="859"/>
            <p14:sldId id="860"/>
            <p14:sldId id="861"/>
            <p14:sldId id="863"/>
            <p14:sldId id="864"/>
            <p14:sldId id="865"/>
            <p14:sldId id="866"/>
            <p14:sldId id="867"/>
            <p14:sldId id="868"/>
            <p14:sldId id="869"/>
            <p14:sldId id="870"/>
            <p14:sldId id="871"/>
            <p14:sldId id="872"/>
            <p14:sldId id="873"/>
            <p14:sldId id="874"/>
            <p14:sldId id="875"/>
            <p14:sldId id="876"/>
            <p14:sldId id="877"/>
            <p14:sldId id="878"/>
            <p14:sldId id="879"/>
            <p14:sldId id="880"/>
            <p14:sldId id="881"/>
            <p14:sldId id="882"/>
            <p14:sldId id="883"/>
            <p14:sldId id="884"/>
            <p14:sldId id="885"/>
            <p14:sldId id="886"/>
            <p14:sldId id="887"/>
            <p14:sldId id="888"/>
            <p14:sldId id="889"/>
            <p14:sldId id="890"/>
            <p14:sldId id="891"/>
            <p14:sldId id="892"/>
            <p14:sldId id="897"/>
            <p14:sldId id="893"/>
            <p14:sldId id="894"/>
            <p14:sldId id="895"/>
            <p14:sldId id="896"/>
            <p14:sldId id="898"/>
            <p14:sldId id="899"/>
            <p14:sldId id="900"/>
            <p14:sldId id="901"/>
            <p14:sldId id="902"/>
            <p14:sldId id="903"/>
            <p14:sldId id="904"/>
            <p14:sldId id="905"/>
            <p14:sldId id="906"/>
            <p14:sldId id="907"/>
            <p14:sldId id="908"/>
            <p14:sldId id="909"/>
            <p14:sldId id="910"/>
            <p14:sldId id="911"/>
            <p14:sldId id="912"/>
            <p14:sldId id="913"/>
            <p14:sldId id="914"/>
            <p14:sldId id="915"/>
            <p14:sldId id="916"/>
            <p14:sldId id="917"/>
            <p14:sldId id="918"/>
            <p14:sldId id="919"/>
            <p14:sldId id="920"/>
            <p14:sldId id="921"/>
            <p14:sldId id="922"/>
            <p14:sldId id="923"/>
            <p14:sldId id="924"/>
            <p14:sldId id="925"/>
            <p14:sldId id="926"/>
            <p14:sldId id="927"/>
            <p14:sldId id="928"/>
            <p14:sldId id="929"/>
            <p14:sldId id="930"/>
            <p14:sldId id="931"/>
            <p14:sldId id="932"/>
            <p14:sldId id="933"/>
            <p14:sldId id="934"/>
            <p14:sldId id="935"/>
            <p14:sldId id="936"/>
            <p14:sldId id="939"/>
            <p14:sldId id="937"/>
            <p14:sldId id="938"/>
            <p14:sldId id="940"/>
            <p14:sldId id="941"/>
            <p14:sldId id="942"/>
            <p14:sldId id="943"/>
            <p14:sldId id="944"/>
            <p14:sldId id="945"/>
            <p14:sldId id="946"/>
            <p14:sldId id="947"/>
            <p14:sldId id="948"/>
            <p14:sldId id="949"/>
            <p14:sldId id="950"/>
            <p14:sldId id="951"/>
          </p14:sldIdLst>
        </p14:section>
        <p14:section name="Maps" id="{FFD14098-582F-4894-88B9-ACC228E30981}">
          <p14:sldIdLst>
            <p14:sldId id="952"/>
            <p14:sldId id="953"/>
            <p14:sldId id="954"/>
            <p14:sldId id="955"/>
            <p14:sldId id="956"/>
            <p14:sldId id="957"/>
            <p14:sldId id="958"/>
            <p14:sldId id="959"/>
            <p14:sldId id="960"/>
            <p14:sldId id="961"/>
            <p14:sldId id="962"/>
            <p14:sldId id="963"/>
            <p14:sldId id="964"/>
            <p14:sldId id="965"/>
            <p14:sldId id="966"/>
            <p14:sldId id="967"/>
            <p14:sldId id="968"/>
            <p14:sldId id="969"/>
            <p14:sldId id="970"/>
            <p14:sldId id="971"/>
            <p14:sldId id="972"/>
            <p14:sldId id="973"/>
            <p14:sldId id="974"/>
            <p14:sldId id="975"/>
            <p14:sldId id="976"/>
            <p14:sldId id="977"/>
            <p14:sldId id="978"/>
            <p14:sldId id="979"/>
            <p14:sldId id="980"/>
            <p14:sldId id="981"/>
            <p14:sldId id="982"/>
            <p14:sldId id="983"/>
            <p14:sldId id="984"/>
            <p14:sldId id="985"/>
            <p14:sldId id="986"/>
            <p14:sldId id="987"/>
            <p14:sldId id="988"/>
            <p14:sldId id="989"/>
            <p14:sldId id="990"/>
            <p14:sldId id="991"/>
            <p14:sldId id="992"/>
            <p14:sldId id="993"/>
            <p14:sldId id="994"/>
            <p14:sldId id="995"/>
            <p14:sldId id="996"/>
            <p14:sldId id="997"/>
            <p14:sldId id="998"/>
            <p14:sldId id="999"/>
            <p14:sldId id="1000"/>
            <p14:sldId id="1001"/>
            <p14:sldId id="1002"/>
            <p14:sldId id="1003"/>
            <p14:sldId id="1004"/>
            <p14:sldId id="1005"/>
            <p14:sldId id="1006"/>
            <p14:sldId id="1007"/>
            <p14:sldId id="1008"/>
            <p14:sldId id="1009"/>
            <p14:sldId id="1010"/>
            <p14:sldId id="1011"/>
            <p14:sldId id="1012"/>
          </p14:sldIdLst>
        </p14:section>
        <p14:section name="Navigation" id="{4A8E9545-42FF-4D84-A54A-0E219F6F1C5D}">
          <p14:sldIdLst>
            <p14:sldId id="1013"/>
            <p14:sldId id="1014"/>
            <p14:sldId id="1015"/>
            <p14:sldId id="1016"/>
            <p14:sldId id="1017"/>
            <p14:sldId id="1018"/>
            <p14:sldId id="1019"/>
            <p14:sldId id="1020"/>
            <p14:sldId id="1021"/>
            <p14:sldId id="1022"/>
            <p14:sldId id="1023"/>
            <p14:sldId id="1024"/>
            <p14:sldId id="1025"/>
            <p14:sldId id="1026"/>
            <p14:sldId id="1027"/>
            <p14:sldId id="1028"/>
            <p14:sldId id="1029"/>
            <p14:sldId id="1030"/>
            <p14:sldId id="1031"/>
            <p14:sldId id="1032"/>
            <p14:sldId id="1033"/>
            <p14:sldId id="1034"/>
            <p14:sldId id="1035"/>
            <p14:sldId id="1164"/>
            <p14:sldId id="1165"/>
          </p14:sldIdLst>
        </p14:section>
        <p14:section name="Notification" id="{0D142D3E-F6C5-41BD-89F2-0C3B88CB4C6C}">
          <p14:sldIdLst>
            <p14:sldId id="1036"/>
            <p14:sldId id="1037"/>
            <p14:sldId id="1038"/>
            <p14:sldId id="1039"/>
            <p14:sldId id="1040"/>
            <p14:sldId id="1041"/>
            <p14:sldId id="1042"/>
            <p14:sldId id="1043"/>
            <p14:sldId id="1044"/>
            <p14:sldId id="1045"/>
            <p14:sldId id="1046"/>
            <p14:sldId id="1047"/>
            <p14:sldId id="1048"/>
            <p14:sldId id="1049"/>
            <p14:sldId id="1050"/>
            <p14:sldId id="1051"/>
            <p14:sldId id="1052"/>
            <p14:sldId id="1053"/>
            <p14:sldId id="1054"/>
            <p14:sldId id="1055"/>
            <p14:sldId id="1056"/>
            <p14:sldId id="1057"/>
            <p14:sldId id="1058"/>
            <p14:sldId id="1059"/>
            <p14:sldId id="1060"/>
            <p14:sldId id="1061"/>
            <p14:sldId id="1062"/>
            <p14:sldId id="1063"/>
            <p14:sldId id="1064"/>
            <p14:sldId id="1065"/>
            <p14:sldId id="1066"/>
            <p14:sldId id="1067"/>
            <p14:sldId id="1068"/>
            <p14:sldId id="1069"/>
            <p14:sldId id="1070"/>
            <p14:sldId id="1071"/>
            <p14:sldId id="1072"/>
            <p14:sldId id="1073"/>
            <p14:sldId id="1074"/>
            <p14:sldId id="1075"/>
            <p14:sldId id="1076"/>
            <p14:sldId id="1077"/>
            <p14:sldId id="1078"/>
            <p14:sldId id="1079"/>
            <p14:sldId id="1080"/>
            <p14:sldId id="1081"/>
            <p14:sldId id="1082"/>
            <p14:sldId id="1083"/>
            <p14:sldId id="1084"/>
            <p14:sldId id="1085"/>
            <p14:sldId id="1157"/>
          </p14:sldIdLst>
        </p14:section>
        <p14:section name="Places" id="{8007C83A-D36C-43E5-9AD6-8CBF0EDDCB29}">
          <p14:sldIdLst>
            <p14:sldId id="1086"/>
            <p14:sldId id="1087"/>
            <p14:sldId id="1088"/>
            <p14:sldId id="1167"/>
            <p14:sldId id="1090"/>
            <p14:sldId id="1091"/>
            <p14:sldId id="1092"/>
            <p14:sldId id="1093"/>
            <p14:sldId id="1094"/>
            <p14:sldId id="1095"/>
            <p14:sldId id="1096"/>
            <p14:sldId id="1097"/>
            <p14:sldId id="1098"/>
            <p14:sldId id="1099"/>
            <p14:sldId id="1100"/>
            <p14:sldId id="1101"/>
            <p14:sldId id="1102"/>
            <p14:sldId id="1103"/>
          </p14:sldIdLst>
        </p14:section>
        <p14:section name="Social" id="{F5BAA241-2368-4993-BA08-7DCC10983683}">
          <p14:sldIdLst>
            <p14:sldId id="1105"/>
            <p14:sldId id="1106"/>
            <p14:sldId id="1107"/>
            <p14:sldId id="1108"/>
            <p14:sldId id="1109"/>
            <p14:sldId id="1110"/>
            <p14:sldId id="1111"/>
            <p14:sldId id="1112"/>
            <p14:sldId id="1113"/>
            <p14:sldId id="1114"/>
            <p14:sldId id="1115"/>
            <p14:sldId id="1116"/>
            <p14:sldId id="1117"/>
            <p14:sldId id="1118"/>
            <p14:sldId id="1119"/>
            <p14:sldId id="1120"/>
            <p14:sldId id="1121"/>
            <p14:sldId id="1122"/>
            <p14:sldId id="1123"/>
            <p14:sldId id="1124"/>
            <p14:sldId id="1125"/>
            <p14:sldId id="1126"/>
            <p14:sldId id="1127"/>
            <p14:sldId id="1128"/>
            <p14:sldId id="1129"/>
          </p14:sldIdLst>
        </p14:section>
        <p14:section name="Toggle" id="{6C6CAE87-B6CB-450C-B5A2-C08CB6CADBFB}">
          <p14:sldIdLst>
            <p14:sldId id="1130"/>
            <p14:sldId id="1131"/>
            <p14:sldId id="1132"/>
            <p14:sldId id="1133"/>
            <p14:sldId id="1134"/>
            <p14:sldId id="1135"/>
            <p14:sldId id="1136"/>
            <p14:sldId id="11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AECCE7"/>
    <a:srgbClr val="000000"/>
    <a:srgbClr val="03A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71" autoAdjust="0"/>
    <p:restoredTop sz="94577" autoAdjust="0"/>
  </p:normalViewPr>
  <p:slideViewPr>
    <p:cSldViewPr>
      <p:cViewPr varScale="1">
        <p:scale>
          <a:sx n="153" d="100"/>
          <a:sy n="153" d="100"/>
        </p:scale>
        <p:origin x="2028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955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671" Type="http://schemas.openxmlformats.org/officeDocument/2006/relationships/slide" Target="slides/slide670.xml"/><Relationship Id="rId769" Type="http://schemas.openxmlformats.org/officeDocument/2006/relationships/slide" Target="slides/slide768.xml"/><Relationship Id="rId21" Type="http://schemas.openxmlformats.org/officeDocument/2006/relationships/slide" Target="slides/slide20.xml"/><Relationship Id="rId324" Type="http://schemas.openxmlformats.org/officeDocument/2006/relationships/slide" Target="slides/slide323.xml"/><Relationship Id="rId531" Type="http://schemas.openxmlformats.org/officeDocument/2006/relationships/slide" Target="slides/slide530.xml"/><Relationship Id="rId629" Type="http://schemas.openxmlformats.org/officeDocument/2006/relationships/slide" Target="slides/slide628.xml"/><Relationship Id="rId170" Type="http://schemas.openxmlformats.org/officeDocument/2006/relationships/slide" Target="slides/slide169.xml"/><Relationship Id="rId836" Type="http://schemas.openxmlformats.org/officeDocument/2006/relationships/slide" Target="slides/slide835.xml"/><Relationship Id="rId268" Type="http://schemas.openxmlformats.org/officeDocument/2006/relationships/slide" Target="slides/slide267.xml"/><Relationship Id="rId475" Type="http://schemas.openxmlformats.org/officeDocument/2006/relationships/slide" Target="slides/slide474.xml"/><Relationship Id="rId682" Type="http://schemas.openxmlformats.org/officeDocument/2006/relationships/slide" Target="slides/slide681.xml"/><Relationship Id="rId903" Type="http://schemas.openxmlformats.org/officeDocument/2006/relationships/tableStyles" Target="tableStyles.xml"/><Relationship Id="rId32" Type="http://schemas.openxmlformats.org/officeDocument/2006/relationships/slide" Target="slides/slide31.xml"/><Relationship Id="rId128" Type="http://schemas.openxmlformats.org/officeDocument/2006/relationships/slide" Target="slides/slide127.xml"/><Relationship Id="rId335" Type="http://schemas.openxmlformats.org/officeDocument/2006/relationships/slide" Target="slides/slide334.xml"/><Relationship Id="rId542" Type="http://schemas.openxmlformats.org/officeDocument/2006/relationships/slide" Target="slides/slide541.xml"/><Relationship Id="rId181" Type="http://schemas.openxmlformats.org/officeDocument/2006/relationships/slide" Target="slides/slide180.xml"/><Relationship Id="rId402" Type="http://schemas.openxmlformats.org/officeDocument/2006/relationships/slide" Target="slides/slide401.xml"/><Relationship Id="rId847" Type="http://schemas.openxmlformats.org/officeDocument/2006/relationships/slide" Target="slides/slide846.xml"/><Relationship Id="rId279" Type="http://schemas.openxmlformats.org/officeDocument/2006/relationships/slide" Target="slides/slide278.xml"/><Relationship Id="rId486" Type="http://schemas.openxmlformats.org/officeDocument/2006/relationships/slide" Target="slides/slide485.xml"/><Relationship Id="rId693" Type="http://schemas.openxmlformats.org/officeDocument/2006/relationships/slide" Target="slides/slide692.xml"/><Relationship Id="rId707" Type="http://schemas.openxmlformats.org/officeDocument/2006/relationships/slide" Target="slides/slide706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346" Type="http://schemas.openxmlformats.org/officeDocument/2006/relationships/slide" Target="slides/slide345.xml"/><Relationship Id="rId553" Type="http://schemas.openxmlformats.org/officeDocument/2006/relationships/slide" Target="slides/slide552.xml"/><Relationship Id="rId760" Type="http://schemas.openxmlformats.org/officeDocument/2006/relationships/slide" Target="slides/slide75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413" Type="http://schemas.openxmlformats.org/officeDocument/2006/relationships/slide" Target="slides/slide412.xml"/><Relationship Id="rId858" Type="http://schemas.openxmlformats.org/officeDocument/2006/relationships/slide" Target="slides/slide857.xml"/><Relationship Id="rId497" Type="http://schemas.openxmlformats.org/officeDocument/2006/relationships/slide" Target="slides/slide496.xml"/><Relationship Id="rId620" Type="http://schemas.openxmlformats.org/officeDocument/2006/relationships/slide" Target="slides/slide619.xml"/><Relationship Id="rId718" Type="http://schemas.openxmlformats.org/officeDocument/2006/relationships/slide" Target="slides/slide717.xml"/><Relationship Id="rId357" Type="http://schemas.openxmlformats.org/officeDocument/2006/relationships/slide" Target="slides/slide356.xml"/><Relationship Id="rId54" Type="http://schemas.openxmlformats.org/officeDocument/2006/relationships/slide" Target="slides/slide53.xml"/><Relationship Id="rId217" Type="http://schemas.openxmlformats.org/officeDocument/2006/relationships/slide" Target="slides/slide216.xml"/><Relationship Id="rId564" Type="http://schemas.openxmlformats.org/officeDocument/2006/relationships/slide" Target="slides/slide563.xml"/><Relationship Id="rId771" Type="http://schemas.openxmlformats.org/officeDocument/2006/relationships/slide" Target="slides/slide770.xml"/><Relationship Id="rId869" Type="http://schemas.openxmlformats.org/officeDocument/2006/relationships/slide" Target="slides/slide868.xml"/><Relationship Id="rId424" Type="http://schemas.openxmlformats.org/officeDocument/2006/relationships/slide" Target="slides/slide423.xml"/><Relationship Id="rId631" Type="http://schemas.openxmlformats.org/officeDocument/2006/relationships/slide" Target="slides/slide630.xml"/><Relationship Id="rId729" Type="http://schemas.openxmlformats.org/officeDocument/2006/relationships/slide" Target="slides/slide728.xml"/><Relationship Id="rId270" Type="http://schemas.openxmlformats.org/officeDocument/2006/relationships/slide" Target="slides/slide269.xml"/><Relationship Id="rId65" Type="http://schemas.openxmlformats.org/officeDocument/2006/relationships/slide" Target="slides/slide64.xml"/><Relationship Id="rId130" Type="http://schemas.openxmlformats.org/officeDocument/2006/relationships/slide" Target="slides/slide129.xml"/><Relationship Id="rId368" Type="http://schemas.openxmlformats.org/officeDocument/2006/relationships/slide" Target="slides/slide367.xml"/><Relationship Id="rId575" Type="http://schemas.openxmlformats.org/officeDocument/2006/relationships/slide" Target="slides/slide574.xml"/><Relationship Id="rId782" Type="http://schemas.openxmlformats.org/officeDocument/2006/relationships/slide" Target="slides/slide781.xml"/><Relationship Id="rId228" Type="http://schemas.openxmlformats.org/officeDocument/2006/relationships/slide" Target="slides/slide227.xml"/><Relationship Id="rId435" Type="http://schemas.openxmlformats.org/officeDocument/2006/relationships/slide" Target="slides/slide434.xml"/><Relationship Id="rId642" Type="http://schemas.openxmlformats.org/officeDocument/2006/relationships/slide" Target="slides/slide641.xml"/><Relationship Id="rId281" Type="http://schemas.openxmlformats.org/officeDocument/2006/relationships/slide" Target="slides/slide280.xml"/><Relationship Id="rId502" Type="http://schemas.openxmlformats.org/officeDocument/2006/relationships/slide" Target="slides/slide501.xml"/><Relationship Id="rId76" Type="http://schemas.openxmlformats.org/officeDocument/2006/relationships/slide" Target="slides/slide75.xml"/><Relationship Id="rId141" Type="http://schemas.openxmlformats.org/officeDocument/2006/relationships/slide" Target="slides/slide140.xml"/><Relationship Id="rId379" Type="http://schemas.openxmlformats.org/officeDocument/2006/relationships/slide" Target="slides/slide378.xml"/><Relationship Id="rId586" Type="http://schemas.openxmlformats.org/officeDocument/2006/relationships/slide" Target="slides/slide585.xml"/><Relationship Id="rId793" Type="http://schemas.openxmlformats.org/officeDocument/2006/relationships/slide" Target="slides/slide792.xml"/><Relationship Id="rId807" Type="http://schemas.openxmlformats.org/officeDocument/2006/relationships/slide" Target="slides/slide806.xml"/><Relationship Id="rId7" Type="http://schemas.openxmlformats.org/officeDocument/2006/relationships/slide" Target="slides/slide6.xml"/><Relationship Id="rId239" Type="http://schemas.openxmlformats.org/officeDocument/2006/relationships/slide" Target="slides/slide238.xml"/><Relationship Id="rId446" Type="http://schemas.openxmlformats.org/officeDocument/2006/relationships/slide" Target="slides/slide445.xml"/><Relationship Id="rId653" Type="http://schemas.openxmlformats.org/officeDocument/2006/relationships/slide" Target="slides/slide652.xml"/><Relationship Id="rId292" Type="http://schemas.openxmlformats.org/officeDocument/2006/relationships/slide" Target="slides/slide291.xml"/><Relationship Id="rId306" Type="http://schemas.openxmlformats.org/officeDocument/2006/relationships/slide" Target="slides/slide305.xml"/><Relationship Id="rId860" Type="http://schemas.openxmlformats.org/officeDocument/2006/relationships/slide" Target="slides/slide859.xml"/><Relationship Id="rId87" Type="http://schemas.openxmlformats.org/officeDocument/2006/relationships/slide" Target="slides/slide86.xml"/><Relationship Id="rId513" Type="http://schemas.openxmlformats.org/officeDocument/2006/relationships/slide" Target="slides/slide512.xml"/><Relationship Id="rId597" Type="http://schemas.openxmlformats.org/officeDocument/2006/relationships/slide" Target="slides/slide596.xml"/><Relationship Id="rId720" Type="http://schemas.openxmlformats.org/officeDocument/2006/relationships/slide" Target="slides/slide719.xml"/><Relationship Id="rId818" Type="http://schemas.openxmlformats.org/officeDocument/2006/relationships/slide" Target="slides/slide817.xml"/><Relationship Id="rId152" Type="http://schemas.openxmlformats.org/officeDocument/2006/relationships/slide" Target="slides/slide151.xml"/><Relationship Id="rId457" Type="http://schemas.openxmlformats.org/officeDocument/2006/relationships/slide" Target="slides/slide456.xml"/><Relationship Id="rId664" Type="http://schemas.openxmlformats.org/officeDocument/2006/relationships/slide" Target="slides/slide663.xml"/><Relationship Id="rId871" Type="http://schemas.openxmlformats.org/officeDocument/2006/relationships/slide" Target="slides/slide870.xml"/><Relationship Id="rId14" Type="http://schemas.openxmlformats.org/officeDocument/2006/relationships/slide" Target="slides/slide13.xml"/><Relationship Id="rId56" Type="http://schemas.openxmlformats.org/officeDocument/2006/relationships/slide" Target="slides/slide55.xml"/><Relationship Id="rId317" Type="http://schemas.openxmlformats.org/officeDocument/2006/relationships/slide" Target="slides/slide316.xml"/><Relationship Id="rId359" Type="http://schemas.openxmlformats.org/officeDocument/2006/relationships/slide" Target="slides/slide358.xml"/><Relationship Id="rId524" Type="http://schemas.openxmlformats.org/officeDocument/2006/relationships/slide" Target="slides/slide523.xml"/><Relationship Id="rId566" Type="http://schemas.openxmlformats.org/officeDocument/2006/relationships/slide" Target="slides/slide565.xml"/><Relationship Id="rId731" Type="http://schemas.openxmlformats.org/officeDocument/2006/relationships/slide" Target="slides/slide730.xml"/><Relationship Id="rId773" Type="http://schemas.openxmlformats.org/officeDocument/2006/relationships/slide" Target="slides/slide77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63" Type="http://schemas.openxmlformats.org/officeDocument/2006/relationships/slide" Target="slides/slide162.xml"/><Relationship Id="rId219" Type="http://schemas.openxmlformats.org/officeDocument/2006/relationships/slide" Target="slides/slide218.xml"/><Relationship Id="rId370" Type="http://schemas.openxmlformats.org/officeDocument/2006/relationships/slide" Target="slides/slide369.xml"/><Relationship Id="rId426" Type="http://schemas.openxmlformats.org/officeDocument/2006/relationships/slide" Target="slides/slide425.xml"/><Relationship Id="rId633" Type="http://schemas.openxmlformats.org/officeDocument/2006/relationships/slide" Target="slides/slide632.xml"/><Relationship Id="rId829" Type="http://schemas.openxmlformats.org/officeDocument/2006/relationships/slide" Target="slides/slide828.xml"/><Relationship Id="rId230" Type="http://schemas.openxmlformats.org/officeDocument/2006/relationships/slide" Target="slides/slide229.xml"/><Relationship Id="rId468" Type="http://schemas.openxmlformats.org/officeDocument/2006/relationships/slide" Target="slides/slide467.xml"/><Relationship Id="rId675" Type="http://schemas.openxmlformats.org/officeDocument/2006/relationships/slide" Target="slides/slide674.xml"/><Relationship Id="rId840" Type="http://schemas.openxmlformats.org/officeDocument/2006/relationships/slide" Target="slides/slide839.xml"/><Relationship Id="rId882" Type="http://schemas.openxmlformats.org/officeDocument/2006/relationships/slide" Target="slides/slide881.xml"/><Relationship Id="rId25" Type="http://schemas.openxmlformats.org/officeDocument/2006/relationships/slide" Target="slides/slide24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328" Type="http://schemas.openxmlformats.org/officeDocument/2006/relationships/slide" Target="slides/slide327.xml"/><Relationship Id="rId535" Type="http://schemas.openxmlformats.org/officeDocument/2006/relationships/slide" Target="slides/slide534.xml"/><Relationship Id="rId577" Type="http://schemas.openxmlformats.org/officeDocument/2006/relationships/slide" Target="slides/slide576.xml"/><Relationship Id="rId700" Type="http://schemas.openxmlformats.org/officeDocument/2006/relationships/slide" Target="slides/slide699.xml"/><Relationship Id="rId742" Type="http://schemas.openxmlformats.org/officeDocument/2006/relationships/slide" Target="slides/slide741.xml"/><Relationship Id="rId132" Type="http://schemas.openxmlformats.org/officeDocument/2006/relationships/slide" Target="slides/slide131.xml"/><Relationship Id="rId174" Type="http://schemas.openxmlformats.org/officeDocument/2006/relationships/slide" Target="slides/slide173.xml"/><Relationship Id="rId381" Type="http://schemas.openxmlformats.org/officeDocument/2006/relationships/slide" Target="slides/slide380.xml"/><Relationship Id="rId602" Type="http://schemas.openxmlformats.org/officeDocument/2006/relationships/slide" Target="slides/slide601.xml"/><Relationship Id="rId784" Type="http://schemas.openxmlformats.org/officeDocument/2006/relationships/slide" Target="slides/slide783.xml"/><Relationship Id="rId241" Type="http://schemas.openxmlformats.org/officeDocument/2006/relationships/slide" Target="slides/slide240.xml"/><Relationship Id="rId437" Type="http://schemas.openxmlformats.org/officeDocument/2006/relationships/slide" Target="slides/slide436.xml"/><Relationship Id="rId479" Type="http://schemas.openxmlformats.org/officeDocument/2006/relationships/slide" Target="slides/slide478.xml"/><Relationship Id="rId644" Type="http://schemas.openxmlformats.org/officeDocument/2006/relationships/slide" Target="slides/slide643.xml"/><Relationship Id="rId686" Type="http://schemas.openxmlformats.org/officeDocument/2006/relationships/slide" Target="slides/slide685.xml"/><Relationship Id="rId851" Type="http://schemas.openxmlformats.org/officeDocument/2006/relationships/slide" Target="slides/slide850.xml"/><Relationship Id="rId893" Type="http://schemas.openxmlformats.org/officeDocument/2006/relationships/slide" Target="slides/slide892.xml"/><Relationship Id="rId36" Type="http://schemas.openxmlformats.org/officeDocument/2006/relationships/slide" Target="slides/slide35.xml"/><Relationship Id="rId283" Type="http://schemas.openxmlformats.org/officeDocument/2006/relationships/slide" Target="slides/slide282.xml"/><Relationship Id="rId339" Type="http://schemas.openxmlformats.org/officeDocument/2006/relationships/slide" Target="slides/slide338.xml"/><Relationship Id="rId490" Type="http://schemas.openxmlformats.org/officeDocument/2006/relationships/slide" Target="slides/slide489.xml"/><Relationship Id="rId504" Type="http://schemas.openxmlformats.org/officeDocument/2006/relationships/slide" Target="slides/slide503.xml"/><Relationship Id="rId546" Type="http://schemas.openxmlformats.org/officeDocument/2006/relationships/slide" Target="slides/slide545.xml"/><Relationship Id="rId711" Type="http://schemas.openxmlformats.org/officeDocument/2006/relationships/slide" Target="slides/slide710.xml"/><Relationship Id="rId753" Type="http://schemas.openxmlformats.org/officeDocument/2006/relationships/slide" Target="slides/slide752.xml"/><Relationship Id="rId78" Type="http://schemas.openxmlformats.org/officeDocument/2006/relationships/slide" Target="slides/slide77.xml"/><Relationship Id="rId101" Type="http://schemas.openxmlformats.org/officeDocument/2006/relationships/slide" Target="slides/slide100.xml"/><Relationship Id="rId143" Type="http://schemas.openxmlformats.org/officeDocument/2006/relationships/slide" Target="slides/slide142.xml"/><Relationship Id="rId185" Type="http://schemas.openxmlformats.org/officeDocument/2006/relationships/slide" Target="slides/slide184.xml"/><Relationship Id="rId350" Type="http://schemas.openxmlformats.org/officeDocument/2006/relationships/slide" Target="slides/slide349.xml"/><Relationship Id="rId406" Type="http://schemas.openxmlformats.org/officeDocument/2006/relationships/slide" Target="slides/slide405.xml"/><Relationship Id="rId588" Type="http://schemas.openxmlformats.org/officeDocument/2006/relationships/slide" Target="slides/slide587.xml"/><Relationship Id="rId795" Type="http://schemas.openxmlformats.org/officeDocument/2006/relationships/slide" Target="slides/slide794.xml"/><Relationship Id="rId809" Type="http://schemas.openxmlformats.org/officeDocument/2006/relationships/slide" Target="slides/slide808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392" Type="http://schemas.openxmlformats.org/officeDocument/2006/relationships/slide" Target="slides/slide391.xml"/><Relationship Id="rId448" Type="http://schemas.openxmlformats.org/officeDocument/2006/relationships/slide" Target="slides/slide447.xml"/><Relationship Id="rId613" Type="http://schemas.openxmlformats.org/officeDocument/2006/relationships/slide" Target="slides/slide612.xml"/><Relationship Id="rId655" Type="http://schemas.openxmlformats.org/officeDocument/2006/relationships/slide" Target="slides/slide654.xml"/><Relationship Id="rId697" Type="http://schemas.openxmlformats.org/officeDocument/2006/relationships/slide" Target="slides/slide696.xml"/><Relationship Id="rId820" Type="http://schemas.openxmlformats.org/officeDocument/2006/relationships/slide" Target="slides/slide819.xml"/><Relationship Id="rId862" Type="http://schemas.openxmlformats.org/officeDocument/2006/relationships/slide" Target="slides/slide861.xml"/><Relationship Id="rId252" Type="http://schemas.openxmlformats.org/officeDocument/2006/relationships/slide" Target="slides/slide251.xml"/><Relationship Id="rId294" Type="http://schemas.openxmlformats.org/officeDocument/2006/relationships/slide" Target="slides/slide293.xml"/><Relationship Id="rId308" Type="http://schemas.openxmlformats.org/officeDocument/2006/relationships/slide" Target="slides/slide307.xml"/><Relationship Id="rId515" Type="http://schemas.openxmlformats.org/officeDocument/2006/relationships/slide" Target="slides/slide514.xml"/><Relationship Id="rId722" Type="http://schemas.openxmlformats.org/officeDocument/2006/relationships/slide" Target="slides/slide721.xml"/><Relationship Id="rId47" Type="http://schemas.openxmlformats.org/officeDocument/2006/relationships/slide" Target="slides/slide46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54" Type="http://schemas.openxmlformats.org/officeDocument/2006/relationships/slide" Target="slides/slide153.xml"/><Relationship Id="rId361" Type="http://schemas.openxmlformats.org/officeDocument/2006/relationships/slide" Target="slides/slide360.xml"/><Relationship Id="rId557" Type="http://schemas.openxmlformats.org/officeDocument/2006/relationships/slide" Target="slides/slide556.xml"/><Relationship Id="rId599" Type="http://schemas.openxmlformats.org/officeDocument/2006/relationships/slide" Target="slides/slide598.xml"/><Relationship Id="rId764" Type="http://schemas.openxmlformats.org/officeDocument/2006/relationships/slide" Target="slides/slide763.xml"/><Relationship Id="rId196" Type="http://schemas.openxmlformats.org/officeDocument/2006/relationships/slide" Target="slides/slide195.xml"/><Relationship Id="rId417" Type="http://schemas.openxmlformats.org/officeDocument/2006/relationships/slide" Target="slides/slide416.xml"/><Relationship Id="rId459" Type="http://schemas.openxmlformats.org/officeDocument/2006/relationships/slide" Target="slides/slide458.xml"/><Relationship Id="rId624" Type="http://schemas.openxmlformats.org/officeDocument/2006/relationships/slide" Target="slides/slide623.xml"/><Relationship Id="rId666" Type="http://schemas.openxmlformats.org/officeDocument/2006/relationships/slide" Target="slides/slide665.xml"/><Relationship Id="rId831" Type="http://schemas.openxmlformats.org/officeDocument/2006/relationships/slide" Target="slides/slide830.xml"/><Relationship Id="rId873" Type="http://schemas.openxmlformats.org/officeDocument/2006/relationships/slide" Target="slides/slide872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63" Type="http://schemas.openxmlformats.org/officeDocument/2006/relationships/slide" Target="slides/slide262.xml"/><Relationship Id="rId319" Type="http://schemas.openxmlformats.org/officeDocument/2006/relationships/slide" Target="slides/slide318.xml"/><Relationship Id="rId470" Type="http://schemas.openxmlformats.org/officeDocument/2006/relationships/slide" Target="slides/slide469.xml"/><Relationship Id="rId526" Type="http://schemas.openxmlformats.org/officeDocument/2006/relationships/slide" Target="slides/slide525.xml"/><Relationship Id="rId58" Type="http://schemas.openxmlformats.org/officeDocument/2006/relationships/slide" Target="slides/slide57.xml"/><Relationship Id="rId123" Type="http://schemas.openxmlformats.org/officeDocument/2006/relationships/slide" Target="slides/slide122.xml"/><Relationship Id="rId330" Type="http://schemas.openxmlformats.org/officeDocument/2006/relationships/slide" Target="slides/slide329.xml"/><Relationship Id="rId568" Type="http://schemas.openxmlformats.org/officeDocument/2006/relationships/slide" Target="slides/slide567.xml"/><Relationship Id="rId733" Type="http://schemas.openxmlformats.org/officeDocument/2006/relationships/slide" Target="slides/slide732.xml"/><Relationship Id="rId775" Type="http://schemas.openxmlformats.org/officeDocument/2006/relationships/slide" Target="slides/slide774.xml"/><Relationship Id="rId165" Type="http://schemas.openxmlformats.org/officeDocument/2006/relationships/slide" Target="slides/slide164.xml"/><Relationship Id="rId372" Type="http://schemas.openxmlformats.org/officeDocument/2006/relationships/slide" Target="slides/slide371.xml"/><Relationship Id="rId428" Type="http://schemas.openxmlformats.org/officeDocument/2006/relationships/slide" Target="slides/slide427.xml"/><Relationship Id="rId635" Type="http://schemas.openxmlformats.org/officeDocument/2006/relationships/slide" Target="slides/slide634.xml"/><Relationship Id="rId677" Type="http://schemas.openxmlformats.org/officeDocument/2006/relationships/slide" Target="slides/slide676.xml"/><Relationship Id="rId800" Type="http://schemas.openxmlformats.org/officeDocument/2006/relationships/slide" Target="slides/slide799.xml"/><Relationship Id="rId842" Type="http://schemas.openxmlformats.org/officeDocument/2006/relationships/slide" Target="slides/slide841.xml"/><Relationship Id="rId232" Type="http://schemas.openxmlformats.org/officeDocument/2006/relationships/slide" Target="slides/slide231.xml"/><Relationship Id="rId274" Type="http://schemas.openxmlformats.org/officeDocument/2006/relationships/slide" Target="slides/slide273.xml"/><Relationship Id="rId481" Type="http://schemas.openxmlformats.org/officeDocument/2006/relationships/slide" Target="slides/slide480.xml"/><Relationship Id="rId702" Type="http://schemas.openxmlformats.org/officeDocument/2006/relationships/slide" Target="slides/slide701.xml"/><Relationship Id="rId884" Type="http://schemas.openxmlformats.org/officeDocument/2006/relationships/slide" Target="slides/slide883.xml"/><Relationship Id="rId27" Type="http://schemas.openxmlformats.org/officeDocument/2006/relationships/slide" Target="slides/slide26.xml"/><Relationship Id="rId69" Type="http://schemas.openxmlformats.org/officeDocument/2006/relationships/slide" Target="slides/slide68.xml"/><Relationship Id="rId134" Type="http://schemas.openxmlformats.org/officeDocument/2006/relationships/slide" Target="slides/slide133.xml"/><Relationship Id="rId537" Type="http://schemas.openxmlformats.org/officeDocument/2006/relationships/slide" Target="slides/slide536.xml"/><Relationship Id="rId579" Type="http://schemas.openxmlformats.org/officeDocument/2006/relationships/slide" Target="slides/slide578.xml"/><Relationship Id="rId744" Type="http://schemas.openxmlformats.org/officeDocument/2006/relationships/slide" Target="slides/slide743.xml"/><Relationship Id="rId786" Type="http://schemas.openxmlformats.org/officeDocument/2006/relationships/slide" Target="slides/slide785.xml"/><Relationship Id="rId80" Type="http://schemas.openxmlformats.org/officeDocument/2006/relationships/slide" Target="slides/slide79.xml"/><Relationship Id="rId176" Type="http://schemas.openxmlformats.org/officeDocument/2006/relationships/slide" Target="slides/slide175.xml"/><Relationship Id="rId341" Type="http://schemas.openxmlformats.org/officeDocument/2006/relationships/slide" Target="slides/slide340.xml"/><Relationship Id="rId383" Type="http://schemas.openxmlformats.org/officeDocument/2006/relationships/slide" Target="slides/slide382.xml"/><Relationship Id="rId439" Type="http://schemas.openxmlformats.org/officeDocument/2006/relationships/slide" Target="slides/slide438.xml"/><Relationship Id="rId590" Type="http://schemas.openxmlformats.org/officeDocument/2006/relationships/slide" Target="slides/slide589.xml"/><Relationship Id="rId604" Type="http://schemas.openxmlformats.org/officeDocument/2006/relationships/slide" Target="slides/slide603.xml"/><Relationship Id="rId646" Type="http://schemas.openxmlformats.org/officeDocument/2006/relationships/slide" Target="slides/slide645.xml"/><Relationship Id="rId811" Type="http://schemas.openxmlformats.org/officeDocument/2006/relationships/slide" Target="slides/slide810.xml"/><Relationship Id="rId201" Type="http://schemas.openxmlformats.org/officeDocument/2006/relationships/slide" Target="slides/slide200.xml"/><Relationship Id="rId243" Type="http://schemas.openxmlformats.org/officeDocument/2006/relationships/slide" Target="slides/slide242.xml"/><Relationship Id="rId285" Type="http://schemas.openxmlformats.org/officeDocument/2006/relationships/slide" Target="slides/slide284.xml"/><Relationship Id="rId450" Type="http://schemas.openxmlformats.org/officeDocument/2006/relationships/slide" Target="slides/slide449.xml"/><Relationship Id="rId506" Type="http://schemas.openxmlformats.org/officeDocument/2006/relationships/slide" Target="slides/slide505.xml"/><Relationship Id="rId688" Type="http://schemas.openxmlformats.org/officeDocument/2006/relationships/slide" Target="slides/slide687.xml"/><Relationship Id="rId853" Type="http://schemas.openxmlformats.org/officeDocument/2006/relationships/slide" Target="slides/slide852.xml"/><Relationship Id="rId895" Type="http://schemas.openxmlformats.org/officeDocument/2006/relationships/slide" Target="slides/slide894.xml"/><Relationship Id="rId38" Type="http://schemas.openxmlformats.org/officeDocument/2006/relationships/slide" Target="slides/slide37.xml"/><Relationship Id="rId103" Type="http://schemas.openxmlformats.org/officeDocument/2006/relationships/slide" Target="slides/slide102.xml"/><Relationship Id="rId310" Type="http://schemas.openxmlformats.org/officeDocument/2006/relationships/slide" Target="slides/slide309.xml"/><Relationship Id="rId492" Type="http://schemas.openxmlformats.org/officeDocument/2006/relationships/slide" Target="slides/slide491.xml"/><Relationship Id="rId548" Type="http://schemas.openxmlformats.org/officeDocument/2006/relationships/slide" Target="slides/slide547.xml"/><Relationship Id="rId713" Type="http://schemas.openxmlformats.org/officeDocument/2006/relationships/slide" Target="slides/slide712.xml"/><Relationship Id="rId755" Type="http://schemas.openxmlformats.org/officeDocument/2006/relationships/slide" Target="slides/slide754.xml"/><Relationship Id="rId797" Type="http://schemas.openxmlformats.org/officeDocument/2006/relationships/slide" Target="slides/slide796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87" Type="http://schemas.openxmlformats.org/officeDocument/2006/relationships/slide" Target="slides/slide186.xml"/><Relationship Id="rId352" Type="http://schemas.openxmlformats.org/officeDocument/2006/relationships/slide" Target="slides/slide351.xml"/><Relationship Id="rId394" Type="http://schemas.openxmlformats.org/officeDocument/2006/relationships/slide" Target="slides/slide393.xml"/><Relationship Id="rId408" Type="http://schemas.openxmlformats.org/officeDocument/2006/relationships/slide" Target="slides/slide407.xml"/><Relationship Id="rId615" Type="http://schemas.openxmlformats.org/officeDocument/2006/relationships/slide" Target="slides/slide614.xml"/><Relationship Id="rId822" Type="http://schemas.openxmlformats.org/officeDocument/2006/relationships/slide" Target="slides/slide821.xml"/><Relationship Id="rId212" Type="http://schemas.openxmlformats.org/officeDocument/2006/relationships/slide" Target="slides/slide211.xml"/><Relationship Id="rId254" Type="http://schemas.openxmlformats.org/officeDocument/2006/relationships/slide" Target="slides/slide253.xml"/><Relationship Id="rId657" Type="http://schemas.openxmlformats.org/officeDocument/2006/relationships/slide" Target="slides/slide656.xml"/><Relationship Id="rId699" Type="http://schemas.openxmlformats.org/officeDocument/2006/relationships/slide" Target="slides/slide698.xml"/><Relationship Id="rId864" Type="http://schemas.openxmlformats.org/officeDocument/2006/relationships/slide" Target="slides/slide863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96" Type="http://schemas.openxmlformats.org/officeDocument/2006/relationships/slide" Target="slides/slide295.xml"/><Relationship Id="rId461" Type="http://schemas.openxmlformats.org/officeDocument/2006/relationships/slide" Target="slides/slide460.xml"/><Relationship Id="rId517" Type="http://schemas.openxmlformats.org/officeDocument/2006/relationships/slide" Target="slides/slide516.xml"/><Relationship Id="rId559" Type="http://schemas.openxmlformats.org/officeDocument/2006/relationships/slide" Target="slides/slide558.xml"/><Relationship Id="rId724" Type="http://schemas.openxmlformats.org/officeDocument/2006/relationships/slide" Target="slides/slide723.xml"/><Relationship Id="rId766" Type="http://schemas.openxmlformats.org/officeDocument/2006/relationships/slide" Target="slides/slide765.xml"/><Relationship Id="rId60" Type="http://schemas.openxmlformats.org/officeDocument/2006/relationships/slide" Target="slides/slide59.xml"/><Relationship Id="rId156" Type="http://schemas.openxmlformats.org/officeDocument/2006/relationships/slide" Target="slides/slide155.xml"/><Relationship Id="rId198" Type="http://schemas.openxmlformats.org/officeDocument/2006/relationships/slide" Target="slides/slide197.xml"/><Relationship Id="rId321" Type="http://schemas.openxmlformats.org/officeDocument/2006/relationships/slide" Target="slides/slide320.xml"/><Relationship Id="rId363" Type="http://schemas.openxmlformats.org/officeDocument/2006/relationships/slide" Target="slides/slide362.xml"/><Relationship Id="rId419" Type="http://schemas.openxmlformats.org/officeDocument/2006/relationships/slide" Target="slides/slide418.xml"/><Relationship Id="rId570" Type="http://schemas.openxmlformats.org/officeDocument/2006/relationships/slide" Target="slides/slide569.xml"/><Relationship Id="rId626" Type="http://schemas.openxmlformats.org/officeDocument/2006/relationships/slide" Target="slides/slide625.xml"/><Relationship Id="rId223" Type="http://schemas.openxmlformats.org/officeDocument/2006/relationships/slide" Target="slides/slide222.xml"/><Relationship Id="rId430" Type="http://schemas.openxmlformats.org/officeDocument/2006/relationships/slide" Target="slides/slide429.xml"/><Relationship Id="rId668" Type="http://schemas.openxmlformats.org/officeDocument/2006/relationships/slide" Target="slides/slide667.xml"/><Relationship Id="rId833" Type="http://schemas.openxmlformats.org/officeDocument/2006/relationships/slide" Target="slides/slide832.xml"/><Relationship Id="rId875" Type="http://schemas.openxmlformats.org/officeDocument/2006/relationships/slide" Target="slides/slide874.xml"/><Relationship Id="rId18" Type="http://schemas.openxmlformats.org/officeDocument/2006/relationships/slide" Target="slides/slide17.xml"/><Relationship Id="rId265" Type="http://schemas.openxmlformats.org/officeDocument/2006/relationships/slide" Target="slides/slide264.xml"/><Relationship Id="rId472" Type="http://schemas.openxmlformats.org/officeDocument/2006/relationships/slide" Target="slides/slide471.xml"/><Relationship Id="rId528" Type="http://schemas.openxmlformats.org/officeDocument/2006/relationships/slide" Target="slides/slide527.xml"/><Relationship Id="rId735" Type="http://schemas.openxmlformats.org/officeDocument/2006/relationships/slide" Target="slides/slide734.xml"/><Relationship Id="rId900" Type="http://schemas.openxmlformats.org/officeDocument/2006/relationships/presProps" Target="presProps.xml"/><Relationship Id="rId125" Type="http://schemas.openxmlformats.org/officeDocument/2006/relationships/slide" Target="slides/slide124.xml"/><Relationship Id="rId167" Type="http://schemas.openxmlformats.org/officeDocument/2006/relationships/slide" Target="slides/slide166.xml"/><Relationship Id="rId332" Type="http://schemas.openxmlformats.org/officeDocument/2006/relationships/slide" Target="slides/slide331.xml"/><Relationship Id="rId374" Type="http://schemas.openxmlformats.org/officeDocument/2006/relationships/slide" Target="slides/slide373.xml"/><Relationship Id="rId581" Type="http://schemas.openxmlformats.org/officeDocument/2006/relationships/slide" Target="slides/slide580.xml"/><Relationship Id="rId777" Type="http://schemas.openxmlformats.org/officeDocument/2006/relationships/slide" Target="slides/slide776.xml"/><Relationship Id="rId71" Type="http://schemas.openxmlformats.org/officeDocument/2006/relationships/slide" Target="slides/slide70.xml"/><Relationship Id="rId234" Type="http://schemas.openxmlformats.org/officeDocument/2006/relationships/slide" Target="slides/slide233.xml"/><Relationship Id="rId637" Type="http://schemas.openxmlformats.org/officeDocument/2006/relationships/slide" Target="slides/slide636.xml"/><Relationship Id="rId679" Type="http://schemas.openxmlformats.org/officeDocument/2006/relationships/slide" Target="slides/slide678.xml"/><Relationship Id="rId802" Type="http://schemas.openxmlformats.org/officeDocument/2006/relationships/slide" Target="slides/slide801.xml"/><Relationship Id="rId844" Type="http://schemas.openxmlformats.org/officeDocument/2006/relationships/slide" Target="slides/slide843.xml"/><Relationship Id="rId886" Type="http://schemas.openxmlformats.org/officeDocument/2006/relationships/slide" Target="slides/slide885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76" Type="http://schemas.openxmlformats.org/officeDocument/2006/relationships/slide" Target="slides/slide275.xml"/><Relationship Id="rId441" Type="http://schemas.openxmlformats.org/officeDocument/2006/relationships/slide" Target="slides/slide440.xml"/><Relationship Id="rId483" Type="http://schemas.openxmlformats.org/officeDocument/2006/relationships/slide" Target="slides/slide482.xml"/><Relationship Id="rId539" Type="http://schemas.openxmlformats.org/officeDocument/2006/relationships/slide" Target="slides/slide538.xml"/><Relationship Id="rId690" Type="http://schemas.openxmlformats.org/officeDocument/2006/relationships/slide" Target="slides/slide689.xml"/><Relationship Id="rId704" Type="http://schemas.openxmlformats.org/officeDocument/2006/relationships/slide" Target="slides/slide703.xml"/><Relationship Id="rId746" Type="http://schemas.openxmlformats.org/officeDocument/2006/relationships/slide" Target="slides/slide745.xml"/><Relationship Id="rId40" Type="http://schemas.openxmlformats.org/officeDocument/2006/relationships/slide" Target="slides/slide39.xml"/><Relationship Id="rId136" Type="http://schemas.openxmlformats.org/officeDocument/2006/relationships/slide" Target="slides/slide135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343" Type="http://schemas.openxmlformats.org/officeDocument/2006/relationships/slide" Target="slides/slide342.xml"/><Relationship Id="rId550" Type="http://schemas.openxmlformats.org/officeDocument/2006/relationships/slide" Target="slides/slide549.xml"/><Relationship Id="rId788" Type="http://schemas.openxmlformats.org/officeDocument/2006/relationships/slide" Target="slides/slide787.xml"/><Relationship Id="rId82" Type="http://schemas.openxmlformats.org/officeDocument/2006/relationships/slide" Target="slides/slide81.xml"/><Relationship Id="rId203" Type="http://schemas.openxmlformats.org/officeDocument/2006/relationships/slide" Target="slides/slide202.xml"/><Relationship Id="rId385" Type="http://schemas.openxmlformats.org/officeDocument/2006/relationships/slide" Target="slides/slide384.xml"/><Relationship Id="rId592" Type="http://schemas.openxmlformats.org/officeDocument/2006/relationships/slide" Target="slides/slide591.xml"/><Relationship Id="rId606" Type="http://schemas.openxmlformats.org/officeDocument/2006/relationships/slide" Target="slides/slide605.xml"/><Relationship Id="rId648" Type="http://schemas.openxmlformats.org/officeDocument/2006/relationships/slide" Target="slides/slide647.xml"/><Relationship Id="rId813" Type="http://schemas.openxmlformats.org/officeDocument/2006/relationships/slide" Target="slides/slide812.xml"/><Relationship Id="rId855" Type="http://schemas.openxmlformats.org/officeDocument/2006/relationships/slide" Target="slides/slide854.xml"/><Relationship Id="rId245" Type="http://schemas.openxmlformats.org/officeDocument/2006/relationships/slide" Target="slides/slide244.xml"/><Relationship Id="rId287" Type="http://schemas.openxmlformats.org/officeDocument/2006/relationships/slide" Target="slides/slide286.xml"/><Relationship Id="rId410" Type="http://schemas.openxmlformats.org/officeDocument/2006/relationships/slide" Target="slides/slide409.xml"/><Relationship Id="rId452" Type="http://schemas.openxmlformats.org/officeDocument/2006/relationships/slide" Target="slides/slide451.xml"/><Relationship Id="rId494" Type="http://schemas.openxmlformats.org/officeDocument/2006/relationships/slide" Target="slides/slide493.xml"/><Relationship Id="rId508" Type="http://schemas.openxmlformats.org/officeDocument/2006/relationships/slide" Target="slides/slide507.xml"/><Relationship Id="rId715" Type="http://schemas.openxmlformats.org/officeDocument/2006/relationships/slide" Target="slides/slide714.xml"/><Relationship Id="rId897" Type="http://schemas.openxmlformats.org/officeDocument/2006/relationships/slide" Target="slides/slide896.xml"/><Relationship Id="rId105" Type="http://schemas.openxmlformats.org/officeDocument/2006/relationships/slide" Target="slides/slide104.xml"/><Relationship Id="rId147" Type="http://schemas.openxmlformats.org/officeDocument/2006/relationships/slide" Target="slides/slide146.xml"/><Relationship Id="rId312" Type="http://schemas.openxmlformats.org/officeDocument/2006/relationships/slide" Target="slides/slide311.xml"/><Relationship Id="rId354" Type="http://schemas.openxmlformats.org/officeDocument/2006/relationships/slide" Target="slides/slide353.xml"/><Relationship Id="rId757" Type="http://schemas.openxmlformats.org/officeDocument/2006/relationships/slide" Target="slides/slide756.xml"/><Relationship Id="rId799" Type="http://schemas.openxmlformats.org/officeDocument/2006/relationships/slide" Target="slides/slide798.xml"/><Relationship Id="rId51" Type="http://schemas.openxmlformats.org/officeDocument/2006/relationships/slide" Target="slides/slide50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96" Type="http://schemas.openxmlformats.org/officeDocument/2006/relationships/slide" Target="slides/slide395.xml"/><Relationship Id="rId561" Type="http://schemas.openxmlformats.org/officeDocument/2006/relationships/slide" Target="slides/slide560.xml"/><Relationship Id="rId617" Type="http://schemas.openxmlformats.org/officeDocument/2006/relationships/slide" Target="slides/slide616.xml"/><Relationship Id="rId659" Type="http://schemas.openxmlformats.org/officeDocument/2006/relationships/slide" Target="slides/slide658.xml"/><Relationship Id="rId824" Type="http://schemas.openxmlformats.org/officeDocument/2006/relationships/slide" Target="slides/slide823.xml"/><Relationship Id="rId866" Type="http://schemas.openxmlformats.org/officeDocument/2006/relationships/slide" Target="slides/slide865.xml"/><Relationship Id="rId214" Type="http://schemas.openxmlformats.org/officeDocument/2006/relationships/slide" Target="slides/slide213.xml"/><Relationship Id="rId256" Type="http://schemas.openxmlformats.org/officeDocument/2006/relationships/slide" Target="slides/slide255.xml"/><Relationship Id="rId298" Type="http://schemas.openxmlformats.org/officeDocument/2006/relationships/slide" Target="slides/slide297.xml"/><Relationship Id="rId421" Type="http://schemas.openxmlformats.org/officeDocument/2006/relationships/slide" Target="slides/slide420.xml"/><Relationship Id="rId463" Type="http://schemas.openxmlformats.org/officeDocument/2006/relationships/slide" Target="slides/slide462.xml"/><Relationship Id="rId519" Type="http://schemas.openxmlformats.org/officeDocument/2006/relationships/slide" Target="slides/slide518.xml"/><Relationship Id="rId670" Type="http://schemas.openxmlformats.org/officeDocument/2006/relationships/slide" Target="slides/slide669.xml"/><Relationship Id="rId116" Type="http://schemas.openxmlformats.org/officeDocument/2006/relationships/slide" Target="slides/slide115.xml"/><Relationship Id="rId158" Type="http://schemas.openxmlformats.org/officeDocument/2006/relationships/slide" Target="slides/slide157.xml"/><Relationship Id="rId323" Type="http://schemas.openxmlformats.org/officeDocument/2006/relationships/slide" Target="slides/slide322.xml"/><Relationship Id="rId530" Type="http://schemas.openxmlformats.org/officeDocument/2006/relationships/slide" Target="slides/slide529.xml"/><Relationship Id="rId726" Type="http://schemas.openxmlformats.org/officeDocument/2006/relationships/slide" Target="slides/slide725.xml"/><Relationship Id="rId768" Type="http://schemas.openxmlformats.org/officeDocument/2006/relationships/slide" Target="slides/slide767.xml"/><Relationship Id="rId20" Type="http://schemas.openxmlformats.org/officeDocument/2006/relationships/slide" Target="slides/slide19.xml"/><Relationship Id="rId62" Type="http://schemas.openxmlformats.org/officeDocument/2006/relationships/slide" Target="slides/slide61.xml"/><Relationship Id="rId365" Type="http://schemas.openxmlformats.org/officeDocument/2006/relationships/slide" Target="slides/slide364.xml"/><Relationship Id="rId572" Type="http://schemas.openxmlformats.org/officeDocument/2006/relationships/slide" Target="slides/slide571.xml"/><Relationship Id="rId628" Type="http://schemas.openxmlformats.org/officeDocument/2006/relationships/slide" Target="slides/slide627.xml"/><Relationship Id="rId835" Type="http://schemas.openxmlformats.org/officeDocument/2006/relationships/slide" Target="slides/slide834.xml"/><Relationship Id="rId225" Type="http://schemas.openxmlformats.org/officeDocument/2006/relationships/slide" Target="slides/slide224.xml"/><Relationship Id="rId267" Type="http://schemas.openxmlformats.org/officeDocument/2006/relationships/slide" Target="slides/slide266.xml"/><Relationship Id="rId432" Type="http://schemas.openxmlformats.org/officeDocument/2006/relationships/slide" Target="slides/slide431.xml"/><Relationship Id="rId474" Type="http://schemas.openxmlformats.org/officeDocument/2006/relationships/slide" Target="slides/slide473.xml"/><Relationship Id="rId877" Type="http://schemas.openxmlformats.org/officeDocument/2006/relationships/slide" Target="slides/slide876.xml"/><Relationship Id="rId127" Type="http://schemas.openxmlformats.org/officeDocument/2006/relationships/slide" Target="slides/slide126.xml"/><Relationship Id="rId681" Type="http://schemas.openxmlformats.org/officeDocument/2006/relationships/slide" Target="slides/slide680.xml"/><Relationship Id="rId737" Type="http://schemas.openxmlformats.org/officeDocument/2006/relationships/slide" Target="slides/slide736.xml"/><Relationship Id="rId779" Type="http://schemas.openxmlformats.org/officeDocument/2006/relationships/slide" Target="slides/slide778.xml"/><Relationship Id="rId902" Type="http://schemas.openxmlformats.org/officeDocument/2006/relationships/theme" Target="theme/theme1.xml"/><Relationship Id="rId31" Type="http://schemas.openxmlformats.org/officeDocument/2006/relationships/slide" Target="slides/slide30.xml"/><Relationship Id="rId73" Type="http://schemas.openxmlformats.org/officeDocument/2006/relationships/slide" Target="slides/slide72.xml"/><Relationship Id="rId169" Type="http://schemas.openxmlformats.org/officeDocument/2006/relationships/slide" Target="slides/slide168.xml"/><Relationship Id="rId334" Type="http://schemas.openxmlformats.org/officeDocument/2006/relationships/slide" Target="slides/slide333.xml"/><Relationship Id="rId376" Type="http://schemas.openxmlformats.org/officeDocument/2006/relationships/slide" Target="slides/slide375.xml"/><Relationship Id="rId541" Type="http://schemas.openxmlformats.org/officeDocument/2006/relationships/slide" Target="slides/slide540.xml"/><Relationship Id="rId583" Type="http://schemas.openxmlformats.org/officeDocument/2006/relationships/slide" Target="slides/slide582.xml"/><Relationship Id="rId639" Type="http://schemas.openxmlformats.org/officeDocument/2006/relationships/slide" Target="slides/slide638.xml"/><Relationship Id="rId790" Type="http://schemas.openxmlformats.org/officeDocument/2006/relationships/slide" Target="slides/slide789.xml"/><Relationship Id="rId804" Type="http://schemas.openxmlformats.org/officeDocument/2006/relationships/slide" Target="slides/slide803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36" Type="http://schemas.openxmlformats.org/officeDocument/2006/relationships/slide" Target="slides/slide235.xml"/><Relationship Id="rId278" Type="http://schemas.openxmlformats.org/officeDocument/2006/relationships/slide" Target="slides/slide277.xml"/><Relationship Id="rId401" Type="http://schemas.openxmlformats.org/officeDocument/2006/relationships/slide" Target="slides/slide400.xml"/><Relationship Id="rId443" Type="http://schemas.openxmlformats.org/officeDocument/2006/relationships/slide" Target="slides/slide442.xml"/><Relationship Id="rId650" Type="http://schemas.openxmlformats.org/officeDocument/2006/relationships/slide" Target="slides/slide649.xml"/><Relationship Id="rId846" Type="http://schemas.openxmlformats.org/officeDocument/2006/relationships/slide" Target="slides/slide845.xml"/><Relationship Id="rId888" Type="http://schemas.openxmlformats.org/officeDocument/2006/relationships/slide" Target="slides/slide887.xml"/><Relationship Id="rId303" Type="http://schemas.openxmlformats.org/officeDocument/2006/relationships/slide" Target="slides/slide302.xml"/><Relationship Id="rId485" Type="http://schemas.openxmlformats.org/officeDocument/2006/relationships/slide" Target="slides/slide484.xml"/><Relationship Id="rId692" Type="http://schemas.openxmlformats.org/officeDocument/2006/relationships/slide" Target="slides/slide691.xml"/><Relationship Id="rId706" Type="http://schemas.openxmlformats.org/officeDocument/2006/relationships/slide" Target="slides/slide705.xml"/><Relationship Id="rId748" Type="http://schemas.openxmlformats.org/officeDocument/2006/relationships/slide" Target="slides/slide747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345" Type="http://schemas.openxmlformats.org/officeDocument/2006/relationships/slide" Target="slides/slide344.xml"/><Relationship Id="rId387" Type="http://schemas.openxmlformats.org/officeDocument/2006/relationships/slide" Target="slides/slide386.xml"/><Relationship Id="rId510" Type="http://schemas.openxmlformats.org/officeDocument/2006/relationships/slide" Target="slides/slide509.xml"/><Relationship Id="rId552" Type="http://schemas.openxmlformats.org/officeDocument/2006/relationships/slide" Target="slides/slide551.xml"/><Relationship Id="rId594" Type="http://schemas.openxmlformats.org/officeDocument/2006/relationships/slide" Target="slides/slide593.xml"/><Relationship Id="rId608" Type="http://schemas.openxmlformats.org/officeDocument/2006/relationships/slide" Target="slides/slide607.xml"/><Relationship Id="rId815" Type="http://schemas.openxmlformats.org/officeDocument/2006/relationships/slide" Target="slides/slide814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412" Type="http://schemas.openxmlformats.org/officeDocument/2006/relationships/slide" Target="slides/slide411.xml"/><Relationship Id="rId857" Type="http://schemas.openxmlformats.org/officeDocument/2006/relationships/slide" Target="slides/slide856.xml"/><Relationship Id="rId899" Type="http://schemas.openxmlformats.org/officeDocument/2006/relationships/slide" Target="slides/slide898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454" Type="http://schemas.openxmlformats.org/officeDocument/2006/relationships/slide" Target="slides/slide453.xml"/><Relationship Id="rId496" Type="http://schemas.openxmlformats.org/officeDocument/2006/relationships/slide" Target="slides/slide495.xml"/><Relationship Id="rId661" Type="http://schemas.openxmlformats.org/officeDocument/2006/relationships/slide" Target="slides/slide660.xml"/><Relationship Id="rId717" Type="http://schemas.openxmlformats.org/officeDocument/2006/relationships/slide" Target="slides/slide716.xml"/><Relationship Id="rId759" Type="http://schemas.openxmlformats.org/officeDocument/2006/relationships/slide" Target="slides/slide75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314" Type="http://schemas.openxmlformats.org/officeDocument/2006/relationships/slide" Target="slides/slide313.xml"/><Relationship Id="rId356" Type="http://schemas.openxmlformats.org/officeDocument/2006/relationships/slide" Target="slides/slide355.xml"/><Relationship Id="rId398" Type="http://schemas.openxmlformats.org/officeDocument/2006/relationships/slide" Target="slides/slide397.xml"/><Relationship Id="rId521" Type="http://schemas.openxmlformats.org/officeDocument/2006/relationships/slide" Target="slides/slide520.xml"/><Relationship Id="rId563" Type="http://schemas.openxmlformats.org/officeDocument/2006/relationships/slide" Target="slides/slide562.xml"/><Relationship Id="rId619" Type="http://schemas.openxmlformats.org/officeDocument/2006/relationships/slide" Target="slides/slide618.xml"/><Relationship Id="rId770" Type="http://schemas.openxmlformats.org/officeDocument/2006/relationships/slide" Target="slides/slide769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423" Type="http://schemas.openxmlformats.org/officeDocument/2006/relationships/slide" Target="slides/slide422.xml"/><Relationship Id="rId826" Type="http://schemas.openxmlformats.org/officeDocument/2006/relationships/slide" Target="slides/slide825.xml"/><Relationship Id="rId868" Type="http://schemas.openxmlformats.org/officeDocument/2006/relationships/slide" Target="slides/slide867.xml"/><Relationship Id="rId258" Type="http://schemas.openxmlformats.org/officeDocument/2006/relationships/slide" Target="slides/slide257.xml"/><Relationship Id="rId465" Type="http://schemas.openxmlformats.org/officeDocument/2006/relationships/slide" Target="slides/slide464.xml"/><Relationship Id="rId630" Type="http://schemas.openxmlformats.org/officeDocument/2006/relationships/slide" Target="slides/slide629.xml"/><Relationship Id="rId672" Type="http://schemas.openxmlformats.org/officeDocument/2006/relationships/slide" Target="slides/slide671.xml"/><Relationship Id="rId728" Type="http://schemas.openxmlformats.org/officeDocument/2006/relationships/slide" Target="slides/slide72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325" Type="http://schemas.openxmlformats.org/officeDocument/2006/relationships/slide" Target="slides/slide324.xml"/><Relationship Id="rId367" Type="http://schemas.openxmlformats.org/officeDocument/2006/relationships/slide" Target="slides/slide366.xml"/><Relationship Id="rId532" Type="http://schemas.openxmlformats.org/officeDocument/2006/relationships/slide" Target="slides/slide531.xml"/><Relationship Id="rId574" Type="http://schemas.openxmlformats.org/officeDocument/2006/relationships/slide" Target="slides/slide573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781" Type="http://schemas.openxmlformats.org/officeDocument/2006/relationships/slide" Target="slides/slide780.xml"/><Relationship Id="rId837" Type="http://schemas.openxmlformats.org/officeDocument/2006/relationships/slide" Target="slides/slide836.xml"/><Relationship Id="rId879" Type="http://schemas.openxmlformats.org/officeDocument/2006/relationships/slide" Target="slides/slide878.xml"/><Relationship Id="rId269" Type="http://schemas.openxmlformats.org/officeDocument/2006/relationships/slide" Target="slides/slide268.xml"/><Relationship Id="rId434" Type="http://schemas.openxmlformats.org/officeDocument/2006/relationships/slide" Target="slides/slide433.xml"/><Relationship Id="rId476" Type="http://schemas.openxmlformats.org/officeDocument/2006/relationships/slide" Target="slides/slide475.xml"/><Relationship Id="rId641" Type="http://schemas.openxmlformats.org/officeDocument/2006/relationships/slide" Target="slides/slide640.xml"/><Relationship Id="rId683" Type="http://schemas.openxmlformats.org/officeDocument/2006/relationships/slide" Target="slides/slide682.xml"/><Relationship Id="rId739" Type="http://schemas.openxmlformats.org/officeDocument/2006/relationships/slide" Target="slides/slide738.xml"/><Relationship Id="rId890" Type="http://schemas.openxmlformats.org/officeDocument/2006/relationships/slide" Target="slides/slide889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336" Type="http://schemas.openxmlformats.org/officeDocument/2006/relationships/slide" Target="slides/slide335.xml"/><Relationship Id="rId501" Type="http://schemas.openxmlformats.org/officeDocument/2006/relationships/slide" Target="slides/slide500.xml"/><Relationship Id="rId543" Type="http://schemas.openxmlformats.org/officeDocument/2006/relationships/slide" Target="slides/slide542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378" Type="http://schemas.openxmlformats.org/officeDocument/2006/relationships/slide" Target="slides/slide377.xml"/><Relationship Id="rId403" Type="http://schemas.openxmlformats.org/officeDocument/2006/relationships/slide" Target="slides/slide402.xml"/><Relationship Id="rId585" Type="http://schemas.openxmlformats.org/officeDocument/2006/relationships/slide" Target="slides/slide584.xml"/><Relationship Id="rId750" Type="http://schemas.openxmlformats.org/officeDocument/2006/relationships/slide" Target="slides/slide749.xml"/><Relationship Id="rId792" Type="http://schemas.openxmlformats.org/officeDocument/2006/relationships/slide" Target="slides/slide791.xml"/><Relationship Id="rId806" Type="http://schemas.openxmlformats.org/officeDocument/2006/relationships/slide" Target="slides/slide805.xml"/><Relationship Id="rId848" Type="http://schemas.openxmlformats.org/officeDocument/2006/relationships/slide" Target="slides/slide847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445" Type="http://schemas.openxmlformats.org/officeDocument/2006/relationships/slide" Target="slides/slide444.xml"/><Relationship Id="rId487" Type="http://schemas.openxmlformats.org/officeDocument/2006/relationships/slide" Target="slides/slide486.xml"/><Relationship Id="rId610" Type="http://schemas.openxmlformats.org/officeDocument/2006/relationships/slide" Target="slides/slide609.xml"/><Relationship Id="rId652" Type="http://schemas.openxmlformats.org/officeDocument/2006/relationships/slide" Target="slides/slide651.xml"/><Relationship Id="rId694" Type="http://schemas.openxmlformats.org/officeDocument/2006/relationships/slide" Target="slides/slide693.xml"/><Relationship Id="rId708" Type="http://schemas.openxmlformats.org/officeDocument/2006/relationships/slide" Target="slides/slide707.xml"/><Relationship Id="rId291" Type="http://schemas.openxmlformats.org/officeDocument/2006/relationships/slide" Target="slides/slide290.xml"/><Relationship Id="rId305" Type="http://schemas.openxmlformats.org/officeDocument/2006/relationships/slide" Target="slides/slide304.xml"/><Relationship Id="rId347" Type="http://schemas.openxmlformats.org/officeDocument/2006/relationships/slide" Target="slides/slide346.xml"/><Relationship Id="rId512" Type="http://schemas.openxmlformats.org/officeDocument/2006/relationships/slide" Target="slides/slide511.xml"/><Relationship Id="rId44" Type="http://schemas.openxmlformats.org/officeDocument/2006/relationships/slide" Target="slides/slide43.xml"/><Relationship Id="rId86" Type="http://schemas.openxmlformats.org/officeDocument/2006/relationships/slide" Target="slides/slide85.xml"/><Relationship Id="rId151" Type="http://schemas.openxmlformats.org/officeDocument/2006/relationships/slide" Target="slides/slide150.xml"/><Relationship Id="rId389" Type="http://schemas.openxmlformats.org/officeDocument/2006/relationships/slide" Target="slides/slide388.xml"/><Relationship Id="rId554" Type="http://schemas.openxmlformats.org/officeDocument/2006/relationships/slide" Target="slides/slide553.xml"/><Relationship Id="rId596" Type="http://schemas.openxmlformats.org/officeDocument/2006/relationships/slide" Target="slides/slide595.xml"/><Relationship Id="rId761" Type="http://schemas.openxmlformats.org/officeDocument/2006/relationships/slide" Target="slides/slide760.xml"/><Relationship Id="rId817" Type="http://schemas.openxmlformats.org/officeDocument/2006/relationships/slide" Target="slides/slide816.xml"/><Relationship Id="rId859" Type="http://schemas.openxmlformats.org/officeDocument/2006/relationships/slide" Target="slides/slide858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49" Type="http://schemas.openxmlformats.org/officeDocument/2006/relationships/slide" Target="slides/slide248.xml"/><Relationship Id="rId414" Type="http://schemas.openxmlformats.org/officeDocument/2006/relationships/slide" Target="slides/slide413.xml"/><Relationship Id="rId456" Type="http://schemas.openxmlformats.org/officeDocument/2006/relationships/slide" Target="slides/slide455.xml"/><Relationship Id="rId498" Type="http://schemas.openxmlformats.org/officeDocument/2006/relationships/slide" Target="slides/slide497.xml"/><Relationship Id="rId621" Type="http://schemas.openxmlformats.org/officeDocument/2006/relationships/slide" Target="slides/slide620.xml"/><Relationship Id="rId663" Type="http://schemas.openxmlformats.org/officeDocument/2006/relationships/slide" Target="slides/slide662.xml"/><Relationship Id="rId870" Type="http://schemas.openxmlformats.org/officeDocument/2006/relationships/slide" Target="slides/slide869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316" Type="http://schemas.openxmlformats.org/officeDocument/2006/relationships/slide" Target="slides/slide315.xml"/><Relationship Id="rId523" Type="http://schemas.openxmlformats.org/officeDocument/2006/relationships/slide" Target="slides/slide522.xml"/><Relationship Id="rId719" Type="http://schemas.openxmlformats.org/officeDocument/2006/relationships/slide" Target="slides/slide718.xml"/><Relationship Id="rId55" Type="http://schemas.openxmlformats.org/officeDocument/2006/relationships/slide" Target="slides/slide54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358" Type="http://schemas.openxmlformats.org/officeDocument/2006/relationships/slide" Target="slides/slide357.xml"/><Relationship Id="rId565" Type="http://schemas.openxmlformats.org/officeDocument/2006/relationships/slide" Target="slides/slide564.xml"/><Relationship Id="rId730" Type="http://schemas.openxmlformats.org/officeDocument/2006/relationships/slide" Target="slides/slide729.xml"/><Relationship Id="rId772" Type="http://schemas.openxmlformats.org/officeDocument/2006/relationships/slide" Target="slides/slide771.xml"/><Relationship Id="rId828" Type="http://schemas.openxmlformats.org/officeDocument/2006/relationships/slide" Target="slides/slide827.xml"/><Relationship Id="rId162" Type="http://schemas.openxmlformats.org/officeDocument/2006/relationships/slide" Target="slides/slide161.xml"/><Relationship Id="rId218" Type="http://schemas.openxmlformats.org/officeDocument/2006/relationships/slide" Target="slides/slide217.xml"/><Relationship Id="rId425" Type="http://schemas.openxmlformats.org/officeDocument/2006/relationships/slide" Target="slides/slide424.xml"/><Relationship Id="rId467" Type="http://schemas.openxmlformats.org/officeDocument/2006/relationships/slide" Target="slides/slide466.xml"/><Relationship Id="rId632" Type="http://schemas.openxmlformats.org/officeDocument/2006/relationships/slide" Target="slides/slide631.xml"/><Relationship Id="rId271" Type="http://schemas.openxmlformats.org/officeDocument/2006/relationships/slide" Target="slides/slide270.xml"/><Relationship Id="rId674" Type="http://schemas.openxmlformats.org/officeDocument/2006/relationships/slide" Target="slides/slide673.xml"/><Relationship Id="rId881" Type="http://schemas.openxmlformats.org/officeDocument/2006/relationships/slide" Target="slides/slide880.xml"/><Relationship Id="rId24" Type="http://schemas.openxmlformats.org/officeDocument/2006/relationships/slide" Target="slides/slide23.xml"/><Relationship Id="rId66" Type="http://schemas.openxmlformats.org/officeDocument/2006/relationships/slide" Target="slides/slide65.xml"/><Relationship Id="rId131" Type="http://schemas.openxmlformats.org/officeDocument/2006/relationships/slide" Target="slides/slide130.xml"/><Relationship Id="rId327" Type="http://schemas.openxmlformats.org/officeDocument/2006/relationships/slide" Target="slides/slide326.xml"/><Relationship Id="rId369" Type="http://schemas.openxmlformats.org/officeDocument/2006/relationships/slide" Target="slides/slide368.xml"/><Relationship Id="rId534" Type="http://schemas.openxmlformats.org/officeDocument/2006/relationships/slide" Target="slides/slide533.xml"/><Relationship Id="rId576" Type="http://schemas.openxmlformats.org/officeDocument/2006/relationships/slide" Target="slides/slide575.xml"/><Relationship Id="rId741" Type="http://schemas.openxmlformats.org/officeDocument/2006/relationships/slide" Target="slides/slide740.xml"/><Relationship Id="rId783" Type="http://schemas.openxmlformats.org/officeDocument/2006/relationships/slide" Target="slides/slide782.xml"/><Relationship Id="rId839" Type="http://schemas.openxmlformats.org/officeDocument/2006/relationships/slide" Target="slides/slide838.xml"/><Relationship Id="rId173" Type="http://schemas.openxmlformats.org/officeDocument/2006/relationships/slide" Target="slides/slide172.xml"/><Relationship Id="rId229" Type="http://schemas.openxmlformats.org/officeDocument/2006/relationships/slide" Target="slides/slide228.xml"/><Relationship Id="rId380" Type="http://schemas.openxmlformats.org/officeDocument/2006/relationships/slide" Target="slides/slide379.xml"/><Relationship Id="rId436" Type="http://schemas.openxmlformats.org/officeDocument/2006/relationships/slide" Target="slides/slide435.xml"/><Relationship Id="rId601" Type="http://schemas.openxmlformats.org/officeDocument/2006/relationships/slide" Target="slides/slide600.xml"/><Relationship Id="rId643" Type="http://schemas.openxmlformats.org/officeDocument/2006/relationships/slide" Target="slides/slide642.xml"/><Relationship Id="rId240" Type="http://schemas.openxmlformats.org/officeDocument/2006/relationships/slide" Target="slides/slide239.xml"/><Relationship Id="rId478" Type="http://schemas.openxmlformats.org/officeDocument/2006/relationships/slide" Target="slides/slide477.xml"/><Relationship Id="rId685" Type="http://schemas.openxmlformats.org/officeDocument/2006/relationships/slide" Target="slides/slide684.xml"/><Relationship Id="rId850" Type="http://schemas.openxmlformats.org/officeDocument/2006/relationships/slide" Target="slides/slide849.xml"/><Relationship Id="rId892" Type="http://schemas.openxmlformats.org/officeDocument/2006/relationships/slide" Target="slides/slide891.xml"/><Relationship Id="rId35" Type="http://schemas.openxmlformats.org/officeDocument/2006/relationships/slide" Target="slides/slide34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338" Type="http://schemas.openxmlformats.org/officeDocument/2006/relationships/slide" Target="slides/slide337.xml"/><Relationship Id="rId503" Type="http://schemas.openxmlformats.org/officeDocument/2006/relationships/slide" Target="slides/slide502.xml"/><Relationship Id="rId545" Type="http://schemas.openxmlformats.org/officeDocument/2006/relationships/slide" Target="slides/slide544.xml"/><Relationship Id="rId587" Type="http://schemas.openxmlformats.org/officeDocument/2006/relationships/slide" Target="slides/slide586.xml"/><Relationship Id="rId710" Type="http://schemas.openxmlformats.org/officeDocument/2006/relationships/slide" Target="slides/slide709.xml"/><Relationship Id="rId752" Type="http://schemas.openxmlformats.org/officeDocument/2006/relationships/slide" Target="slides/slide751.xml"/><Relationship Id="rId808" Type="http://schemas.openxmlformats.org/officeDocument/2006/relationships/slide" Target="slides/slide807.xml"/><Relationship Id="rId8" Type="http://schemas.openxmlformats.org/officeDocument/2006/relationships/slide" Target="slides/slide7.xml"/><Relationship Id="rId142" Type="http://schemas.openxmlformats.org/officeDocument/2006/relationships/slide" Target="slides/slide141.xml"/><Relationship Id="rId184" Type="http://schemas.openxmlformats.org/officeDocument/2006/relationships/slide" Target="slides/slide183.xml"/><Relationship Id="rId391" Type="http://schemas.openxmlformats.org/officeDocument/2006/relationships/slide" Target="slides/slide390.xml"/><Relationship Id="rId405" Type="http://schemas.openxmlformats.org/officeDocument/2006/relationships/slide" Target="slides/slide404.xml"/><Relationship Id="rId447" Type="http://schemas.openxmlformats.org/officeDocument/2006/relationships/slide" Target="slides/slide446.xml"/><Relationship Id="rId612" Type="http://schemas.openxmlformats.org/officeDocument/2006/relationships/slide" Target="slides/slide611.xml"/><Relationship Id="rId794" Type="http://schemas.openxmlformats.org/officeDocument/2006/relationships/slide" Target="slides/slide793.xml"/><Relationship Id="rId251" Type="http://schemas.openxmlformats.org/officeDocument/2006/relationships/slide" Target="slides/slide250.xml"/><Relationship Id="rId489" Type="http://schemas.openxmlformats.org/officeDocument/2006/relationships/slide" Target="slides/slide488.xml"/><Relationship Id="rId654" Type="http://schemas.openxmlformats.org/officeDocument/2006/relationships/slide" Target="slides/slide653.xml"/><Relationship Id="rId696" Type="http://schemas.openxmlformats.org/officeDocument/2006/relationships/slide" Target="slides/slide695.xml"/><Relationship Id="rId861" Type="http://schemas.openxmlformats.org/officeDocument/2006/relationships/slide" Target="slides/slide860.xml"/><Relationship Id="rId46" Type="http://schemas.openxmlformats.org/officeDocument/2006/relationships/slide" Target="slides/slide45.xml"/><Relationship Id="rId293" Type="http://schemas.openxmlformats.org/officeDocument/2006/relationships/slide" Target="slides/slide292.xml"/><Relationship Id="rId307" Type="http://schemas.openxmlformats.org/officeDocument/2006/relationships/slide" Target="slides/slide306.xml"/><Relationship Id="rId349" Type="http://schemas.openxmlformats.org/officeDocument/2006/relationships/slide" Target="slides/slide348.xml"/><Relationship Id="rId514" Type="http://schemas.openxmlformats.org/officeDocument/2006/relationships/slide" Target="slides/slide513.xml"/><Relationship Id="rId556" Type="http://schemas.openxmlformats.org/officeDocument/2006/relationships/slide" Target="slides/slide555.xml"/><Relationship Id="rId721" Type="http://schemas.openxmlformats.org/officeDocument/2006/relationships/slide" Target="slides/slide720.xml"/><Relationship Id="rId763" Type="http://schemas.openxmlformats.org/officeDocument/2006/relationships/slide" Target="slides/slide76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3" Type="http://schemas.openxmlformats.org/officeDocument/2006/relationships/slide" Target="slides/slide152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360" Type="http://schemas.openxmlformats.org/officeDocument/2006/relationships/slide" Target="slides/slide359.xml"/><Relationship Id="rId416" Type="http://schemas.openxmlformats.org/officeDocument/2006/relationships/slide" Target="slides/slide415.xml"/><Relationship Id="rId598" Type="http://schemas.openxmlformats.org/officeDocument/2006/relationships/slide" Target="slides/slide597.xml"/><Relationship Id="rId819" Type="http://schemas.openxmlformats.org/officeDocument/2006/relationships/slide" Target="slides/slide818.xml"/><Relationship Id="rId220" Type="http://schemas.openxmlformats.org/officeDocument/2006/relationships/slide" Target="slides/slide219.xml"/><Relationship Id="rId458" Type="http://schemas.openxmlformats.org/officeDocument/2006/relationships/slide" Target="slides/slide457.xml"/><Relationship Id="rId623" Type="http://schemas.openxmlformats.org/officeDocument/2006/relationships/slide" Target="slides/slide622.xml"/><Relationship Id="rId665" Type="http://schemas.openxmlformats.org/officeDocument/2006/relationships/slide" Target="slides/slide664.xml"/><Relationship Id="rId830" Type="http://schemas.openxmlformats.org/officeDocument/2006/relationships/slide" Target="slides/slide829.xml"/><Relationship Id="rId872" Type="http://schemas.openxmlformats.org/officeDocument/2006/relationships/slide" Target="slides/slide871.xml"/><Relationship Id="rId15" Type="http://schemas.openxmlformats.org/officeDocument/2006/relationships/slide" Target="slides/slide14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318" Type="http://schemas.openxmlformats.org/officeDocument/2006/relationships/slide" Target="slides/slide317.xml"/><Relationship Id="rId525" Type="http://schemas.openxmlformats.org/officeDocument/2006/relationships/slide" Target="slides/slide524.xml"/><Relationship Id="rId567" Type="http://schemas.openxmlformats.org/officeDocument/2006/relationships/slide" Target="slides/slide566.xml"/><Relationship Id="rId732" Type="http://schemas.openxmlformats.org/officeDocument/2006/relationships/slide" Target="slides/slide731.xml"/><Relationship Id="rId99" Type="http://schemas.openxmlformats.org/officeDocument/2006/relationships/slide" Target="slides/slide98.xml"/><Relationship Id="rId122" Type="http://schemas.openxmlformats.org/officeDocument/2006/relationships/slide" Target="slides/slide121.xml"/><Relationship Id="rId164" Type="http://schemas.openxmlformats.org/officeDocument/2006/relationships/slide" Target="slides/slide163.xml"/><Relationship Id="rId371" Type="http://schemas.openxmlformats.org/officeDocument/2006/relationships/slide" Target="slides/slide370.xml"/><Relationship Id="rId774" Type="http://schemas.openxmlformats.org/officeDocument/2006/relationships/slide" Target="slides/slide773.xml"/><Relationship Id="rId427" Type="http://schemas.openxmlformats.org/officeDocument/2006/relationships/slide" Target="slides/slide426.xml"/><Relationship Id="rId469" Type="http://schemas.openxmlformats.org/officeDocument/2006/relationships/slide" Target="slides/slide468.xml"/><Relationship Id="rId634" Type="http://schemas.openxmlformats.org/officeDocument/2006/relationships/slide" Target="slides/slide633.xml"/><Relationship Id="rId676" Type="http://schemas.openxmlformats.org/officeDocument/2006/relationships/slide" Target="slides/slide675.xml"/><Relationship Id="rId841" Type="http://schemas.openxmlformats.org/officeDocument/2006/relationships/slide" Target="slides/slide840.xml"/><Relationship Id="rId883" Type="http://schemas.openxmlformats.org/officeDocument/2006/relationships/slide" Target="slides/slide882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73" Type="http://schemas.openxmlformats.org/officeDocument/2006/relationships/slide" Target="slides/slide272.xml"/><Relationship Id="rId329" Type="http://schemas.openxmlformats.org/officeDocument/2006/relationships/slide" Target="slides/slide328.xml"/><Relationship Id="rId480" Type="http://schemas.openxmlformats.org/officeDocument/2006/relationships/slide" Target="slides/slide479.xml"/><Relationship Id="rId536" Type="http://schemas.openxmlformats.org/officeDocument/2006/relationships/slide" Target="slides/slide535.xml"/><Relationship Id="rId701" Type="http://schemas.openxmlformats.org/officeDocument/2006/relationships/slide" Target="slides/slide700.xml"/><Relationship Id="rId68" Type="http://schemas.openxmlformats.org/officeDocument/2006/relationships/slide" Target="slides/slide67.xml"/><Relationship Id="rId133" Type="http://schemas.openxmlformats.org/officeDocument/2006/relationships/slide" Target="slides/slide132.xml"/><Relationship Id="rId175" Type="http://schemas.openxmlformats.org/officeDocument/2006/relationships/slide" Target="slides/slide174.xml"/><Relationship Id="rId340" Type="http://schemas.openxmlformats.org/officeDocument/2006/relationships/slide" Target="slides/slide339.xml"/><Relationship Id="rId578" Type="http://schemas.openxmlformats.org/officeDocument/2006/relationships/slide" Target="slides/slide577.xml"/><Relationship Id="rId743" Type="http://schemas.openxmlformats.org/officeDocument/2006/relationships/slide" Target="slides/slide742.xml"/><Relationship Id="rId785" Type="http://schemas.openxmlformats.org/officeDocument/2006/relationships/slide" Target="slides/slide784.xml"/><Relationship Id="rId200" Type="http://schemas.openxmlformats.org/officeDocument/2006/relationships/slide" Target="slides/slide199.xml"/><Relationship Id="rId382" Type="http://schemas.openxmlformats.org/officeDocument/2006/relationships/slide" Target="slides/slide381.xml"/><Relationship Id="rId438" Type="http://schemas.openxmlformats.org/officeDocument/2006/relationships/slide" Target="slides/slide437.xml"/><Relationship Id="rId603" Type="http://schemas.openxmlformats.org/officeDocument/2006/relationships/slide" Target="slides/slide602.xml"/><Relationship Id="rId645" Type="http://schemas.openxmlformats.org/officeDocument/2006/relationships/slide" Target="slides/slide644.xml"/><Relationship Id="rId687" Type="http://schemas.openxmlformats.org/officeDocument/2006/relationships/slide" Target="slides/slide686.xml"/><Relationship Id="rId810" Type="http://schemas.openxmlformats.org/officeDocument/2006/relationships/slide" Target="slides/slide809.xml"/><Relationship Id="rId852" Type="http://schemas.openxmlformats.org/officeDocument/2006/relationships/slide" Target="slides/slide851.xml"/><Relationship Id="rId242" Type="http://schemas.openxmlformats.org/officeDocument/2006/relationships/slide" Target="slides/slide241.xml"/><Relationship Id="rId284" Type="http://schemas.openxmlformats.org/officeDocument/2006/relationships/slide" Target="slides/slide283.xml"/><Relationship Id="rId491" Type="http://schemas.openxmlformats.org/officeDocument/2006/relationships/slide" Target="slides/slide490.xml"/><Relationship Id="rId505" Type="http://schemas.openxmlformats.org/officeDocument/2006/relationships/slide" Target="slides/slide504.xml"/><Relationship Id="rId712" Type="http://schemas.openxmlformats.org/officeDocument/2006/relationships/slide" Target="slides/slide711.xml"/><Relationship Id="rId894" Type="http://schemas.openxmlformats.org/officeDocument/2006/relationships/slide" Target="slides/slide893.xml"/><Relationship Id="rId37" Type="http://schemas.openxmlformats.org/officeDocument/2006/relationships/slide" Target="slides/slide36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44" Type="http://schemas.openxmlformats.org/officeDocument/2006/relationships/slide" Target="slides/slide143.xml"/><Relationship Id="rId547" Type="http://schemas.openxmlformats.org/officeDocument/2006/relationships/slide" Target="slides/slide546.xml"/><Relationship Id="rId589" Type="http://schemas.openxmlformats.org/officeDocument/2006/relationships/slide" Target="slides/slide588.xml"/><Relationship Id="rId754" Type="http://schemas.openxmlformats.org/officeDocument/2006/relationships/slide" Target="slides/slide753.xml"/><Relationship Id="rId796" Type="http://schemas.openxmlformats.org/officeDocument/2006/relationships/slide" Target="slides/slide795.xml"/><Relationship Id="rId90" Type="http://schemas.openxmlformats.org/officeDocument/2006/relationships/slide" Target="slides/slide89.xml"/><Relationship Id="rId186" Type="http://schemas.openxmlformats.org/officeDocument/2006/relationships/slide" Target="slides/slide185.xml"/><Relationship Id="rId351" Type="http://schemas.openxmlformats.org/officeDocument/2006/relationships/slide" Target="slides/slide350.xml"/><Relationship Id="rId393" Type="http://schemas.openxmlformats.org/officeDocument/2006/relationships/slide" Target="slides/slide392.xml"/><Relationship Id="rId407" Type="http://schemas.openxmlformats.org/officeDocument/2006/relationships/slide" Target="slides/slide406.xml"/><Relationship Id="rId449" Type="http://schemas.openxmlformats.org/officeDocument/2006/relationships/slide" Target="slides/slide448.xml"/><Relationship Id="rId614" Type="http://schemas.openxmlformats.org/officeDocument/2006/relationships/slide" Target="slides/slide613.xml"/><Relationship Id="rId656" Type="http://schemas.openxmlformats.org/officeDocument/2006/relationships/slide" Target="slides/slide655.xml"/><Relationship Id="rId821" Type="http://schemas.openxmlformats.org/officeDocument/2006/relationships/slide" Target="slides/slide820.xml"/><Relationship Id="rId863" Type="http://schemas.openxmlformats.org/officeDocument/2006/relationships/slide" Target="slides/slide862.xml"/><Relationship Id="rId211" Type="http://schemas.openxmlformats.org/officeDocument/2006/relationships/slide" Target="slides/slide210.xml"/><Relationship Id="rId253" Type="http://schemas.openxmlformats.org/officeDocument/2006/relationships/slide" Target="slides/slide252.xml"/><Relationship Id="rId295" Type="http://schemas.openxmlformats.org/officeDocument/2006/relationships/slide" Target="slides/slide294.xml"/><Relationship Id="rId309" Type="http://schemas.openxmlformats.org/officeDocument/2006/relationships/slide" Target="slides/slide308.xml"/><Relationship Id="rId460" Type="http://schemas.openxmlformats.org/officeDocument/2006/relationships/slide" Target="slides/slide459.xml"/><Relationship Id="rId516" Type="http://schemas.openxmlformats.org/officeDocument/2006/relationships/slide" Target="slides/slide515.xml"/><Relationship Id="rId698" Type="http://schemas.openxmlformats.org/officeDocument/2006/relationships/slide" Target="slides/slide697.xml"/><Relationship Id="rId48" Type="http://schemas.openxmlformats.org/officeDocument/2006/relationships/slide" Target="slides/slide47.xml"/><Relationship Id="rId113" Type="http://schemas.openxmlformats.org/officeDocument/2006/relationships/slide" Target="slides/slide112.xml"/><Relationship Id="rId320" Type="http://schemas.openxmlformats.org/officeDocument/2006/relationships/slide" Target="slides/slide319.xml"/><Relationship Id="rId558" Type="http://schemas.openxmlformats.org/officeDocument/2006/relationships/slide" Target="slides/slide557.xml"/><Relationship Id="rId723" Type="http://schemas.openxmlformats.org/officeDocument/2006/relationships/slide" Target="slides/slide722.xml"/><Relationship Id="rId765" Type="http://schemas.openxmlformats.org/officeDocument/2006/relationships/slide" Target="slides/slide764.xml"/><Relationship Id="rId155" Type="http://schemas.openxmlformats.org/officeDocument/2006/relationships/slide" Target="slides/slide154.xml"/><Relationship Id="rId197" Type="http://schemas.openxmlformats.org/officeDocument/2006/relationships/slide" Target="slides/slide196.xml"/><Relationship Id="rId362" Type="http://schemas.openxmlformats.org/officeDocument/2006/relationships/slide" Target="slides/slide361.xml"/><Relationship Id="rId418" Type="http://schemas.openxmlformats.org/officeDocument/2006/relationships/slide" Target="slides/slide417.xml"/><Relationship Id="rId625" Type="http://schemas.openxmlformats.org/officeDocument/2006/relationships/slide" Target="slides/slide624.xml"/><Relationship Id="rId832" Type="http://schemas.openxmlformats.org/officeDocument/2006/relationships/slide" Target="slides/slide831.xml"/><Relationship Id="rId222" Type="http://schemas.openxmlformats.org/officeDocument/2006/relationships/slide" Target="slides/slide221.xml"/><Relationship Id="rId264" Type="http://schemas.openxmlformats.org/officeDocument/2006/relationships/slide" Target="slides/slide263.xml"/><Relationship Id="rId471" Type="http://schemas.openxmlformats.org/officeDocument/2006/relationships/slide" Target="slides/slide470.xml"/><Relationship Id="rId667" Type="http://schemas.openxmlformats.org/officeDocument/2006/relationships/slide" Target="slides/slide666.xml"/><Relationship Id="rId874" Type="http://schemas.openxmlformats.org/officeDocument/2006/relationships/slide" Target="slides/slide873.xml"/><Relationship Id="rId17" Type="http://schemas.openxmlformats.org/officeDocument/2006/relationships/slide" Target="slides/slide16.xml"/><Relationship Id="rId59" Type="http://schemas.openxmlformats.org/officeDocument/2006/relationships/slide" Target="slides/slide58.xml"/><Relationship Id="rId124" Type="http://schemas.openxmlformats.org/officeDocument/2006/relationships/slide" Target="slides/slide123.xml"/><Relationship Id="rId527" Type="http://schemas.openxmlformats.org/officeDocument/2006/relationships/slide" Target="slides/slide526.xml"/><Relationship Id="rId569" Type="http://schemas.openxmlformats.org/officeDocument/2006/relationships/slide" Target="slides/slide568.xml"/><Relationship Id="rId734" Type="http://schemas.openxmlformats.org/officeDocument/2006/relationships/slide" Target="slides/slide733.xml"/><Relationship Id="rId776" Type="http://schemas.openxmlformats.org/officeDocument/2006/relationships/slide" Target="slides/slide775.xml"/><Relationship Id="rId70" Type="http://schemas.openxmlformats.org/officeDocument/2006/relationships/slide" Target="slides/slide69.xml"/><Relationship Id="rId166" Type="http://schemas.openxmlformats.org/officeDocument/2006/relationships/slide" Target="slides/slide165.xml"/><Relationship Id="rId331" Type="http://schemas.openxmlformats.org/officeDocument/2006/relationships/slide" Target="slides/slide330.xml"/><Relationship Id="rId373" Type="http://schemas.openxmlformats.org/officeDocument/2006/relationships/slide" Target="slides/slide372.xml"/><Relationship Id="rId429" Type="http://schemas.openxmlformats.org/officeDocument/2006/relationships/slide" Target="slides/slide428.xml"/><Relationship Id="rId580" Type="http://schemas.openxmlformats.org/officeDocument/2006/relationships/slide" Target="slides/slide579.xml"/><Relationship Id="rId636" Type="http://schemas.openxmlformats.org/officeDocument/2006/relationships/slide" Target="slides/slide635.xml"/><Relationship Id="rId801" Type="http://schemas.openxmlformats.org/officeDocument/2006/relationships/slide" Target="slides/slide800.xml"/><Relationship Id="rId1" Type="http://schemas.openxmlformats.org/officeDocument/2006/relationships/slideMaster" Target="slideMasters/slideMaster1.xml"/><Relationship Id="rId233" Type="http://schemas.openxmlformats.org/officeDocument/2006/relationships/slide" Target="slides/slide232.xml"/><Relationship Id="rId440" Type="http://schemas.openxmlformats.org/officeDocument/2006/relationships/slide" Target="slides/slide439.xml"/><Relationship Id="rId678" Type="http://schemas.openxmlformats.org/officeDocument/2006/relationships/slide" Target="slides/slide677.xml"/><Relationship Id="rId843" Type="http://schemas.openxmlformats.org/officeDocument/2006/relationships/slide" Target="slides/slide842.xml"/><Relationship Id="rId885" Type="http://schemas.openxmlformats.org/officeDocument/2006/relationships/slide" Target="slides/slide884.xml"/><Relationship Id="rId28" Type="http://schemas.openxmlformats.org/officeDocument/2006/relationships/slide" Target="slides/slide27.xml"/><Relationship Id="rId275" Type="http://schemas.openxmlformats.org/officeDocument/2006/relationships/slide" Target="slides/slide274.xml"/><Relationship Id="rId300" Type="http://schemas.openxmlformats.org/officeDocument/2006/relationships/slide" Target="slides/slide299.xml"/><Relationship Id="rId482" Type="http://schemas.openxmlformats.org/officeDocument/2006/relationships/slide" Target="slides/slide481.xml"/><Relationship Id="rId538" Type="http://schemas.openxmlformats.org/officeDocument/2006/relationships/slide" Target="slides/slide537.xml"/><Relationship Id="rId703" Type="http://schemas.openxmlformats.org/officeDocument/2006/relationships/slide" Target="slides/slide702.xml"/><Relationship Id="rId745" Type="http://schemas.openxmlformats.org/officeDocument/2006/relationships/slide" Target="slides/slide744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77" Type="http://schemas.openxmlformats.org/officeDocument/2006/relationships/slide" Target="slides/slide176.xml"/><Relationship Id="rId342" Type="http://schemas.openxmlformats.org/officeDocument/2006/relationships/slide" Target="slides/slide341.xml"/><Relationship Id="rId384" Type="http://schemas.openxmlformats.org/officeDocument/2006/relationships/slide" Target="slides/slide383.xml"/><Relationship Id="rId591" Type="http://schemas.openxmlformats.org/officeDocument/2006/relationships/slide" Target="slides/slide590.xml"/><Relationship Id="rId605" Type="http://schemas.openxmlformats.org/officeDocument/2006/relationships/slide" Target="slides/slide604.xml"/><Relationship Id="rId787" Type="http://schemas.openxmlformats.org/officeDocument/2006/relationships/slide" Target="slides/slide786.xml"/><Relationship Id="rId812" Type="http://schemas.openxmlformats.org/officeDocument/2006/relationships/slide" Target="slides/slide811.xml"/><Relationship Id="rId202" Type="http://schemas.openxmlformats.org/officeDocument/2006/relationships/slide" Target="slides/slide201.xml"/><Relationship Id="rId244" Type="http://schemas.openxmlformats.org/officeDocument/2006/relationships/slide" Target="slides/slide243.xml"/><Relationship Id="rId647" Type="http://schemas.openxmlformats.org/officeDocument/2006/relationships/slide" Target="slides/slide646.xml"/><Relationship Id="rId689" Type="http://schemas.openxmlformats.org/officeDocument/2006/relationships/slide" Target="slides/slide688.xml"/><Relationship Id="rId854" Type="http://schemas.openxmlformats.org/officeDocument/2006/relationships/slide" Target="slides/slide853.xml"/><Relationship Id="rId896" Type="http://schemas.openxmlformats.org/officeDocument/2006/relationships/slide" Target="slides/slide895.xml"/><Relationship Id="rId39" Type="http://schemas.openxmlformats.org/officeDocument/2006/relationships/slide" Target="slides/slide38.xml"/><Relationship Id="rId286" Type="http://schemas.openxmlformats.org/officeDocument/2006/relationships/slide" Target="slides/slide285.xml"/><Relationship Id="rId451" Type="http://schemas.openxmlformats.org/officeDocument/2006/relationships/slide" Target="slides/slide450.xml"/><Relationship Id="rId493" Type="http://schemas.openxmlformats.org/officeDocument/2006/relationships/slide" Target="slides/slide492.xml"/><Relationship Id="rId507" Type="http://schemas.openxmlformats.org/officeDocument/2006/relationships/slide" Target="slides/slide506.xml"/><Relationship Id="rId549" Type="http://schemas.openxmlformats.org/officeDocument/2006/relationships/slide" Target="slides/slide548.xml"/><Relationship Id="rId714" Type="http://schemas.openxmlformats.org/officeDocument/2006/relationships/slide" Target="slides/slide713.xml"/><Relationship Id="rId756" Type="http://schemas.openxmlformats.org/officeDocument/2006/relationships/slide" Target="slides/slide75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46" Type="http://schemas.openxmlformats.org/officeDocument/2006/relationships/slide" Target="slides/slide145.xml"/><Relationship Id="rId188" Type="http://schemas.openxmlformats.org/officeDocument/2006/relationships/slide" Target="slides/slide187.xml"/><Relationship Id="rId311" Type="http://schemas.openxmlformats.org/officeDocument/2006/relationships/slide" Target="slides/slide310.xml"/><Relationship Id="rId353" Type="http://schemas.openxmlformats.org/officeDocument/2006/relationships/slide" Target="slides/slide352.xml"/><Relationship Id="rId395" Type="http://schemas.openxmlformats.org/officeDocument/2006/relationships/slide" Target="slides/slide394.xml"/><Relationship Id="rId409" Type="http://schemas.openxmlformats.org/officeDocument/2006/relationships/slide" Target="slides/slide408.xml"/><Relationship Id="rId560" Type="http://schemas.openxmlformats.org/officeDocument/2006/relationships/slide" Target="slides/slide559.xml"/><Relationship Id="rId798" Type="http://schemas.openxmlformats.org/officeDocument/2006/relationships/slide" Target="slides/slide797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420" Type="http://schemas.openxmlformats.org/officeDocument/2006/relationships/slide" Target="slides/slide419.xml"/><Relationship Id="rId616" Type="http://schemas.openxmlformats.org/officeDocument/2006/relationships/slide" Target="slides/slide615.xml"/><Relationship Id="rId658" Type="http://schemas.openxmlformats.org/officeDocument/2006/relationships/slide" Target="slides/slide657.xml"/><Relationship Id="rId823" Type="http://schemas.openxmlformats.org/officeDocument/2006/relationships/slide" Target="slides/slide822.xml"/><Relationship Id="rId865" Type="http://schemas.openxmlformats.org/officeDocument/2006/relationships/slide" Target="slides/slide864.xml"/><Relationship Id="rId255" Type="http://schemas.openxmlformats.org/officeDocument/2006/relationships/slide" Target="slides/slide254.xml"/><Relationship Id="rId297" Type="http://schemas.openxmlformats.org/officeDocument/2006/relationships/slide" Target="slides/slide296.xml"/><Relationship Id="rId462" Type="http://schemas.openxmlformats.org/officeDocument/2006/relationships/slide" Target="slides/slide461.xml"/><Relationship Id="rId518" Type="http://schemas.openxmlformats.org/officeDocument/2006/relationships/slide" Target="slides/slide517.xml"/><Relationship Id="rId725" Type="http://schemas.openxmlformats.org/officeDocument/2006/relationships/slide" Target="slides/slide724.xml"/><Relationship Id="rId115" Type="http://schemas.openxmlformats.org/officeDocument/2006/relationships/slide" Target="slides/slide114.xml"/><Relationship Id="rId157" Type="http://schemas.openxmlformats.org/officeDocument/2006/relationships/slide" Target="slides/slide156.xml"/><Relationship Id="rId322" Type="http://schemas.openxmlformats.org/officeDocument/2006/relationships/slide" Target="slides/slide321.xml"/><Relationship Id="rId364" Type="http://schemas.openxmlformats.org/officeDocument/2006/relationships/slide" Target="slides/slide363.xml"/><Relationship Id="rId767" Type="http://schemas.openxmlformats.org/officeDocument/2006/relationships/slide" Target="slides/slide766.xml"/><Relationship Id="rId61" Type="http://schemas.openxmlformats.org/officeDocument/2006/relationships/slide" Target="slides/slide60.xml"/><Relationship Id="rId199" Type="http://schemas.openxmlformats.org/officeDocument/2006/relationships/slide" Target="slides/slide198.xml"/><Relationship Id="rId571" Type="http://schemas.openxmlformats.org/officeDocument/2006/relationships/slide" Target="slides/slide570.xml"/><Relationship Id="rId627" Type="http://schemas.openxmlformats.org/officeDocument/2006/relationships/slide" Target="slides/slide626.xml"/><Relationship Id="rId669" Type="http://schemas.openxmlformats.org/officeDocument/2006/relationships/slide" Target="slides/slide668.xml"/><Relationship Id="rId834" Type="http://schemas.openxmlformats.org/officeDocument/2006/relationships/slide" Target="slides/slide833.xml"/><Relationship Id="rId876" Type="http://schemas.openxmlformats.org/officeDocument/2006/relationships/slide" Target="slides/slide875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66" Type="http://schemas.openxmlformats.org/officeDocument/2006/relationships/slide" Target="slides/slide265.xml"/><Relationship Id="rId431" Type="http://schemas.openxmlformats.org/officeDocument/2006/relationships/slide" Target="slides/slide430.xml"/><Relationship Id="rId473" Type="http://schemas.openxmlformats.org/officeDocument/2006/relationships/slide" Target="slides/slide472.xml"/><Relationship Id="rId529" Type="http://schemas.openxmlformats.org/officeDocument/2006/relationships/slide" Target="slides/slide528.xml"/><Relationship Id="rId680" Type="http://schemas.openxmlformats.org/officeDocument/2006/relationships/slide" Target="slides/slide679.xml"/><Relationship Id="rId736" Type="http://schemas.openxmlformats.org/officeDocument/2006/relationships/slide" Target="slides/slide735.xml"/><Relationship Id="rId901" Type="http://schemas.openxmlformats.org/officeDocument/2006/relationships/viewProps" Target="viewProps.xml"/><Relationship Id="rId30" Type="http://schemas.openxmlformats.org/officeDocument/2006/relationships/slide" Target="slides/slide29.xml"/><Relationship Id="rId126" Type="http://schemas.openxmlformats.org/officeDocument/2006/relationships/slide" Target="slides/slide125.xml"/><Relationship Id="rId168" Type="http://schemas.openxmlformats.org/officeDocument/2006/relationships/slide" Target="slides/slide167.xml"/><Relationship Id="rId333" Type="http://schemas.openxmlformats.org/officeDocument/2006/relationships/slide" Target="slides/slide332.xml"/><Relationship Id="rId540" Type="http://schemas.openxmlformats.org/officeDocument/2006/relationships/slide" Target="slides/slide539.xml"/><Relationship Id="rId778" Type="http://schemas.openxmlformats.org/officeDocument/2006/relationships/slide" Target="slides/slide777.xml"/><Relationship Id="rId72" Type="http://schemas.openxmlformats.org/officeDocument/2006/relationships/slide" Target="slides/slide71.xml"/><Relationship Id="rId375" Type="http://schemas.openxmlformats.org/officeDocument/2006/relationships/slide" Target="slides/slide374.xml"/><Relationship Id="rId582" Type="http://schemas.openxmlformats.org/officeDocument/2006/relationships/slide" Target="slides/slide581.xml"/><Relationship Id="rId638" Type="http://schemas.openxmlformats.org/officeDocument/2006/relationships/slide" Target="slides/slide637.xml"/><Relationship Id="rId803" Type="http://schemas.openxmlformats.org/officeDocument/2006/relationships/slide" Target="slides/slide802.xml"/><Relationship Id="rId845" Type="http://schemas.openxmlformats.org/officeDocument/2006/relationships/slide" Target="slides/slide844.xml"/><Relationship Id="rId3" Type="http://schemas.openxmlformats.org/officeDocument/2006/relationships/slide" Target="slides/slide2.xml"/><Relationship Id="rId235" Type="http://schemas.openxmlformats.org/officeDocument/2006/relationships/slide" Target="slides/slide234.xml"/><Relationship Id="rId277" Type="http://schemas.openxmlformats.org/officeDocument/2006/relationships/slide" Target="slides/slide276.xml"/><Relationship Id="rId400" Type="http://schemas.openxmlformats.org/officeDocument/2006/relationships/slide" Target="slides/slide399.xml"/><Relationship Id="rId442" Type="http://schemas.openxmlformats.org/officeDocument/2006/relationships/slide" Target="slides/slide441.xml"/><Relationship Id="rId484" Type="http://schemas.openxmlformats.org/officeDocument/2006/relationships/slide" Target="slides/slide483.xml"/><Relationship Id="rId705" Type="http://schemas.openxmlformats.org/officeDocument/2006/relationships/slide" Target="slides/slide704.xml"/><Relationship Id="rId887" Type="http://schemas.openxmlformats.org/officeDocument/2006/relationships/slide" Target="slides/slide886.xml"/><Relationship Id="rId137" Type="http://schemas.openxmlformats.org/officeDocument/2006/relationships/slide" Target="slides/slide136.xml"/><Relationship Id="rId302" Type="http://schemas.openxmlformats.org/officeDocument/2006/relationships/slide" Target="slides/slide301.xml"/><Relationship Id="rId344" Type="http://schemas.openxmlformats.org/officeDocument/2006/relationships/slide" Target="slides/slide343.xml"/><Relationship Id="rId691" Type="http://schemas.openxmlformats.org/officeDocument/2006/relationships/slide" Target="slides/slide690.xml"/><Relationship Id="rId747" Type="http://schemas.openxmlformats.org/officeDocument/2006/relationships/slide" Target="slides/slide746.xml"/><Relationship Id="rId789" Type="http://schemas.openxmlformats.org/officeDocument/2006/relationships/slide" Target="slides/slide788.xml"/><Relationship Id="rId41" Type="http://schemas.openxmlformats.org/officeDocument/2006/relationships/slide" Target="slides/slide40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386" Type="http://schemas.openxmlformats.org/officeDocument/2006/relationships/slide" Target="slides/slide385.xml"/><Relationship Id="rId551" Type="http://schemas.openxmlformats.org/officeDocument/2006/relationships/slide" Target="slides/slide550.xml"/><Relationship Id="rId593" Type="http://schemas.openxmlformats.org/officeDocument/2006/relationships/slide" Target="slides/slide592.xml"/><Relationship Id="rId607" Type="http://schemas.openxmlformats.org/officeDocument/2006/relationships/slide" Target="slides/slide606.xml"/><Relationship Id="rId649" Type="http://schemas.openxmlformats.org/officeDocument/2006/relationships/slide" Target="slides/slide648.xml"/><Relationship Id="rId814" Type="http://schemas.openxmlformats.org/officeDocument/2006/relationships/slide" Target="slides/slide813.xml"/><Relationship Id="rId856" Type="http://schemas.openxmlformats.org/officeDocument/2006/relationships/slide" Target="slides/slide855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46" Type="http://schemas.openxmlformats.org/officeDocument/2006/relationships/slide" Target="slides/slide245.xml"/><Relationship Id="rId288" Type="http://schemas.openxmlformats.org/officeDocument/2006/relationships/slide" Target="slides/slide287.xml"/><Relationship Id="rId411" Type="http://schemas.openxmlformats.org/officeDocument/2006/relationships/slide" Target="slides/slide410.xml"/><Relationship Id="rId453" Type="http://schemas.openxmlformats.org/officeDocument/2006/relationships/slide" Target="slides/slide452.xml"/><Relationship Id="rId509" Type="http://schemas.openxmlformats.org/officeDocument/2006/relationships/slide" Target="slides/slide508.xml"/><Relationship Id="rId660" Type="http://schemas.openxmlformats.org/officeDocument/2006/relationships/slide" Target="slides/slide659.xml"/><Relationship Id="rId898" Type="http://schemas.openxmlformats.org/officeDocument/2006/relationships/slide" Target="slides/slide897.xml"/><Relationship Id="rId106" Type="http://schemas.openxmlformats.org/officeDocument/2006/relationships/slide" Target="slides/slide105.xml"/><Relationship Id="rId313" Type="http://schemas.openxmlformats.org/officeDocument/2006/relationships/slide" Target="slides/slide312.xml"/><Relationship Id="rId495" Type="http://schemas.openxmlformats.org/officeDocument/2006/relationships/slide" Target="slides/slide494.xml"/><Relationship Id="rId716" Type="http://schemas.openxmlformats.org/officeDocument/2006/relationships/slide" Target="slides/slide715.xml"/><Relationship Id="rId758" Type="http://schemas.openxmlformats.org/officeDocument/2006/relationships/slide" Target="slides/slide757.xml"/><Relationship Id="rId10" Type="http://schemas.openxmlformats.org/officeDocument/2006/relationships/slide" Target="slides/slide9.xml"/><Relationship Id="rId52" Type="http://schemas.openxmlformats.org/officeDocument/2006/relationships/slide" Target="slides/slide51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355" Type="http://schemas.openxmlformats.org/officeDocument/2006/relationships/slide" Target="slides/slide354.xml"/><Relationship Id="rId397" Type="http://schemas.openxmlformats.org/officeDocument/2006/relationships/slide" Target="slides/slide396.xml"/><Relationship Id="rId520" Type="http://schemas.openxmlformats.org/officeDocument/2006/relationships/slide" Target="slides/slide519.xml"/><Relationship Id="rId562" Type="http://schemas.openxmlformats.org/officeDocument/2006/relationships/slide" Target="slides/slide561.xml"/><Relationship Id="rId618" Type="http://schemas.openxmlformats.org/officeDocument/2006/relationships/slide" Target="slides/slide617.xml"/><Relationship Id="rId825" Type="http://schemas.openxmlformats.org/officeDocument/2006/relationships/slide" Target="slides/slide824.xml"/><Relationship Id="rId215" Type="http://schemas.openxmlformats.org/officeDocument/2006/relationships/slide" Target="slides/slide214.xml"/><Relationship Id="rId257" Type="http://schemas.openxmlformats.org/officeDocument/2006/relationships/slide" Target="slides/slide256.xml"/><Relationship Id="rId422" Type="http://schemas.openxmlformats.org/officeDocument/2006/relationships/slide" Target="slides/slide421.xml"/><Relationship Id="rId464" Type="http://schemas.openxmlformats.org/officeDocument/2006/relationships/slide" Target="slides/slide463.xml"/><Relationship Id="rId867" Type="http://schemas.openxmlformats.org/officeDocument/2006/relationships/slide" Target="slides/slide866.xml"/><Relationship Id="rId299" Type="http://schemas.openxmlformats.org/officeDocument/2006/relationships/slide" Target="slides/slide298.xml"/><Relationship Id="rId727" Type="http://schemas.openxmlformats.org/officeDocument/2006/relationships/slide" Target="slides/slide726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366" Type="http://schemas.openxmlformats.org/officeDocument/2006/relationships/slide" Target="slides/slide365.xml"/><Relationship Id="rId573" Type="http://schemas.openxmlformats.org/officeDocument/2006/relationships/slide" Target="slides/slide572.xml"/><Relationship Id="rId780" Type="http://schemas.openxmlformats.org/officeDocument/2006/relationships/slide" Target="slides/slide779.xml"/><Relationship Id="rId226" Type="http://schemas.openxmlformats.org/officeDocument/2006/relationships/slide" Target="slides/slide225.xml"/><Relationship Id="rId433" Type="http://schemas.openxmlformats.org/officeDocument/2006/relationships/slide" Target="slides/slide432.xml"/><Relationship Id="rId878" Type="http://schemas.openxmlformats.org/officeDocument/2006/relationships/slide" Target="slides/slide877.xml"/><Relationship Id="rId640" Type="http://schemas.openxmlformats.org/officeDocument/2006/relationships/slide" Target="slides/slide639.xml"/><Relationship Id="rId738" Type="http://schemas.openxmlformats.org/officeDocument/2006/relationships/slide" Target="slides/slide737.xml"/><Relationship Id="rId74" Type="http://schemas.openxmlformats.org/officeDocument/2006/relationships/slide" Target="slides/slide73.xml"/><Relationship Id="rId377" Type="http://schemas.openxmlformats.org/officeDocument/2006/relationships/slide" Target="slides/slide376.xml"/><Relationship Id="rId500" Type="http://schemas.openxmlformats.org/officeDocument/2006/relationships/slide" Target="slides/slide499.xml"/><Relationship Id="rId584" Type="http://schemas.openxmlformats.org/officeDocument/2006/relationships/slide" Target="slides/slide583.xml"/><Relationship Id="rId805" Type="http://schemas.openxmlformats.org/officeDocument/2006/relationships/slide" Target="slides/slide804.xml"/><Relationship Id="rId5" Type="http://schemas.openxmlformats.org/officeDocument/2006/relationships/slide" Target="slides/slide4.xml"/><Relationship Id="rId237" Type="http://schemas.openxmlformats.org/officeDocument/2006/relationships/slide" Target="slides/slide236.xml"/><Relationship Id="rId791" Type="http://schemas.openxmlformats.org/officeDocument/2006/relationships/slide" Target="slides/slide790.xml"/><Relationship Id="rId889" Type="http://schemas.openxmlformats.org/officeDocument/2006/relationships/slide" Target="slides/slide888.xml"/><Relationship Id="rId444" Type="http://schemas.openxmlformats.org/officeDocument/2006/relationships/slide" Target="slides/slide443.xml"/><Relationship Id="rId651" Type="http://schemas.openxmlformats.org/officeDocument/2006/relationships/slide" Target="slides/slide650.xml"/><Relationship Id="rId749" Type="http://schemas.openxmlformats.org/officeDocument/2006/relationships/slide" Target="slides/slide74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388" Type="http://schemas.openxmlformats.org/officeDocument/2006/relationships/slide" Target="slides/slide387.xml"/><Relationship Id="rId511" Type="http://schemas.openxmlformats.org/officeDocument/2006/relationships/slide" Target="slides/slide510.xml"/><Relationship Id="rId609" Type="http://schemas.openxmlformats.org/officeDocument/2006/relationships/slide" Target="slides/slide60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595" Type="http://schemas.openxmlformats.org/officeDocument/2006/relationships/slide" Target="slides/slide594.xml"/><Relationship Id="rId816" Type="http://schemas.openxmlformats.org/officeDocument/2006/relationships/slide" Target="slides/slide815.xml"/><Relationship Id="rId248" Type="http://schemas.openxmlformats.org/officeDocument/2006/relationships/slide" Target="slides/slide247.xml"/><Relationship Id="rId455" Type="http://schemas.openxmlformats.org/officeDocument/2006/relationships/slide" Target="slides/slide454.xml"/><Relationship Id="rId662" Type="http://schemas.openxmlformats.org/officeDocument/2006/relationships/slide" Target="slides/slide661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315" Type="http://schemas.openxmlformats.org/officeDocument/2006/relationships/slide" Target="slides/slide314.xml"/><Relationship Id="rId522" Type="http://schemas.openxmlformats.org/officeDocument/2006/relationships/slide" Target="slides/slide521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399" Type="http://schemas.openxmlformats.org/officeDocument/2006/relationships/slide" Target="slides/slide398.xml"/><Relationship Id="rId827" Type="http://schemas.openxmlformats.org/officeDocument/2006/relationships/slide" Target="slides/slide826.xml"/><Relationship Id="rId259" Type="http://schemas.openxmlformats.org/officeDocument/2006/relationships/slide" Target="slides/slide258.xml"/><Relationship Id="rId466" Type="http://schemas.openxmlformats.org/officeDocument/2006/relationships/slide" Target="slides/slide465.xml"/><Relationship Id="rId673" Type="http://schemas.openxmlformats.org/officeDocument/2006/relationships/slide" Target="slides/slide672.xml"/><Relationship Id="rId880" Type="http://schemas.openxmlformats.org/officeDocument/2006/relationships/slide" Target="slides/slide879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326" Type="http://schemas.openxmlformats.org/officeDocument/2006/relationships/slide" Target="slides/slide325.xml"/><Relationship Id="rId533" Type="http://schemas.openxmlformats.org/officeDocument/2006/relationships/slide" Target="slides/slide532.xml"/><Relationship Id="rId740" Type="http://schemas.openxmlformats.org/officeDocument/2006/relationships/slide" Target="slides/slide739.xml"/><Relationship Id="rId838" Type="http://schemas.openxmlformats.org/officeDocument/2006/relationships/slide" Target="slides/slide837.xml"/><Relationship Id="rId172" Type="http://schemas.openxmlformats.org/officeDocument/2006/relationships/slide" Target="slides/slide171.xml"/><Relationship Id="rId477" Type="http://schemas.openxmlformats.org/officeDocument/2006/relationships/slide" Target="slides/slide476.xml"/><Relationship Id="rId600" Type="http://schemas.openxmlformats.org/officeDocument/2006/relationships/slide" Target="slides/slide599.xml"/><Relationship Id="rId684" Type="http://schemas.openxmlformats.org/officeDocument/2006/relationships/slide" Target="slides/slide683.xml"/><Relationship Id="rId337" Type="http://schemas.openxmlformats.org/officeDocument/2006/relationships/slide" Target="slides/slide336.xml"/><Relationship Id="rId891" Type="http://schemas.openxmlformats.org/officeDocument/2006/relationships/slide" Target="slides/slide890.xml"/><Relationship Id="rId34" Type="http://schemas.openxmlformats.org/officeDocument/2006/relationships/slide" Target="slides/slide33.xml"/><Relationship Id="rId544" Type="http://schemas.openxmlformats.org/officeDocument/2006/relationships/slide" Target="slides/slide543.xml"/><Relationship Id="rId751" Type="http://schemas.openxmlformats.org/officeDocument/2006/relationships/slide" Target="slides/slide750.xml"/><Relationship Id="rId849" Type="http://schemas.openxmlformats.org/officeDocument/2006/relationships/slide" Target="slides/slide848.xml"/><Relationship Id="rId183" Type="http://schemas.openxmlformats.org/officeDocument/2006/relationships/slide" Target="slides/slide182.xml"/><Relationship Id="rId390" Type="http://schemas.openxmlformats.org/officeDocument/2006/relationships/slide" Target="slides/slide389.xml"/><Relationship Id="rId404" Type="http://schemas.openxmlformats.org/officeDocument/2006/relationships/slide" Target="slides/slide403.xml"/><Relationship Id="rId611" Type="http://schemas.openxmlformats.org/officeDocument/2006/relationships/slide" Target="slides/slide610.xml"/><Relationship Id="rId250" Type="http://schemas.openxmlformats.org/officeDocument/2006/relationships/slide" Target="slides/slide249.xml"/><Relationship Id="rId488" Type="http://schemas.openxmlformats.org/officeDocument/2006/relationships/slide" Target="slides/slide487.xml"/><Relationship Id="rId695" Type="http://schemas.openxmlformats.org/officeDocument/2006/relationships/slide" Target="slides/slide694.xml"/><Relationship Id="rId709" Type="http://schemas.openxmlformats.org/officeDocument/2006/relationships/slide" Target="slides/slide708.xml"/><Relationship Id="rId45" Type="http://schemas.openxmlformats.org/officeDocument/2006/relationships/slide" Target="slides/slide44.xml"/><Relationship Id="rId110" Type="http://schemas.openxmlformats.org/officeDocument/2006/relationships/slide" Target="slides/slide109.xml"/><Relationship Id="rId348" Type="http://schemas.openxmlformats.org/officeDocument/2006/relationships/slide" Target="slides/slide347.xml"/><Relationship Id="rId555" Type="http://schemas.openxmlformats.org/officeDocument/2006/relationships/slide" Target="slides/slide554.xml"/><Relationship Id="rId762" Type="http://schemas.openxmlformats.org/officeDocument/2006/relationships/slide" Target="slides/slide761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415" Type="http://schemas.openxmlformats.org/officeDocument/2006/relationships/slide" Target="slides/slide414.xml"/><Relationship Id="rId622" Type="http://schemas.openxmlformats.org/officeDocument/2006/relationships/slide" Target="slides/slide621.xml"/><Relationship Id="rId261" Type="http://schemas.openxmlformats.org/officeDocument/2006/relationships/slide" Target="slides/slide260.xml"/><Relationship Id="rId499" Type="http://schemas.openxmlformats.org/officeDocument/2006/relationships/slide" Target="slides/slide49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spect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 noChangeAspect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 noChangeAspect="1"/>
          </p:cNvSpPr>
          <p:nvPr>
            <p:ph type="dt" sz="half" idx="10"/>
          </p:nvPr>
        </p:nvSpPr>
        <p:spPr/>
        <p:txBody>
          <a:bodyPr/>
          <a:lstStyle/>
          <a:p>
            <a:fld id="{718EE54E-66FB-41D3-B5F7-E675B320A725}" type="datetimeFigureOut">
              <a:rPr lang="en-US" smtClean="0"/>
              <a:t>4/21/2016</a:t>
            </a:fld>
            <a:endParaRPr lang="en-US"/>
          </a:p>
        </p:txBody>
      </p:sp>
      <p:sp>
        <p:nvSpPr>
          <p:cNvPr id="5" name="Footer Placeholder 4"/>
          <p:cNvSpPr>
            <a:spLocks noGrp="1" noChangeAspect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ChangeAspect="1"/>
          </p:cNvSpPr>
          <p:nvPr>
            <p:ph type="sldNum" sz="quarter" idx="12"/>
          </p:nvPr>
        </p:nvSpPr>
        <p:spPr/>
        <p:txBody>
          <a:bodyPr/>
          <a:lstStyle/>
          <a:p>
            <a:fld id="{959AB861-8DB2-437B-B85D-74E5D1BDA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514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spect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ChangeAspect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ChangeAspect="1"/>
          </p:cNvSpPr>
          <p:nvPr>
            <p:ph type="dt" sz="half" idx="10"/>
          </p:nvPr>
        </p:nvSpPr>
        <p:spPr/>
        <p:txBody>
          <a:bodyPr/>
          <a:lstStyle/>
          <a:p>
            <a:fld id="{718EE54E-66FB-41D3-B5F7-E675B320A725}" type="datetimeFigureOut">
              <a:rPr lang="en-US" smtClean="0"/>
              <a:t>4/21/2016</a:t>
            </a:fld>
            <a:endParaRPr lang="en-US"/>
          </a:p>
        </p:txBody>
      </p:sp>
      <p:sp>
        <p:nvSpPr>
          <p:cNvPr id="5" name="Footer Placeholder 4"/>
          <p:cNvSpPr>
            <a:spLocks noGrp="1" noChangeAspect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ChangeAspect="1"/>
          </p:cNvSpPr>
          <p:nvPr>
            <p:ph type="sldNum" sz="quarter" idx="12"/>
          </p:nvPr>
        </p:nvSpPr>
        <p:spPr/>
        <p:txBody>
          <a:bodyPr/>
          <a:lstStyle/>
          <a:p>
            <a:fld id="{959AB861-8DB2-437B-B85D-74E5D1BDA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430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EE54E-66FB-41D3-B5F7-E675B320A725}" type="datetimeFigureOut">
              <a:rPr lang="en-US" smtClean="0"/>
              <a:t>4/21/2016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AB861-8DB2-437B-B85D-74E5D1BDA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339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EE54E-66FB-41D3-B5F7-E675B320A725}" type="datetimeFigureOut">
              <a:rPr lang="en-US" smtClean="0"/>
              <a:t>4/21/2016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AB861-8DB2-437B-B85D-74E5D1BDA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353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EE54E-66FB-41D3-B5F7-E675B320A725}" type="datetimeFigureOut">
              <a:rPr lang="en-US" smtClean="0"/>
              <a:t>4/21/2016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AB861-8DB2-437B-B85D-74E5D1BDA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5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ChangeAspect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 noChangeAspect="1"/>
          </p:cNvSpPr>
          <p:nvPr>
            <p:ph type="dt" sz="half" idx="10"/>
          </p:nvPr>
        </p:nvSpPr>
        <p:spPr/>
        <p:txBody>
          <a:bodyPr/>
          <a:lstStyle/>
          <a:p>
            <a:fld id="{718EE54E-66FB-41D3-B5F7-E675B320A725}" type="datetimeFigureOut">
              <a:rPr lang="en-US" smtClean="0"/>
              <a:t>4/21/2016</a:t>
            </a:fld>
            <a:endParaRPr lang="en-US"/>
          </a:p>
        </p:txBody>
      </p:sp>
      <p:sp>
        <p:nvSpPr>
          <p:cNvPr id="4" name="Footer Placeholder 3"/>
          <p:cNvSpPr>
            <a:spLocks noGrp="1" noChangeAspect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ChangeAspect="1"/>
          </p:cNvSpPr>
          <p:nvPr>
            <p:ph type="sldNum" sz="quarter" idx="12"/>
          </p:nvPr>
        </p:nvSpPr>
        <p:spPr/>
        <p:txBody>
          <a:bodyPr/>
          <a:lstStyle/>
          <a:p>
            <a:fld id="{959AB861-8DB2-437B-B85D-74E5D1BDA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301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 noChangeAspect="1"/>
          </p:cNvSpPr>
          <p:nvPr>
            <p:ph type="dt" sz="half" idx="10"/>
          </p:nvPr>
        </p:nvSpPr>
        <p:spPr/>
        <p:txBody>
          <a:bodyPr/>
          <a:lstStyle/>
          <a:p>
            <a:fld id="{718EE54E-66FB-41D3-B5F7-E675B320A725}" type="datetimeFigureOut">
              <a:rPr lang="en-US" smtClean="0"/>
              <a:t>4/21/2016</a:t>
            </a:fld>
            <a:endParaRPr lang="en-US"/>
          </a:p>
        </p:txBody>
      </p:sp>
      <p:sp>
        <p:nvSpPr>
          <p:cNvPr id="3" name="Footer Placeholder 2"/>
          <p:cNvSpPr>
            <a:spLocks noGrp="1" noChangeAspect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ChangeAspect="1"/>
          </p:cNvSpPr>
          <p:nvPr>
            <p:ph type="sldNum" sz="quarter" idx="12"/>
          </p:nvPr>
        </p:nvSpPr>
        <p:spPr/>
        <p:txBody>
          <a:bodyPr/>
          <a:lstStyle/>
          <a:p>
            <a:fld id="{959AB861-8DB2-437B-B85D-74E5D1BDA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522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EE54E-66FB-41D3-B5F7-E675B320A725}" type="datetimeFigureOut">
              <a:rPr lang="en-US" smtClean="0"/>
              <a:t>4/21/2016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AB861-8DB2-437B-B85D-74E5D1BDA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58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EE54E-66FB-41D3-B5F7-E675B320A725}" type="datetimeFigureOut">
              <a:rPr lang="en-US" smtClean="0"/>
              <a:t>4/21/2016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AB861-8DB2-437B-B85D-74E5D1BDA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30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EE54E-66FB-41D3-B5F7-E675B320A725}" type="datetimeFigureOut">
              <a:rPr lang="en-US" smtClean="0"/>
              <a:t>4/21/2016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AB861-8DB2-437B-B85D-74E5D1BDA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23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EE54E-66FB-41D3-B5F7-E675B320A725}" type="datetimeFigureOut">
              <a:rPr lang="en-US" smtClean="0"/>
              <a:t>4/21/2016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AB861-8DB2-437B-B85D-74E5D1BDA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86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ChangeAspect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ChangeAspect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ChangeAspect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EE54E-66FB-41D3-B5F7-E675B320A725}" type="datetimeFigureOut">
              <a:rPr lang="en-US" smtClean="0"/>
              <a:t>4/21/2016</a:t>
            </a:fld>
            <a:endParaRPr lang="en-US"/>
          </a:p>
        </p:txBody>
      </p:sp>
      <p:sp>
        <p:nvSpPr>
          <p:cNvPr id="5" name="Footer Placeholder 4"/>
          <p:cNvSpPr>
            <a:spLocks noGrp="1" noChangeAspect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ChangeAspect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AB861-8DB2-437B-B85D-74E5D1BDAB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939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0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5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8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99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3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5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8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9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0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3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4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5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8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9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0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4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5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6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8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9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0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3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4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5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6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8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9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0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3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4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5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6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8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9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0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3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4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5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6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7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8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9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0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3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4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5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6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8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9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0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3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4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5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6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7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8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9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0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3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4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5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6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7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8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9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0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1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3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4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5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6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7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8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9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0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1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3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4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5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6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7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8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9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0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1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3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4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5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6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7.xml"/></Relationships>
</file>

<file path=ppt/slides/_rels/slide2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8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9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0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1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2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3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4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5.xml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6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7.xml"/></Relationships>
</file>

<file path=ppt/slides/_rels/slide2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8.xml"/></Relationships>
</file>

<file path=ppt/slides/_rels/slide2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9.xml"/></Relationships>
</file>

<file path=ppt/slides/_rels/slide2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0.xml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1.xml"/></Relationships>
</file>

<file path=ppt/slides/_rels/slide2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2.xml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3.xml"/></Relationships>
</file>

<file path=ppt/slides/_rels/slide2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4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5.xml"/></Relationships>
</file>

<file path=ppt/slides/_rels/slide2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6.xml"/></Relationships>
</file>

<file path=ppt/slides/_rels/slide2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7.xml"/></Relationships>
</file>

<file path=ppt/slides/_rels/slide2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8.xml"/></Relationships>
</file>

<file path=ppt/slides/_rels/slide2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9.xml"/></Relationships>
</file>

<file path=ppt/slides/_rels/slide2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0.xml"/></Relationships>
</file>

<file path=ppt/slides/_rels/slide2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1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2.xml"/></Relationships>
</file>

<file path=ppt/slides/_rels/slide2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3.xml"/></Relationships>
</file>

<file path=ppt/slides/_rels/slide2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4.xml"/></Relationships>
</file>

<file path=ppt/slides/_rels/slide2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5.xml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6.xml"/></Relationships>
</file>

<file path=ppt/slides/_rels/slide2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7.xml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8.xml"/></Relationships>
</file>

<file path=ppt/slides/_rels/slide2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9.xml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0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1.xml"/></Relationships>
</file>

<file path=ppt/slides/_rels/slide2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2.xml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3.xml"/></Relationships>
</file>

<file path=ppt/slides/_rels/slide2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4.xml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5.xml"/></Relationships>
</file>

<file path=ppt/slides/_rels/slide2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6.xml"/></Relationships>
</file>

<file path=ppt/slides/_rels/slide2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7.xml"/></Relationships>
</file>

<file path=ppt/slides/_rels/slide2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8.xml"/></Relationships>
</file>

<file path=ppt/slides/_rels/slide2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9.xml"/></Relationships>
</file>

<file path=ppt/slides/_rels/slide2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0.xml"/></Relationships>
</file>

<file path=ppt/slides/_rels/slide2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1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2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3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4.xml"/></Relationships>
</file>

<file path=ppt/slides/_rels/slide2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5.xml"/></Relationships>
</file>

<file path=ppt/slides/_rels/slide2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6.xml"/></Relationships>
</file>

<file path=ppt/slides/_rels/slide2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7.xml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8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9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0.xml"/></Relationships>
</file>

<file path=ppt/slides/_rels/slide2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1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2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3.xml"/></Relationships>
</file>

<file path=ppt/slides/_rels/slide2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4.xml"/></Relationships>
</file>

<file path=ppt/slides/_rels/slide2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5.xml"/></Relationships>
</file>

<file path=ppt/slides/_rels/slide2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6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7.xml"/></Relationships>
</file>

<file path=ppt/slides/_rels/slide2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8.xml"/></Relationships>
</file>

<file path=ppt/slides/_rels/slide2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9.xml"/></Relationships>
</file>

<file path=ppt/slides/_rels/slide2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0.xml"/></Relationships>
</file>

<file path=ppt/slides/_rels/slide2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1.xml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2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3.xml"/></Relationships>
</file>

<file path=ppt/slides/_rels/slide2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4.xml"/></Relationships>
</file>

<file path=ppt/slides/_rels/slide2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5.xml"/></Relationships>
</file>

<file path=ppt/slides/_rels/slide2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6.xml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7.xml"/></Relationships>
</file>

<file path=ppt/slides/_rels/slide2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8.xml"/></Relationships>
</file>

<file path=ppt/slides/_rels/slide2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9.xml"/></Relationships>
</file>

<file path=ppt/slides/_rels/slide2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0.xml"/></Relationships>
</file>

<file path=ppt/slides/_rels/slide2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1.xml"/></Relationships>
</file>

<file path=ppt/slides/_rels/slide2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2.xml"/></Relationships>
</file>

<file path=ppt/slides/_rels/slide2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3.xml"/></Relationships>
</file>

<file path=ppt/slides/_rels/slide2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4.xml"/></Relationships>
</file>

<file path=ppt/slides/_rels/slide2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5.xml"/></Relationships>
</file>

<file path=ppt/slides/_rels/slide2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6.xml"/></Relationships>
</file>

<file path=ppt/slides/_rels/slide2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7.xml"/></Relationships>
</file>

<file path=ppt/slides/_rels/slide2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8.xml"/></Relationships>
</file>

<file path=ppt/slides/_rels/slide2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9.xml"/></Relationships>
</file>

<file path=ppt/slides/_rels/slide2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0.xml"/></Relationships>
</file>

<file path=ppt/slides/_rels/slide3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1.xml"/></Relationships>
</file>

<file path=ppt/slides/_rels/slide3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2.xml"/></Relationships>
</file>

<file path=ppt/slides/_rels/slide3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3.xml"/></Relationships>
</file>

<file path=ppt/slides/_rels/slide3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4.xml"/></Relationships>
</file>

<file path=ppt/slides/_rels/slide3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5.xml"/></Relationships>
</file>

<file path=ppt/slides/_rels/slide3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6.xml"/></Relationships>
</file>

<file path=ppt/slides/_rels/slide3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7.xml"/></Relationships>
</file>

<file path=ppt/slides/_rels/slide3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8.xml"/></Relationships>
</file>

<file path=ppt/slides/_rels/slide3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9.xml"/></Relationships>
</file>

<file path=ppt/slides/_rels/slide3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0.xml"/></Relationships>
</file>

<file path=ppt/slides/_rels/slide3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1.xml"/></Relationships>
</file>

<file path=ppt/slides/_rels/slide3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2.xml"/></Relationships>
</file>

<file path=ppt/slides/_rels/slide3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3.xml"/></Relationships>
</file>

<file path=ppt/slides/_rels/slide3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4.xml"/></Relationships>
</file>

<file path=ppt/slides/_rels/slide3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5.xml"/></Relationships>
</file>

<file path=ppt/slides/_rels/slide3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6.xml"/></Relationships>
</file>

<file path=ppt/slides/_rels/slide3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7.xml"/></Relationships>
</file>

<file path=ppt/slides/_rels/slide3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8.xml"/></Relationships>
</file>

<file path=ppt/slides/_rels/slide3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9.xml"/></Relationships>
</file>

<file path=ppt/slides/_rels/slide3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0.xml"/></Relationships>
</file>

<file path=ppt/slides/_rels/slide3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1.xml"/></Relationships>
</file>

<file path=ppt/slides/_rels/slide3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2.xml"/></Relationships>
</file>

<file path=ppt/slides/_rels/slide3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3.xml"/></Relationships>
</file>

<file path=ppt/slides/_rels/slide3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4.xml"/></Relationships>
</file>

<file path=ppt/slides/_rels/slide3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5.xml"/></Relationships>
</file>

<file path=ppt/slides/_rels/slide3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6.xml"/></Relationships>
</file>

<file path=ppt/slides/_rels/slide3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7.xml"/></Relationships>
</file>

<file path=ppt/slides/_rels/slide3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8.xml"/></Relationships>
</file>

<file path=ppt/slides/_rels/slide3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9.xml"/></Relationships>
</file>

<file path=ppt/slides/_rels/slide3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0.xml"/></Relationships>
</file>

<file path=ppt/slides/_rels/slide3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1.xml"/></Relationships>
</file>

<file path=ppt/slides/_rels/slide3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2.xml"/></Relationships>
</file>

<file path=ppt/slides/_rels/slide3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3.xml"/></Relationships>
</file>

<file path=ppt/slides/_rels/slide3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4.xml"/></Relationships>
</file>

<file path=ppt/slides/_rels/slide3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5.xml"/></Relationships>
</file>

<file path=ppt/slides/_rels/slide3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6.xml"/></Relationships>
</file>

<file path=ppt/slides/_rels/slide3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7.xml"/></Relationships>
</file>

<file path=ppt/slides/_rels/slide3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8.xml"/></Relationships>
</file>

<file path=ppt/slides/_rels/slide3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9.xml"/></Relationships>
</file>

<file path=ppt/slides/_rels/slide3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0.xml"/></Relationships>
</file>

<file path=ppt/slides/_rels/slide3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1.xml"/></Relationships>
</file>

<file path=ppt/slides/_rels/slide3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2.xml"/></Relationships>
</file>

<file path=ppt/slides/_rels/slide3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3.xml"/></Relationships>
</file>

<file path=ppt/slides/_rels/slide3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4.xml"/></Relationships>
</file>

<file path=ppt/slides/_rels/slide3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5.xml"/></Relationships>
</file>

<file path=ppt/slides/_rels/slide3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6.xml"/></Relationships>
</file>

<file path=ppt/slides/_rels/slide3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7.xml"/></Relationships>
</file>

<file path=ppt/slides/_rels/slide3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8.xml"/></Relationships>
</file>

<file path=ppt/slides/_rels/slide3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9.xml"/></Relationships>
</file>

<file path=ppt/slides/_rels/slide3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0.xml"/></Relationships>
</file>

<file path=ppt/slides/_rels/slide3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1.xml"/></Relationships>
</file>

<file path=ppt/slides/_rels/slide3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2.xml"/></Relationships>
</file>

<file path=ppt/slides/_rels/slide3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3.xml"/></Relationships>
</file>

<file path=ppt/slides/_rels/slide3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4.xml"/></Relationships>
</file>

<file path=ppt/slides/_rels/slide3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5.xml"/></Relationships>
</file>

<file path=ppt/slides/_rels/slide3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6.xml"/></Relationships>
</file>

<file path=ppt/slides/_rels/slide3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7.xml"/></Relationships>
</file>

<file path=ppt/slides/_rels/slide3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8.xml"/></Relationships>
</file>

<file path=ppt/slides/_rels/slide3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9.xml"/></Relationships>
</file>

<file path=ppt/slides/_rels/slide3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0.xml"/></Relationships>
</file>

<file path=ppt/slides/_rels/slide3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1.xml"/></Relationships>
</file>

<file path=ppt/slides/_rels/slide3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2.xml"/></Relationships>
</file>

<file path=ppt/slides/_rels/slide3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3.xml"/></Relationships>
</file>

<file path=ppt/slides/_rels/slide3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4.xml"/></Relationships>
</file>

<file path=ppt/slides/_rels/slide3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5.xml"/></Relationships>
</file>

<file path=ppt/slides/_rels/slide3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6.xml"/></Relationships>
</file>

<file path=ppt/slides/_rels/slide3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7.xml"/></Relationships>
</file>

<file path=ppt/slides/_rels/slide3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8.xml"/></Relationships>
</file>

<file path=ppt/slides/_rels/slide3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9.xml"/></Relationships>
</file>

<file path=ppt/slides/_rels/slide3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0.xml"/></Relationships>
</file>

<file path=ppt/slides/_rels/slide3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1.xml"/></Relationships>
</file>

<file path=ppt/slides/_rels/slide3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2.xml"/></Relationships>
</file>

<file path=ppt/slides/_rels/slide3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3.xml"/></Relationships>
</file>

<file path=ppt/slides/_rels/slide3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4.xml"/></Relationships>
</file>

<file path=ppt/slides/_rels/slide3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5.xml"/></Relationships>
</file>

<file path=ppt/slides/_rels/slide3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6.xml"/></Relationships>
</file>

<file path=ppt/slides/_rels/slide3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7.xml"/></Relationships>
</file>

<file path=ppt/slides/_rels/slide3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8.xml"/></Relationships>
</file>

<file path=ppt/slides/_rels/slide3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9.xml"/></Relationships>
</file>

<file path=ppt/slides/_rels/slide3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0.xml"/></Relationships>
</file>

<file path=ppt/slides/_rels/slide3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1.xml"/></Relationships>
</file>

<file path=ppt/slides/_rels/slide3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2.xml"/></Relationships>
</file>

<file path=ppt/slides/_rels/slide3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3.xml"/></Relationships>
</file>

<file path=ppt/slides/_rels/slide3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4.xml"/></Relationships>
</file>

<file path=ppt/slides/_rels/slide3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5.xml"/></Relationships>
</file>

<file path=ppt/slides/_rels/slide3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6.xml"/></Relationships>
</file>

<file path=ppt/slides/_rels/slide3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7.xml"/></Relationships>
</file>

<file path=ppt/slides/_rels/slide3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8.xml"/></Relationships>
</file>

<file path=ppt/slides/_rels/slide3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9.xml"/></Relationships>
</file>

<file path=ppt/slides/_rels/slide3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0.xml"/></Relationships>
</file>

<file path=ppt/slides/_rels/slide3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1.xml"/></Relationships>
</file>

<file path=ppt/slides/_rels/slide3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2.xml"/></Relationships>
</file>

<file path=ppt/slides/_rels/slide3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3.xml"/></Relationships>
</file>

<file path=ppt/slides/_rels/slide3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4.xml"/></Relationships>
</file>

<file path=ppt/slides/_rels/slide3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5.xml"/></Relationships>
</file>

<file path=ppt/slides/_rels/slide3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6.xml"/></Relationships>
</file>

<file path=ppt/slides/_rels/slide3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7.xml"/></Relationships>
</file>

<file path=ppt/slides/_rels/slide3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8.xml"/></Relationships>
</file>

<file path=ppt/slides/_rels/slide3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9.xml"/></Relationships>
</file>

<file path=ppt/slides/_rels/slide3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0.xml"/></Relationships>
</file>

<file path=ppt/slides/_rels/slide4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1.xml"/></Relationships>
</file>

<file path=ppt/slides/_rels/slide4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2.xml"/></Relationships>
</file>

<file path=ppt/slides/_rels/slide4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3.xml"/></Relationships>
</file>

<file path=ppt/slides/_rels/slide4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4.xml"/></Relationships>
</file>

<file path=ppt/slides/_rels/slide4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5.xml"/></Relationships>
</file>

<file path=ppt/slides/_rels/slide4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6.xml"/></Relationships>
</file>

<file path=ppt/slides/_rels/slide4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7.xml"/></Relationships>
</file>

<file path=ppt/slides/_rels/slide4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8.xml"/></Relationships>
</file>

<file path=ppt/slides/_rels/slide4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9.xml"/></Relationships>
</file>

<file path=ppt/slides/_rels/slide4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0.xml"/></Relationships>
</file>

<file path=ppt/slides/_rels/slide4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1.xml"/></Relationships>
</file>

<file path=ppt/slides/_rels/slide4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2.xml"/></Relationships>
</file>

<file path=ppt/slides/_rels/slide4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3.xml"/></Relationships>
</file>

<file path=ppt/slides/_rels/slide4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4.xml"/></Relationships>
</file>

<file path=ppt/slides/_rels/slide4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5.xml"/></Relationships>
</file>

<file path=ppt/slides/_rels/slide4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6.xml"/></Relationships>
</file>

<file path=ppt/slides/_rels/slide4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7.xml"/></Relationships>
</file>

<file path=ppt/slides/_rels/slide4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8.xml"/></Relationships>
</file>

<file path=ppt/slides/_rels/slide4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9.xml"/></Relationships>
</file>

<file path=ppt/slides/_rels/slide4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0.xml"/></Relationships>
</file>

<file path=ppt/slides/_rels/slide4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1.xml"/></Relationships>
</file>

<file path=ppt/slides/_rels/slide4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2.xml"/></Relationships>
</file>

<file path=ppt/slides/_rels/slide4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3.xml"/></Relationships>
</file>

<file path=ppt/slides/_rels/slide4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4.xml"/></Relationships>
</file>

<file path=ppt/slides/_rels/slide4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5.xml"/></Relationships>
</file>

<file path=ppt/slides/_rels/slide4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6.xml"/></Relationships>
</file>

<file path=ppt/slides/_rels/slide4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7.xml"/></Relationships>
</file>

<file path=ppt/slides/_rels/slide4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8.xml"/></Relationships>
</file>

<file path=ppt/slides/_rels/slide4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9.xml"/></Relationships>
</file>

<file path=ppt/slides/_rels/slide4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0.xml"/></Relationships>
</file>

<file path=ppt/slides/_rels/slide4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1.xml"/></Relationships>
</file>

<file path=ppt/slides/_rels/slide4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2.xml"/></Relationships>
</file>

<file path=ppt/slides/_rels/slide4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3.xml"/></Relationships>
</file>

<file path=ppt/slides/_rels/slide4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4.xml"/></Relationships>
</file>

<file path=ppt/slides/_rels/slide4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5.xml"/></Relationships>
</file>

<file path=ppt/slides/_rels/slide4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6.xml"/></Relationships>
</file>

<file path=ppt/slides/_rels/slide4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7.xml"/></Relationships>
</file>

<file path=ppt/slides/_rels/slide4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8.xml"/></Relationships>
</file>

<file path=ppt/slides/_rels/slide4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9.xml"/></Relationships>
</file>

<file path=ppt/slides/_rels/slide4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0.xml"/></Relationships>
</file>

<file path=ppt/slides/_rels/slide4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1.xml"/></Relationships>
</file>

<file path=ppt/slides/_rels/slide4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2.xml"/></Relationships>
</file>

<file path=ppt/slides/_rels/slide4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3.xml"/></Relationships>
</file>

<file path=ppt/slides/_rels/slide4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4.xml"/></Relationships>
</file>

<file path=ppt/slides/_rels/slide4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5.xml"/></Relationships>
</file>

<file path=ppt/slides/_rels/slide4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6.xml"/></Relationships>
</file>

<file path=ppt/slides/_rels/slide4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7.xml"/></Relationships>
</file>

<file path=ppt/slides/_rels/slide4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8.xml"/></Relationships>
</file>

<file path=ppt/slides/_rels/slide4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49.xml"/></Relationships>
</file>

<file path=ppt/slides/_rels/slide4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0.xml"/></Relationships>
</file>

<file path=ppt/slides/_rels/slide4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1.xml"/></Relationships>
</file>

<file path=ppt/slides/_rels/slide4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2.xml"/></Relationships>
</file>

<file path=ppt/slides/_rels/slide4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3.xml"/></Relationships>
</file>

<file path=ppt/slides/_rels/slide4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4.xml"/></Relationships>
</file>

<file path=ppt/slides/_rels/slide4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5.xml"/></Relationships>
</file>

<file path=ppt/slides/_rels/slide4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6.xml"/></Relationships>
</file>

<file path=ppt/slides/_rels/slide4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7.xml"/></Relationships>
</file>

<file path=ppt/slides/_rels/slide4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8.xml"/></Relationships>
</file>

<file path=ppt/slides/_rels/slide4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59.xml"/></Relationships>
</file>

<file path=ppt/slides/_rels/slide4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0.xml"/></Relationships>
</file>

<file path=ppt/slides/_rels/slide4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1.xml"/></Relationships>
</file>

<file path=ppt/slides/_rels/slide4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2.xml"/></Relationships>
</file>

<file path=ppt/slides/_rels/slide4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3.xml"/></Relationships>
</file>

<file path=ppt/slides/_rels/slide4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4.xml"/></Relationships>
</file>

<file path=ppt/slides/_rels/slide4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5.xml"/></Relationships>
</file>

<file path=ppt/slides/_rels/slide4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6.xml"/></Relationships>
</file>

<file path=ppt/slides/_rels/slide4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7.xml"/></Relationships>
</file>

<file path=ppt/slides/_rels/slide4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8.xml"/></Relationships>
</file>

<file path=ppt/slides/_rels/slide4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69.xml"/></Relationships>
</file>

<file path=ppt/slides/_rels/slide4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0.xml"/></Relationships>
</file>

<file path=ppt/slides/_rels/slide4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1.xml"/></Relationships>
</file>

<file path=ppt/slides/_rels/slide4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2.xml"/></Relationships>
</file>

<file path=ppt/slides/_rels/slide4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3.xml"/></Relationships>
</file>

<file path=ppt/slides/_rels/slide4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4.xml"/></Relationships>
</file>

<file path=ppt/slides/_rels/slide4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5.xml"/></Relationships>
</file>

<file path=ppt/slides/_rels/slide4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6.xml"/></Relationships>
</file>

<file path=ppt/slides/_rels/slide4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7.xml"/></Relationships>
</file>

<file path=ppt/slides/_rels/slide4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8.xml"/></Relationships>
</file>

<file path=ppt/slides/_rels/slide4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79.xml"/></Relationships>
</file>

<file path=ppt/slides/_rels/slide4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0.xml"/></Relationships>
</file>

<file path=ppt/slides/_rels/slide4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1.xml"/></Relationships>
</file>

<file path=ppt/slides/_rels/slide4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2.xml"/></Relationships>
</file>

<file path=ppt/slides/_rels/slide4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3.xml"/></Relationships>
</file>

<file path=ppt/slides/_rels/slide4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4.xml"/></Relationships>
</file>

<file path=ppt/slides/_rels/slide4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5.xml"/></Relationships>
</file>

<file path=ppt/slides/_rels/slide4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6.xml"/></Relationships>
</file>

<file path=ppt/slides/_rels/slide4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7.xml"/></Relationships>
</file>

<file path=ppt/slides/_rels/slide4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8.xml"/></Relationships>
</file>

<file path=ppt/slides/_rels/slide4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89.xml"/></Relationships>
</file>

<file path=ppt/slides/_rels/slide4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0.xml"/></Relationships>
</file>

<file path=ppt/slides/_rels/slide4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1.xml"/></Relationships>
</file>

<file path=ppt/slides/_rels/slide4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2.xml"/></Relationships>
</file>

<file path=ppt/slides/_rels/slide4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3.xml"/></Relationships>
</file>

<file path=ppt/slides/_rels/slide4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4.xml"/></Relationships>
</file>

<file path=ppt/slides/_rels/slide4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5.xml"/></Relationships>
</file>

<file path=ppt/slides/_rels/slide4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6.xml"/></Relationships>
</file>

<file path=ppt/slides/_rels/slide4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7.xml"/></Relationships>
</file>

<file path=ppt/slides/_rels/slide4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8.xml"/></Relationships>
</file>

<file path=ppt/slides/_rels/slide4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9.xml"/></Relationships>
</file>

<file path=ppt/slides/_rels/slide4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0.xml"/></Relationships>
</file>

<file path=ppt/slides/_rels/slide5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1.xml"/></Relationships>
</file>

<file path=ppt/slides/_rels/slide5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2.xml"/></Relationships>
</file>

<file path=ppt/slides/_rels/slide5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3.xml"/></Relationships>
</file>

<file path=ppt/slides/_rels/slide5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4.xml"/></Relationships>
</file>

<file path=ppt/slides/_rels/slide5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5.xml"/></Relationships>
</file>

<file path=ppt/slides/_rels/slide5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6.xml"/></Relationships>
</file>

<file path=ppt/slides/_rels/slide5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7.xml"/></Relationships>
</file>

<file path=ppt/slides/_rels/slide5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8.xml"/></Relationships>
</file>

<file path=ppt/slides/_rels/slide5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09.xml"/></Relationships>
</file>

<file path=ppt/slides/_rels/slide5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0.xml"/></Relationships>
</file>

<file path=ppt/slides/_rels/slide5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1.xml"/></Relationships>
</file>

<file path=ppt/slides/_rels/slide5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2.xml"/></Relationships>
</file>

<file path=ppt/slides/_rels/slide5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3.xml"/></Relationships>
</file>

<file path=ppt/slides/_rels/slide5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4.xml"/></Relationships>
</file>

<file path=ppt/slides/_rels/slide5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5.xml"/></Relationships>
</file>

<file path=ppt/slides/_rels/slide5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6.xml"/></Relationships>
</file>

<file path=ppt/slides/_rels/slide5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7.xml"/></Relationships>
</file>

<file path=ppt/slides/_rels/slide5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8.xml"/></Relationships>
</file>

<file path=ppt/slides/_rels/slide5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9.xml"/></Relationships>
</file>

<file path=ppt/slides/_rels/slide5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0.xml"/></Relationships>
</file>

<file path=ppt/slides/_rels/slide5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1.xml"/></Relationships>
</file>

<file path=ppt/slides/_rels/slide5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2.xml"/></Relationships>
</file>

<file path=ppt/slides/_rels/slide5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3.xml"/></Relationships>
</file>

<file path=ppt/slides/_rels/slide5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4.xml"/></Relationships>
</file>

<file path=ppt/slides/_rels/slide5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5.xml"/></Relationships>
</file>

<file path=ppt/slides/_rels/slide5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6.xml"/></Relationships>
</file>

<file path=ppt/slides/_rels/slide5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7.xml"/></Relationships>
</file>

<file path=ppt/slides/_rels/slide5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8.xml"/></Relationships>
</file>

<file path=ppt/slides/_rels/slide5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9.xml"/></Relationships>
</file>

<file path=ppt/slides/_rels/slide5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0.xml"/></Relationships>
</file>

<file path=ppt/slides/_rels/slide5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1.xml"/></Relationships>
</file>

<file path=ppt/slides/_rels/slide5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2.xml"/></Relationships>
</file>

<file path=ppt/slides/_rels/slide5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3.xml"/></Relationships>
</file>

<file path=ppt/slides/_rels/slide5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4.xml"/></Relationships>
</file>

<file path=ppt/slides/_rels/slide5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5.xml"/></Relationships>
</file>

<file path=ppt/slides/_rels/slide5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6.xml"/></Relationships>
</file>

<file path=ppt/slides/_rels/slide5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7.xml"/></Relationships>
</file>

<file path=ppt/slides/_rels/slide5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8.xml"/></Relationships>
</file>

<file path=ppt/slides/_rels/slide5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9.xml"/></Relationships>
</file>

<file path=ppt/slides/_rels/slide5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0.xml"/></Relationships>
</file>

<file path=ppt/slides/_rels/slide5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1.xml"/></Relationships>
</file>

<file path=ppt/slides/_rels/slide5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2.xml"/></Relationships>
</file>

<file path=ppt/slides/_rels/slide5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3.xml"/></Relationships>
</file>

<file path=ppt/slides/_rels/slide5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4.xml"/></Relationships>
</file>

<file path=ppt/slides/_rels/slide5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5.xml"/></Relationships>
</file>

<file path=ppt/slides/_rels/slide5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6.xml"/></Relationships>
</file>

<file path=ppt/slides/_rels/slide5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7.xml"/></Relationships>
</file>

<file path=ppt/slides/_rels/slide5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8.xml"/></Relationships>
</file>

<file path=ppt/slides/_rels/slide5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9.xml"/></Relationships>
</file>

<file path=ppt/slides/_rels/slide5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0.xml"/></Relationships>
</file>

<file path=ppt/slides/_rels/slide5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1.xml"/></Relationships>
</file>

<file path=ppt/slides/_rels/slide5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2.xml"/></Relationships>
</file>

<file path=ppt/slides/_rels/slide5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3.xml"/></Relationships>
</file>

<file path=ppt/slides/_rels/slide5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4.xml"/></Relationships>
</file>

<file path=ppt/slides/_rels/slide5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5.xml"/></Relationships>
</file>

<file path=ppt/slides/_rels/slide5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6.xml"/></Relationships>
</file>

<file path=ppt/slides/_rels/slide5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7.xml"/></Relationships>
</file>

<file path=ppt/slides/_rels/slide5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8.xml"/></Relationships>
</file>

<file path=ppt/slides/_rels/slide5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9.xml"/></Relationships>
</file>

<file path=ppt/slides/_rels/slide5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0.xml"/></Relationships>
</file>

<file path=ppt/slides/_rels/slide5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1.xml"/></Relationships>
</file>

<file path=ppt/slides/_rels/slide5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2.xml"/></Relationships>
</file>

<file path=ppt/slides/_rels/slide5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3.xml"/></Relationships>
</file>

<file path=ppt/slides/_rels/slide5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4.xml"/></Relationships>
</file>

<file path=ppt/slides/_rels/slide5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5.xml"/></Relationships>
</file>

<file path=ppt/slides/_rels/slide5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6.xml"/></Relationships>
</file>

<file path=ppt/slides/_rels/slide5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7.xml"/></Relationships>
</file>

<file path=ppt/slides/_rels/slide5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8.xml"/></Relationships>
</file>

<file path=ppt/slides/_rels/slide5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69.xml"/></Relationships>
</file>

<file path=ppt/slides/_rels/slide5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0.xml"/></Relationships>
</file>

<file path=ppt/slides/_rels/slide5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1.xml"/></Relationships>
</file>

<file path=ppt/slides/_rels/slide5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2.xml"/></Relationships>
</file>

<file path=ppt/slides/_rels/slide5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3.xml"/></Relationships>
</file>

<file path=ppt/slides/_rels/slide5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4.xml"/></Relationships>
</file>

<file path=ppt/slides/_rels/slide5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5.xml"/></Relationships>
</file>

<file path=ppt/slides/_rels/slide5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6.xml"/></Relationships>
</file>

<file path=ppt/slides/_rels/slide5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7.xml"/></Relationships>
</file>

<file path=ppt/slides/_rels/slide5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8.xml"/></Relationships>
</file>

<file path=ppt/slides/_rels/slide5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79.xml"/></Relationships>
</file>

<file path=ppt/slides/_rels/slide5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0.xml"/></Relationships>
</file>

<file path=ppt/slides/_rels/slide5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1.xml"/></Relationships>
</file>

<file path=ppt/slides/_rels/slide5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2.xml"/></Relationships>
</file>

<file path=ppt/slides/_rels/slide5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3.xml"/></Relationships>
</file>

<file path=ppt/slides/_rels/slide5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4.xml"/></Relationships>
</file>

<file path=ppt/slides/_rels/slide5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5.xml"/></Relationships>
</file>

<file path=ppt/slides/_rels/slide5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6.xml"/></Relationships>
</file>

<file path=ppt/slides/_rels/slide5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7.xml"/></Relationships>
</file>

<file path=ppt/slides/_rels/slide5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8.xml"/></Relationships>
</file>

<file path=ppt/slides/_rels/slide5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9.xml"/></Relationships>
</file>

<file path=ppt/slides/_rels/slide5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0.xml"/></Relationships>
</file>

<file path=ppt/slides/_rels/slide5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1.xml"/></Relationships>
</file>

<file path=ppt/slides/_rels/slide5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2.xml"/></Relationships>
</file>

<file path=ppt/slides/_rels/slide5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3.xml"/></Relationships>
</file>

<file path=ppt/slides/_rels/slide5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4.xml"/></Relationships>
</file>

<file path=ppt/slides/_rels/slide5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5.xml"/></Relationships>
</file>

<file path=ppt/slides/_rels/slide5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6.xml"/></Relationships>
</file>

<file path=ppt/slides/_rels/slide5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7.xml"/></Relationships>
</file>

<file path=ppt/slides/_rels/slide5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8.xml"/></Relationships>
</file>

<file path=ppt/slides/_rels/slide5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9.xml"/></Relationships>
</file>

<file path=ppt/slides/_rels/slide5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0.xml"/></Relationships>
</file>

<file path=ppt/slides/_rels/slide6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1.xml"/></Relationships>
</file>

<file path=ppt/slides/_rels/slide6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2.xml"/></Relationships>
</file>

<file path=ppt/slides/_rels/slide6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3.xml"/></Relationships>
</file>

<file path=ppt/slides/_rels/slide6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4.xml"/></Relationships>
</file>

<file path=ppt/slides/_rels/slide6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5.xml"/></Relationships>
</file>

<file path=ppt/slides/_rels/slide6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6.xml"/></Relationships>
</file>

<file path=ppt/slides/_rels/slide6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7.xml"/></Relationships>
</file>

<file path=ppt/slides/_rels/slide6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8.xml"/></Relationships>
</file>

<file path=ppt/slides/_rels/slide6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09.xml"/></Relationships>
</file>

<file path=ppt/slides/_rels/slide6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0.xml"/></Relationships>
</file>

<file path=ppt/slides/_rels/slide6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1.xml"/></Relationships>
</file>

<file path=ppt/slides/_rels/slide6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2.xml"/></Relationships>
</file>

<file path=ppt/slides/_rels/slide6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3.xml"/></Relationships>
</file>

<file path=ppt/slides/_rels/slide6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4.xml"/></Relationships>
</file>

<file path=ppt/slides/_rels/slide6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5.xml"/></Relationships>
</file>

<file path=ppt/slides/_rels/slide6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6.xml"/></Relationships>
</file>

<file path=ppt/slides/_rels/slide6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7.xml"/></Relationships>
</file>

<file path=ppt/slides/_rels/slide6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8.xml"/></Relationships>
</file>

<file path=ppt/slides/_rels/slide6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9.xml"/></Relationships>
</file>

<file path=ppt/slides/_rels/slide6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0.xml"/></Relationships>
</file>

<file path=ppt/slides/_rels/slide6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1.xml"/></Relationships>
</file>

<file path=ppt/slides/_rels/slide6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2.xml"/></Relationships>
</file>

<file path=ppt/slides/_rels/slide6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3.xml"/></Relationships>
</file>

<file path=ppt/slides/_rels/slide6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4.xml"/></Relationships>
</file>

<file path=ppt/slides/_rels/slide6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5.xml"/></Relationships>
</file>

<file path=ppt/slides/_rels/slide6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6.xml"/></Relationships>
</file>

<file path=ppt/slides/_rels/slide6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7.xml"/></Relationships>
</file>

<file path=ppt/slides/_rels/slide6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8.xml"/></Relationships>
</file>

<file path=ppt/slides/_rels/slide6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9.xml"/></Relationships>
</file>

<file path=ppt/slides/_rels/slide6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0.xml"/></Relationships>
</file>

<file path=ppt/slides/_rels/slide6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1.xml"/></Relationships>
</file>

<file path=ppt/slides/_rels/slide6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2.xml"/></Relationships>
</file>

<file path=ppt/slides/_rels/slide6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3.xml"/></Relationships>
</file>

<file path=ppt/slides/_rels/slide6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4.xml"/></Relationships>
</file>

<file path=ppt/slides/_rels/slide6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5.xml"/></Relationships>
</file>

<file path=ppt/slides/_rels/slide6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6.xml"/></Relationships>
</file>

<file path=ppt/slides/_rels/slide6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7.xml"/></Relationships>
</file>

<file path=ppt/slides/_rels/slide6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8.xml"/></Relationships>
</file>

<file path=ppt/slides/_rels/slide6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9.xml"/></Relationships>
</file>

<file path=ppt/slides/_rels/slide6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0.xml"/></Relationships>
</file>

<file path=ppt/slides/_rels/slide6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1.xml"/></Relationships>
</file>

<file path=ppt/slides/_rels/slide6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2.xml"/></Relationships>
</file>

<file path=ppt/slides/_rels/slide6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3.xml"/></Relationships>
</file>

<file path=ppt/slides/_rels/slide6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4.xml"/></Relationships>
</file>

<file path=ppt/slides/_rels/slide6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5.xml"/></Relationships>
</file>

<file path=ppt/slides/_rels/slide6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6.xml"/></Relationships>
</file>

<file path=ppt/slides/_rels/slide6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7.xml"/></Relationships>
</file>

<file path=ppt/slides/_rels/slide6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8.xml"/></Relationships>
</file>

<file path=ppt/slides/_rels/slide6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9.xml"/></Relationships>
</file>

<file path=ppt/slides/_rels/slide6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0.xml"/></Relationships>
</file>

<file path=ppt/slides/_rels/slide6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1.xml"/></Relationships>
</file>

<file path=ppt/slides/_rels/slide6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2.xml"/></Relationships>
</file>

<file path=ppt/slides/_rels/slide6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3.xml"/></Relationships>
</file>

<file path=ppt/slides/_rels/slide6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4.xml"/></Relationships>
</file>

<file path=ppt/slides/_rels/slide6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5.xml"/></Relationships>
</file>

<file path=ppt/slides/_rels/slide6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6.xml"/></Relationships>
</file>

<file path=ppt/slides/_rels/slide6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7.xml"/></Relationships>
</file>

<file path=ppt/slides/_rels/slide6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8.xml"/></Relationships>
</file>

<file path=ppt/slides/_rels/slide6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9.xml"/></Relationships>
</file>

<file path=ppt/slides/_rels/slide6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0.xml"/></Relationships>
</file>

<file path=ppt/slides/_rels/slide6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1.xml"/></Relationships>
</file>

<file path=ppt/slides/_rels/slide6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2.xml"/></Relationships>
</file>

<file path=ppt/slides/_rels/slide6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3.xml"/></Relationships>
</file>

<file path=ppt/slides/_rels/slide6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4.xml"/></Relationships>
</file>

<file path=ppt/slides/_rels/slide6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5.xml"/></Relationships>
</file>

<file path=ppt/slides/_rels/slide6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6.xml"/></Relationships>
</file>

<file path=ppt/slides/_rels/slide6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7.xml"/></Relationships>
</file>

<file path=ppt/slides/_rels/slide6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8.xml"/></Relationships>
</file>

<file path=ppt/slides/_rels/slide6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9.xml"/></Relationships>
</file>

<file path=ppt/slides/_rels/slide6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0.xml"/></Relationships>
</file>

<file path=ppt/slides/_rels/slide6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1.xml"/></Relationships>
</file>

<file path=ppt/slides/_rels/slide6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2.xml"/></Relationships>
</file>

<file path=ppt/slides/_rels/slide6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3.xml"/></Relationships>
</file>

<file path=ppt/slides/_rels/slide6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4.xml"/></Relationships>
</file>

<file path=ppt/slides/_rels/slide6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5.xml"/></Relationships>
</file>

<file path=ppt/slides/_rels/slide6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6.xml"/></Relationships>
</file>

<file path=ppt/slides/_rels/slide6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7.xml"/></Relationships>
</file>

<file path=ppt/slides/_rels/slide6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8.xml"/></Relationships>
</file>

<file path=ppt/slides/_rels/slide6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9.xml"/></Relationships>
</file>

<file path=ppt/slides/_rels/slide6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0.xml"/></Relationships>
</file>

<file path=ppt/slides/_rels/slide6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1.xml"/></Relationships>
</file>

<file path=ppt/slides/_rels/slide6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2.xml"/></Relationships>
</file>

<file path=ppt/slides/_rels/slide6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3.xml"/></Relationships>
</file>

<file path=ppt/slides/_rels/slide6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4.xml"/></Relationships>
</file>

<file path=ppt/slides/_rels/slide6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5.xml"/></Relationships>
</file>

<file path=ppt/slides/_rels/slide6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6.xml"/></Relationships>
</file>

<file path=ppt/slides/_rels/slide6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7.xml"/></Relationships>
</file>

<file path=ppt/slides/_rels/slide6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8.xml"/></Relationships>
</file>

<file path=ppt/slides/_rels/slide6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89.xml"/></Relationships>
</file>

<file path=ppt/slides/_rels/slide6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0.xml"/></Relationships>
</file>

<file path=ppt/slides/_rels/slide6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1.xml"/></Relationships>
</file>

<file path=ppt/slides/_rels/slide6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2.xml"/></Relationships>
</file>

<file path=ppt/slides/_rels/slide6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3.xml"/></Relationships>
</file>

<file path=ppt/slides/_rels/slide6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4.xml"/></Relationships>
</file>

<file path=ppt/slides/_rels/slide6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5.xml"/></Relationships>
</file>

<file path=ppt/slides/_rels/slide6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6.xml"/></Relationships>
</file>

<file path=ppt/slides/_rels/slide6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7.xml"/></Relationships>
</file>

<file path=ppt/slides/_rels/slide6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8.xml"/></Relationships>
</file>

<file path=ppt/slides/_rels/slide6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99.xml"/></Relationships>
</file>

<file path=ppt/slides/_rels/slide6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0.xml"/></Relationships>
</file>

<file path=ppt/slides/_rels/slide7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1.xml"/></Relationships>
</file>

<file path=ppt/slides/_rels/slide7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2.xml"/></Relationships>
</file>

<file path=ppt/slides/_rels/slide7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3.xml"/></Relationships>
</file>

<file path=ppt/slides/_rels/slide7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4.xml"/></Relationships>
</file>

<file path=ppt/slides/_rels/slide7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5.xml"/></Relationships>
</file>

<file path=ppt/slides/_rels/slide7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6.xml"/></Relationships>
</file>

<file path=ppt/slides/_rels/slide7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7.xml"/></Relationships>
</file>

<file path=ppt/slides/_rels/slide7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8.xml"/></Relationships>
</file>

<file path=ppt/slides/_rels/slide7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09.xml"/></Relationships>
</file>

<file path=ppt/slides/_rels/slide7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0.xml"/></Relationships>
</file>

<file path=ppt/slides/_rels/slide7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1.xml"/></Relationships>
</file>

<file path=ppt/slides/_rels/slide7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2.xml"/></Relationships>
</file>

<file path=ppt/slides/_rels/slide7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3.xml"/></Relationships>
</file>

<file path=ppt/slides/_rels/slide7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4.xml"/></Relationships>
</file>

<file path=ppt/slides/_rels/slide7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5.xml"/></Relationships>
</file>

<file path=ppt/slides/_rels/slide7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6.xml"/></Relationships>
</file>

<file path=ppt/slides/_rels/slide7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7.xml"/></Relationships>
</file>

<file path=ppt/slides/_rels/slide7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8.xml"/></Relationships>
</file>

<file path=ppt/slides/_rels/slide7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9.xml"/></Relationships>
</file>

<file path=ppt/slides/_rels/slide7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0.xml"/></Relationships>
</file>

<file path=ppt/slides/_rels/slide7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1.xml"/></Relationships>
</file>

<file path=ppt/slides/_rels/slide7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2.xml"/></Relationships>
</file>

<file path=ppt/slides/_rels/slide7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3.xml"/></Relationships>
</file>

<file path=ppt/slides/_rels/slide7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4.xml"/></Relationships>
</file>

<file path=ppt/slides/_rels/slide7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5.xml"/></Relationships>
</file>

<file path=ppt/slides/_rels/slide7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6.xml"/></Relationships>
</file>

<file path=ppt/slides/_rels/slide7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7.xml"/></Relationships>
</file>

<file path=ppt/slides/_rels/slide7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8.xml"/></Relationships>
</file>

<file path=ppt/slides/_rels/slide7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9.xml"/></Relationships>
</file>

<file path=ppt/slides/_rels/slide7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0.xml"/></Relationships>
</file>

<file path=ppt/slides/_rels/slide7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1.xml"/></Relationships>
</file>

<file path=ppt/slides/_rels/slide7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2.xml"/></Relationships>
</file>

<file path=ppt/slides/_rels/slide7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3.xml"/></Relationships>
</file>

<file path=ppt/slides/_rels/slide7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4.xml"/></Relationships>
</file>

<file path=ppt/slides/_rels/slide7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5.xml"/></Relationships>
</file>

<file path=ppt/slides/_rels/slide7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6.xml"/></Relationships>
</file>

<file path=ppt/slides/_rels/slide7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7.xml"/></Relationships>
</file>

<file path=ppt/slides/_rels/slide7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8.xml"/></Relationships>
</file>

<file path=ppt/slides/_rels/slide7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9.xml"/></Relationships>
</file>

<file path=ppt/slides/_rels/slide7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0.xml"/></Relationships>
</file>

<file path=ppt/slides/_rels/slide7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1.xml"/></Relationships>
</file>

<file path=ppt/slides/_rels/slide7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2.xml"/></Relationships>
</file>

<file path=ppt/slides/_rels/slide7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3.xml"/></Relationships>
</file>

<file path=ppt/slides/_rels/slide7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4.xml"/></Relationships>
</file>

<file path=ppt/slides/_rels/slide7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5.xml"/></Relationships>
</file>

<file path=ppt/slides/_rels/slide7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6.xml"/></Relationships>
</file>

<file path=ppt/slides/_rels/slide7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7.xml"/></Relationships>
</file>

<file path=ppt/slides/_rels/slide7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8.xml"/></Relationships>
</file>

<file path=ppt/slides/_rels/slide7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9.xml"/></Relationships>
</file>

<file path=ppt/slides/_rels/slide7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0.xml"/></Relationships>
</file>

<file path=ppt/slides/_rels/slide7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1.xml"/></Relationships>
</file>

<file path=ppt/slides/_rels/slide7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2.xml"/></Relationships>
</file>

<file path=ppt/slides/_rels/slide7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3.xml"/></Relationships>
</file>

<file path=ppt/slides/_rels/slide7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4.xml"/></Relationships>
</file>

<file path=ppt/slides/_rels/slide7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5.xml"/></Relationships>
</file>

<file path=ppt/slides/_rels/slide7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6.xml"/></Relationships>
</file>

<file path=ppt/slides/_rels/slide7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7.xml"/></Relationships>
</file>

<file path=ppt/slides/_rels/slide7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8.xml"/></Relationships>
</file>

<file path=ppt/slides/_rels/slide7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9.xml"/></Relationships>
</file>

<file path=ppt/slides/_rels/slide7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0.xml"/></Relationships>
</file>

<file path=ppt/slides/_rels/slide7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1.xml"/></Relationships>
</file>

<file path=ppt/slides/_rels/slide7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2.xml"/></Relationships>
</file>

<file path=ppt/slides/_rels/slide7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3.xml"/></Relationships>
</file>

<file path=ppt/slides/_rels/slide7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4.xml"/></Relationships>
</file>

<file path=ppt/slides/_rels/slide7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5.xml"/></Relationships>
</file>

<file path=ppt/slides/_rels/slide7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6.xml"/></Relationships>
</file>

<file path=ppt/slides/_rels/slide7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7.xml"/></Relationships>
</file>

<file path=ppt/slides/_rels/slide7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8.xml"/></Relationships>
</file>

<file path=ppt/slides/_rels/slide7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9.xml"/></Relationships>
</file>

<file path=ppt/slides/_rels/slide7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0.xml"/></Relationships>
</file>

<file path=ppt/slides/_rels/slide7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1.xml"/></Relationships>
</file>

<file path=ppt/slides/_rels/slide7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2.xml"/></Relationships>
</file>

<file path=ppt/slides/_rels/slide7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3.xml"/></Relationships>
</file>

<file path=ppt/slides/_rels/slide7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4.xml"/></Relationships>
</file>

<file path=ppt/slides/_rels/slide7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5.xml"/></Relationships>
</file>

<file path=ppt/slides/_rels/slide7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6.xml"/></Relationships>
</file>

<file path=ppt/slides/_rels/slide7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7.xml"/></Relationships>
</file>

<file path=ppt/slides/_rels/slide7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8.xml"/></Relationships>
</file>

<file path=ppt/slides/_rels/slide7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9.xml"/></Relationships>
</file>

<file path=ppt/slides/_rels/slide7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0.xml"/></Relationships>
</file>

<file path=ppt/slides/_rels/slide7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1.xml"/></Relationships>
</file>

<file path=ppt/slides/_rels/slide7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2.xml"/></Relationships>
</file>

<file path=ppt/slides/_rels/slide7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3.xml"/></Relationships>
</file>

<file path=ppt/slides/_rels/slide7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4.xml"/></Relationships>
</file>

<file path=ppt/slides/_rels/slide7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5.xml"/></Relationships>
</file>

<file path=ppt/slides/_rels/slide7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6.xml"/></Relationships>
</file>

<file path=ppt/slides/_rels/slide7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7.xml"/></Relationships>
</file>

<file path=ppt/slides/_rels/slide7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8.xml"/></Relationships>
</file>

<file path=ppt/slides/_rels/slide7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9.xml"/></Relationships>
</file>

<file path=ppt/slides/_rels/slide7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0.xml"/></Relationships>
</file>

<file path=ppt/slides/_rels/slide7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1.xml"/></Relationships>
</file>

<file path=ppt/slides/_rels/slide7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2.xml"/></Relationships>
</file>

<file path=ppt/slides/_rels/slide7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3.xml"/></Relationships>
</file>

<file path=ppt/slides/_rels/slide7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4.xml"/></Relationships>
</file>

<file path=ppt/slides/_rels/slide7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5.xml"/></Relationships>
</file>

<file path=ppt/slides/_rels/slide7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6.xml"/></Relationships>
</file>

<file path=ppt/slides/_rels/slide7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7.xml"/></Relationships>
</file>

<file path=ppt/slides/_rels/slide7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8.xml"/></Relationships>
</file>

<file path=ppt/slides/_rels/slide7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9.xml"/></Relationships>
</file>

<file path=ppt/slides/_rels/slide7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0.xml"/></Relationships>
</file>

<file path=ppt/slides/_rels/slide8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1.xml"/></Relationships>
</file>

<file path=ppt/slides/_rels/slide80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2.xml"/></Relationships>
</file>

<file path=ppt/slides/_rels/slide80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3.xml"/></Relationships>
</file>

<file path=ppt/slides/_rels/slide80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4.xml"/></Relationships>
</file>

<file path=ppt/slides/_rels/slide8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5.xml"/></Relationships>
</file>

<file path=ppt/slides/_rels/slide8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6.xml"/></Relationships>
</file>

<file path=ppt/slides/_rels/slide80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7.xml"/></Relationships>
</file>

<file path=ppt/slides/_rels/slide80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8.xml"/></Relationships>
</file>

<file path=ppt/slides/_rels/slide8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09.xml"/></Relationships>
</file>

<file path=ppt/slides/_rels/slide80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0.xml"/></Relationships>
</file>

<file path=ppt/slides/_rels/slide8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1.xml"/></Relationships>
</file>

<file path=ppt/slides/_rels/slide8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2.xml"/></Relationships>
</file>

<file path=ppt/slides/_rels/slide8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3.xml"/></Relationships>
</file>

<file path=ppt/slides/_rels/slide8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4.xml"/></Relationships>
</file>

<file path=ppt/slides/_rels/slide8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5.xml"/></Relationships>
</file>

<file path=ppt/slides/_rels/slide8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6.xml"/></Relationships>
</file>

<file path=ppt/slides/_rels/slide8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7.xml"/></Relationships>
</file>

<file path=ppt/slides/_rels/slide8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8.xml"/></Relationships>
</file>

<file path=ppt/slides/_rels/slide8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19.xml"/></Relationships>
</file>

<file path=ppt/slides/_rels/slide8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0.xml"/></Relationships>
</file>

<file path=ppt/slides/_rels/slide8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1.xml"/></Relationships>
</file>

<file path=ppt/slides/_rels/slide8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2.xml"/></Relationships>
</file>

<file path=ppt/slides/_rels/slide8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3.xml"/></Relationships>
</file>

<file path=ppt/slides/_rels/slide8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4.xml"/></Relationships>
</file>

<file path=ppt/slides/_rels/slide8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5.xml"/></Relationships>
</file>

<file path=ppt/slides/_rels/slide8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6.xml"/></Relationships>
</file>

<file path=ppt/slides/_rels/slide8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7.xml"/></Relationships>
</file>

<file path=ppt/slides/_rels/slide8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8.xml"/></Relationships>
</file>

<file path=ppt/slides/_rels/slide8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29.xml"/></Relationships>
</file>

<file path=ppt/slides/_rels/slide8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0.xml"/></Relationships>
</file>

<file path=ppt/slides/_rels/slide8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1.xml"/></Relationships>
</file>

<file path=ppt/slides/_rels/slide8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2.xml"/></Relationships>
</file>

<file path=ppt/slides/_rels/slide8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3.xml"/></Relationships>
</file>

<file path=ppt/slides/_rels/slide8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4.xml"/></Relationships>
</file>

<file path=ppt/slides/_rels/slide8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5.xml"/></Relationships>
</file>

<file path=ppt/slides/_rels/slide8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6.xml"/></Relationships>
</file>

<file path=ppt/slides/_rels/slide8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7.xml"/></Relationships>
</file>

<file path=ppt/slides/_rels/slide8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8.xml"/></Relationships>
</file>

<file path=ppt/slides/_rels/slide8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39.xml"/></Relationships>
</file>

<file path=ppt/slides/_rels/slide8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40.xml"/></Relationships>
</file>

<file path=ppt/slides/_rels/slide8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41.xml"/></Relationships>
</file>

<file path=ppt/slides/_rels/slide8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42.xml"/></Relationships>
</file>

<file path=ppt/slides/_rels/slide8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43.xml"/></Relationships>
</file>

<file path=ppt/slides/_rels/slide8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44.xml"/></Relationships>
</file>

<file path=ppt/slides/_rels/slide8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45.xml"/></Relationships>
</file>

<file path=ppt/slides/_rels/slide8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46.xml"/></Relationships>
</file>

<file path=ppt/slides/_rels/slide8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47.xml"/></Relationships>
</file>

<file path=ppt/slides/_rels/slide8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48.xml"/></Relationships>
</file>

<file path=ppt/slides/_rels/slide8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49.xml"/></Relationships>
</file>

<file path=ppt/slides/_rels/slide8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50.xml"/></Relationships>
</file>

<file path=ppt/slides/_rels/slide8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51.xml"/></Relationships>
</file>

<file path=ppt/slides/_rels/slide8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52.xml"/></Relationships>
</file>

<file path=ppt/slides/_rels/slide8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53.xml"/></Relationships>
</file>

<file path=ppt/slides/_rels/slide8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54.xml"/></Relationships>
</file>

<file path=ppt/slides/_rels/slide8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55.xml"/></Relationships>
</file>

<file path=ppt/slides/_rels/slide8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56.xml"/></Relationships>
</file>

<file path=ppt/slides/_rels/slide8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57.xml"/></Relationships>
</file>

<file path=ppt/slides/_rels/slide8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58.xml"/></Relationships>
</file>

<file path=ppt/slides/_rels/slide8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59.xml"/></Relationships>
</file>

<file path=ppt/slides/_rels/slide8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0.xml"/></Relationships>
</file>

<file path=ppt/slides/_rels/slide8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1.xml"/></Relationships>
</file>

<file path=ppt/slides/_rels/slide8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2.xml"/></Relationships>
</file>

<file path=ppt/slides/_rels/slide8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3.xml"/></Relationships>
</file>

<file path=ppt/slides/_rels/slide8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4.xml"/></Relationships>
</file>

<file path=ppt/slides/_rels/slide8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5.xml"/></Relationships>
</file>

<file path=ppt/slides/_rels/slide8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6.xml"/></Relationships>
</file>

<file path=ppt/slides/_rels/slide8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7.xml"/></Relationships>
</file>

<file path=ppt/slides/_rels/slide8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8.xml"/></Relationships>
</file>

<file path=ppt/slides/_rels/slide8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9.xml"/></Relationships>
</file>

<file path=ppt/slides/_rels/slide8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0.xml"/></Relationships>
</file>

<file path=ppt/slides/_rels/slide8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1.xml"/></Relationships>
</file>

<file path=ppt/slides/_rels/slide8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2.xml"/></Relationships>
</file>

<file path=ppt/slides/_rels/slide8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3.xml"/></Relationships>
</file>

<file path=ppt/slides/_rels/slide8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4.xml"/></Relationships>
</file>

<file path=ppt/slides/_rels/slide8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5.xml"/></Relationships>
</file>

<file path=ppt/slides/_rels/slide8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6.xml"/></Relationships>
</file>

<file path=ppt/slides/_rels/slide8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7.xml"/></Relationships>
</file>

<file path=ppt/slides/_rels/slide8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8.xml"/></Relationships>
</file>

<file path=ppt/slides/_rels/slide8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79.xml"/></Relationships>
</file>

<file path=ppt/slides/_rels/slide8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0.xml"/></Relationships>
</file>

<file path=ppt/slides/_rels/slide8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1.xml"/></Relationships>
</file>

<file path=ppt/slides/_rels/slide8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2.xml"/></Relationships>
</file>

<file path=ppt/slides/_rels/slide8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3.xml"/></Relationships>
</file>

<file path=ppt/slides/_rels/slide8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4.xml"/></Relationships>
</file>

<file path=ppt/slides/_rels/slide8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5.xml"/></Relationships>
</file>

<file path=ppt/slides/_rels/slide8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6.xml"/></Relationships>
</file>

<file path=ppt/slides/_rels/slide8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7.xml"/></Relationships>
</file>

<file path=ppt/slides/_rels/slide8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8.xml"/></Relationships>
</file>

<file path=ppt/slides/_rels/slide8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89.xml"/></Relationships>
</file>

<file path=ppt/slides/_rels/slide88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0.xml"/></Relationships>
</file>

<file path=ppt/slides/_rels/slide89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1.xml"/></Relationships>
</file>

<file path=ppt/slides/_rels/slide8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2.xml"/></Relationships>
</file>

<file path=ppt/slides/_rels/slide89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3.xml"/></Relationships>
</file>

<file path=ppt/slides/_rels/slide89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4.xml"/></Relationships>
</file>

<file path=ppt/slides/_rels/slide8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5.xml"/></Relationships>
</file>

<file path=ppt/slides/_rels/slide89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6.xml"/></Relationships>
</file>

<file path=ppt/slides/_rels/slide8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7.xml"/></Relationships>
</file>

<file path=ppt/slides/_rels/slide8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8.xml"/></Relationships>
</file>

<file path=ppt/slides/_rels/slide8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9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3D Rotati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0368" cy="914400"/>
          </a:xfrm>
          <a:custGeom>
            <a:avLst/>
            <a:gdLst>
              <a:gd name="T0" fmla="*/ 180 w 2867"/>
              <a:gd name="T1" fmla="*/ 1560 h 2880"/>
              <a:gd name="T2" fmla="*/ 1434 w 2867"/>
              <a:gd name="T3" fmla="*/ 2880 h 2880"/>
              <a:gd name="T4" fmla="*/ 1056 w 2867"/>
              <a:gd name="T5" fmla="*/ 2419 h 2880"/>
              <a:gd name="T6" fmla="*/ 1003 w 2867"/>
              <a:gd name="T7" fmla="*/ 1795 h 2880"/>
              <a:gd name="T8" fmla="*/ 893 w 2867"/>
              <a:gd name="T9" fmla="*/ 1757 h 2880"/>
              <a:gd name="T10" fmla="*/ 851 w 2867"/>
              <a:gd name="T11" fmla="*/ 1656 h 2880"/>
              <a:gd name="T12" fmla="*/ 720 w 2867"/>
              <a:gd name="T13" fmla="*/ 1770 h 2880"/>
              <a:gd name="T14" fmla="*/ 886 w 2867"/>
              <a:gd name="T15" fmla="*/ 1902 h 2880"/>
              <a:gd name="T16" fmla="*/ 1124 w 2867"/>
              <a:gd name="T17" fmla="*/ 1902 h 2880"/>
              <a:gd name="T18" fmla="*/ 1290 w 2867"/>
              <a:gd name="T19" fmla="*/ 1763 h 2880"/>
              <a:gd name="T20" fmla="*/ 1306 w 2867"/>
              <a:gd name="T21" fmla="*/ 1579 h 2880"/>
              <a:gd name="T22" fmla="*/ 1230 w 2867"/>
              <a:gd name="T23" fmla="*/ 1466 h 2880"/>
              <a:gd name="T24" fmla="*/ 1219 w 2867"/>
              <a:gd name="T25" fmla="*/ 1390 h 2880"/>
              <a:gd name="T26" fmla="*/ 1290 w 2867"/>
              <a:gd name="T27" fmla="*/ 1284 h 2880"/>
              <a:gd name="T28" fmla="*/ 1277 w 2867"/>
              <a:gd name="T29" fmla="*/ 1111 h 2880"/>
              <a:gd name="T30" fmla="*/ 1123 w 2867"/>
              <a:gd name="T31" fmla="*/ 977 h 2880"/>
              <a:gd name="T32" fmla="*/ 881 w 2867"/>
              <a:gd name="T33" fmla="*/ 979 h 2880"/>
              <a:gd name="T34" fmla="*/ 725 w 2867"/>
              <a:gd name="T35" fmla="*/ 1114 h 2880"/>
              <a:gd name="T36" fmla="*/ 859 w 2867"/>
              <a:gd name="T37" fmla="*/ 1216 h 2880"/>
              <a:gd name="T38" fmla="*/ 900 w 2867"/>
              <a:gd name="T39" fmla="*/ 1121 h 2880"/>
              <a:gd name="T40" fmla="*/ 1003 w 2867"/>
              <a:gd name="T41" fmla="*/ 1085 h 2880"/>
              <a:gd name="T42" fmla="*/ 1145 w 2867"/>
              <a:gd name="T43" fmla="*/ 1225 h 2880"/>
              <a:gd name="T44" fmla="*/ 1105 w 2867"/>
              <a:gd name="T45" fmla="*/ 1328 h 2880"/>
              <a:gd name="T46" fmla="*/ 986 w 2867"/>
              <a:gd name="T47" fmla="*/ 1368 h 2880"/>
              <a:gd name="T48" fmla="*/ 894 w 2867"/>
              <a:gd name="T49" fmla="*/ 1492 h 2880"/>
              <a:gd name="T50" fmla="*/ 1058 w 2867"/>
              <a:gd name="T51" fmla="*/ 1500 h 2880"/>
              <a:gd name="T52" fmla="*/ 1147 w 2867"/>
              <a:gd name="T53" fmla="*/ 1576 h 2880"/>
              <a:gd name="T54" fmla="*/ 1117 w 2867"/>
              <a:gd name="T55" fmla="*/ 1756 h 2880"/>
              <a:gd name="T56" fmla="*/ 2029 w 2867"/>
              <a:gd name="T57" fmla="*/ 1085 h 2880"/>
              <a:gd name="T58" fmla="*/ 1717 w 2867"/>
              <a:gd name="T59" fmla="*/ 960 h 2880"/>
              <a:gd name="T60" fmla="*/ 1434 w 2867"/>
              <a:gd name="T61" fmla="*/ 1920 h 2880"/>
              <a:gd name="T62" fmla="*/ 1891 w 2867"/>
              <a:gd name="T63" fmla="*/ 1888 h 2880"/>
              <a:gd name="T64" fmla="*/ 2119 w 2867"/>
              <a:gd name="T65" fmla="*/ 1654 h 2880"/>
              <a:gd name="T66" fmla="*/ 2150 w 2867"/>
              <a:gd name="T67" fmla="*/ 1417 h 2880"/>
              <a:gd name="T68" fmla="*/ 2029 w 2867"/>
              <a:gd name="T69" fmla="*/ 1085 h 2880"/>
              <a:gd name="T70" fmla="*/ 1966 w 2867"/>
              <a:gd name="T71" fmla="*/ 1600 h 2880"/>
              <a:gd name="T72" fmla="*/ 1829 w 2867"/>
              <a:gd name="T73" fmla="*/ 1765 h 2880"/>
              <a:gd name="T74" fmla="*/ 1601 w 2867"/>
              <a:gd name="T75" fmla="*/ 1787 h 2880"/>
              <a:gd name="T76" fmla="*/ 1717 w 2867"/>
              <a:gd name="T77" fmla="*/ 1094 h 2880"/>
              <a:gd name="T78" fmla="*/ 1982 w 2867"/>
              <a:gd name="T79" fmla="*/ 1416 h 2880"/>
              <a:gd name="T80" fmla="*/ 1434 w 2867"/>
              <a:gd name="T81" fmla="*/ 0 h 2880"/>
              <a:gd name="T82" fmla="*/ 1812 w 2867"/>
              <a:gd name="T83" fmla="*/ 461 h 2880"/>
              <a:gd name="T84" fmla="*/ 2687 w 2867"/>
              <a:gd name="T85" fmla="*/ 1319 h 2880"/>
              <a:gd name="T86" fmla="*/ 1434 w 2867"/>
              <a:gd name="T87" fmla="*/ 0 h 28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867" h="2880">
                <a:moveTo>
                  <a:pt x="896" y="2578"/>
                </a:moveTo>
                <a:cubicBezTo>
                  <a:pt x="504" y="2393"/>
                  <a:pt x="223" y="2011"/>
                  <a:pt x="180" y="1560"/>
                </a:cubicBezTo>
                <a:cubicBezTo>
                  <a:pt x="0" y="1560"/>
                  <a:pt x="0" y="1560"/>
                  <a:pt x="0" y="1560"/>
                </a:cubicBezTo>
                <a:cubicBezTo>
                  <a:pt x="61" y="2299"/>
                  <a:pt x="679" y="2880"/>
                  <a:pt x="1434" y="2880"/>
                </a:cubicBezTo>
                <a:cubicBezTo>
                  <a:pt x="1513" y="2876"/>
                  <a:pt x="1513" y="2876"/>
                  <a:pt x="1513" y="2876"/>
                </a:cubicBezTo>
                <a:cubicBezTo>
                  <a:pt x="1056" y="2419"/>
                  <a:pt x="1056" y="2419"/>
                  <a:pt x="1056" y="2419"/>
                </a:cubicBezTo>
                <a:lnTo>
                  <a:pt x="896" y="2578"/>
                </a:lnTo>
                <a:close/>
                <a:moveTo>
                  <a:pt x="1003" y="1795"/>
                </a:moveTo>
                <a:cubicBezTo>
                  <a:pt x="980" y="1795"/>
                  <a:pt x="959" y="1792"/>
                  <a:pt x="941" y="1786"/>
                </a:cubicBezTo>
                <a:cubicBezTo>
                  <a:pt x="922" y="1778"/>
                  <a:pt x="906" y="1770"/>
                  <a:pt x="893" y="1757"/>
                </a:cubicBezTo>
                <a:cubicBezTo>
                  <a:pt x="880" y="1745"/>
                  <a:pt x="869" y="1730"/>
                  <a:pt x="862" y="1712"/>
                </a:cubicBezTo>
                <a:cubicBezTo>
                  <a:pt x="854" y="1696"/>
                  <a:pt x="851" y="1676"/>
                  <a:pt x="851" y="1656"/>
                </a:cubicBezTo>
                <a:cubicBezTo>
                  <a:pt x="695" y="1656"/>
                  <a:pt x="695" y="1656"/>
                  <a:pt x="695" y="1656"/>
                </a:cubicBezTo>
                <a:cubicBezTo>
                  <a:pt x="695" y="1699"/>
                  <a:pt x="703" y="1738"/>
                  <a:pt x="720" y="1770"/>
                </a:cubicBezTo>
                <a:cubicBezTo>
                  <a:pt x="737" y="1802"/>
                  <a:pt x="760" y="1830"/>
                  <a:pt x="787" y="1853"/>
                </a:cubicBezTo>
                <a:cubicBezTo>
                  <a:pt x="816" y="1874"/>
                  <a:pt x="848" y="1891"/>
                  <a:pt x="886" y="1902"/>
                </a:cubicBezTo>
                <a:cubicBezTo>
                  <a:pt x="922" y="1914"/>
                  <a:pt x="960" y="1920"/>
                  <a:pt x="1001" y="1920"/>
                </a:cubicBezTo>
                <a:cubicBezTo>
                  <a:pt x="1045" y="1920"/>
                  <a:pt x="1087" y="1914"/>
                  <a:pt x="1124" y="1902"/>
                </a:cubicBezTo>
                <a:cubicBezTo>
                  <a:pt x="1163" y="1890"/>
                  <a:pt x="1196" y="1872"/>
                  <a:pt x="1224" y="1849"/>
                </a:cubicBezTo>
                <a:cubicBezTo>
                  <a:pt x="1252" y="1826"/>
                  <a:pt x="1274" y="1798"/>
                  <a:pt x="1290" y="1763"/>
                </a:cubicBezTo>
                <a:cubicBezTo>
                  <a:pt x="1306" y="1728"/>
                  <a:pt x="1314" y="1690"/>
                  <a:pt x="1314" y="1646"/>
                </a:cubicBezTo>
                <a:cubicBezTo>
                  <a:pt x="1314" y="1624"/>
                  <a:pt x="1312" y="1601"/>
                  <a:pt x="1306" y="1579"/>
                </a:cubicBezTo>
                <a:cubicBezTo>
                  <a:pt x="1300" y="1558"/>
                  <a:pt x="1291" y="1537"/>
                  <a:pt x="1278" y="1518"/>
                </a:cubicBezTo>
                <a:cubicBezTo>
                  <a:pt x="1266" y="1499"/>
                  <a:pt x="1249" y="1482"/>
                  <a:pt x="1230" y="1466"/>
                </a:cubicBezTo>
                <a:cubicBezTo>
                  <a:pt x="1210" y="1451"/>
                  <a:pt x="1186" y="1439"/>
                  <a:pt x="1157" y="1429"/>
                </a:cubicBezTo>
                <a:cubicBezTo>
                  <a:pt x="1181" y="1418"/>
                  <a:pt x="1201" y="1405"/>
                  <a:pt x="1219" y="1390"/>
                </a:cubicBezTo>
                <a:cubicBezTo>
                  <a:pt x="1237" y="1374"/>
                  <a:pt x="1252" y="1357"/>
                  <a:pt x="1264" y="1339"/>
                </a:cubicBezTo>
                <a:cubicBezTo>
                  <a:pt x="1276" y="1321"/>
                  <a:pt x="1284" y="1303"/>
                  <a:pt x="1290" y="1284"/>
                </a:cubicBezTo>
                <a:cubicBezTo>
                  <a:pt x="1296" y="1265"/>
                  <a:pt x="1298" y="1246"/>
                  <a:pt x="1298" y="1226"/>
                </a:cubicBezTo>
                <a:cubicBezTo>
                  <a:pt x="1298" y="1183"/>
                  <a:pt x="1291" y="1145"/>
                  <a:pt x="1277" y="1111"/>
                </a:cubicBezTo>
                <a:cubicBezTo>
                  <a:pt x="1262" y="1078"/>
                  <a:pt x="1242" y="1050"/>
                  <a:pt x="1216" y="1028"/>
                </a:cubicBezTo>
                <a:cubicBezTo>
                  <a:pt x="1192" y="1006"/>
                  <a:pt x="1159" y="989"/>
                  <a:pt x="1123" y="977"/>
                </a:cubicBezTo>
                <a:cubicBezTo>
                  <a:pt x="1086" y="966"/>
                  <a:pt x="1045" y="960"/>
                  <a:pt x="1001" y="960"/>
                </a:cubicBezTo>
                <a:cubicBezTo>
                  <a:pt x="958" y="960"/>
                  <a:pt x="918" y="966"/>
                  <a:pt x="881" y="979"/>
                </a:cubicBezTo>
                <a:cubicBezTo>
                  <a:pt x="845" y="992"/>
                  <a:pt x="812" y="1010"/>
                  <a:pt x="786" y="1033"/>
                </a:cubicBezTo>
                <a:cubicBezTo>
                  <a:pt x="761" y="1056"/>
                  <a:pt x="740" y="1082"/>
                  <a:pt x="725" y="1114"/>
                </a:cubicBezTo>
                <a:cubicBezTo>
                  <a:pt x="710" y="1145"/>
                  <a:pt x="703" y="1178"/>
                  <a:pt x="703" y="1216"/>
                </a:cubicBezTo>
                <a:cubicBezTo>
                  <a:pt x="859" y="1216"/>
                  <a:pt x="859" y="1216"/>
                  <a:pt x="859" y="1216"/>
                </a:cubicBezTo>
                <a:cubicBezTo>
                  <a:pt x="859" y="1195"/>
                  <a:pt x="863" y="1177"/>
                  <a:pt x="870" y="1162"/>
                </a:cubicBezTo>
                <a:cubicBezTo>
                  <a:pt x="877" y="1146"/>
                  <a:pt x="887" y="1132"/>
                  <a:pt x="900" y="1121"/>
                </a:cubicBezTo>
                <a:cubicBezTo>
                  <a:pt x="913" y="1110"/>
                  <a:pt x="928" y="1100"/>
                  <a:pt x="946" y="1094"/>
                </a:cubicBezTo>
                <a:cubicBezTo>
                  <a:pt x="964" y="1088"/>
                  <a:pt x="982" y="1085"/>
                  <a:pt x="1003" y="1085"/>
                </a:cubicBezTo>
                <a:cubicBezTo>
                  <a:pt x="1051" y="1085"/>
                  <a:pt x="1087" y="1097"/>
                  <a:pt x="1110" y="1122"/>
                </a:cubicBezTo>
                <a:cubicBezTo>
                  <a:pt x="1133" y="1146"/>
                  <a:pt x="1145" y="1181"/>
                  <a:pt x="1145" y="1225"/>
                </a:cubicBezTo>
                <a:cubicBezTo>
                  <a:pt x="1145" y="1247"/>
                  <a:pt x="1141" y="1266"/>
                  <a:pt x="1135" y="1284"/>
                </a:cubicBezTo>
                <a:cubicBezTo>
                  <a:pt x="1129" y="1302"/>
                  <a:pt x="1118" y="1316"/>
                  <a:pt x="1105" y="1328"/>
                </a:cubicBezTo>
                <a:cubicBezTo>
                  <a:pt x="1092" y="1340"/>
                  <a:pt x="1075" y="1350"/>
                  <a:pt x="1056" y="1357"/>
                </a:cubicBezTo>
                <a:cubicBezTo>
                  <a:pt x="1037" y="1364"/>
                  <a:pt x="1013" y="1368"/>
                  <a:pt x="986" y="1368"/>
                </a:cubicBezTo>
                <a:cubicBezTo>
                  <a:pt x="894" y="1368"/>
                  <a:pt x="894" y="1368"/>
                  <a:pt x="894" y="1368"/>
                </a:cubicBezTo>
                <a:cubicBezTo>
                  <a:pt x="894" y="1492"/>
                  <a:pt x="894" y="1492"/>
                  <a:pt x="894" y="1492"/>
                </a:cubicBezTo>
                <a:cubicBezTo>
                  <a:pt x="986" y="1492"/>
                  <a:pt x="986" y="1492"/>
                  <a:pt x="986" y="1492"/>
                </a:cubicBezTo>
                <a:cubicBezTo>
                  <a:pt x="1013" y="1492"/>
                  <a:pt x="1037" y="1494"/>
                  <a:pt x="1058" y="1500"/>
                </a:cubicBezTo>
                <a:cubicBezTo>
                  <a:pt x="1080" y="1506"/>
                  <a:pt x="1098" y="1516"/>
                  <a:pt x="1112" y="1528"/>
                </a:cubicBezTo>
                <a:cubicBezTo>
                  <a:pt x="1127" y="1541"/>
                  <a:pt x="1139" y="1556"/>
                  <a:pt x="1147" y="1576"/>
                </a:cubicBezTo>
                <a:cubicBezTo>
                  <a:pt x="1156" y="1595"/>
                  <a:pt x="1159" y="1618"/>
                  <a:pt x="1159" y="1644"/>
                </a:cubicBezTo>
                <a:cubicBezTo>
                  <a:pt x="1159" y="1693"/>
                  <a:pt x="1145" y="1730"/>
                  <a:pt x="1117" y="1756"/>
                </a:cubicBezTo>
                <a:cubicBezTo>
                  <a:pt x="1090" y="1783"/>
                  <a:pt x="1051" y="1795"/>
                  <a:pt x="1003" y="1795"/>
                </a:cubicBezTo>
                <a:close/>
                <a:moveTo>
                  <a:pt x="2029" y="1085"/>
                </a:moveTo>
                <a:cubicBezTo>
                  <a:pt x="1991" y="1045"/>
                  <a:pt x="1945" y="1014"/>
                  <a:pt x="1892" y="992"/>
                </a:cubicBezTo>
                <a:cubicBezTo>
                  <a:pt x="1841" y="971"/>
                  <a:pt x="1782" y="960"/>
                  <a:pt x="1717" y="960"/>
                </a:cubicBezTo>
                <a:cubicBezTo>
                  <a:pt x="1434" y="960"/>
                  <a:pt x="1434" y="960"/>
                  <a:pt x="1434" y="960"/>
                </a:cubicBezTo>
                <a:cubicBezTo>
                  <a:pt x="1434" y="1920"/>
                  <a:pt x="1434" y="1920"/>
                  <a:pt x="1434" y="1920"/>
                </a:cubicBezTo>
                <a:cubicBezTo>
                  <a:pt x="1710" y="1920"/>
                  <a:pt x="1710" y="1920"/>
                  <a:pt x="1710" y="1920"/>
                </a:cubicBezTo>
                <a:cubicBezTo>
                  <a:pt x="1776" y="1920"/>
                  <a:pt x="1837" y="1909"/>
                  <a:pt x="1891" y="1888"/>
                </a:cubicBezTo>
                <a:cubicBezTo>
                  <a:pt x="1945" y="1866"/>
                  <a:pt x="1992" y="1836"/>
                  <a:pt x="2030" y="1796"/>
                </a:cubicBezTo>
                <a:cubicBezTo>
                  <a:pt x="2069" y="1757"/>
                  <a:pt x="2099" y="1709"/>
                  <a:pt x="2119" y="1654"/>
                </a:cubicBezTo>
                <a:cubicBezTo>
                  <a:pt x="2140" y="1597"/>
                  <a:pt x="2150" y="1535"/>
                  <a:pt x="2150" y="1465"/>
                </a:cubicBezTo>
                <a:cubicBezTo>
                  <a:pt x="2150" y="1417"/>
                  <a:pt x="2150" y="1417"/>
                  <a:pt x="2150" y="1417"/>
                </a:cubicBezTo>
                <a:cubicBezTo>
                  <a:pt x="2150" y="1348"/>
                  <a:pt x="2140" y="1285"/>
                  <a:pt x="2119" y="1229"/>
                </a:cubicBezTo>
                <a:cubicBezTo>
                  <a:pt x="2098" y="1172"/>
                  <a:pt x="2068" y="1124"/>
                  <a:pt x="2029" y="1085"/>
                </a:cubicBezTo>
                <a:close/>
                <a:moveTo>
                  <a:pt x="1982" y="1464"/>
                </a:moveTo>
                <a:cubicBezTo>
                  <a:pt x="1982" y="1514"/>
                  <a:pt x="1976" y="1559"/>
                  <a:pt x="1966" y="1600"/>
                </a:cubicBezTo>
                <a:cubicBezTo>
                  <a:pt x="1954" y="1639"/>
                  <a:pt x="1937" y="1674"/>
                  <a:pt x="1914" y="1702"/>
                </a:cubicBezTo>
                <a:cubicBezTo>
                  <a:pt x="1891" y="1729"/>
                  <a:pt x="1862" y="1751"/>
                  <a:pt x="1829" y="1765"/>
                </a:cubicBezTo>
                <a:cubicBezTo>
                  <a:pt x="1794" y="1780"/>
                  <a:pt x="1754" y="1787"/>
                  <a:pt x="1710" y="1787"/>
                </a:cubicBezTo>
                <a:cubicBezTo>
                  <a:pt x="1601" y="1787"/>
                  <a:pt x="1601" y="1787"/>
                  <a:pt x="1601" y="1787"/>
                </a:cubicBezTo>
                <a:cubicBezTo>
                  <a:pt x="1601" y="1094"/>
                  <a:pt x="1601" y="1094"/>
                  <a:pt x="1601" y="1094"/>
                </a:cubicBezTo>
                <a:cubicBezTo>
                  <a:pt x="1717" y="1094"/>
                  <a:pt x="1717" y="1094"/>
                  <a:pt x="1717" y="1094"/>
                </a:cubicBezTo>
                <a:cubicBezTo>
                  <a:pt x="1804" y="1094"/>
                  <a:pt x="1870" y="1122"/>
                  <a:pt x="1914" y="1177"/>
                </a:cubicBezTo>
                <a:cubicBezTo>
                  <a:pt x="1960" y="1232"/>
                  <a:pt x="1982" y="1312"/>
                  <a:pt x="1982" y="1416"/>
                </a:cubicBezTo>
                <a:lnTo>
                  <a:pt x="1982" y="1464"/>
                </a:lnTo>
                <a:close/>
                <a:moveTo>
                  <a:pt x="1434" y="0"/>
                </a:moveTo>
                <a:cubicBezTo>
                  <a:pt x="1355" y="4"/>
                  <a:pt x="1355" y="4"/>
                  <a:pt x="1355" y="4"/>
                </a:cubicBezTo>
                <a:cubicBezTo>
                  <a:pt x="1812" y="461"/>
                  <a:pt x="1812" y="461"/>
                  <a:pt x="1812" y="461"/>
                </a:cubicBezTo>
                <a:cubicBezTo>
                  <a:pt x="1972" y="301"/>
                  <a:pt x="1972" y="301"/>
                  <a:pt x="1972" y="301"/>
                </a:cubicBezTo>
                <a:cubicBezTo>
                  <a:pt x="2364" y="487"/>
                  <a:pt x="2645" y="868"/>
                  <a:pt x="2687" y="1319"/>
                </a:cubicBezTo>
                <a:cubicBezTo>
                  <a:pt x="2867" y="1319"/>
                  <a:pt x="2867" y="1319"/>
                  <a:pt x="2867" y="1319"/>
                </a:cubicBezTo>
                <a:cubicBezTo>
                  <a:pt x="2807" y="581"/>
                  <a:pt x="2189" y="0"/>
                  <a:pt x="143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1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ssibilit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325" cy="914400"/>
          </a:xfrm>
          <a:custGeom>
            <a:avLst/>
            <a:gdLst>
              <a:gd name="T0" fmla="*/ 1080 w 2160"/>
              <a:gd name="T1" fmla="*/ 0 h 2400"/>
              <a:gd name="T2" fmla="*/ 1320 w 2160"/>
              <a:gd name="T3" fmla="*/ 240 h 2400"/>
              <a:gd name="T4" fmla="*/ 1080 w 2160"/>
              <a:gd name="T5" fmla="*/ 480 h 2400"/>
              <a:gd name="T6" fmla="*/ 840 w 2160"/>
              <a:gd name="T7" fmla="*/ 240 h 2400"/>
              <a:gd name="T8" fmla="*/ 1080 w 2160"/>
              <a:gd name="T9" fmla="*/ 0 h 2400"/>
              <a:gd name="T10" fmla="*/ 2160 w 2160"/>
              <a:gd name="T11" fmla="*/ 840 h 2400"/>
              <a:gd name="T12" fmla="*/ 1440 w 2160"/>
              <a:gd name="T13" fmla="*/ 840 h 2400"/>
              <a:gd name="T14" fmla="*/ 1440 w 2160"/>
              <a:gd name="T15" fmla="*/ 2400 h 2400"/>
              <a:gd name="T16" fmla="*/ 1200 w 2160"/>
              <a:gd name="T17" fmla="*/ 2400 h 2400"/>
              <a:gd name="T18" fmla="*/ 1200 w 2160"/>
              <a:gd name="T19" fmla="*/ 1680 h 2400"/>
              <a:gd name="T20" fmla="*/ 960 w 2160"/>
              <a:gd name="T21" fmla="*/ 1680 h 2400"/>
              <a:gd name="T22" fmla="*/ 960 w 2160"/>
              <a:gd name="T23" fmla="*/ 2400 h 2400"/>
              <a:gd name="T24" fmla="*/ 720 w 2160"/>
              <a:gd name="T25" fmla="*/ 2400 h 2400"/>
              <a:gd name="T26" fmla="*/ 720 w 2160"/>
              <a:gd name="T27" fmla="*/ 840 h 2400"/>
              <a:gd name="T28" fmla="*/ 0 w 2160"/>
              <a:gd name="T29" fmla="*/ 840 h 2400"/>
              <a:gd name="T30" fmla="*/ 0 w 2160"/>
              <a:gd name="T31" fmla="*/ 600 h 2400"/>
              <a:gd name="T32" fmla="*/ 2160 w 2160"/>
              <a:gd name="T33" fmla="*/ 600 h 2400"/>
              <a:gd name="T34" fmla="*/ 2160 w 2160"/>
              <a:gd name="T35" fmla="*/ 84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160" h="2400">
                <a:moveTo>
                  <a:pt x="1080" y="0"/>
                </a:moveTo>
                <a:cubicBezTo>
                  <a:pt x="1212" y="0"/>
                  <a:pt x="1320" y="108"/>
                  <a:pt x="1320" y="240"/>
                </a:cubicBezTo>
                <a:cubicBezTo>
                  <a:pt x="1320" y="372"/>
                  <a:pt x="1212" y="480"/>
                  <a:pt x="1080" y="480"/>
                </a:cubicBezTo>
                <a:cubicBezTo>
                  <a:pt x="948" y="480"/>
                  <a:pt x="840" y="372"/>
                  <a:pt x="840" y="240"/>
                </a:cubicBezTo>
                <a:cubicBezTo>
                  <a:pt x="840" y="108"/>
                  <a:pt x="948" y="0"/>
                  <a:pt x="1080" y="0"/>
                </a:cubicBezTo>
                <a:close/>
                <a:moveTo>
                  <a:pt x="2160" y="840"/>
                </a:moveTo>
                <a:cubicBezTo>
                  <a:pt x="1440" y="840"/>
                  <a:pt x="1440" y="840"/>
                  <a:pt x="1440" y="840"/>
                </a:cubicBezTo>
                <a:cubicBezTo>
                  <a:pt x="1440" y="2400"/>
                  <a:pt x="1440" y="2400"/>
                  <a:pt x="1440" y="2400"/>
                </a:cubicBezTo>
                <a:cubicBezTo>
                  <a:pt x="1200" y="2400"/>
                  <a:pt x="1200" y="2400"/>
                  <a:pt x="1200" y="2400"/>
                </a:cubicBezTo>
                <a:cubicBezTo>
                  <a:pt x="1200" y="1680"/>
                  <a:pt x="1200" y="1680"/>
                  <a:pt x="1200" y="1680"/>
                </a:cubicBezTo>
                <a:cubicBezTo>
                  <a:pt x="960" y="1680"/>
                  <a:pt x="960" y="1680"/>
                  <a:pt x="960" y="1680"/>
                </a:cubicBezTo>
                <a:cubicBezTo>
                  <a:pt x="960" y="2400"/>
                  <a:pt x="960" y="2400"/>
                  <a:pt x="960" y="2400"/>
                </a:cubicBezTo>
                <a:cubicBezTo>
                  <a:pt x="720" y="2400"/>
                  <a:pt x="720" y="2400"/>
                  <a:pt x="720" y="2400"/>
                </a:cubicBezTo>
                <a:cubicBezTo>
                  <a:pt x="720" y="840"/>
                  <a:pt x="720" y="840"/>
                  <a:pt x="720" y="840"/>
                </a:cubicBezTo>
                <a:cubicBezTo>
                  <a:pt x="0" y="840"/>
                  <a:pt x="0" y="840"/>
                  <a:pt x="0" y="840"/>
                </a:cubicBezTo>
                <a:cubicBezTo>
                  <a:pt x="0" y="600"/>
                  <a:pt x="0" y="600"/>
                  <a:pt x="0" y="600"/>
                </a:cubicBezTo>
                <a:cubicBezTo>
                  <a:pt x="2160" y="600"/>
                  <a:pt x="2160" y="600"/>
                  <a:pt x="2160" y="600"/>
                </a:cubicBezTo>
                <a:lnTo>
                  <a:pt x="2160" y="8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95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ssib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40053" cy="914400"/>
          </a:xfrm>
          <a:custGeom>
            <a:avLst/>
            <a:gdLst>
              <a:gd name="T0" fmla="*/ 3000 w 6000"/>
              <a:gd name="T1" fmla="*/ 0 h 8572"/>
              <a:gd name="T2" fmla="*/ 3857 w 6000"/>
              <a:gd name="T3" fmla="*/ 857 h 8572"/>
              <a:gd name="T4" fmla="*/ 3000 w 6000"/>
              <a:gd name="T5" fmla="*/ 1715 h 8572"/>
              <a:gd name="T6" fmla="*/ 2143 w 6000"/>
              <a:gd name="T7" fmla="*/ 857 h 8572"/>
              <a:gd name="T8" fmla="*/ 3000 w 6000"/>
              <a:gd name="T9" fmla="*/ 0 h 8572"/>
              <a:gd name="T10" fmla="*/ 6000 w 6000"/>
              <a:gd name="T11" fmla="*/ 4715 h 8572"/>
              <a:gd name="T12" fmla="*/ 6000 w 6000"/>
              <a:gd name="T13" fmla="*/ 3857 h 8572"/>
              <a:gd name="T14" fmla="*/ 4256 w 6000"/>
              <a:gd name="T15" fmla="*/ 3073 h 8572"/>
              <a:gd name="T16" fmla="*/ 3703 w 6000"/>
              <a:gd name="T17" fmla="*/ 2460 h 8572"/>
              <a:gd name="T18" fmla="*/ 3441 w 6000"/>
              <a:gd name="T19" fmla="*/ 2267 h 8572"/>
              <a:gd name="T20" fmla="*/ 3433 w 6000"/>
              <a:gd name="T21" fmla="*/ 2263 h 8572"/>
              <a:gd name="T22" fmla="*/ 3429 w 6000"/>
              <a:gd name="T23" fmla="*/ 2263 h 8572"/>
              <a:gd name="T24" fmla="*/ 2919 w 6000"/>
              <a:gd name="T25" fmla="*/ 2152 h 8572"/>
              <a:gd name="T26" fmla="*/ 2143 w 6000"/>
              <a:gd name="T27" fmla="*/ 3039 h 8572"/>
              <a:gd name="T28" fmla="*/ 2143 w 6000"/>
              <a:gd name="T29" fmla="*/ 5572 h 8572"/>
              <a:gd name="T30" fmla="*/ 3000 w 6000"/>
              <a:gd name="T31" fmla="*/ 6429 h 8572"/>
              <a:gd name="T32" fmla="*/ 5143 w 6000"/>
              <a:gd name="T33" fmla="*/ 6429 h 8572"/>
              <a:gd name="T34" fmla="*/ 5143 w 6000"/>
              <a:gd name="T35" fmla="*/ 8572 h 8572"/>
              <a:gd name="T36" fmla="*/ 6000 w 6000"/>
              <a:gd name="T37" fmla="*/ 8572 h 8572"/>
              <a:gd name="T38" fmla="*/ 6000 w 6000"/>
              <a:gd name="T39" fmla="*/ 6215 h 8572"/>
              <a:gd name="T40" fmla="*/ 5143 w 6000"/>
              <a:gd name="T41" fmla="*/ 5357 h 8572"/>
              <a:gd name="T42" fmla="*/ 3857 w 6000"/>
              <a:gd name="T43" fmla="*/ 5357 h 8572"/>
              <a:gd name="T44" fmla="*/ 3857 w 6000"/>
              <a:gd name="T45" fmla="*/ 3879 h 8572"/>
              <a:gd name="T46" fmla="*/ 6000 w 6000"/>
              <a:gd name="T47" fmla="*/ 4715 h 8572"/>
              <a:gd name="T48" fmla="*/ 3356 w 6000"/>
              <a:gd name="T49" fmla="*/ 6857 h 8572"/>
              <a:gd name="T50" fmla="*/ 2143 w 6000"/>
              <a:gd name="T51" fmla="*/ 7715 h 8572"/>
              <a:gd name="T52" fmla="*/ 857 w 6000"/>
              <a:gd name="T53" fmla="*/ 6429 h 8572"/>
              <a:gd name="T54" fmla="*/ 1714 w 6000"/>
              <a:gd name="T55" fmla="*/ 5216 h 8572"/>
              <a:gd name="T56" fmla="*/ 1714 w 6000"/>
              <a:gd name="T57" fmla="*/ 4329 h 8572"/>
              <a:gd name="T58" fmla="*/ 0 w 6000"/>
              <a:gd name="T59" fmla="*/ 6429 h 8572"/>
              <a:gd name="T60" fmla="*/ 2143 w 6000"/>
              <a:gd name="T61" fmla="*/ 8572 h 8572"/>
              <a:gd name="T62" fmla="*/ 4243 w 6000"/>
              <a:gd name="T63" fmla="*/ 6857 h 8572"/>
              <a:gd name="T64" fmla="*/ 3356 w 6000"/>
              <a:gd name="T65" fmla="*/ 6857 h 85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000" h="8572">
                <a:moveTo>
                  <a:pt x="3000" y="0"/>
                </a:moveTo>
                <a:cubicBezTo>
                  <a:pt x="3473" y="0"/>
                  <a:pt x="3857" y="384"/>
                  <a:pt x="3857" y="857"/>
                </a:cubicBezTo>
                <a:cubicBezTo>
                  <a:pt x="3857" y="1331"/>
                  <a:pt x="3473" y="1715"/>
                  <a:pt x="3000" y="1715"/>
                </a:cubicBezTo>
                <a:cubicBezTo>
                  <a:pt x="2527" y="1715"/>
                  <a:pt x="2143" y="1331"/>
                  <a:pt x="2143" y="857"/>
                </a:cubicBezTo>
                <a:cubicBezTo>
                  <a:pt x="2143" y="384"/>
                  <a:pt x="2527" y="0"/>
                  <a:pt x="3000" y="0"/>
                </a:cubicBezTo>
                <a:close/>
                <a:moveTo>
                  <a:pt x="6000" y="4715"/>
                </a:moveTo>
                <a:cubicBezTo>
                  <a:pt x="6000" y="3857"/>
                  <a:pt x="6000" y="3857"/>
                  <a:pt x="6000" y="3857"/>
                </a:cubicBezTo>
                <a:cubicBezTo>
                  <a:pt x="5340" y="3866"/>
                  <a:pt x="4676" y="3536"/>
                  <a:pt x="4256" y="3073"/>
                </a:cubicBezTo>
                <a:cubicBezTo>
                  <a:pt x="3703" y="2460"/>
                  <a:pt x="3703" y="2460"/>
                  <a:pt x="3703" y="2460"/>
                </a:cubicBezTo>
                <a:cubicBezTo>
                  <a:pt x="3630" y="2379"/>
                  <a:pt x="3540" y="2315"/>
                  <a:pt x="3441" y="2267"/>
                </a:cubicBezTo>
                <a:cubicBezTo>
                  <a:pt x="3437" y="2267"/>
                  <a:pt x="3437" y="2263"/>
                  <a:pt x="3433" y="2263"/>
                </a:cubicBezTo>
                <a:cubicBezTo>
                  <a:pt x="3429" y="2263"/>
                  <a:pt x="3429" y="2263"/>
                  <a:pt x="3429" y="2263"/>
                </a:cubicBezTo>
                <a:cubicBezTo>
                  <a:pt x="3279" y="2177"/>
                  <a:pt x="3107" y="2135"/>
                  <a:pt x="2919" y="2152"/>
                </a:cubicBezTo>
                <a:cubicBezTo>
                  <a:pt x="2468" y="2190"/>
                  <a:pt x="2143" y="2589"/>
                  <a:pt x="2143" y="3039"/>
                </a:cubicBezTo>
                <a:cubicBezTo>
                  <a:pt x="2143" y="5572"/>
                  <a:pt x="2143" y="5572"/>
                  <a:pt x="2143" y="5572"/>
                </a:cubicBezTo>
                <a:cubicBezTo>
                  <a:pt x="2143" y="6043"/>
                  <a:pt x="2529" y="6429"/>
                  <a:pt x="3000" y="6429"/>
                </a:cubicBezTo>
                <a:cubicBezTo>
                  <a:pt x="5143" y="6429"/>
                  <a:pt x="5143" y="6429"/>
                  <a:pt x="5143" y="6429"/>
                </a:cubicBezTo>
                <a:cubicBezTo>
                  <a:pt x="5143" y="8572"/>
                  <a:pt x="5143" y="8572"/>
                  <a:pt x="5143" y="8572"/>
                </a:cubicBezTo>
                <a:cubicBezTo>
                  <a:pt x="6000" y="8572"/>
                  <a:pt x="6000" y="8572"/>
                  <a:pt x="6000" y="8572"/>
                </a:cubicBezTo>
                <a:cubicBezTo>
                  <a:pt x="6000" y="6215"/>
                  <a:pt x="6000" y="6215"/>
                  <a:pt x="6000" y="6215"/>
                </a:cubicBezTo>
                <a:cubicBezTo>
                  <a:pt x="6000" y="5743"/>
                  <a:pt x="5614" y="5357"/>
                  <a:pt x="5143" y="5357"/>
                </a:cubicBezTo>
                <a:cubicBezTo>
                  <a:pt x="3857" y="5357"/>
                  <a:pt x="3857" y="5357"/>
                  <a:pt x="3857" y="5357"/>
                </a:cubicBezTo>
                <a:cubicBezTo>
                  <a:pt x="3857" y="3879"/>
                  <a:pt x="3857" y="3879"/>
                  <a:pt x="3857" y="3879"/>
                </a:cubicBezTo>
                <a:cubicBezTo>
                  <a:pt x="4410" y="4337"/>
                  <a:pt x="5250" y="4710"/>
                  <a:pt x="6000" y="4715"/>
                </a:cubicBezTo>
                <a:close/>
                <a:moveTo>
                  <a:pt x="3356" y="6857"/>
                </a:moveTo>
                <a:cubicBezTo>
                  <a:pt x="3180" y="7355"/>
                  <a:pt x="2704" y="7715"/>
                  <a:pt x="2143" y="7715"/>
                </a:cubicBezTo>
                <a:cubicBezTo>
                  <a:pt x="1431" y="7715"/>
                  <a:pt x="857" y="7140"/>
                  <a:pt x="857" y="6429"/>
                </a:cubicBezTo>
                <a:cubicBezTo>
                  <a:pt x="857" y="5867"/>
                  <a:pt x="1217" y="5396"/>
                  <a:pt x="1714" y="5216"/>
                </a:cubicBezTo>
                <a:cubicBezTo>
                  <a:pt x="1714" y="4329"/>
                  <a:pt x="1714" y="4329"/>
                  <a:pt x="1714" y="4329"/>
                </a:cubicBezTo>
                <a:cubicBezTo>
                  <a:pt x="737" y="4526"/>
                  <a:pt x="0" y="5392"/>
                  <a:pt x="0" y="6429"/>
                </a:cubicBezTo>
                <a:cubicBezTo>
                  <a:pt x="0" y="7612"/>
                  <a:pt x="960" y="8572"/>
                  <a:pt x="2143" y="8572"/>
                </a:cubicBezTo>
                <a:cubicBezTo>
                  <a:pt x="3180" y="8572"/>
                  <a:pt x="4045" y="7835"/>
                  <a:pt x="4243" y="6857"/>
                </a:cubicBezTo>
                <a:lnTo>
                  <a:pt x="3356" y="68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5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ount Balanc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7095" cy="914400"/>
          </a:xfrm>
          <a:custGeom>
            <a:avLst/>
            <a:gdLst>
              <a:gd name="T0" fmla="*/ 19 w 180"/>
              <a:gd name="T1" fmla="*/ 85 h 199"/>
              <a:gd name="T2" fmla="*/ 19 w 180"/>
              <a:gd name="T3" fmla="*/ 151 h 199"/>
              <a:gd name="T4" fmla="*/ 48 w 180"/>
              <a:gd name="T5" fmla="*/ 151 h 199"/>
              <a:gd name="T6" fmla="*/ 48 w 180"/>
              <a:gd name="T7" fmla="*/ 85 h 199"/>
              <a:gd name="T8" fmla="*/ 19 w 180"/>
              <a:gd name="T9" fmla="*/ 85 h 199"/>
              <a:gd name="T10" fmla="*/ 76 w 180"/>
              <a:gd name="T11" fmla="*/ 85 h 199"/>
              <a:gd name="T12" fmla="*/ 76 w 180"/>
              <a:gd name="T13" fmla="*/ 151 h 199"/>
              <a:gd name="T14" fmla="*/ 104 w 180"/>
              <a:gd name="T15" fmla="*/ 151 h 199"/>
              <a:gd name="T16" fmla="*/ 104 w 180"/>
              <a:gd name="T17" fmla="*/ 85 h 199"/>
              <a:gd name="T18" fmla="*/ 76 w 180"/>
              <a:gd name="T19" fmla="*/ 85 h 199"/>
              <a:gd name="T20" fmla="*/ 0 w 180"/>
              <a:gd name="T21" fmla="*/ 199 h 199"/>
              <a:gd name="T22" fmla="*/ 180 w 180"/>
              <a:gd name="T23" fmla="*/ 199 h 199"/>
              <a:gd name="T24" fmla="*/ 180 w 180"/>
              <a:gd name="T25" fmla="*/ 170 h 199"/>
              <a:gd name="T26" fmla="*/ 0 w 180"/>
              <a:gd name="T27" fmla="*/ 170 h 199"/>
              <a:gd name="T28" fmla="*/ 0 w 180"/>
              <a:gd name="T29" fmla="*/ 199 h 199"/>
              <a:gd name="T30" fmla="*/ 133 w 180"/>
              <a:gd name="T31" fmla="*/ 85 h 199"/>
              <a:gd name="T32" fmla="*/ 133 w 180"/>
              <a:gd name="T33" fmla="*/ 151 h 199"/>
              <a:gd name="T34" fmla="*/ 161 w 180"/>
              <a:gd name="T35" fmla="*/ 151 h 199"/>
              <a:gd name="T36" fmla="*/ 161 w 180"/>
              <a:gd name="T37" fmla="*/ 85 h 199"/>
              <a:gd name="T38" fmla="*/ 133 w 180"/>
              <a:gd name="T39" fmla="*/ 85 h 199"/>
              <a:gd name="T40" fmla="*/ 90 w 180"/>
              <a:gd name="T41" fmla="*/ 0 h 199"/>
              <a:gd name="T42" fmla="*/ 0 w 180"/>
              <a:gd name="T43" fmla="*/ 47 h 199"/>
              <a:gd name="T44" fmla="*/ 0 w 180"/>
              <a:gd name="T45" fmla="*/ 66 h 199"/>
              <a:gd name="T46" fmla="*/ 180 w 180"/>
              <a:gd name="T47" fmla="*/ 66 h 199"/>
              <a:gd name="T48" fmla="*/ 180 w 180"/>
              <a:gd name="T49" fmla="*/ 47 h 199"/>
              <a:gd name="T50" fmla="*/ 90 w 180"/>
              <a:gd name="T51" fmla="*/ 0 h 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80" h="199">
                <a:moveTo>
                  <a:pt x="19" y="85"/>
                </a:moveTo>
                <a:lnTo>
                  <a:pt x="19" y="151"/>
                </a:lnTo>
                <a:lnTo>
                  <a:pt x="48" y="151"/>
                </a:lnTo>
                <a:lnTo>
                  <a:pt x="48" y="85"/>
                </a:lnTo>
                <a:lnTo>
                  <a:pt x="19" y="85"/>
                </a:lnTo>
                <a:close/>
                <a:moveTo>
                  <a:pt x="76" y="85"/>
                </a:moveTo>
                <a:lnTo>
                  <a:pt x="76" y="151"/>
                </a:lnTo>
                <a:lnTo>
                  <a:pt x="104" y="151"/>
                </a:lnTo>
                <a:lnTo>
                  <a:pt x="104" y="85"/>
                </a:lnTo>
                <a:lnTo>
                  <a:pt x="76" y="85"/>
                </a:lnTo>
                <a:close/>
                <a:moveTo>
                  <a:pt x="0" y="199"/>
                </a:moveTo>
                <a:lnTo>
                  <a:pt x="180" y="199"/>
                </a:lnTo>
                <a:lnTo>
                  <a:pt x="180" y="170"/>
                </a:lnTo>
                <a:lnTo>
                  <a:pt x="0" y="170"/>
                </a:lnTo>
                <a:lnTo>
                  <a:pt x="0" y="199"/>
                </a:lnTo>
                <a:close/>
                <a:moveTo>
                  <a:pt x="133" y="85"/>
                </a:moveTo>
                <a:lnTo>
                  <a:pt x="133" y="151"/>
                </a:lnTo>
                <a:lnTo>
                  <a:pt x="161" y="151"/>
                </a:lnTo>
                <a:lnTo>
                  <a:pt x="161" y="85"/>
                </a:lnTo>
                <a:lnTo>
                  <a:pt x="133" y="85"/>
                </a:lnTo>
                <a:close/>
                <a:moveTo>
                  <a:pt x="90" y="0"/>
                </a:moveTo>
                <a:lnTo>
                  <a:pt x="0" y="47"/>
                </a:lnTo>
                <a:lnTo>
                  <a:pt x="0" y="66"/>
                </a:lnTo>
                <a:lnTo>
                  <a:pt x="180" y="66"/>
                </a:lnTo>
                <a:lnTo>
                  <a:pt x="180" y="47"/>
                </a:lnTo>
                <a:lnTo>
                  <a:pt x="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3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ount Balance Walle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6345"/>
          </a:xfrm>
          <a:custGeom>
            <a:avLst/>
            <a:gdLst>
              <a:gd name="T0" fmla="*/ 2160 w 2280"/>
              <a:gd name="T1" fmla="*/ 1800 h 2160"/>
              <a:gd name="T2" fmla="*/ 2160 w 2280"/>
              <a:gd name="T3" fmla="*/ 1920 h 2160"/>
              <a:gd name="T4" fmla="*/ 1920 w 2280"/>
              <a:gd name="T5" fmla="*/ 2160 h 2160"/>
              <a:gd name="T6" fmla="*/ 240 w 2280"/>
              <a:gd name="T7" fmla="*/ 2160 h 2160"/>
              <a:gd name="T8" fmla="*/ 0 w 2280"/>
              <a:gd name="T9" fmla="*/ 1920 h 2160"/>
              <a:gd name="T10" fmla="*/ 0 w 2280"/>
              <a:gd name="T11" fmla="*/ 240 h 2160"/>
              <a:gd name="T12" fmla="*/ 240 w 2280"/>
              <a:gd name="T13" fmla="*/ 0 h 2160"/>
              <a:gd name="T14" fmla="*/ 1920 w 2280"/>
              <a:gd name="T15" fmla="*/ 0 h 2160"/>
              <a:gd name="T16" fmla="*/ 2160 w 2280"/>
              <a:gd name="T17" fmla="*/ 240 h 2160"/>
              <a:gd name="T18" fmla="*/ 2160 w 2280"/>
              <a:gd name="T19" fmla="*/ 360 h 2160"/>
              <a:gd name="T20" fmla="*/ 1080 w 2280"/>
              <a:gd name="T21" fmla="*/ 360 h 2160"/>
              <a:gd name="T22" fmla="*/ 840 w 2280"/>
              <a:gd name="T23" fmla="*/ 600 h 2160"/>
              <a:gd name="T24" fmla="*/ 840 w 2280"/>
              <a:gd name="T25" fmla="*/ 1560 h 2160"/>
              <a:gd name="T26" fmla="*/ 1080 w 2280"/>
              <a:gd name="T27" fmla="*/ 1800 h 2160"/>
              <a:gd name="T28" fmla="*/ 2160 w 2280"/>
              <a:gd name="T29" fmla="*/ 1800 h 2160"/>
              <a:gd name="T30" fmla="*/ 1080 w 2280"/>
              <a:gd name="T31" fmla="*/ 1560 h 2160"/>
              <a:gd name="T32" fmla="*/ 2280 w 2280"/>
              <a:gd name="T33" fmla="*/ 1560 h 2160"/>
              <a:gd name="T34" fmla="*/ 2280 w 2280"/>
              <a:gd name="T35" fmla="*/ 600 h 2160"/>
              <a:gd name="T36" fmla="*/ 1080 w 2280"/>
              <a:gd name="T37" fmla="*/ 600 h 2160"/>
              <a:gd name="T38" fmla="*/ 1080 w 2280"/>
              <a:gd name="T39" fmla="*/ 1560 h 2160"/>
              <a:gd name="T40" fmla="*/ 1560 w 2280"/>
              <a:gd name="T41" fmla="*/ 1260 h 2160"/>
              <a:gd name="T42" fmla="*/ 1380 w 2280"/>
              <a:gd name="T43" fmla="*/ 1080 h 2160"/>
              <a:gd name="T44" fmla="*/ 1560 w 2280"/>
              <a:gd name="T45" fmla="*/ 900 h 2160"/>
              <a:gd name="T46" fmla="*/ 1740 w 2280"/>
              <a:gd name="T47" fmla="*/ 1080 h 2160"/>
              <a:gd name="T48" fmla="*/ 1560 w 2280"/>
              <a:gd name="T49" fmla="*/ 126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280" h="2160">
                <a:moveTo>
                  <a:pt x="2160" y="1800"/>
                </a:moveTo>
                <a:cubicBezTo>
                  <a:pt x="2160" y="1920"/>
                  <a:pt x="2160" y="1920"/>
                  <a:pt x="2160" y="1920"/>
                </a:cubicBezTo>
                <a:cubicBezTo>
                  <a:pt x="2160" y="2052"/>
                  <a:pt x="2052" y="2160"/>
                  <a:pt x="1920" y="2160"/>
                </a:cubicBezTo>
                <a:cubicBezTo>
                  <a:pt x="240" y="2160"/>
                  <a:pt x="240" y="2160"/>
                  <a:pt x="240" y="2160"/>
                </a:cubicBezTo>
                <a:cubicBezTo>
                  <a:pt x="107" y="2160"/>
                  <a:pt x="0" y="2052"/>
                  <a:pt x="0" y="192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108"/>
                  <a:pt x="107" y="0"/>
                  <a:pt x="240" y="0"/>
                </a:cubicBezTo>
                <a:cubicBezTo>
                  <a:pt x="1920" y="0"/>
                  <a:pt x="1920" y="0"/>
                  <a:pt x="1920" y="0"/>
                </a:cubicBezTo>
                <a:cubicBezTo>
                  <a:pt x="2052" y="0"/>
                  <a:pt x="2160" y="108"/>
                  <a:pt x="2160" y="240"/>
                </a:cubicBezTo>
                <a:cubicBezTo>
                  <a:pt x="2160" y="360"/>
                  <a:pt x="2160" y="360"/>
                  <a:pt x="2160" y="360"/>
                </a:cubicBezTo>
                <a:cubicBezTo>
                  <a:pt x="1080" y="360"/>
                  <a:pt x="1080" y="360"/>
                  <a:pt x="1080" y="360"/>
                </a:cubicBezTo>
                <a:cubicBezTo>
                  <a:pt x="947" y="360"/>
                  <a:pt x="840" y="468"/>
                  <a:pt x="840" y="600"/>
                </a:cubicBezTo>
                <a:cubicBezTo>
                  <a:pt x="840" y="1560"/>
                  <a:pt x="840" y="1560"/>
                  <a:pt x="840" y="1560"/>
                </a:cubicBezTo>
                <a:cubicBezTo>
                  <a:pt x="840" y="1692"/>
                  <a:pt x="947" y="1800"/>
                  <a:pt x="1080" y="1800"/>
                </a:cubicBezTo>
                <a:lnTo>
                  <a:pt x="2160" y="1800"/>
                </a:lnTo>
                <a:close/>
                <a:moveTo>
                  <a:pt x="1080" y="1560"/>
                </a:moveTo>
                <a:cubicBezTo>
                  <a:pt x="2280" y="1560"/>
                  <a:pt x="2280" y="1560"/>
                  <a:pt x="2280" y="1560"/>
                </a:cubicBezTo>
                <a:cubicBezTo>
                  <a:pt x="2280" y="600"/>
                  <a:pt x="2280" y="600"/>
                  <a:pt x="2280" y="600"/>
                </a:cubicBezTo>
                <a:cubicBezTo>
                  <a:pt x="1080" y="600"/>
                  <a:pt x="1080" y="600"/>
                  <a:pt x="1080" y="600"/>
                </a:cubicBezTo>
                <a:lnTo>
                  <a:pt x="1080" y="1560"/>
                </a:lnTo>
                <a:close/>
                <a:moveTo>
                  <a:pt x="1560" y="1260"/>
                </a:moveTo>
                <a:cubicBezTo>
                  <a:pt x="1460" y="1260"/>
                  <a:pt x="1380" y="1180"/>
                  <a:pt x="1380" y="1080"/>
                </a:cubicBezTo>
                <a:cubicBezTo>
                  <a:pt x="1380" y="980"/>
                  <a:pt x="1460" y="900"/>
                  <a:pt x="1560" y="900"/>
                </a:cubicBezTo>
                <a:cubicBezTo>
                  <a:pt x="1660" y="900"/>
                  <a:pt x="1740" y="980"/>
                  <a:pt x="1740" y="1080"/>
                </a:cubicBezTo>
                <a:cubicBezTo>
                  <a:pt x="1740" y="1180"/>
                  <a:pt x="1660" y="1260"/>
                  <a:pt x="1560" y="12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85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ount Box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2160"/>
              <a:gd name="T1" fmla="*/ 240 h 2160"/>
              <a:gd name="T2" fmla="*/ 0 w 2160"/>
              <a:gd name="T3" fmla="*/ 1920 h 2160"/>
              <a:gd name="T4" fmla="*/ 240 w 2160"/>
              <a:gd name="T5" fmla="*/ 2160 h 2160"/>
              <a:gd name="T6" fmla="*/ 1920 w 2160"/>
              <a:gd name="T7" fmla="*/ 2160 h 2160"/>
              <a:gd name="T8" fmla="*/ 2160 w 2160"/>
              <a:gd name="T9" fmla="*/ 1920 h 2160"/>
              <a:gd name="T10" fmla="*/ 2160 w 2160"/>
              <a:gd name="T11" fmla="*/ 240 h 2160"/>
              <a:gd name="T12" fmla="*/ 1920 w 2160"/>
              <a:gd name="T13" fmla="*/ 0 h 2160"/>
              <a:gd name="T14" fmla="*/ 240 w 2160"/>
              <a:gd name="T15" fmla="*/ 0 h 2160"/>
              <a:gd name="T16" fmla="*/ 0 w 2160"/>
              <a:gd name="T17" fmla="*/ 240 h 2160"/>
              <a:gd name="T18" fmla="*/ 1440 w 2160"/>
              <a:gd name="T19" fmla="*/ 720 h 2160"/>
              <a:gd name="T20" fmla="*/ 1080 w 2160"/>
              <a:gd name="T21" fmla="*/ 1080 h 2160"/>
              <a:gd name="T22" fmla="*/ 720 w 2160"/>
              <a:gd name="T23" fmla="*/ 720 h 2160"/>
              <a:gd name="T24" fmla="*/ 1080 w 2160"/>
              <a:gd name="T25" fmla="*/ 360 h 2160"/>
              <a:gd name="T26" fmla="*/ 1440 w 2160"/>
              <a:gd name="T27" fmla="*/ 720 h 2160"/>
              <a:gd name="T28" fmla="*/ 360 w 2160"/>
              <a:gd name="T29" fmla="*/ 1680 h 2160"/>
              <a:gd name="T30" fmla="*/ 1080 w 2160"/>
              <a:gd name="T31" fmla="*/ 1308 h 2160"/>
              <a:gd name="T32" fmla="*/ 1800 w 2160"/>
              <a:gd name="T33" fmla="*/ 1680 h 2160"/>
              <a:gd name="T34" fmla="*/ 1800 w 2160"/>
              <a:gd name="T35" fmla="*/ 1800 h 2160"/>
              <a:gd name="T36" fmla="*/ 360 w 2160"/>
              <a:gd name="T37" fmla="*/ 1800 h 2160"/>
              <a:gd name="T38" fmla="*/ 360 w 2160"/>
              <a:gd name="T39" fmla="*/ 168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160" h="2160">
                <a:moveTo>
                  <a:pt x="0" y="240"/>
                </a:move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7" y="2160"/>
                  <a:pt x="240" y="2160"/>
                </a:cubicBezTo>
                <a:cubicBezTo>
                  <a:pt x="1920" y="2160"/>
                  <a:pt x="1920" y="2160"/>
                  <a:pt x="1920" y="2160"/>
                </a:cubicBezTo>
                <a:cubicBezTo>
                  <a:pt x="2052" y="2160"/>
                  <a:pt x="2160" y="2052"/>
                  <a:pt x="2160" y="1920"/>
                </a:cubicBezTo>
                <a:cubicBezTo>
                  <a:pt x="2160" y="240"/>
                  <a:pt x="2160" y="240"/>
                  <a:pt x="2160" y="240"/>
                </a:cubicBezTo>
                <a:cubicBezTo>
                  <a:pt x="2160" y="108"/>
                  <a:pt x="2052" y="0"/>
                  <a:pt x="1920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0" y="108"/>
                  <a:pt x="0" y="240"/>
                </a:cubicBezTo>
                <a:close/>
                <a:moveTo>
                  <a:pt x="1440" y="720"/>
                </a:moveTo>
                <a:cubicBezTo>
                  <a:pt x="1440" y="919"/>
                  <a:pt x="1279" y="1080"/>
                  <a:pt x="1080" y="1080"/>
                </a:cubicBezTo>
                <a:cubicBezTo>
                  <a:pt x="881" y="1080"/>
                  <a:pt x="720" y="919"/>
                  <a:pt x="720" y="720"/>
                </a:cubicBezTo>
                <a:cubicBezTo>
                  <a:pt x="720" y="521"/>
                  <a:pt x="881" y="360"/>
                  <a:pt x="1080" y="360"/>
                </a:cubicBezTo>
                <a:cubicBezTo>
                  <a:pt x="1279" y="360"/>
                  <a:pt x="1440" y="521"/>
                  <a:pt x="1440" y="720"/>
                </a:cubicBezTo>
                <a:close/>
                <a:moveTo>
                  <a:pt x="360" y="1680"/>
                </a:moveTo>
                <a:cubicBezTo>
                  <a:pt x="360" y="1440"/>
                  <a:pt x="840" y="1308"/>
                  <a:pt x="1080" y="1308"/>
                </a:cubicBezTo>
                <a:cubicBezTo>
                  <a:pt x="1320" y="1308"/>
                  <a:pt x="1800" y="1440"/>
                  <a:pt x="1800" y="1680"/>
                </a:cubicBezTo>
                <a:cubicBezTo>
                  <a:pt x="1800" y="1800"/>
                  <a:pt x="1800" y="1800"/>
                  <a:pt x="1800" y="1800"/>
                </a:cubicBezTo>
                <a:cubicBezTo>
                  <a:pt x="360" y="1800"/>
                  <a:pt x="360" y="1800"/>
                  <a:pt x="360" y="1800"/>
                </a:cubicBezTo>
                <a:lnTo>
                  <a:pt x="360" y="16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0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ount Circ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200 w 2400"/>
              <a:gd name="T1" fmla="*/ 0 h 2400"/>
              <a:gd name="T2" fmla="*/ 0 w 2400"/>
              <a:gd name="T3" fmla="*/ 1200 h 2400"/>
              <a:gd name="T4" fmla="*/ 1200 w 2400"/>
              <a:gd name="T5" fmla="*/ 2400 h 2400"/>
              <a:gd name="T6" fmla="*/ 2400 w 2400"/>
              <a:gd name="T7" fmla="*/ 1200 h 2400"/>
              <a:gd name="T8" fmla="*/ 1200 w 2400"/>
              <a:gd name="T9" fmla="*/ 0 h 2400"/>
              <a:gd name="T10" fmla="*/ 1200 w 2400"/>
              <a:gd name="T11" fmla="*/ 360 h 2400"/>
              <a:gd name="T12" fmla="*/ 1560 w 2400"/>
              <a:gd name="T13" fmla="*/ 720 h 2400"/>
              <a:gd name="T14" fmla="*/ 1200 w 2400"/>
              <a:gd name="T15" fmla="*/ 1080 h 2400"/>
              <a:gd name="T16" fmla="*/ 840 w 2400"/>
              <a:gd name="T17" fmla="*/ 720 h 2400"/>
              <a:gd name="T18" fmla="*/ 1200 w 2400"/>
              <a:gd name="T19" fmla="*/ 360 h 2400"/>
              <a:gd name="T20" fmla="*/ 1200 w 2400"/>
              <a:gd name="T21" fmla="*/ 2064 h 2400"/>
              <a:gd name="T22" fmla="*/ 480 w 2400"/>
              <a:gd name="T23" fmla="*/ 1678 h 2400"/>
              <a:gd name="T24" fmla="*/ 1200 w 2400"/>
              <a:gd name="T25" fmla="*/ 1308 h 2400"/>
              <a:gd name="T26" fmla="*/ 1920 w 2400"/>
              <a:gd name="T27" fmla="*/ 1678 h 2400"/>
              <a:gd name="T28" fmla="*/ 1200 w 2400"/>
              <a:gd name="T29" fmla="*/ 2064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400" h="2400">
                <a:moveTo>
                  <a:pt x="1200" y="0"/>
                </a:moveTo>
                <a:cubicBezTo>
                  <a:pt x="538" y="0"/>
                  <a:pt x="0" y="538"/>
                  <a:pt x="0" y="1200"/>
                </a:cubicBezTo>
                <a:cubicBezTo>
                  <a:pt x="0" y="1862"/>
                  <a:pt x="538" y="2400"/>
                  <a:pt x="1200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200" y="0"/>
                </a:cubicBezTo>
                <a:close/>
                <a:moveTo>
                  <a:pt x="1200" y="360"/>
                </a:moveTo>
                <a:cubicBezTo>
                  <a:pt x="1399" y="360"/>
                  <a:pt x="1560" y="521"/>
                  <a:pt x="1560" y="720"/>
                </a:cubicBezTo>
                <a:cubicBezTo>
                  <a:pt x="1560" y="919"/>
                  <a:pt x="1399" y="1080"/>
                  <a:pt x="1200" y="1080"/>
                </a:cubicBezTo>
                <a:cubicBezTo>
                  <a:pt x="1001" y="1080"/>
                  <a:pt x="840" y="919"/>
                  <a:pt x="840" y="720"/>
                </a:cubicBezTo>
                <a:cubicBezTo>
                  <a:pt x="840" y="521"/>
                  <a:pt x="1001" y="360"/>
                  <a:pt x="1200" y="360"/>
                </a:cubicBezTo>
                <a:close/>
                <a:moveTo>
                  <a:pt x="1200" y="2064"/>
                </a:moveTo>
                <a:cubicBezTo>
                  <a:pt x="900" y="2064"/>
                  <a:pt x="635" y="1910"/>
                  <a:pt x="480" y="1678"/>
                </a:cubicBezTo>
                <a:cubicBezTo>
                  <a:pt x="484" y="1439"/>
                  <a:pt x="960" y="1308"/>
                  <a:pt x="1200" y="1308"/>
                </a:cubicBezTo>
                <a:cubicBezTo>
                  <a:pt x="1439" y="1308"/>
                  <a:pt x="1916" y="1439"/>
                  <a:pt x="1920" y="1678"/>
                </a:cubicBezTo>
                <a:cubicBezTo>
                  <a:pt x="1765" y="1910"/>
                  <a:pt x="1500" y="2064"/>
                  <a:pt x="1200" y="206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52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dd Shopping Car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78114" cy="914400"/>
          </a:xfrm>
          <a:custGeom>
            <a:avLst/>
            <a:gdLst>
              <a:gd name="T0" fmla="*/ 1200 w 2419"/>
              <a:gd name="T1" fmla="*/ 960 h 2520"/>
              <a:gd name="T2" fmla="*/ 1440 w 2419"/>
              <a:gd name="T3" fmla="*/ 960 h 2520"/>
              <a:gd name="T4" fmla="*/ 1440 w 2419"/>
              <a:gd name="T5" fmla="*/ 600 h 2520"/>
              <a:gd name="T6" fmla="*/ 1800 w 2419"/>
              <a:gd name="T7" fmla="*/ 600 h 2520"/>
              <a:gd name="T8" fmla="*/ 1800 w 2419"/>
              <a:gd name="T9" fmla="*/ 360 h 2520"/>
              <a:gd name="T10" fmla="*/ 1440 w 2419"/>
              <a:gd name="T11" fmla="*/ 360 h 2520"/>
              <a:gd name="T12" fmla="*/ 1440 w 2419"/>
              <a:gd name="T13" fmla="*/ 0 h 2520"/>
              <a:gd name="T14" fmla="*/ 1200 w 2419"/>
              <a:gd name="T15" fmla="*/ 0 h 2520"/>
              <a:gd name="T16" fmla="*/ 1200 w 2419"/>
              <a:gd name="T17" fmla="*/ 360 h 2520"/>
              <a:gd name="T18" fmla="*/ 840 w 2419"/>
              <a:gd name="T19" fmla="*/ 360 h 2520"/>
              <a:gd name="T20" fmla="*/ 840 w 2419"/>
              <a:gd name="T21" fmla="*/ 600 h 2520"/>
              <a:gd name="T22" fmla="*/ 1200 w 2419"/>
              <a:gd name="T23" fmla="*/ 600 h 2520"/>
              <a:gd name="T24" fmla="*/ 1200 w 2419"/>
              <a:gd name="T25" fmla="*/ 960 h 2520"/>
              <a:gd name="T26" fmla="*/ 720 w 2419"/>
              <a:gd name="T27" fmla="*/ 2040 h 2520"/>
              <a:gd name="T28" fmla="*/ 481 w 2419"/>
              <a:gd name="T29" fmla="*/ 2280 h 2520"/>
              <a:gd name="T30" fmla="*/ 720 w 2419"/>
              <a:gd name="T31" fmla="*/ 2520 h 2520"/>
              <a:gd name="T32" fmla="*/ 960 w 2419"/>
              <a:gd name="T33" fmla="*/ 2280 h 2520"/>
              <a:gd name="T34" fmla="*/ 720 w 2419"/>
              <a:gd name="T35" fmla="*/ 2040 h 2520"/>
              <a:gd name="T36" fmla="*/ 1920 w 2419"/>
              <a:gd name="T37" fmla="*/ 2040 h 2520"/>
              <a:gd name="T38" fmla="*/ 1681 w 2419"/>
              <a:gd name="T39" fmla="*/ 2280 h 2520"/>
              <a:gd name="T40" fmla="*/ 1920 w 2419"/>
              <a:gd name="T41" fmla="*/ 2520 h 2520"/>
              <a:gd name="T42" fmla="*/ 2160 w 2419"/>
              <a:gd name="T43" fmla="*/ 2280 h 2520"/>
              <a:gd name="T44" fmla="*/ 1920 w 2419"/>
              <a:gd name="T45" fmla="*/ 2040 h 2520"/>
              <a:gd name="T46" fmla="*/ 740 w 2419"/>
              <a:gd name="T47" fmla="*/ 1650 h 2520"/>
              <a:gd name="T48" fmla="*/ 744 w 2419"/>
              <a:gd name="T49" fmla="*/ 1636 h 2520"/>
              <a:gd name="T50" fmla="*/ 852 w 2419"/>
              <a:gd name="T51" fmla="*/ 1440 h 2520"/>
              <a:gd name="T52" fmla="*/ 1746 w 2419"/>
              <a:gd name="T53" fmla="*/ 1440 h 2520"/>
              <a:gd name="T54" fmla="*/ 1956 w 2419"/>
              <a:gd name="T55" fmla="*/ 1316 h 2520"/>
              <a:gd name="T56" fmla="*/ 2419 w 2419"/>
              <a:gd name="T57" fmla="*/ 475 h 2520"/>
              <a:gd name="T58" fmla="*/ 2210 w 2419"/>
              <a:gd name="T59" fmla="*/ 360 h 2520"/>
              <a:gd name="T60" fmla="*/ 2209 w 2419"/>
              <a:gd name="T61" fmla="*/ 360 h 2520"/>
              <a:gd name="T62" fmla="*/ 2077 w 2419"/>
              <a:gd name="T63" fmla="*/ 600 h 2520"/>
              <a:gd name="T64" fmla="*/ 1746 w 2419"/>
              <a:gd name="T65" fmla="*/ 1200 h 2520"/>
              <a:gd name="T66" fmla="*/ 904 w 2419"/>
              <a:gd name="T67" fmla="*/ 1200 h 2520"/>
              <a:gd name="T68" fmla="*/ 888 w 2419"/>
              <a:gd name="T69" fmla="*/ 1168 h 2520"/>
              <a:gd name="T70" fmla="*/ 619 w 2419"/>
              <a:gd name="T71" fmla="*/ 600 h 2520"/>
              <a:gd name="T72" fmla="*/ 505 w 2419"/>
              <a:gd name="T73" fmla="*/ 360 h 2520"/>
              <a:gd name="T74" fmla="*/ 392 w 2419"/>
              <a:gd name="T75" fmla="*/ 120 h 2520"/>
              <a:gd name="T76" fmla="*/ 0 w 2419"/>
              <a:gd name="T77" fmla="*/ 120 h 2520"/>
              <a:gd name="T78" fmla="*/ 0 w 2419"/>
              <a:gd name="T79" fmla="*/ 360 h 2520"/>
              <a:gd name="T80" fmla="*/ 240 w 2419"/>
              <a:gd name="T81" fmla="*/ 360 h 2520"/>
              <a:gd name="T82" fmla="*/ 672 w 2419"/>
              <a:gd name="T83" fmla="*/ 1271 h 2520"/>
              <a:gd name="T84" fmla="*/ 510 w 2419"/>
              <a:gd name="T85" fmla="*/ 1565 h 2520"/>
              <a:gd name="T86" fmla="*/ 480 w 2419"/>
              <a:gd name="T87" fmla="*/ 1680 h 2520"/>
              <a:gd name="T88" fmla="*/ 720 w 2419"/>
              <a:gd name="T89" fmla="*/ 1920 h 2520"/>
              <a:gd name="T90" fmla="*/ 2160 w 2419"/>
              <a:gd name="T91" fmla="*/ 1920 h 2520"/>
              <a:gd name="T92" fmla="*/ 2160 w 2419"/>
              <a:gd name="T93" fmla="*/ 1680 h 2520"/>
              <a:gd name="T94" fmla="*/ 770 w 2419"/>
              <a:gd name="T95" fmla="*/ 1680 h 2520"/>
              <a:gd name="T96" fmla="*/ 740 w 2419"/>
              <a:gd name="T97" fmla="*/ 1650 h 2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419" h="2520">
                <a:moveTo>
                  <a:pt x="1200" y="960"/>
                </a:moveTo>
                <a:cubicBezTo>
                  <a:pt x="1440" y="960"/>
                  <a:pt x="1440" y="960"/>
                  <a:pt x="1440" y="960"/>
                </a:cubicBezTo>
                <a:cubicBezTo>
                  <a:pt x="1440" y="600"/>
                  <a:pt x="1440" y="600"/>
                  <a:pt x="1440" y="600"/>
                </a:cubicBezTo>
                <a:cubicBezTo>
                  <a:pt x="1800" y="600"/>
                  <a:pt x="1800" y="600"/>
                  <a:pt x="1800" y="600"/>
                </a:cubicBezTo>
                <a:cubicBezTo>
                  <a:pt x="1800" y="360"/>
                  <a:pt x="1800" y="360"/>
                  <a:pt x="1800" y="360"/>
                </a:cubicBezTo>
                <a:cubicBezTo>
                  <a:pt x="1440" y="360"/>
                  <a:pt x="1440" y="360"/>
                  <a:pt x="1440" y="360"/>
                </a:cubicBezTo>
                <a:cubicBezTo>
                  <a:pt x="1440" y="0"/>
                  <a:pt x="1440" y="0"/>
                  <a:pt x="1440" y="0"/>
                </a:cubicBezTo>
                <a:cubicBezTo>
                  <a:pt x="1200" y="0"/>
                  <a:pt x="1200" y="0"/>
                  <a:pt x="1200" y="0"/>
                </a:cubicBezTo>
                <a:cubicBezTo>
                  <a:pt x="1200" y="360"/>
                  <a:pt x="1200" y="360"/>
                  <a:pt x="1200" y="360"/>
                </a:cubicBezTo>
                <a:cubicBezTo>
                  <a:pt x="840" y="360"/>
                  <a:pt x="840" y="360"/>
                  <a:pt x="840" y="360"/>
                </a:cubicBezTo>
                <a:cubicBezTo>
                  <a:pt x="840" y="600"/>
                  <a:pt x="840" y="600"/>
                  <a:pt x="840" y="600"/>
                </a:cubicBezTo>
                <a:cubicBezTo>
                  <a:pt x="1200" y="600"/>
                  <a:pt x="1200" y="600"/>
                  <a:pt x="1200" y="600"/>
                </a:cubicBezTo>
                <a:lnTo>
                  <a:pt x="1200" y="960"/>
                </a:lnTo>
                <a:close/>
                <a:moveTo>
                  <a:pt x="720" y="2040"/>
                </a:moveTo>
                <a:cubicBezTo>
                  <a:pt x="588" y="2040"/>
                  <a:pt x="481" y="2148"/>
                  <a:pt x="481" y="2280"/>
                </a:cubicBezTo>
                <a:cubicBezTo>
                  <a:pt x="481" y="2412"/>
                  <a:pt x="588" y="2520"/>
                  <a:pt x="720" y="2520"/>
                </a:cubicBezTo>
                <a:cubicBezTo>
                  <a:pt x="852" y="2520"/>
                  <a:pt x="960" y="2412"/>
                  <a:pt x="960" y="2280"/>
                </a:cubicBezTo>
                <a:cubicBezTo>
                  <a:pt x="960" y="2148"/>
                  <a:pt x="852" y="2040"/>
                  <a:pt x="720" y="2040"/>
                </a:cubicBezTo>
                <a:close/>
                <a:moveTo>
                  <a:pt x="1920" y="2040"/>
                </a:moveTo>
                <a:cubicBezTo>
                  <a:pt x="1788" y="2040"/>
                  <a:pt x="1681" y="2148"/>
                  <a:pt x="1681" y="2280"/>
                </a:cubicBezTo>
                <a:cubicBezTo>
                  <a:pt x="1681" y="2412"/>
                  <a:pt x="1788" y="2520"/>
                  <a:pt x="1920" y="2520"/>
                </a:cubicBezTo>
                <a:cubicBezTo>
                  <a:pt x="2052" y="2520"/>
                  <a:pt x="2160" y="2412"/>
                  <a:pt x="2160" y="2280"/>
                </a:cubicBezTo>
                <a:cubicBezTo>
                  <a:pt x="2160" y="2148"/>
                  <a:pt x="2052" y="2040"/>
                  <a:pt x="1920" y="2040"/>
                </a:cubicBezTo>
                <a:close/>
                <a:moveTo>
                  <a:pt x="740" y="1650"/>
                </a:moveTo>
                <a:cubicBezTo>
                  <a:pt x="744" y="1636"/>
                  <a:pt x="744" y="1636"/>
                  <a:pt x="744" y="1636"/>
                </a:cubicBezTo>
                <a:cubicBezTo>
                  <a:pt x="852" y="1440"/>
                  <a:pt x="852" y="1440"/>
                  <a:pt x="852" y="1440"/>
                </a:cubicBezTo>
                <a:cubicBezTo>
                  <a:pt x="1746" y="1440"/>
                  <a:pt x="1746" y="1440"/>
                  <a:pt x="1746" y="1440"/>
                </a:cubicBezTo>
                <a:cubicBezTo>
                  <a:pt x="1836" y="1440"/>
                  <a:pt x="1915" y="1391"/>
                  <a:pt x="1956" y="1316"/>
                </a:cubicBezTo>
                <a:cubicBezTo>
                  <a:pt x="2419" y="475"/>
                  <a:pt x="2419" y="475"/>
                  <a:pt x="2419" y="475"/>
                </a:cubicBezTo>
                <a:cubicBezTo>
                  <a:pt x="2210" y="360"/>
                  <a:pt x="2210" y="360"/>
                  <a:pt x="2210" y="360"/>
                </a:cubicBezTo>
                <a:cubicBezTo>
                  <a:pt x="2209" y="360"/>
                  <a:pt x="2209" y="360"/>
                  <a:pt x="2209" y="360"/>
                </a:cubicBezTo>
                <a:cubicBezTo>
                  <a:pt x="2077" y="600"/>
                  <a:pt x="2077" y="600"/>
                  <a:pt x="2077" y="600"/>
                </a:cubicBezTo>
                <a:cubicBezTo>
                  <a:pt x="1746" y="1200"/>
                  <a:pt x="1746" y="1200"/>
                  <a:pt x="1746" y="1200"/>
                </a:cubicBezTo>
                <a:cubicBezTo>
                  <a:pt x="904" y="1200"/>
                  <a:pt x="904" y="1200"/>
                  <a:pt x="904" y="1200"/>
                </a:cubicBezTo>
                <a:cubicBezTo>
                  <a:pt x="888" y="1168"/>
                  <a:pt x="888" y="1168"/>
                  <a:pt x="888" y="1168"/>
                </a:cubicBezTo>
                <a:cubicBezTo>
                  <a:pt x="619" y="600"/>
                  <a:pt x="619" y="600"/>
                  <a:pt x="619" y="600"/>
                </a:cubicBezTo>
                <a:cubicBezTo>
                  <a:pt x="505" y="360"/>
                  <a:pt x="505" y="360"/>
                  <a:pt x="505" y="360"/>
                </a:cubicBezTo>
                <a:cubicBezTo>
                  <a:pt x="392" y="120"/>
                  <a:pt x="392" y="120"/>
                  <a:pt x="392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360"/>
                  <a:pt x="0" y="360"/>
                  <a:pt x="0" y="360"/>
                </a:cubicBezTo>
                <a:cubicBezTo>
                  <a:pt x="240" y="360"/>
                  <a:pt x="240" y="360"/>
                  <a:pt x="240" y="360"/>
                </a:cubicBezTo>
                <a:cubicBezTo>
                  <a:pt x="672" y="1271"/>
                  <a:pt x="672" y="1271"/>
                  <a:pt x="672" y="1271"/>
                </a:cubicBezTo>
                <a:cubicBezTo>
                  <a:pt x="510" y="1565"/>
                  <a:pt x="510" y="1565"/>
                  <a:pt x="510" y="1565"/>
                </a:cubicBezTo>
                <a:cubicBezTo>
                  <a:pt x="491" y="1598"/>
                  <a:pt x="480" y="1638"/>
                  <a:pt x="480" y="1680"/>
                </a:cubicBezTo>
                <a:cubicBezTo>
                  <a:pt x="480" y="1812"/>
                  <a:pt x="588" y="1920"/>
                  <a:pt x="720" y="1920"/>
                </a:cubicBezTo>
                <a:cubicBezTo>
                  <a:pt x="2160" y="1920"/>
                  <a:pt x="2160" y="1920"/>
                  <a:pt x="2160" y="1920"/>
                </a:cubicBezTo>
                <a:cubicBezTo>
                  <a:pt x="2160" y="1680"/>
                  <a:pt x="2160" y="1680"/>
                  <a:pt x="2160" y="1680"/>
                </a:cubicBezTo>
                <a:cubicBezTo>
                  <a:pt x="770" y="1680"/>
                  <a:pt x="770" y="1680"/>
                  <a:pt x="770" y="1680"/>
                </a:cubicBezTo>
                <a:cubicBezTo>
                  <a:pt x="755" y="1680"/>
                  <a:pt x="740" y="1667"/>
                  <a:pt x="740" y="16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05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ar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06843" cy="914400"/>
          </a:xfrm>
          <a:custGeom>
            <a:avLst/>
            <a:gdLst>
              <a:gd name="T0" fmla="*/ 2400 w 2400"/>
              <a:gd name="T1" fmla="*/ 463 h 2417"/>
              <a:gd name="T2" fmla="*/ 1848 w 2400"/>
              <a:gd name="T3" fmla="*/ 0 h 2417"/>
              <a:gd name="T4" fmla="*/ 1693 w 2400"/>
              <a:gd name="T5" fmla="*/ 184 h 2417"/>
              <a:gd name="T6" fmla="*/ 2245 w 2400"/>
              <a:gd name="T7" fmla="*/ 647 h 2417"/>
              <a:gd name="T8" fmla="*/ 2400 w 2400"/>
              <a:gd name="T9" fmla="*/ 463 h 2417"/>
              <a:gd name="T10" fmla="*/ 706 w 2400"/>
              <a:gd name="T11" fmla="*/ 184 h 2417"/>
              <a:gd name="T12" fmla="*/ 552 w 2400"/>
              <a:gd name="T13" fmla="*/ 0 h 2417"/>
              <a:gd name="T14" fmla="*/ 0 w 2400"/>
              <a:gd name="T15" fmla="*/ 462 h 2417"/>
              <a:gd name="T16" fmla="*/ 155 w 2400"/>
              <a:gd name="T17" fmla="*/ 646 h 2417"/>
              <a:gd name="T18" fmla="*/ 706 w 2400"/>
              <a:gd name="T19" fmla="*/ 184 h 2417"/>
              <a:gd name="T20" fmla="*/ 1260 w 2400"/>
              <a:gd name="T21" fmla="*/ 737 h 2417"/>
              <a:gd name="T22" fmla="*/ 1080 w 2400"/>
              <a:gd name="T23" fmla="*/ 737 h 2417"/>
              <a:gd name="T24" fmla="*/ 1080 w 2400"/>
              <a:gd name="T25" fmla="*/ 1457 h 2417"/>
              <a:gd name="T26" fmla="*/ 1650 w 2400"/>
              <a:gd name="T27" fmla="*/ 1799 h 2417"/>
              <a:gd name="T28" fmla="*/ 1740 w 2400"/>
              <a:gd name="T29" fmla="*/ 1651 h 2417"/>
              <a:gd name="T30" fmla="*/ 1260 w 2400"/>
              <a:gd name="T31" fmla="*/ 1367 h 2417"/>
              <a:gd name="T32" fmla="*/ 1260 w 2400"/>
              <a:gd name="T33" fmla="*/ 737 h 2417"/>
              <a:gd name="T34" fmla="*/ 1200 w 2400"/>
              <a:gd name="T35" fmla="*/ 257 h 2417"/>
              <a:gd name="T36" fmla="*/ 120 w 2400"/>
              <a:gd name="T37" fmla="*/ 1337 h 2417"/>
              <a:gd name="T38" fmla="*/ 1200 w 2400"/>
              <a:gd name="T39" fmla="*/ 2417 h 2417"/>
              <a:gd name="T40" fmla="*/ 2280 w 2400"/>
              <a:gd name="T41" fmla="*/ 1337 h 2417"/>
              <a:gd name="T42" fmla="*/ 1200 w 2400"/>
              <a:gd name="T43" fmla="*/ 257 h 2417"/>
              <a:gd name="T44" fmla="*/ 1200 w 2400"/>
              <a:gd name="T45" fmla="*/ 2177 h 2417"/>
              <a:gd name="T46" fmla="*/ 360 w 2400"/>
              <a:gd name="T47" fmla="*/ 1337 h 2417"/>
              <a:gd name="T48" fmla="*/ 1200 w 2400"/>
              <a:gd name="T49" fmla="*/ 497 h 2417"/>
              <a:gd name="T50" fmla="*/ 2040 w 2400"/>
              <a:gd name="T51" fmla="*/ 1337 h 2417"/>
              <a:gd name="T52" fmla="*/ 1200 w 2400"/>
              <a:gd name="T53" fmla="*/ 2177 h 2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400" h="2417">
                <a:moveTo>
                  <a:pt x="2400" y="463"/>
                </a:moveTo>
                <a:cubicBezTo>
                  <a:pt x="1848" y="0"/>
                  <a:pt x="1848" y="0"/>
                  <a:pt x="1848" y="0"/>
                </a:cubicBezTo>
                <a:cubicBezTo>
                  <a:pt x="1693" y="184"/>
                  <a:pt x="1693" y="184"/>
                  <a:pt x="1693" y="184"/>
                </a:cubicBezTo>
                <a:cubicBezTo>
                  <a:pt x="2245" y="647"/>
                  <a:pt x="2245" y="647"/>
                  <a:pt x="2245" y="647"/>
                </a:cubicBezTo>
                <a:lnTo>
                  <a:pt x="2400" y="463"/>
                </a:lnTo>
                <a:close/>
                <a:moveTo>
                  <a:pt x="706" y="184"/>
                </a:moveTo>
                <a:cubicBezTo>
                  <a:pt x="552" y="0"/>
                  <a:pt x="552" y="0"/>
                  <a:pt x="552" y="0"/>
                </a:cubicBezTo>
                <a:cubicBezTo>
                  <a:pt x="0" y="462"/>
                  <a:pt x="0" y="462"/>
                  <a:pt x="0" y="462"/>
                </a:cubicBezTo>
                <a:cubicBezTo>
                  <a:pt x="155" y="646"/>
                  <a:pt x="155" y="646"/>
                  <a:pt x="155" y="646"/>
                </a:cubicBezTo>
                <a:lnTo>
                  <a:pt x="706" y="184"/>
                </a:lnTo>
                <a:close/>
                <a:moveTo>
                  <a:pt x="1260" y="737"/>
                </a:moveTo>
                <a:cubicBezTo>
                  <a:pt x="1080" y="737"/>
                  <a:pt x="1080" y="737"/>
                  <a:pt x="1080" y="737"/>
                </a:cubicBezTo>
                <a:cubicBezTo>
                  <a:pt x="1080" y="1457"/>
                  <a:pt x="1080" y="1457"/>
                  <a:pt x="1080" y="1457"/>
                </a:cubicBezTo>
                <a:cubicBezTo>
                  <a:pt x="1650" y="1799"/>
                  <a:pt x="1650" y="1799"/>
                  <a:pt x="1650" y="1799"/>
                </a:cubicBezTo>
                <a:cubicBezTo>
                  <a:pt x="1740" y="1651"/>
                  <a:pt x="1740" y="1651"/>
                  <a:pt x="1740" y="1651"/>
                </a:cubicBezTo>
                <a:cubicBezTo>
                  <a:pt x="1260" y="1367"/>
                  <a:pt x="1260" y="1367"/>
                  <a:pt x="1260" y="1367"/>
                </a:cubicBezTo>
                <a:lnTo>
                  <a:pt x="1260" y="737"/>
                </a:lnTo>
                <a:close/>
                <a:moveTo>
                  <a:pt x="1200" y="257"/>
                </a:moveTo>
                <a:cubicBezTo>
                  <a:pt x="604" y="257"/>
                  <a:pt x="120" y="741"/>
                  <a:pt x="120" y="1337"/>
                </a:cubicBezTo>
                <a:cubicBezTo>
                  <a:pt x="120" y="1933"/>
                  <a:pt x="602" y="2417"/>
                  <a:pt x="1200" y="2417"/>
                </a:cubicBezTo>
                <a:cubicBezTo>
                  <a:pt x="1796" y="2417"/>
                  <a:pt x="2280" y="1933"/>
                  <a:pt x="2280" y="1337"/>
                </a:cubicBezTo>
                <a:cubicBezTo>
                  <a:pt x="2280" y="741"/>
                  <a:pt x="1796" y="257"/>
                  <a:pt x="1200" y="257"/>
                </a:cubicBezTo>
                <a:close/>
                <a:moveTo>
                  <a:pt x="1200" y="2177"/>
                </a:moveTo>
                <a:cubicBezTo>
                  <a:pt x="736" y="2177"/>
                  <a:pt x="360" y="1801"/>
                  <a:pt x="360" y="1337"/>
                </a:cubicBezTo>
                <a:cubicBezTo>
                  <a:pt x="360" y="873"/>
                  <a:pt x="736" y="497"/>
                  <a:pt x="1200" y="497"/>
                </a:cubicBezTo>
                <a:cubicBezTo>
                  <a:pt x="1664" y="497"/>
                  <a:pt x="2040" y="873"/>
                  <a:pt x="2040" y="1337"/>
                </a:cubicBezTo>
                <a:cubicBezTo>
                  <a:pt x="2040" y="1801"/>
                  <a:pt x="1664" y="2177"/>
                  <a:pt x="1200" y="21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34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arm Ad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08050" cy="914400"/>
          </a:xfrm>
          <a:custGeom>
            <a:avLst/>
            <a:gdLst>
              <a:gd name="T0" fmla="*/ 847 w 2880"/>
              <a:gd name="T1" fmla="*/ 220 h 2900"/>
              <a:gd name="T2" fmla="*/ 662 w 2880"/>
              <a:gd name="T3" fmla="*/ 0 h 2900"/>
              <a:gd name="T4" fmla="*/ 0 w 2880"/>
              <a:gd name="T5" fmla="*/ 554 h 2900"/>
              <a:gd name="T6" fmla="*/ 186 w 2880"/>
              <a:gd name="T7" fmla="*/ 774 h 2900"/>
              <a:gd name="T8" fmla="*/ 847 w 2880"/>
              <a:gd name="T9" fmla="*/ 220 h 2900"/>
              <a:gd name="T10" fmla="*/ 2880 w 2880"/>
              <a:gd name="T11" fmla="*/ 555 h 2900"/>
              <a:gd name="T12" fmla="*/ 2218 w 2880"/>
              <a:gd name="T13" fmla="*/ 0 h 2900"/>
              <a:gd name="T14" fmla="*/ 2032 w 2880"/>
              <a:gd name="T15" fmla="*/ 220 h 2900"/>
              <a:gd name="T16" fmla="*/ 2694 w 2880"/>
              <a:gd name="T17" fmla="*/ 776 h 2900"/>
              <a:gd name="T18" fmla="*/ 2880 w 2880"/>
              <a:gd name="T19" fmla="*/ 555 h 2900"/>
              <a:gd name="T20" fmla="*/ 1440 w 2880"/>
              <a:gd name="T21" fmla="*/ 308 h 2900"/>
              <a:gd name="T22" fmla="*/ 144 w 2880"/>
              <a:gd name="T23" fmla="*/ 1604 h 2900"/>
              <a:gd name="T24" fmla="*/ 1440 w 2880"/>
              <a:gd name="T25" fmla="*/ 2900 h 2900"/>
              <a:gd name="T26" fmla="*/ 2736 w 2880"/>
              <a:gd name="T27" fmla="*/ 1604 h 2900"/>
              <a:gd name="T28" fmla="*/ 1440 w 2880"/>
              <a:gd name="T29" fmla="*/ 308 h 2900"/>
              <a:gd name="T30" fmla="*/ 1440 w 2880"/>
              <a:gd name="T31" fmla="*/ 2612 h 2900"/>
              <a:gd name="T32" fmla="*/ 432 w 2880"/>
              <a:gd name="T33" fmla="*/ 1604 h 2900"/>
              <a:gd name="T34" fmla="*/ 1440 w 2880"/>
              <a:gd name="T35" fmla="*/ 596 h 2900"/>
              <a:gd name="T36" fmla="*/ 2448 w 2880"/>
              <a:gd name="T37" fmla="*/ 1604 h 2900"/>
              <a:gd name="T38" fmla="*/ 1440 w 2880"/>
              <a:gd name="T39" fmla="*/ 2612 h 2900"/>
              <a:gd name="T40" fmla="*/ 1584 w 2880"/>
              <a:gd name="T41" fmla="*/ 1028 h 2900"/>
              <a:gd name="T42" fmla="*/ 1296 w 2880"/>
              <a:gd name="T43" fmla="*/ 1028 h 2900"/>
              <a:gd name="T44" fmla="*/ 1296 w 2880"/>
              <a:gd name="T45" fmla="*/ 1460 h 2900"/>
              <a:gd name="T46" fmla="*/ 864 w 2880"/>
              <a:gd name="T47" fmla="*/ 1460 h 2900"/>
              <a:gd name="T48" fmla="*/ 864 w 2880"/>
              <a:gd name="T49" fmla="*/ 1748 h 2900"/>
              <a:gd name="T50" fmla="*/ 1296 w 2880"/>
              <a:gd name="T51" fmla="*/ 1748 h 2900"/>
              <a:gd name="T52" fmla="*/ 1296 w 2880"/>
              <a:gd name="T53" fmla="*/ 2180 h 2900"/>
              <a:gd name="T54" fmla="*/ 1584 w 2880"/>
              <a:gd name="T55" fmla="*/ 2180 h 2900"/>
              <a:gd name="T56" fmla="*/ 1584 w 2880"/>
              <a:gd name="T57" fmla="*/ 1748 h 2900"/>
              <a:gd name="T58" fmla="*/ 2016 w 2880"/>
              <a:gd name="T59" fmla="*/ 1748 h 2900"/>
              <a:gd name="T60" fmla="*/ 2016 w 2880"/>
              <a:gd name="T61" fmla="*/ 1460 h 2900"/>
              <a:gd name="T62" fmla="*/ 1584 w 2880"/>
              <a:gd name="T63" fmla="*/ 1460 h 2900"/>
              <a:gd name="T64" fmla="*/ 1584 w 2880"/>
              <a:gd name="T65" fmla="*/ 1028 h 2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880" h="2900">
                <a:moveTo>
                  <a:pt x="847" y="220"/>
                </a:moveTo>
                <a:cubicBezTo>
                  <a:pt x="662" y="0"/>
                  <a:pt x="662" y="0"/>
                  <a:pt x="662" y="0"/>
                </a:cubicBezTo>
                <a:cubicBezTo>
                  <a:pt x="0" y="554"/>
                  <a:pt x="0" y="554"/>
                  <a:pt x="0" y="554"/>
                </a:cubicBezTo>
                <a:cubicBezTo>
                  <a:pt x="186" y="774"/>
                  <a:pt x="186" y="774"/>
                  <a:pt x="186" y="774"/>
                </a:cubicBezTo>
                <a:lnTo>
                  <a:pt x="847" y="220"/>
                </a:lnTo>
                <a:close/>
                <a:moveTo>
                  <a:pt x="2880" y="555"/>
                </a:moveTo>
                <a:cubicBezTo>
                  <a:pt x="2218" y="0"/>
                  <a:pt x="2218" y="0"/>
                  <a:pt x="2218" y="0"/>
                </a:cubicBezTo>
                <a:cubicBezTo>
                  <a:pt x="2032" y="220"/>
                  <a:pt x="2032" y="220"/>
                  <a:pt x="2032" y="220"/>
                </a:cubicBezTo>
                <a:cubicBezTo>
                  <a:pt x="2694" y="776"/>
                  <a:pt x="2694" y="776"/>
                  <a:pt x="2694" y="776"/>
                </a:cubicBezTo>
                <a:lnTo>
                  <a:pt x="2880" y="555"/>
                </a:lnTo>
                <a:close/>
                <a:moveTo>
                  <a:pt x="1440" y="308"/>
                </a:moveTo>
                <a:cubicBezTo>
                  <a:pt x="724" y="308"/>
                  <a:pt x="144" y="888"/>
                  <a:pt x="144" y="1604"/>
                </a:cubicBezTo>
                <a:cubicBezTo>
                  <a:pt x="144" y="2319"/>
                  <a:pt x="723" y="2900"/>
                  <a:pt x="1440" y="2900"/>
                </a:cubicBezTo>
                <a:cubicBezTo>
                  <a:pt x="2156" y="2900"/>
                  <a:pt x="2736" y="2319"/>
                  <a:pt x="2736" y="1604"/>
                </a:cubicBezTo>
                <a:cubicBezTo>
                  <a:pt x="2736" y="888"/>
                  <a:pt x="2156" y="308"/>
                  <a:pt x="1440" y="308"/>
                </a:cubicBezTo>
                <a:close/>
                <a:moveTo>
                  <a:pt x="1440" y="2612"/>
                </a:moveTo>
                <a:cubicBezTo>
                  <a:pt x="883" y="2612"/>
                  <a:pt x="432" y="2161"/>
                  <a:pt x="432" y="1604"/>
                </a:cubicBezTo>
                <a:cubicBezTo>
                  <a:pt x="432" y="1047"/>
                  <a:pt x="883" y="596"/>
                  <a:pt x="1440" y="596"/>
                </a:cubicBezTo>
                <a:cubicBezTo>
                  <a:pt x="1997" y="596"/>
                  <a:pt x="2448" y="1047"/>
                  <a:pt x="2448" y="1604"/>
                </a:cubicBezTo>
                <a:cubicBezTo>
                  <a:pt x="2448" y="2161"/>
                  <a:pt x="1997" y="2612"/>
                  <a:pt x="1440" y="2612"/>
                </a:cubicBezTo>
                <a:close/>
                <a:moveTo>
                  <a:pt x="1584" y="1028"/>
                </a:moveTo>
                <a:cubicBezTo>
                  <a:pt x="1296" y="1028"/>
                  <a:pt x="1296" y="1028"/>
                  <a:pt x="1296" y="1028"/>
                </a:cubicBezTo>
                <a:cubicBezTo>
                  <a:pt x="1296" y="1460"/>
                  <a:pt x="1296" y="1460"/>
                  <a:pt x="1296" y="1460"/>
                </a:cubicBezTo>
                <a:cubicBezTo>
                  <a:pt x="864" y="1460"/>
                  <a:pt x="864" y="1460"/>
                  <a:pt x="864" y="1460"/>
                </a:cubicBezTo>
                <a:cubicBezTo>
                  <a:pt x="864" y="1748"/>
                  <a:pt x="864" y="1748"/>
                  <a:pt x="864" y="1748"/>
                </a:cubicBezTo>
                <a:cubicBezTo>
                  <a:pt x="1296" y="1748"/>
                  <a:pt x="1296" y="1748"/>
                  <a:pt x="1296" y="1748"/>
                </a:cubicBezTo>
                <a:cubicBezTo>
                  <a:pt x="1296" y="2180"/>
                  <a:pt x="1296" y="2180"/>
                  <a:pt x="1296" y="2180"/>
                </a:cubicBezTo>
                <a:cubicBezTo>
                  <a:pt x="1584" y="2180"/>
                  <a:pt x="1584" y="2180"/>
                  <a:pt x="1584" y="2180"/>
                </a:cubicBezTo>
                <a:cubicBezTo>
                  <a:pt x="1584" y="1748"/>
                  <a:pt x="1584" y="1748"/>
                  <a:pt x="1584" y="1748"/>
                </a:cubicBezTo>
                <a:cubicBezTo>
                  <a:pt x="2016" y="1748"/>
                  <a:pt x="2016" y="1748"/>
                  <a:pt x="2016" y="1748"/>
                </a:cubicBezTo>
                <a:cubicBezTo>
                  <a:pt x="2016" y="1460"/>
                  <a:pt x="2016" y="1460"/>
                  <a:pt x="2016" y="1460"/>
                </a:cubicBezTo>
                <a:cubicBezTo>
                  <a:pt x="1584" y="1460"/>
                  <a:pt x="1584" y="1460"/>
                  <a:pt x="1584" y="1460"/>
                </a:cubicBezTo>
                <a:lnTo>
                  <a:pt x="1584" y="10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04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larm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06905"/>
          </a:xfrm>
          <a:custGeom>
            <a:avLst/>
            <a:gdLst>
              <a:gd name="T0" fmla="*/ 1242 w 2442"/>
              <a:gd name="T1" fmla="*/ 497 h 2417"/>
              <a:gd name="T2" fmla="*/ 2082 w 2442"/>
              <a:gd name="T3" fmla="*/ 1337 h 2417"/>
              <a:gd name="T4" fmla="*/ 2030 w 2442"/>
              <a:gd name="T5" fmla="*/ 1625 h 2417"/>
              <a:gd name="T6" fmla="*/ 2213 w 2442"/>
              <a:gd name="T7" fmla="*/ 1807 h 2417"/>
              <a:gd name="T8" fmla="*/ 2322 w 2442"/>
              <a:gd name="T9" fmla="*/ 1337 h 2417"/>
              <a:gd name="T10" fmla="*/ 1242 w 2442"/>
              <a:gd name="T11" fmla="*/ 257 h 2417"/>
              <a:gd name="T12" fmla="*/ 772 w 2442"/>
              <a:gd name="T13" fmla="*/ 366 h 2417"/>
              <a:gd name="T14" fmla="*/ 954 w 2442"/>
              <a:gd name="T15" fmla="*/ 549 h 2417"/>
              <a:gd name="T16" fmla="*/ 1242 w 2442"/>
              <a:gd name="T17" fmla="*/ 497 h 2417"/>
              <a:gd name="T18" fmla="*/ 2442 w 2442"/>
              <a:gd name="T19" fmla="*/ 463 h 2417"/>
              <a:gd name="T20" fmla="*/ 1890 w 2442"/>
              <a:gd name="T21" fmla="*/ 0 h 2417"/>
              <a:gd name="T22" fmla="*/ 1735 w 2442"/>
              <a:gd name="T23" fmla="*/ 184 h 2417"/>
              <a:gd name="T24" fmla="*/ 2287 w 2442"/>
              <a:gd name="T25" fmla="*/ 647 h 2417"/>
              <a:gd name="T26" fmla="*/ 2442 w 2442"/>
              <a:gd name="T27" fmla="*/ 463 h 2417"/>
              <a:gd name="T28" fmla="*/ 152 w 2442"/>
              <a:gd name="T29" fmla="*/ 52 h 2417"/>
              <a:gd name="T30" fmla="*/ 0 w 2442"/>
              <a:gd name="T31" fmla="*/ 205 h 2417"/>
              <a:gd name="T32" fmla="*/ 160 w 2442"/>
              <a:gd name="T33" fmla="*/ 365 h 2417"/>
              <a:gd name="T34" fmla="*/ 26 w 2442"/>
              <a:gd name="T35" fmla="*/ 477 h 2417"/>
              <a:gd name="T36" fmla="*/ 197 w 2442"/>
              <a:gd name="T37" fmla="*/ 647 h 2417"/>
              <a:gd name="T38" fmla="*/ 330 w 2442"/>
              <a:gd name="T39" fmla="*/ 534 h 2417"/>
              <a:gd name="T40" fmla="*/ 426 w 2442"/>
              <a:gd name="T41" fmla="*/ 630 h 2417"/>
              <a:gd name="T42" fmla="*/ 162 w 2442"/>
              <a:gd name="T43" fmla="*/ 1337 h 2417"/>
              <a:gd name="T44" fmla="*/ 1242 w 2442"/>
              <a:gd name="T45" fmla="*/ 2417 h 2417"/>
              <a:gd name="T46" fmla="*/ 1949 w 2442"/>
              <a:gd name="T47" fmla="*/ 2153 h 2417"/>
              <a:gd name="T48" fmla="*/ 2213 w 2442"/>
              <a:gd name="T49" fmla="*/ 2417 h 2417"/>
              <a:gd name="T50" fmla="*/ 2365 w 2442"/>
              <a:gd name="T51" fmla="*/ 2265 h 2417"/>
              <a:gd name="T52" fmla="*/ 269 w 2442"/>
              <a:gd name="T53" fmla="*/ 169 h 2417"/>
              <a:gd name="T54" fmla="*/ 152 w 2442"/>
              <a:gd name="T55" fmla="*/ 52 h 2417"/>
              <a:gd name="T56" fmla="*/ 1778 w 2442"/>
              <a:gd name="T57" fmla="*/ 1984 h 2417"/>
              <a:gd name="T58" fmla="*/ 1242 w 2442"/>
              <a:gd name="T59" fmla="*/ 2177 h 2417"/>
              <a:gd name="T60" fmla="*/ 402 w 2442"/>
              <a:gd name="T61" fmla="*/ 1337 h 2417"/>
              <a:gd name="T62" fmla="*/ 595 w 2442"/>
              <a:gd name="T63" fmla="*/ 801 h 2417"/>
              <a:gd name="T64" fmla="*/ 1778 w 2442"/>
              <a:gd name="T65" fmla="*/ 1984 h 2417"/>
              <a:gd name="T66" fmla="*/ 764 w 2442"/>
              <a:gd name="T67" fmla="*/ 171 h 2417"/>
              <a:gd name="T68" fmla="*/ 594 w 2442"/>
              <a:gd name="T69" fmla="*/ 0 h 2417"/>
              <a:gd name="T70" fmla="*/ 491 w 2442"/>
              <a:gd name="T71" fmla="*/ 85 h 2417"/>
              <a:gd name="T72" fmla="*/ 661 w 2442"/>
              <a:gd name="T73" fmla="*/ 256 h 2417"/>
              <a:gd name="T74" fmla="*/ 764 w 2442"/>
              <a:gd name="T75" fmla="*/ 171 h 24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442" h="2417">
                <a:moveTo>
                  <a:pt x="1242" y="497"/>
                </a:moveTo>
                <a:cubicBezTo>
                  <a:pt x="1706" y="497"/>
                  <a:pt x="2082" y="873"/>
                  <a:pt x="2082" y="1337"/>
                </a:cubicBezTo>
                <a:cubicBezTo>
                  <a:pt x="2082" y="1438"/>
                  <a:pt x="2063" y="1535"/>
                  <a:pt x="2030" y="1625"/>
                </a:cubicBezTo>
                <a:cubicBezTo>
                  <a:pt x="2213" y="1807"/>
                  <a:pt x="2213" y="1807"/>
                  <a:pt x="2213" y="1807"/>
                </a:cubicBezTo>
                <a:cubicBezTo>
                  <a:pt x="2282" y="1665"/>
                  <a:pt x="2322" y="1506"/>
                  <a:pt x="2322" y="1337"/>
                </a:cubicBezTo>
                <a:cubicBezTo>
                  <a:pt x="2322" y="741"/>
                  <a:pt x="1838" y="257"/>
                  <a:pt x="1242" y="257"/>
                </a:cubicBezTo>
                <a:cubicBezTo>
                  <a:pt x="1073" y="257"/>
                  <a:pt x="914" y="297"/>
                  <a:pt x="772" y="366"/>
                </a:cubicBezTo>
                <a:cubicBezTo>
                  <a:pt x="954" y="549"/>
                  <a:pt x="954" y="549"/>
                  <a:pt x="954" y="549"/>
                </a:cubicBezTo>
                <a:cubicBezTo>
                  <a:pt x="1044" y="516"/>
                  <a:pt x="1141" y="497"/>
                  <a:pt x="1242" y="497"/>
                </a:cubicBezTo>
                <a:close/>
                <a:moveTo>
                  <a:pt x="2442" y="463"/>
                </a:moveTo>
                <a:cubicBezTo>
                  <a:pt x="1890" y="0"/>
                  <a:pt x="1890" y="0"/>
                  <a:pt x="1890" y="0"/>
                </a:cubicBezTo>
                <a:cubicBezTo>
                  <a:pt x="1735" y="184"/>
                  <a:pt x="1735" y="184"/>
                  <a:pt x="1735" y="184"/>
                </a:cubicBezTo>
                <a:cubicBezTo>
                  <a:pt x="2287" y="647"/>
                  <a:pt x="2287" y="647"/>
                  <a:pt x="2287" y="647"/>
                </a:cubicBezTo>
                <a:lnTo>
                  <a:pt x="2442" y="463"/>
                </a:lnTo>
                <a:close/>
                <a:moveTo>
                  <a:pt x="152" y="52"/>
                </a:moveTo>
                <a:cubicBezTo>
                  <a:pt x="0" y="205"/>
                  <a:pt x="0" y="205"/>
                  <a:pt x="0" y="205"/>
                </a:cubicBezTo>
                <a:cubicBezTo>
                  <a:pt x="160" y="365"/>
                  <a:pt x="160" y="365"/>
                  <a:pt x="160" y="365"/>
                </a:cubicBezTo>
                <a:cubicBezTo>
                  <a:pt x="26" y="477"/>
                  <a:pt x="26" y="477"/>
                  <a:pt x="26" y="477"/>
                </a:cubicBezTo>
                <a:cubicBezTo>
                  <a:pt x="197" y="647"/>
                  <a:pt x="197" y="647"/>
                  <a:pt x="197" y="647"/>
                </a:cubicBezTo>
                <a:cubicBezTo>
                  <a:pt x="330" y="534"/>
                  <a:pt x="330" y="534"/>
                  <a:pt x="330" y="534"/>
                </a:cubicBezTo>
                <a:cubicBezTo>
                  <a:pt x="426" y="630"/>
                  <a:pt x="426" y="630"/>
                  <a:pt x="426" y="630"/>
                </a:cubicBezTo>
                <a:cubicBezTo>
                  <a:pt x="262" y="820"/>
                  <a:pt x="162" y="1067"/>
                  <a:pt x="162" y="1337"/>
                </a:cubicBezTo>
                <a:cubicBezTo>
                  <a:pt x="162" y="1933"/>
                  <a:pt x="644" y="2417"/>
                  <a:pt x="1242" y="2417"/>
                </a:cubicBezTo>
                <a:cubicBezTo>
                  <a:pt x="1512" y="2417"/>
                  <a:pt x="1759" y="2317"/>
                  <a:pt x="1949" y="2153"/>
                </a:cubicBezTo>
                <a:cubicBezTo>
                  <a:pt x="2213" y="2417"/>
                  <a:pt x="2213" y="2417"/>
                  <a:pt x="2213" y="2417"/>
                </a:cubicBezTo>
                <a:cubicBezTo>
                  <a:pt x="2365" y="2265"/>
                  <a:pt x="2365" y="2265"/>
                  <a:pt x="2365" y="2265"/>
                </a:cubicBezTo>
                <a:cubicBezTo>
                  <a:pt x="269" y="169"/>
                  <a:pt x="269" y="169"/>
                  <a:pt x="269" y="169"/>
                </a:cubicBezTo>
                <a:lnTo>
                  <a:pt x="152" y="52"/>
                </a:lnTo>
                <a:close/>
                <a:moveTo>
                  <a:pt x="1778" y="1984"/>
                </a:moveTo>
                <a:cubicBezTo>
                  <a:pt x="1633" y="2104"/>
                  <a:pt x="1446" y="2177"/>
                  <a:pt x="1242" y="2177"/>
                </a:cubicBezTo>
                <a:cubicBezTo>
                  <a:pt x="778" y="2177"/>
                  <a:pt x="402" y="1801"/>
                  <a:pt x="402" y="1337"/>
                </a:cubicBezTo>
                <a:cubicBezTo>
                  <a:pt x="402" y="1133"/>
                  <a:pt x="475" y="946"/>
                  <a:pt x="595" y="801"/>
                </a:cubicBezTo>
                <a:lnTo>
                  <a:pt x="1778" y="1984"/>
                </a:lnTo>
                <a:close/>
                <a:moveTo>
                  <a:pt x="764" y="171"/>
                </a:moveTo>
                <a:cubicBezTo>
                  <a:pt x="594" y="0"/>
                  <a:pt x="594" y="0"/>
                  <a:pt x="594" y="0"/>
                </a:cubicBezTo>
                <a:cubicBezTo>
                  <a:pt x="491" y="85"/>
                  <a:pt x="491" y="85"/>
                  <a:pt x="491" y="85"/>
                </a:cubicBezTo>
                <a:cubicBezTo>
                  <a:pt x="661" y="256"/>
                  <a:pt x="661" y="256"/>
                  <a:pt x="661" y="256"/>
                </a:cubicBezTo>
                <a:lnTo>
                  <a:pt x="764" y="1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309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larm 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06463" cy="914400"/>
          </a:xfrm>
          <a:custGeom>
            <a:avLst/>
            <a:gdLst>
              <a:gd name="T0" fmla="*/ 2880 w 2880"/>
              <a:gd name="T1" fmla="*/ 555 h 2900"/>
              <a:gd name="T2" fmla="*/ 2218 w 2880"/>
              <a:gd name="T3" fmla="*/ 0 h 2900"/>
              <a:gd name="T4" fmla="*/ 2032 w 2880"/>
              <a:gd name="T5" fmla="*/ 220 h 2900"/>
              <a:gd name="T6" fmla="*/ 2694 w 2880"/>
              <a:gd name="T7" fmla="*/ 776 h 2900"/>
              <a:gd name="T8" fmla="*/ 2880 w 2880"/>
              <a:gd name="T9" fmla="*/ 555 h 2900"/>
              <a:gd name="T10" fmla="*/ 847 w 2880"/>
              <a:gd name="T11" fmla="*/ 220 h 2900"/>
              <a:gd name="T12" fmla="*/ 662 w 2880"/>
              <a:gd name="T13" fmla="*/ 0 h 2900"/>
              <a:gd name="T14" fmla="*/ 0 w 2880"/>
              <a:gd name="T15" fmla="*/ 554 h 2900"/>
              <a:gd name="T16" fmla="*/ 186 w 2880"/>
              <a:gd name="T17" fmla="*/ 774 h 2900"/>
              <a:gd name="T18" fmla="*/ 847 w 2880"/>
              <a:gd name="T19" fmla="*/ 220 h 2900"/>
              <a:gd name="T20" fmla="*/ 1440 w 2880"/>
              <a:gd name="T21" fmla="*/ 308 h 2900"/>
              <a:gd name="T22" fmla="*/ 144 w 2880"/>
              <a:gd name="T23" fmla="*/ 1604 h 2900"/>
              <a:gd name="T24" fmla="*/ 1440 w 2880"/>
              <a:gd name="T25" fmla="*/ 2900 h 2900"/>
              <a:gd name="T26" fmla="*/ 2736 w 2880"/>
              <a:gd name="T27" fmla="*/ 1604 h 2900"/>
              <a:gd name="T28" fmla="*/ 1440 w 2880"/>
              <a:gd name="T29" fmla="*/ 308 h 2900"/>
              <a:gd name="T30" fmla="*/ 1440 w 2880"/>
              <a:gd name="T31" fmla="*/ 2612 h 2900"/>
              <a:gd name="T32" fmla="*/ 432 w 2880"/>
              <a:gd name="T33" fmla="*/ 1604 h 2900"/>
              <a:gd name="T34" fmla="*/ 1440 w 2880"/>
              <a:gd name="T35" fmla="*/ 596 h 2900"/>
              <a:gd name="T36" fmla="*/ 2448 w 2880"/>
              <a:gd name="T37" fmla="*/ 1604 h 2900"/>
              <a:gd name="T38" fmla="*/ 1440 w 2880"/>
              <a:gd name="T39" fmla="*/ 2612 h 2900"/>
              <a:gd name="T40" fmla="*/ 1230 w 2880"/>
              <a:gd name="T41" fmla="*/ 1824 h 2900"/>
              <a:gd name="T42" fmla="*/ 923 w 2880"/>
              <a:gd name="T43" fmla="*/ 1517 h 2900"/>
              <a:gd name="T44" fmla="*/ 770 w 2880"/>
              <a:gd name="T45" fmla="*/ 1670 h 2900"/>
              <a:gd name="T46" fmla="*/ 1228 w 2880"/>
              <a:gd name="T47" fmla="*/ 2128 h 2900"/>
              <a:gd name="T48" fmla="*/ 2092 w 2880"/>
              <a:gd name="T49" fmla="*/ 1264 h 2900"/>
              <a:gd name="T50" fmla="*/ 1940 w 2880"/>
              <a:gd name="T51" fmla="*/ 1111 h 2900"/>
              <a:gd name="T52" fmla="*/ 1230 w 2880"/>
              <a:gd name="T53" fmla="*/ 1824 h 29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880" h="2900">
                <a:moveTo>
                  <a:pt x="2880" y="555"/>
                </a:moveTo>
                <a:cubicBezTo>
                  <a:pt x="2218" y="0"/>
                  <a:pt x="2218" y="0"/>
                  <a:pt x="2218" y="0"/>
                </a:cubicBezTo>
                <a:cubicBezTo>
                  <a:pt x="2032" y="220"/>
                  <a:pt x="2032" y="220"/>
                  <a:pt x="2032" y="220"/>
                </a:cubicBezTo>
                <a:cubicBezTo>
                  <a:pt x="2694" y="776"/>
                  <a:pt x="2694" y="776"/>
                  <a:pt x="2694" y="776"/>
                </a:cubicBezTo>
                <a:lnTo>
                  <a:pt x="2880" y="555"/>
                </a:lnTo>
                <a:close/>
                <a:moveTo>
                  <a:pt x="847" y="220"/>
                </a:moveTo>
                <a:cubicBezTo>
                  <a:pt x="662" y="0"/>
                  <a:pt x="662" y="0"/>
                  <a:pt x="662" y="0"/>
                </a:cubicBezTo>
                <a:cubicBezTo>
                  <a:pt x="0" y="554"/>
                  <a:pt x="0" y="554"/>
                  <a:pt x="0" y="554"/>
                </a:cubicBezTo>
                <a:cubicBezTo>
                  <a:pt x="186" y="774"/>
                  <a:pt x="186" y="774"/>
                  <a:pt x="186" y="774"/>
                </a:cubicBezTo>
                <a:lnTo>
                  <a:pt x="847" y="220"/>
                </a:lnTo>
                <a:close/>
                <a:moveTo>
                  <a:pt x="1440" y="308"/>
                </a:moveTo>
                <a:cubicBezTo>
                  <a:pt x="724" y="308"/>
                  <a:pt x="144" y="888"/>
                  <a:pt x="144" y="1604"/>
                </a:cubicBezTo>
                <a:cubicBezTo>
                  <a:pt x="144" y="2319"/>
                  <a:pt x="723" y="2900"/>
                  <a:pt x="1440" y="2900"/>
                </a:cubicBezTo>
                <a:cubicBezTo>
                  <a:pt x="2156" y="2900"/>
                  <a:pt x="2736" y="2319"/>
                  <a:pt x="2736" y="1604"/>
                </a:cubicBezTo>
                <a:cubicBezTo>
                  <a:pt x="2736" y="888"/>
                  <a:pt x="2156" y="308"/>
                  <a:pt x="1440" y="308"/>
                </a:cubicBezTo>
                <a:close/>
                <a:moveTo>
                  <a:pt x="1440" y="2612"/>
                </a:moveTo>
                <a:cubicBezTo>
                  <a:pt x="883" y="2612"/>
                  <a:pt x="432" y="2161"/>
                  <a:pt x="432" y="1604"/>
                </a:cubicBezTo>
                <a:cubicBezTo>
                  <a:pt x="432" y="1047"/>
                  <a:pt x="883" y="596"/>
                  <a:pt x="1440" y="596"/>
                </a:cubicBezTo>
                <a:cubicBezTo>
                  <a:pt x="1997" y="596"/>
                  <a:pt x="2448" y="1047"/>
                  <a:pt x="2448" y="1604"/>
                </a:cubicBezTo>
                <a:cubicBezTo>
                  <a:pt x="2448" y="2161"/>
                  <a:pt x="1997" y="2612"/>
                  <a:pt x="1440" y="2612"/>
                </a:cubicBezTo>
                <a:close/>
                <a:moveTo>
                  <a:pt x="1230" y="1824"/>
                </a:moveTo>
                <a:cubicBezTo>
                  <a:pt x="923" y="1517"/>
                  <a:pt x="923" y="1517"/>
                  <a:pt x="923" y="1517"/>
                </a:cubicBezTo>
                <a:cubicBezTo>
                  <a:pt x="770" y="1670"/>
                  <a:pt x="770" y="1670"/>
                  <a:pt x="770" y="1670"/>
                </a:cubicBezTo>
                <a:cubicBezTo>
                  <a:pt x="1228" y="2128"/>
                  <a:pt x="1228" y="2128"/>
                  <a:pt x="1228" y="2128"/>
                </a:cubicBezTo>
                <a:cubicBezTo>
                  <a:pt x="2092" y="1264"/>
                  <a:pt x="2092" y="1264"/>
                  <a:pt x="2092" y="1264"/>
                </a:cubicBezTo>
                <a:cubicBezTo>
                  <a:pt x="1940" y="1111"/>
                  <a:pt x="1940" y="1111"/>
                  <a:pt x="1940" y="1111"/>
                </a:cubicBezTo>
                <a:lnTo>
                  <a:pt x="1230" y="1824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9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l Ou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440 w 1920"/>
              <a:gd name="T1" fmla="*/ 0 h 1920"/>
              <a:gd name="T2" fmla="*/ 1920 w 1920"/>
              <a:gd name="T3" fmla="*/ 480 h 1920"/>
              <a:gd name="T4" fmla="*/ 1920 w 1920"/>
              <a:gd name="T5" fmla="*/ 0 h 1920"/>
              <a:gd name="T6" fmla="*/ 1440 w 1920"/>
              <a:gd name="T7" fmla="*/ 0 h 1920"/>
              <a:gd name="T8" fmla="*/ 1920 w 1920"/>
              <a:gd name="T9" fmla="*/ 1440 h 1920"/>
              <a:gd name="T10" fmla="*/ 1440 w 1920"/>
              <a:gd name="T11" fmla="*/ 1920 h 1920"/>
              <a:gd name="T12" fmla="*/ 1920 w 1920"/>
              <a:gd name="T13" fmla="*/ 1920 h 1920"/>
              <a:gd name="T14" fmla="*/ 1920 w 1920"/>
              <a:gd name="T15" fmla="*/ 1440 h 1920"/>
              <a:gd name="T16" fmla="*/ 480 w 1920"/>
              <a:gd name="T17" fmla="*/ 1920 h 1920"/>
              <a:gd name="T18" fmla="*/ 0 w 1920"/>
              <a:gd name="T19" fmla="*/ 1440 h 1920"/>
              <a:gd name="T20" fmla="*/ 0 w 1920"/>
              <a:gd name="T21" fmla="*/ 1920 h 1920"/>
              <a:gd name="T22" fmla="*/ 480 w 1920"/>
              <a:gd name="T23" fmla="*/ 1920 h 1920"/>
              <a:gd name="T24" fmla="*/ 0 w 1920"/>
              <a:gd name="T25" fmla="*/ 480 h 1920"/>
              <a:gd name="T26" fmla="*/ 480 w 1920"/>
              <a:gd name="T27" fmla="*/ 0 h 1920"/>
              <a:gd name="T28" fmla="*/ 0 w 1920"/>
              <a:gd name="T29" fmla="*/ 0 h 1920"/>
              <a:gd name="T30" fmla="*/ 0 w 1920"/>
              <a:gd name="T31" fmla="*/ 480 h 1920"/>
              <a:gd name="T32" fmla="*/ 1554 w 1920"/>
              <a:gd name="T33" fmla="*/ 366 h 1920"/>
              <a:gd name="T34" fmla="*/ 366 w 1920"/>
              <a:gd name="T35" fmla="*/ 366 h 1920"/>
              <a:gd name="T36" fmla="*/ 366 w 1920"/>
              <a:gd name="T37" fmla="*/ 1554 h 1920"/>
              <a:gd name="T38" fmla="*/ 1554 w 1920"/>
              <a:gd name="T39" fmla="*/ 1554 h 1920"/>
              <a:gd name="T40" fmla="*/ 1554 w 1920"/>
              <a:gd name="T41" fmla="*/ 366 h 1920"/>
              <a:gd name="T42" fmla="*/ 1422 w 1920"/>
              <a:gd name="T43" fmla="*/ 1422 h 1920"/>
              <a:gd name="T44" fmla="*/ 498 w 1920"/>
              <a:gd name="T45" fmla="*/ 1422 h 1920"/>
              <a:gd name="T46" fmla="*/ 498 w 1920"/>
              <a:gd name="T47" fmla="*/ 498 h 1920"/>
              <a:gd name="T48" fmla="*/ 1422 w 1920"/>
              <a:gd name="T49" fmla="*/ 498 h 1920"/>
              <a:gd name="T50" fmla="*/ 1422 w 1920"/>
              <a:gd name="T51" fmla="*/ 1422 h 1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920" h="1920">
                <a:moveTo>
                  <a:pt x="1440" y="0"/>
                </a:moveTo>
                <a:cubicBezTo>
                  <a:pt x="1920" y="480"/>
                  <a:pt x="1920" y="480"/>
                  <a:pt x="1920" y="480"/>
                </a:cubicBezTo>
                <a:cubicBezTo>
                  <a:pt x="1920" y="0"/>
                  <a:pt x="1920" y="0"/>
                  <a:pt x="1920" y="0"/>
                </a:cubicBezTo>
                <a:lnTo>
                  <a:pt x="1440" y="0"/>
                </a:lnTo>
                <a:close/>
                <a:moveTo>
                  <a:pt x="1920" y="1440"/>
                </a:moveTo>
                <a:cubicBezTo>
                  <a:pt x="1440" y="1920"/>
                  <a:pt x="1440" y="1920"/>
                  <a:pt x="1440" y="1920"/>
                </a:cubicBezTo>
                <a:cubicBezTo>
                  <a:pt x="1920" y="1920"/>
                  <a:pt x="1920" y="1920"/>
                  <a:pt x="1920" y="1920"/>
                </a:cubicBezTo>
                <a:lnTo>
                  <a:pt x="1920" y="1440"/>
                </a:lnTo>
                <a:close/>
                <a:moveTo>
                  <a:pt x="480" y="1920"/>
                </a:moveTo>
                <a:cubicBezTo>
                  <a:pt x="0" y="1440"/>
                  <a:pt x="0" y="1440"/>
                  <a:pt x="0" y="1440"/>
                </a:cubicBezTo>
                <a:cubicBezTo>
                  <a:pt x="0" y="1920"/>
                  <a:pt x="0" y="1920"/>
                  <a:pt x="0" y="1920"/>
                </a:cubicBezTo>
                <a:lnTo>
                  <a:pt x="480" y="1920"/>
                </a:lnTo>
                <a:close/>
                <a:moveTo>
                  <a:pt x="0" y="480"/>
                </a:moveTo>
                <a:cubicBezTo>
                  <a:pt x="480" y="0"/>
                  <a:pt x="480" y="0"/>
                  <a:pt x="480" y="0"/>
                </a:cubicBezTo>
                <a:cubicBezTo>
                  <a:pt x="0" y="0"/>
                  <a:pt x="0" y="0"/>
                  <a:pt x="0" y="0"/>
                </a:cubicBezTo>
                <a:lnTo>
                  <a:pt x="0" y="480"/>
                </a:lnTo>
                <a:close/>
                <a:moveTo>
                  <a:pt x="1554" y="366"/>
                </a:moveTo>
                <a:cubicBezTo>
                  <a:pt x="1226" y="38"/>
                  <a:pt x="693" y="38"/>
                  <a:pt x="366" y="366"/>
                </a:cubicBezTo>
                <a:cubicBezTo>
                  <a:pt x="38" y="693"/>
                  <a:pt x="38" y="1226"/>
                  <a:pt x="366" y="1554"/>
                </a:cubicBezTo>
                <a:cubicBezTo>
                  <a:pt x="693" y="1881"/>
                  <a:pt x="1226" y="1881"/>
                  <a:pt x="1554" y="1554"/>
                </a:cubicBezTo>
                <a:cubicBezTo>
                  <a:pt x="1882" y="1226"/>
                  <a:pt x="1882" y="694"/>
                  <a:pt x="1554" y="366"/>
                </a:cubicBezTo>
                <a:close/>
                <a:moveTo>
                  <a:pt x="1422" y="1422"/>
                </a:moveTo>
                <a:cubicBezTo>
                  <a:pt x="1166" y="1677"/>
                  <a:pt x="753" y="1677"/>
                  <a:pt x="498" y="1422"/>
                </a:cubicBezTo>
                <a:cubicBezTo>
                  <a:pt x="242" y="1166"/>
                  <a:pt x="242" y="753"/>
                  <a:pt x="498" y="498"/>
                </a:cubicBezTo>
                <a:cubicBezTo>
                  <a:pt x="753" y="242"/>
                  <a:pt x="1166" y="242"/>
                  <a:pt x="1422" y="498"/>
                </a:cubicBezTo>
                <a:cubicBezTo>
                  <a:pt x="1677" y="753"/>
                  <a:pt x="1677" y="1166"/>
                  <a:pt x="1422" y="14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86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ndroi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62000" cy="915988"/>
          </a:xfrm>
          <a:custGeom>
            <a:avLst/>
            <a:gdLst>
              <a:gd name="T0" fmla="*/ 480 w 2400"/>
              <a:gd name="T1" fmla="*/ 2166 h 2886"/>
              <a:gd name="T2" fmla="*/ 600 w 2400"/>
              <a:gd name="T3" fmla="*/ 2286 h 2886"/>
              <a:gd name="T4" fmla="*/ 720 w 2400"/>
              <a:gd name="T5" fmla="*/ 2286 h 2886"/>
              <a:gd name="T6" fmla="*/ 720 w 2400"/>
              <a:gd name="T7" fmla="*/ 2706 h 2886"/>
              <a:gd name="T8" fmla="*/ 900 w 2400"/>
              <a:gd name="T9" fmla="*/ 2886 h 2886"/>
              <a:gd name="T10" fmla="*/ 1080 w 2400"/>
              <a:gd name="T11" fmla="*/ 2706 h 2886"/>
              <a:gd name="T12" fmla="*/ 1080 w 2400"/>
              <a:gd name="T13" fmla="*/ 2286 h 2886"/>
              <a:gd name="T14" fmla="*/ 1320 w 2400"/>
              <a:gd name="T15" fmla="*/ 2286 h 2886"/>
              <a:gd name="T16" fmla="*/ 1320 w 2400"/>
              <a:gd name="T17" fmla="*/ 2706 h 2886"/>
              <a:gd name="T18" fmla="*/ 1500 w 2400"/>
              <a:gd name="T19" fmla="*/ 2886 h 2886"/>
              <a:gd name="T20" fmla="*/ 1680 w 2400"/>
              <a:gd name="T21" fmla="*/ 2706 h 2886"/>
              <a:gd name="T22" fmla="*/ 1680 w 2400"/>
              <a:gd name="T23" fmla="*/ 2286 h 2886"/>
              <a:gd name="T24" fmla="*/ 1800 w 2400"/>
              <a:gd name="T25" fmla="*/ 2286 h 2886"/>
              <a:gd name="T26" fmla="*/ 1920 w 2400"/>
              <a:gd name="T27" fmla="*/ 2166 h 2886"/>
              <a:gd name="T28" fmla="*/ 1920 w 2400"/>
              <a:gd name="T29" fmla="*/ 966 h 2886"/>
              <a:gd name="T30" fmla="*/ 480 w 2400"/>
              <a:gd name="T31" fmla="*/ 966 h 2886"/>
              <a:gd name="T32" fmla="*/ 480 w 2400"/>
              <a:gd name="T33" fmla="*/ 2166 h 2886"/>
              <a:gd name="T34" fmla="*/ 180 w 2400"/>
              <a:gd name="T35" fmla="*/ 966 h 2886"/>
              <a:gd name="T36" fmla="*/ 0 w 2400"/>
              <a:gd name="T37" fmla="*/ 1146 h 2886"/>
              <a:gd name="T38" fmla="*/ 0 w 2400"/>
              <a:gd name="T39" fmla="*/ 1986 h 2886"/>
              <a:gd name="T40" fmla="*/ 180 w 2400"/>
              <a:gd name="T41" fmla="*/ 2166 h 2886"/>
              <a:gd name="T42" fmla="*/ 360 w 2400"/>
              <a:gd name="T43" fmla="*/ 1986 h 2886"/>
              <a:gd name="T44" fmla="*/ 360 w 2400"/>
              <a:gd name="T45" fmla="*/ 1146 h 2886"/>
              <a:gd name="T46" fmla="*/ 180 w 2400"/>
              <a:gd name="T47" fmla="*/ 966 h 2886"/>
              <a:gd name="T48" fmla="*/ 2220 w 2400"/>
              <a:gd name="T49" fmla="*/ 966 h 2886"/>
              <a:gd name="T50" fmla="*/ 2040 w 2400"/>
              <a:gd name="T51" fmla="*/ 1146 h 2886"/>
              <a:gd name="T52" fmla="*/ 2040 w 2400"/>
              <a:gd name="T53" fmla="*/ 1986 h 2886"/>
              <a:gd name="T54" fmla="*/ 2220 w 2400"/>
              <a:gd name="T55" fmla="*/ 2166 h 2886"/>
              <a:gd name="T56" fmla="*/ 2400 w 2400"/>
              <a:gd name="T57" fmla="*/ 1986 h 2886"/>
              <a:gd name="T58" fmla="*/ 2400 w 2400"/>
              <a:gd name="T59" fmla="*/ 1146 h 2886"/>
              <a:gd name="T60" fmla="*/ 2220 w 2400"/>
              <a:gd name="T61" fmla="*/ 966 h 2886"/>
              <a:gd name="T62" fmla="*/ 1624 w 2400"/>
              <a:gd name="T63" fmla="*/ 265 h 2886"/>
              <a:gd name="T64" fmla="*/ 1780 w 2400"/>
              <a:gd name="T65" fmla="*/ 109 h 2886"/>
              <a:gd name="T66" fmla="*/ 1780 w 2400"/>
              <a:gd name="T67" fmla="*/ 24 h 2886"/>
              <a:gd name="T68" fmla="*/ 1694 w 2400"/>
              <a:gd name="T69" fmla="*/ 24 h 2886"/>
              <a:gd name="T70" fmla="*/ 1517 w 2400"/>
              <a:gd name="T71" fmla="*/ 202 h 2886"/>
              <a:gd name="T72" fmla="*/ 1200 w 2400"/>
              <a:gd name="T73" fmla="*/ 126 h 2886"/>
              <a:gd name="T74" fmla="*/ 881 w 2400"/>
              <a:gd name="T75" fmla="*/ 202 h 2886"/>
              <a:gd name="T76" fmla="*/ 702 w 2400"/>
              <a:gd name="T77" fmla="*/ 24 h 2886"/>
              <a:gd name="T78" fmla="*/ 617 w 2400"/>
              <a:gd name="T79" fmla="*/ 24 h 2886"/>
              <a:gd name="T80" fmla="*/ 617 w 2400"/>
              <a:gd name="T81" fmla="*/ 109 h 2886"/>
              <a:gd name="T82" fmla="*/ 774 w 2400"/>
              <a:gd name="T83" fmla="*/ 266 h 2886"/>
              <a:gd name="T84" fmla="*/ 480 w 2400"/>
              <a:gd name="T85" fmla="*/ 846 h 2886"/>
              <a:gd name="T86" fmla="*/ 1920 w 2400"/>
              <a:gd name="T87" fmla="*/ 846 h 2886"/>
              <a:gd name="T88" fmla="*/ 1624 w 2400"/>
              <a:gd name="T89" fmla="*/ 265 h 2886"/>
              <a:gd name="T90" fmla="*/ 960 w 2400"/>
              <a:gd name="T91" fmla="*/ 606 h 2886"/>
              <a:gd name="T92" fmla="*/ 840 w 2400"/>
              <a:gd name="T93" fmla="*/ 606 h 2886"/>
              <a:gd name="T94" fmla="*/ 840 w 2400"/>
              <a:gd name="T95" fmla="*/ 486 h 2886"/>
              <a:gd name="T96" fmla="*/ 960 w 2400"/>
              <a:gd name="T97" fmla="*/ 486 h 2886"/>
              <a:gd name="T98" fmla="*/ 960 w 2400"/>
              <a:gd name="T99" fmla="*/ 606 h 2886"/>
              <a:gd name="T100" fmla="*/ 1560 w 2400"/>
              <a:gd name="T101" fmla="*/ 606 h 2886"/>
              <a:gd name="T102" fmla="*/ 1440 w 2400"/>
              <a:gd name="T103" fmla="*/ 606 h 2886"/>
              <a:gd name="T104" fmla="*/ 1440 w 2400"/>
              <a:gd name="T105" fmla="*/ 486 h 2886"/>
              <a:gd name="T106" fmla="*/ 1560 w 2400"/>
              <a:gd name="T107" fmla="*/ 486 h 2886"/>
              <a:gd name="T108" fmla="*/ 1560 w 2400"/>
              <a:gd name="T109" fmla="*/ 606 h 28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400" h="2886">
                <a:moveTo>
                  <a:pt x="480" y="2166"/>
                </a:moveTo>
                <a:cubicBezTo>
                  <a:pt x="480" y="2232"/>
                  <a:pt x="534" y="2286"/>
                  <a:pt x="600" y="2286"/>
                </a:cubicBezTo>
                <a:cubicBezTo>
                  <a:pt x="720" y="2286"/>
                  <a:pt x="720" y="2286"/>
                  <a:pt x="720" y="2286"/>
                </a:cubicBezTo>
                <a:cubicBezTo>
                  <a:pt x="720" y="2706"/>
                  <a:pt x="720" y="2706"/>
                  <a:pt x="720" y="2706"/>
                </a:cubicBezTo>
                <a:cubicBezTo>
                  <a:pt x="720" y="2806"/>
                  <a:pt x="800" y="2886"/>
                  <a:pt x="900" y="2886"/>
                </a:cubicBezTo>
                <a:cubicBezTo>
                  <a:pt x="1000" y="2886"/>
                  <a:pt x="1080" y="2806"/>
                  <a:pt x="1080" y="2706"/>
                </a:cubicBezTo>
                <a:cubicBezTo>
                  <a:pt x="1080" y="2286"/>
                  <a:pt x="1080" y="2286"/>
                  <a:pt x="1080" y="2286"/>
                </a:cubicBezTo>
                <a:cubicBezTo>
                  <a:pt x="1320" y="2286"/>
                  <a:pt x="1320" y="2286"/>
                  <a:pt x="1320" y="2286"/>
                </a:cubicBezTo>
                <a:cubicBezTo>
                  <a:pt x="1320" y="2706"/>
                  <a:pt x="1320" y="2706"/>
                  <a:pt x="1320" y="2706"/>
                </a:cubicBezTo>
                <a:cubicBezTo>
                  <a:pt x="1320" y="2806"/>
                  <a:pt x="1400" y="2886"/>
                  <a:pt x="1500" y="2886"/>
                </a:cubicBezTo>
                <a:cubicBezTo>
                  <a:pt x="1600" y="2886"/>
                  <a:pt x="1680" y="2806"/>
                  <a:pt x="1680" y="2706"/>
                </a:cubicBezTo>
                <a:cubicBezTo>
                  <a:pt x="1680" y="2286"/>
                  <a:pt x="1680" y="2286"/>
                  <a:pt x="1680" y="2286"/>
                </a:cubicBezTo>
                <a:cubicBezTo>
                  <a:pt x="1800" y="2286"/>
                  <a:pt x="1800" y="2286"/>
                  <a:pt x="1800" y="2286"/>
                </a:cubicBezTo>
                <a:cubicBezTo>
                  <a:pt x="1866" y="2286"/>
                  <a:pt x="1920" y="2232"/>
                  <a:pt x="1920" y="2166"/>
                </a:cubicBezTo>
                <a:cubicBezTo>
                  <a:pt x="1920" y="966"/>
                  <a:pt x="1920" y="966"/>
                  <a:pt x="1920" y="966"/>
                </a:cubicBezTo>
                <a:cubicBezTo>
                  <a:pt x="480" y="966"/>
                  <a:pt x="480" y="966"/>
                  <a:pt x="480" y="966"/>
                </a:cubicBezTo>
                <a:lnTo>
                  <a:pt x="480" y="2166"/>
                </a:lnTo>
                <a:close/>
                <a:moveTo>
                  <a:pt x="180" y="966"/>
                </a:moveTo>
                <a:cubicBezTo>
                  <a:pt x="80" y="966"/>
                  <a:pt x="0" y="1046"/>
                  <a:pt x="0" y="1146"/>
                </a:cubicBezTo>
                <a:cubicBezTo>
                  <a:pt x="0" y="1986"/>
                  <a:pt x="0" y="1986"/>
                  <a:pt x="0" y="1986"/>
                </a:cubicBezTo>
                <a:cubicBezTo>
                  <a:pt x="0" y="2086"/>
                  <a:pt x="80" y="2166"/>
                  <a:pt x="180" y="2166"/>
                </a:cubicBezTo>
                <a:cubicBezTo>
                  <a:pt x="280" y="2166"/>
                  <a:pt x="360" y="2086"/>
                  <a:pt x="360" y="1986"/>
                </a:cubicBezTo>
                <a:cubicBezTo>
                  <a:pt x="360" y="1146"/>
                  <a:pt x="360" y="1146"/>
                  <a:pt x="360" y="1146"/>
                </a:cubicBezTo>
                <a:cubicBezTo>
                  <a:pt x="360" y="1046"/>
                  <a:pt x="280" y="966"/>
                  <a:pt x="180" y="966"/>
                </a:cubicBezTo>
                <a:close/>
                <a:moveTo>
                  <a:pt x="2220" y="966"/>
                </a:moveTo>
                <a:cubicBezTo>
                  <a:pt x="2120" y="966"/>
                  <a:pt x="2040" y="1046"/>
                  <a:pt x="2040" y="1146"/>
                </a:cubicBezTo>
                <a:cubicBezTo>
                  <a:pt x="2040" y="1986"/>
                  <a:pt x="2040" y="1986"/>
                  <a:pt x="2040" y="1986"/>
                </a:cubicBezTo>
                <a:cubicBezTo>
                  <a:pt x="2040" y="2086"/>
                  <a:pt x="2120" y="2166"/>
                  <a:pt x="2220" y="2166"/>
                </a:cubicBezTo>
                <a:cubicBezTo>
                  <a:pt x="2320" y="2166"/>
                  <a:pt x="2400" y="2086"/>
                  <a:pt x="2400" y="1986"/>
                </a:cubicBezTo>
                <a:cubicBezTo>
                  <a:pt x="2400" y="1146"/>
                  <a:pt x="2400" y="1146"/>
                  <a:pt x="2400" y="1146"/>
                </a:cubicBezTo>
                <a:cubicBezTo>
                  <a:pt x="2400" y="1046"/>
                  <a:pt x="2320" y="966"/>
                  <a:pt x="2220" y="966"/>
                </a:cubicBezTo>
                <a:close/>
                <a:moveTo>
                  <a:pt x="1624" y="265"/>
                </a:moveTo>
                <a:cubicBezTo>
                  <a:pt x="1780" y="109"/>
                  <a:pt x="1780" y="109"/>
                  <a:pt x="1780" y="109"/>
                </a:cubicBezTo>
                <a:cubicBezTo>
                  <a:pt x="1804" y="85"/>
                  <a:pt x="1804" y="48"/>
                  <a:pt x="1780" y="24"/>
                </a:cubicBezTo>
                <a:cubicBezTo>
                  <a:pt x="1756" y="0"/>
                  <a:pt x="1718" y="0"/>
                  <a:pt x="1694" y="24"/>
                </a:cubicBezTo>
                <a:cubicBezTo>
                  <a:pt x="1517" y="202"/>
                  <a:pt x="1517" y="202"/>
                  <a:pt x="1517" y="202"/>
                </a:cubicBezTo>
                <a:cubicBezTo>
                  <a:pt x="1422" y="154"/>
                  <a:pt x="1314" y="126"/>
                  <a:pt x="1200" y="126"/>
                </a:cubicBezTo>
                <a:cubicBezTo>
                  <a:pt x="1085" y="126"/>
                  <a:pt x="977" y="154"/>
                  <a:pt x="881" y="202"/>
                </a:cubicBezTo>
                <a:cubicBezTo>
                  <a:pt x="702" y="24"/>
                  <a:pt x="702" y="24"/>
                  <a:pt x="702" y="24"/>
                </a:cubicBezTo>
                <a:cubicBezTo>
                  <a:pt x="678" y="0"/>
                  <a:pt x="641" y="0"/>
                  <a:pt x="617" y="24"/>
                </a:cubicBezTo>
                <a:cubicBezTo>
                  <a:pt x="593" y="48"/>
                  <a:pt x="593" y="85"/>
                  <a:pt x="617" y="109"/>
                </a:cubicBezTo>
                <a:cubicBezTo>
                  <a:pt x="774" y="266"/>
                  <a:pt x="774" y="266"/>
                  <a:pt x="774" y="266"/>
                </a:cubicBezTo>
                <a:cubicBezTo>
                  <a:pt x="596" y="397"/>
                  <a:pt x="480" y="607"/>
                  <a:pt x="480" y="846"/>
                </a:cubicBezTo>
                <a:cubicBezTo>
                  <a:pt x="1920" y="846"/>
                  <a:pt x="1920" y="846"/>
                  <a:pt x="1920" y="846"/>
                </a:cubicBezTo>
                <a:cubicBezTo>
                  <a:pt x="1920" y="607"/>
                  <a:pt x="1804" y="396"/>
                  <a:pt x="1624" y="265"/>
                </a:cubicBezTo>
                <a:close/>
                <a:moveTo>
                  <a:pt x="960" y="606"/>
                </a:moveTo>
                <a:cubicBezTo>
                  <a:pt x="840" y="606"/>
                  <a:pt x="840" y="606"/>
                  <a:pt x="840" y="606"/>
                </a:cubicBezTo>
                <a:cubicBezTo>
                  <a:pt x="840" y="486"/>
                  <a:pt x="840" y="486"/>
                  <a:pt x="840" y="486"/>
                </a:cubicBezTo>
                <a:cubicBezTo>
                  <a:pt x="960" y="486"/>
                  <a:pt x="960" y="486"/>
                  <a:pt x="960" y="486"/>
                </a:cubicBezTo>
                <a:lnTo>
                  <a:pt x="960" y="606"/>
                </a:lnTo>
                <a:close/>
                <a:moveTo>
                  <a:pt x="1560" y="606"/>
                </a:moveTo>
                <a:cubicBezTo>
                  <a:pt x="1440" y="606"/>
                  <a:pt x="1440" y="606"/>
                  <a:pt x="1440" y="606"/>
                </a:cubicBezTo>
                <a:cubicBezTo>
                  <a:pt x="1440" y="486"/>
                  <a:pt x="1440" y="486"/>
                  <a:pt x="1440" y="486"/>
                </a:cubicBezTo>
                <a:cubicBezTo>
                  <a:pt x="1560" y="486"/>
                  <a:pt x="1560" y="486"/>
                  <a:pt x="1560" y="486"/>
                </a:cubicBezTo>
                <a:lnTo>
                  <a:pt x="1560" y="6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161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nnounceme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160 w 2400"/>
              <a:gd name="T1" fmla="*/ 0 h 2400"/>
              <a:gd name="T2" fmla="*/ 240 w 2400"/>
              <a:gd name="T3" fmla="*/ 0 h 2400"/>
              <a:gd name="T4" fmla="*/ 1 w 2400"/>
              <a:gd name="T5" fmla="*/ 240 h 2400"/>
              <a:gd name="T6" fmla="*/ 0 w 2400"/>
              <a:gd name="T7" fmla="*/ 2400 h 2400"/>
              <a:gd name="T8" fmla="*/ 480 w 2400"/>
              <a:gd name="T9" fmla="*/ 1920 h 2400"/>
              <a:gd name="T10" fmla="*/ 2160 w 2400"/>
              <a:gd name="T11" fmla="*/ 1920 h 2400"/>
              <a:gd name="T12" fmla="*/ 2400 w 2400"/>
              <a:gd name="T13" fmla="*/ 1680 h 2400"/>
              <a:gd name="T14" fmla="*/ 2400 w 2400"/>
              <a:gd name="T15" fmla="*/ 240 h 2400"/>
              <a:gd name="T16" fmla="*/ 2160 w 2400"/>
              <a:gd name="T17" fmla="*/ 0 h 2400"/>
              <a:gd name="T18" fmla="*/ 1320 w 2400"/>
              <a:gd name="T19" fmla="*/ 1080 h 2400"/>
              <a:gd name="T20" fmla="*/ 1080 w 2400"/>
              <a:gd name="T21" fmla="*/ 1080 h 2400"/>
              <a:gd name="T22" fmla="*/ 1080 w 2400"/>
              <a:gd name="T23" fmla="*/ 360 h 2400"/>
              <a:gd name="T24" fmla="*/ 1320 w 2400"/>
              <a:gd name="T25" fmla="*/ 360 h 2400"/>
              <a:gd name="T26" fmla="*/ 1320 w 2400"/>
              <a:gd name="T27" fmla="*/ 1080 h 2400"/>
              <a:gd name="T28" fmla="*/ 1320 w 2400"/>
              <a:gd name="T29" fmla="*/ 1560 h 2400"/>
              <a:gd name="T30" fmla="*/ 1080 w 2400"/>
              <a:gd name="T31" fmla="*/ 1560 h 2400"/>
              <a:gd name="T32" fmla="*/ 1080 w 2400"/>
              <a:gd name="T33" fmla="*/ 1320 h 2400"/>
              <a:gd name="T34" fmla="*/ 1320 w 2400"/>
              <a:gd name="T35" fmla="*/ 1320 h 2400"/>
              <a:gd name="T36" fmla="*/ 1320 w 2400"/>
              <a:gd name="T37" fmla="*/ 156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400" h="2400">
                <a:moveTo>
                  <a:pt x="216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1" y="108"/>
                  <a:pt x="1" y="240"/>
                </a:cubicBezTo>
                <a:cubicBezTo>
                  <a:pt x="0" y="2400"/>
                  <a:pt x="0" y="2400"/>
                  <a:pt x="0" y="2400"/>
                </a:cubicBezTo>
                <a:cubicBezTo>
                  <a:pt x="480" y="1920"/>
                  <a:pt x="480" y="1920"/>
                  <a:pt x="480" y="1920"/>
                </a:cubicBezTo>
                <a:cubicBezTo>
                  <a:pt x="2160" y="1920"/>
                  <a:pt x="2160" y="1920"/>
                  <a:pt x="2160" y="1920"/>
                </a:cubicBezTo>
                <a:cubicBezTo>
                  <a:pt x="2292" y="1920"/>
                  <a:pt x="2400" y="1812"/>
                  <a:pt x="2400" y="1680"/>
                </a:cubicBezTo>
                <a:cubicBezTo>
                  <a:pt x="2400" y="240"/>
                  <a:pt x="2400" y="240"/>
                  <a:pt x="2400" y="240"/>
                </a:cubicBezTo>
                <a:cubicBezTo>
                  <a:pt x="2400" y="108"/>
                  <a:pt x="2292" y="0"/>
                  <a:pt x="2160" y="0"/>
                </a:cubicBezTo>
                <a:close/>
                <a:moveTo>
                  <a:pt x="1320" y="1080"/>
                </a:moveTo>
                <a:cubicBezTo>
                  <a:pt x="1080" y="1080"/>
                  <a:pt x="1080" y="1080"/>
                  <a:pt x="1080" y="1080"/>
                </a:cubicBezTo>
                <a:cubicBezTo>
                  <a:pt x="1080" y="360"/>
                  <a:pt x="1080" y="360"/>
                  <a:pt x="1080" y="360"/>
                </a:cubicBezTo>
                <a:cubicBezTo>
                  <a:pt x="1320" y="360"/>
                  <a:pt x="1320" y="360"/>
                  <a:pt x="1320" y="360"/>
                </a:cubicBezTo>
                <a:lnTo>
                  <a:pt x="1320" y="1080"/>
                </a:lnTo>
                <a:close/>
                <a:moveTo>
                  <a:pt x="1320" y="1560"/>
                </a:moveTo>
                <a:cubicBezTo>
                  <a:pt x="1080" y="1560"/>
                  <a:pt x="1080" y="1560"/>
                  <a:pt x="1080" y="1560"/>
                </a:cubicBezTo>
                <a:cubicBezTo>
                  <a:pt x="1080" y="1320"/>
                  <a:pt x="1080" y="1320"/>
                  <a:pt x="1080" y="1320"/>
                </a:cubicBezTo>
                <a:cubicBezTo>
                  <a:pt x="1320" y="1320"/>
                  <a:pt x="1320" y="1320"/>
                  <a:pt x="1320" y="1320"/>
                </a:cubicBezTo>
                <a:lnTo>
                  <a:pt x="1320" y="15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81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spect Rati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145"/>
          </a:xfrm>
          <a:custGeom>
            <a:avLst/>
            <a:gdLst>
              <a:gd name="T0" fmla="*/ 2160 w 2640"/>
              <a:gd name="T1" fmla="*/ 1080 h 2160"/>
              <a:gd name="T2" fmla="*/ 1920 w 2640"/>
              <a:gd name="T3" fmla="*/ 1080 h 2160"/>
              <a:gd name="T4" fmla="*/ 1920 w 2640"/>
              <a:gd name="T5" fmla="*/ 1440 h 2160"/>
              <a:gd name="T6" fmla="*/ 1560 w 2640"/>
              <a:gd name="T7" fmla="*/ 1440 h 2160"/>
              <a:gd name="T8" fmla="*/ 1560 w 2640"/>
              <a:gd name="T9" fmla="*/ 1680 h 2160"/>
              <a:gd name="T10" fmla="*/ 2160 w 2640"/>
              <a:gd name="T11" fmla="*/ 1680 h 2160"/>
              <a:gd name="T12" fmla="*/ 2160 w 2640"/>
              <a:gd name="T13" fmla="*/ 1080 h 2160"/>
              <a:gd name="T14" fmla="*/ 720 w 2640"/>
              <a:gd name="T15" fmla="*/ 720 h 2160"/>
              <a:gd name="T16" fmla="*/ 1080 w 2640"/>
              <a:gd name="T17" fmla="*/ 720 h 2160"/>
              <a:gd name="T18" fmla="*/ 1080 w 2640"/>
              <a:gd name="T19" fmla="*/ 480 h 2160"/>
              <a:gd name="T20" fmla="*/ 480 w 2640"/>
              <a:gd name="T21" fmla="*/ 480 h 2160"/>
              <a:gd name="T22" fmla="*/ 480 w 2640"/>
              <a:gd name="T23" fmla="*/ 1080 h 2160"/>
              <a:gd name="T24" fmla="*/ 720 w 2640"/>
              <a:gd name="T25" fmla="*/ 1080 h 2160"/>
              <a:gd name="T26" fmla="*/ 720 w 2640"/>
              <a:gd name="T27" fmla="*/ 720 h 2160"/>
              <a:gd name="T28" fmla="*/ 2400 w 2640"/>
              <a:gd name="T29" fmla="*/ 0 h 2160"/>
              <a:gd name="T30" fmla="*/ 240 w 2640"/>
              <a:gd name="T31" fmla="*/ 0 h 2160"/>
              <a:gd name="T32" fmla="*/ 0 w 2640"/>
              <a:gd name="T33" fmla="*/ 240 h 2160"/>
              <a:gd name="T34" fmla="*/ 0 w 2640"/>
              <a:gd name="T35" fmla="*/ 1920 h 2160"/>
              <a:gd name="T36" fmla="*/ 240 w 2640"/>
              <a:gd name="T37" fmla="*/ 2160 h 2160"/>
              <a:gd name="T38" fmla="*/ 2400 w 2640"/>
              <a:gd name="T39" fmla="*/ 2160 h 2160"/>
              <a:gd name="T40" fmla="*/ 2640 w 2640"/>
              <a:gd name="T41" fmla="*/ 1920 h 2160"/>
              <a:gd name="T42" fmla="*/ 2640 w 2640"/>
              <a:gd name="T43" fmla="*/ 240 h 2160"/>
              <a:gd name="T44" fmla="*/ 2400 w 2640"/>
              <a:gd name="T45" fmla="*/ 0 h 2160"/>
              <a:gd name="T46" fmla="*/ 2400 w 2640"/>
              <a:gd name="T47" fmla="*/ 1921 h 2160"/>
              <a:gd name="T48" fmla="*/ 240 w 2640"/>
              <a:gd name="T49" fmla="*/ 1921 h 2160"/>
              <a:gd name="T50" fmla="*/ 240 w 2640"/>
              <a:gd name="T51" fmla="*/ 239 h 2160"/>
              <a:gd name="T52" fmla="*/ 2400 w 2640"/>
              <a:gd name="T53" fmla="*/ 239 h 2160"/>
              <a:gd name="T54" fmla="*/ 2400 w 2640"/>
              <a:gd name="T55" fmla="*/ 1921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640" h="2160">
                <a:moveTo>
                  <a:pt x="2160" y="1080"/>
                </a:moveTo>
                <a:cubicBezTo>
                  <a:pt x="1920" y="1080"/>
                  <a:pt x="1920" y="1080"/>
                  <a:pt x="1920" y="1080"/>
                </a:cubicBezTo>
                <a:cubicBezTo>
                  <a:pt x="1920" y="1440"/>
                  <a:pt x="1920" y="1440"/>
                  <a:pt x="1920" y="1440"/>
                </a:cubicBezTo>
                <a:cubicBezTo>
                  <a:pt x="1560" y="1440"/>
                  <a:pt x="1560" y="1440"/>
                  <a:pt x="1560" y="1440"/>
                </a:cubicBezTo>
                <a:cubicBezTo>
                  <a:pt x="1560" y="1680"/>
                  <a:pt x="1560" y="1680"/>
                  <a:pt x="1560" y="1680"/>
                </a:cubicBezTo>
                <a:cubicBezTo>
                  <a:pt x="2160" y="1680"/>
                  <a:pt x="2160" y="1680"/>
                  <a:pt x="2160" y="1680"/>
                </a:cubicBezTo>
                <a:lnTo>
                  <a:pt x="2160" y="1080"/>
                </a:lnTo>
                <a:close/>
                <a:moveTo>
                  <a:pt x="720" y="720"/>
                </a:moveTo>
                <a:cubicBezTo>
                  <a:pt x="1080" y="720"/>
                  <a:pt x="1080" y="720"/>
                  <a:pt x="1080" y="720"/>
                </a:cubicBezTo>
                <a:cubicBezTo>
                  <a:pt x="1080" y="480"/>
                  <a:pt x="1080" y="480"/>
                  <a:pt x="1080" y="480"/>
                </a:cubicBezTo>
                <a:cubicBezTo>
                  <a:pt x="480" y="480"/>
                  <a:pt x="480" y="480"/>
                  <a:pt x="480" y="480"/>
                </a:cubicBezTo>
                <a:cubicBezTo>
                  <a:pt x="480" y="1080"/>
                  <a:pt x="480" y="1080"/>
                  <a:pt x="480" y="1080"/>
                </a:cubicBezTo>
                <a:cubicBezTo>
                  <a:pt x="720" y="1080"/>
                  <a:pt x="720" y="1080"/>
                  <a:pt x="720" y="1080"/>
                </a:cubicBezTo>
                <a:lnTo>
                  <a:pt x="720" y="720"/>
                </a:lnTo>
                <a:close/>
                <a:moveTo>
                  <a:pt x="240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8" y="2160"/>
                  <a:pt x="240" y="2160"/>
                </a:cubicBezTo>
                <a:cubicBezTo>
                  <a:pt x="2400" y="2160"/>
                  <a:pt x="2400" y="2160"/>
                  <a:pt x="2400" y="2160"/>
                </a:cubicBezTo>
                <a:cubicBezTo>
                  <a:pt x="2532" y="2160"/>
                  <a:pt x="2640" y="2052"/>
                  <a:pt x="2640" y="1920"/>
                </a:cubicBezTo>
                <a:cubicBezTo>
                  <a:pt x="2640" y="240"/>
                  <a:pt x="2640" y="240"/>
                  <a:pt x="2640" y="240"/>
                </a:cubicBezTo>
                <a:cubicBezTo>
                  <a:pt x="2640" y="108"/>
                  <a:pt x="2532" y="0"/>
                  <a:pt x="2400" y="0"/>
                </a:cubicBezTo>
                <a:close/>
                <a:moveTo>
                  <a:pt x="2400" y="1921"/>
                </a:moveTo>
                <a:cubicBezTo>
                  <a:pt x="240" y="1921"/>
                  <a:pt x="240" y="1921"/>
                  <a:pt x="240" y="1921"/>
                </a:cubicBezTo>
                <a:cubicBezTo>
                  <a:pt x="240" y="239"/>
                  <a:pt x="240" y="239"/>
                  <a:pt x="240" y="239"/>
                </a:cubicBezTo>
                <a:cubicBezTo>
                  <a:pt x="2400" y="239"/>
                  <a:pt x="2400" y="239"/>
                  <a:pt x="2400" y="239"/>
                </a:cubicBezTo>
                <a:lnTo>
                  <a:pt x="2400" y="19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678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ssessme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920 w 2160"/>
              <a:gd name="T1" fmla="*/ 0 h 2160"/>
              <a:gd name="T2" fmla="*/ 240 w 2160"/>
              <a:gd name="T3" fmla="*/ 0 h 2160"/>
              <a:gd name="T4" fmla="*/ 0 w 2160"/>
              <a:gd name="T5" fmla="*/ 240 h 2160"/>
              <a:gd name="T6" fmla="*/ 0 w 2160"/>
              <a:gd name="T7" fmla="*/ 1920 h 2160"/>
              <a:gd name="T8" fmla="*/ 240 w 2160"/>
              <a:gd name="T9" fmla="*/ 2160 h 2160"/>
              <a:gd name="T10" fmla="*/ 1920 w 2160"/>
              <a:gd name="T11" fmla="*/ 2160 h 2160"/>
              <a:gd name="T12" fmla="*/ 2160 w 2160"/>
              <a:gd name="T13" fmla="*/ 1920 h 2160"/>
              <a:gd name="T14" fmla="*/ 2160 w 2160"/>
              <a:gd name="T15" fmla="*/ 240 h 2160"/>
              <a:gd name="T16" fmla="*/ 1920 w 2160"/>
              <a:gd name="T17" fmla="*/ 0 h 2160"/>
              <a:gd name="T18" fmla="*/ 720 w 2160"/>
              <a:gd name="T19" fmla="*/ 1680 h 2160"/>
              <a:gd name="T20" fmla="*/ 480 w 2160"/>
              <a:gd name="T21" fmla="*/ 1680 h 2160"/>
              <a:gd name="T22" fmla="*/ 480 w 2160"/>
              <a:gd name="T23" fmla="*/ 840 h 2160"/>
              <a:gd name="T24" fmla="*/ 720 w 2160"/>
              <a:gd name="T25" fmla="*/ 840 h 2160"/>
              <a:gd name="T26" fmla="*/ 720 w 2160"/>
              <a:gd name="T27" fmla="*/ 1680 h 2160"/>
              <a:gd name="T28" fmla="*/ 1200 w 2160"/>
              <a:gd name="T29" fmla="*/ 1680 h 2160"/>
              <a:gd name="T30" fmla="*/ 960 w 2160"/>
              <a:gd name="T31" fmla="*/ 1680 h 2160"/>
              <a:gd name="T32" fmla="*/ 960 w 2160"/>
              <a:gd name="T33" fmla="*/ 480 h 2160"/>
              <a:gd name="T34" fmla="*/ 1200 w 2160"/>
              <a:gd name="T35" fmla="*/ 480 h 2160"/>
              <a:gd name="T36" fmla="*/ 1200 w 2160"/>
              <a:gd name="T37" fmla="*/ 1680 h 2160"/>
              <a:gd name="T38" fmla="*/ 1680 w 2160"/>
              <a:gd name="T39" fmla="*/ 1680 h 2160"/>
              <a:gd name="T40" fmla="*/ 1440 w 2160"/>
              <a:gd name="T41" fmla="*/ 1680 h 2160"/>
              <a:gd name="T42" fmla="*/ 1440 w 2160"/>
              <a:gd name="T43" fmla="*/ 1200 h 2160"/>
              <a:gd name="T44" fmla="*/ 1680 w 2160"/>
              <a:gd name="T45" fmla="*/ 1200 h 2160"/>
              <a:gd name="T46" fmla="*/ 1680 w 2160"/>
              <a:gd name="T47" fmla="*/ 168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60" h="2160">
                <a:moveTo>
                  <a:pt x="192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8" y="2160"/>
                  <a:pt x="240" y="2160"/>
                </a:cubicBezTo>
                <a:cubicBezTo>
                  <a:pt x="1920" y="2160"/>
                  <a:pt x="1920" y="2160"/>
                  <a:pt x="1920" y="2160"/>
                </a:cubicBezTo>
                <a:cubicBezTo>
                  <a:pt x="2052" y="2160"/>
                  <a:pt x="2160" y="2052"/>
                  <a:pt x="2160" y="1920"/>
                </a:cubicBezTo>
                <a:cubicBezTo>
                  <a:pt x="2160" y="240"/>
                  <a:pt x="2160" y="240"/>
                  <a:pt x="2160" y="240"/>
                </a:cubicBezTo>
                <a:cubicBezTo>
                  <a:pt x="2160" y="108"/>
                  <a:pt x="2052" y="0"/>
                  <a:pt x="1920" y="0"/>
                </a:cubicBezTo>
                <a:close/>
                <a:moveTo>
                  <a:pt x="720" y="1680"/>
                </a:moveTo>
                <a:cubicBezTo>
                  <a:pt x="480" y="1680"/>
                  <a:pt x="480" y="1680"/>
                  <a:pt x="480" y="1680"/>
                </a:cubicBezTo>
                <a:cubicBezTo>
                  <a:pt x="480" y="840"/>
                  <a:pt x="480" y="840"/>
                  <a:pt x="480" y="840"/>
                </a:cubicBezTo>
                <a:cubicBezTo>
                  <a:pt x="720" y="840"/>
                  <a:pt x="720" y="840"/>
                  <a:pt x="720" y="840"/>
                </a:cubicBezTo>
                <a:lnTo>
                  <a:pt x="720" y="1680"/>
                </a:lnTo>
                <a:close/>
                <a:moveTo>
                  <a:pt x="1200" y="1680"/>
                </a:moveTo>
                <a:cubicBezTo>
                  <a:pt x="960" y="1680"/>
                  <a:pt x="960" y="1680"/>
                  <a:pt x="960" y="1680"/>
                </a:cubicBezTo>
                <a:cubicBezTo>
                  <a:pt x="960" y="480"/>
                  <a:pt x="960" y="480"/>
                  <a:pt x="960" y="480"/>
                </a:cubicBezTo>
                <a:cubicBezTo>
                  <a:pt x="1200" y="480"/>
                  <a:pt x="1200" y="480"/>
                  <a:pt x="1200" y="480"/>
                </a:cubicBezTo>
                <a:lnTo>
                  <a:pt x="1200" y="1680"/>
                </a:lnTo>
                <a:close/>
                <a:moveTo>
                  <a:pt x="1680" y="1680"/>
                </a:moveTo>
                <a:cubicBezTo>
                  <a:pt x="1440" y="1680"/>
                  <a:pt x="1440" y="1680"/>
                  <a:pt x="1440" y="1680"/>
                </a:cubicBezTo>
                <a:cubicBezTo>
                  <a:pt x="1440" y="1200"/>
                  <a:pt x="1440" y="1200"/>
                  <a:pt x="1440" y="1200"/>
                </a:cubicBezTo>
                <a:cubicBezTo>
                  <a:pt x="1680" y="1200"/>
                  <a:pt x="1680" y="1200"/>
                  <a:pt x="1680" y="1200"/>
                </a:cubicBezTo>
                <a:lnTo>
                  <a:pt x="1680" y="16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97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ssignme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944" cy="914400"/>
          </a:xfrm>
          <a:custGeom>
            <a:avLst/>
            <a:gdLst>
              <a:gd name="T0" fmla="*/ 1920 w 2160"/>
              <a:gd name="T1" fmla="*/ 240 h 2400"/>
              <a:gd name="T2" fmla="*/ 1418 w 2160"/>
              <a:gd name="T3" fmla="*/ 240 h 2400"/>
              <a:gd name="T4" fmla="*/ 1080 w 2160"/>
              <a:gd name="T5" fmla="*/ 0 h 2400"/>
              <a:gd name="T6" fmla="*/ 742 w 2160"/>
              <a:gd name="T7" fmla="*/ 240 h 2400"/>
              <a:gd name="T8" fmla="*/ 240 w 2160"/>
              <a:gd name="T9" fmla="*/ 240 h 2400"/>
              <a:gd name="T10" fmla="*/ 0 w 2160"/>
              <a:gd name="T11" fmla="*/ 480 h 2400"/>
              <a:gd name="T12" fmla="*/ 0 w 2160"/>
              <a:gd name="T13" fmla="*/ 2160 h 2400"/>
              <a:gd name="T14" fmla="*/ 240 w 2160"/>
              <a:gd name="T15" fmla="*/ 2400 h 2400"/>
              <a:gd name="T16" fmla="*/ 1920 w 2160"/>
              <a:gd name="T17" fmla="*/ 2400 h 2400"/>
              <a:gd name="T18" fmla="*/ 2160 w 2160"/>
              <a:gd name="T19" fmla="*/ 2160 h 2400"/>
              <a:gd name="T20" fmla="*/ 2160 w 2160"/>
              <a:gd name="T21" fmla="*/ 480 h 2400"/>
              <a:gd name="T22" fmla="*/ 1920 w 2160"/>
              <a:gd name="T23" fmla="*/ 240 h 2400"/>
              <a:gd name="T24" fmla="*/ 1080 w 2160"/>
              <a:gd name="T25" fmla="*/ 240 h 2400"/>
              <a:gd name="T26" fmla="*/ 1200 w 2160"/>
              <a:gd name="T27" fmla="*/ 360 h 2400"/>
              <a:gd name="T28" fmla="*/ 1080 w 2160"/>
              <a:gd name="T29" fmla="*/ 480 h 2400"/>
              <a:gd name="T30" fmla="*/ 960 w 2160"/>
              <a:gd name="T31" fmla="*/ 360 h 2400"/>
              <a:gd name="T32" fmla="*/ 1080 w 2160"/>
              <a:gd name="T33" fmla="*/ 240 h 2400"/>
              <a:gd name="T34" fmla="*/ 1320 w 2160"/>
              <a:gd name="T35" fmla="*/ 1920 h 2400"/>
              <a:gd name="T36" fmla="*/ 480 w 2160"/>
              <a:gd name="T37" fmla="*/ 1920 h 2400"/>
              <a:gd name="T38" fmla="*/ 480 w 2160"/>
              <a:gd name="T39" fmla="*/ 1680 h 2400"/>
              <a:gd name="T40" fmla="*/ 1320 w 2160"/>
              <a:gd name="T41" fmla="*/ 1680 h 2400"/>
              <a:gd name="T42" fmla="*/ 1320 w 2160"/>
              <a:gd name="T43" fmla="*/ 1920 h 2400"/>
              <a:gd name="T44" fmla="*/ 1680 w 2160"/>
              <a:gd name="T45" fmla="*/ 1440 h 2400"/>
              <a:gd name="T46" fmla="*/ 480 w 2160"/>
              <a:gd name="T47" fmla="*/ 1440 h 2400"/>
              <a:gd name="T48" fmla="*/ 480 w 2160"/>
              <a:gd name="T49" fmla="*/ 1200 h 2400"/>
              <a:gd name="T50" fmla="*/ 1680 w 2160"/>
              <a:gd name="T51" fmla="*/ 1200 h 2400"/>
              <a:gd name="T52" fmla="*/ 1680 w 2160"/>
              <a:gd name="T53" fmla="*/ 1440 h 2400"/>
              <a:gd name="T54" fmla="*/ 1680 w 2160"/>
              <a:gd name="T55" fmla="*/ 960 h 2400"/>
              <a:gd name="T56" fmla="*/ 480 w 2160"/>
              <a:gd name="T57" fmla="*/ 960 h 2400"/>
              <a:gd name="T58" fmla="*/ 480 w 2160"/>
              <a:gd name="T59" fmla="*/ 720 h 2400"/>
              <a:gd name="T60" fmla="*/ 1680 w 2160"/>
              <a:gd name="T61" fmla="*/ 720 h 2400"/>
              <a:gd name="T62" fmla="*/ 1680 w 2160"/>
              <a:gd name="T63" fmla="*/ 96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60" h="2400">
                <a:moveTo>
                  <a:pt x="1920" y="240"/>
                </a:moveTo>
                <a:cubicBezTo>
                  <a:pt x="1418" y="240"/>
                  <a:pt x="1418" y="240"/>
                  <a:pt x="1418" y="240"/>
                </a:cubicBezTo>
                <a:cubicBezTo>
                  <a:pt x="1368" y="101"/>
                  <a:pt x="1236" y="0"/>
                  <a:pt x="1080" y="0"/>
                </a:cubicBezTo>
                <a:cubicBezTo>
                  <a:pt x="924" y="0"/>
                  <a:pt x="792" y="101"/>
                  <a:pt x="742" y="24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08" y="240"/>
                  <a:pt x="0" y="348"/>
                  <a:pt x="0" y="48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8" y="2400"/>
                  <a:pt x="240" y="2400"/>
                </a:cubicBezTo>
                <a:cubicBezTo>
                  <a:pt x="1920" y="2400"/>
                  <a:pt x="1920" y="2400"/>
                  <a:pt x="1920" y="2400"/>
                </a:cubicBezTo>
                <a:cubicBezTo>
                  <a:pt x="2052" y="2400"/>
                  <a:pt x="2160" y="2292"/>
                  <a:pt x="2160" y="2160"/>
                </a:cubicBezTo>
                <a:cubicBezTo>
                  <a:pt x="2160" y="480"/>
                  <a:pt x="2160" y="480"/>
                  <a:pt x="2160" y="480"/>
                </a:cubicBezTo>
                <a:cubicBezTo>
                  <a:pt x="2160" y="348"/>
                  <a:pt x="2052" y="240"/>
                  <a:pt x="1920" y="240"/>
                </a:cubicBezTo>
                <a:close/>
                <a:moveTo>
                  <a:pt x="1080" y="240"/>
                </a:moveTo>
                <a:cubicBezTo>
                  <a:pt x="1146" y="240"/>
                  <a:pt x="1200" y="294"/>
                  <a:pt x="1200" y="360"/>
                </a:cubicBezTo>
                <a:cubicBezTo>
                  <a:pt x="1200" y="426"/>
                  <a:pt x="1146" y="480"/>
                  <a:pt x="1080" y="480"/>
                </a:cubicBezTo>
                <a:cubicBezTo>
                  <a:pt x="1014" y="480"/>
                  <a:pt x="960" y="426"/>
                  <a:pt x="960" y="360"/>
                </a:cubicBezTo>
                <a:cubicBezTo>
                  <a:pt x="960" y="294"/>
                  <a:pt x="1014" y="240"/>
                  <a:pt x="1080" y="240"/>
                </a:cubicBezTo>
                <a:close/>
                <a:moveTo>
                  <a:pt x="1320" y="1920"/>
                </a:moveTo>
                <a:cubicBezTo>
                  <a:pt x="480" y="1920"/>
                  <a:pt x="480" y="1920"/>
                  <a:pt x="480" y="1920"/>
                </a:cubicBezTo>
                <a:cubicBezTo>
                  <a:pt x="480" y="1680"/>
                  <a:pt x="480" y="1680"/>
                  <a:pt x="480" y="1680"/>
                </a:cubicBezTo>
                <a:cubicBezTo>
                  <a:pt x="1320" y="1680"/>
                  <a:pt x="1320" y="1680"/>
                  <a:pt x="1320" y="1680"/>
                </a:cubicBezTo>
                <a:lnTo>
                  <a:pt x="1320" y="1920"/>
                </a:lnTo>
                <a:close/>
                <a:moveTo>
                  <a:pt x="1680" y="1440"/>
                </a:moveTo>
                <a:cubicBezTo>
                  <a:pt x="480" y="1440"/>
                  <a:pt x="480" y="1440"/>
                  <a:pt x="480" y="1440"/>
                </a:cubicBezTo>
                <a:cubicBezTo>
                  <a:pt x="480" y="1200"/>
                  <a:pt x="480" y="1200"/>
                  <a:pt x="480" y="1200"/>
                </a:cubicBezTo>
                <a:cubicBezTo>
                  <a:pt x="1680" y="1200"/>
                  <a:pt x="1680" y="1200"/>
                  <a:pt x="1680" y="1200"/>
                </a:cubicBezTo>
                <a:lnTo>
                  <a:pt x="1680" y="1440"/>
                </a:lnTo>
                <a:close/>
                <a:moveTo>
                  <a:pt x="1680" y="960"/>
                </a:moveTo>
                <a:cubicBezTo>
                  <a:pt x="480" y="960"/>
                  <a:pt x="480" y="960"/>
                  <a:pt x="480" y="960"/>
                </a:cubicBezTo>
                <a:cubicBezTo>
                  <a:pt x="480" y="720"/>
                  <a:pt x="480" y="720"/>
                  <a:pt x="480" y="720"/>
                </a:cubicBezTo>
                <a:cubicBezTo>
                  <a:pt x="1680" y="720"/>
                  <a:pt x="1680" y="720"/>
                  <a:pt x="1680" y="720"/>
                </a:cubicBezTo>
                <a:lnTo>
                  <a:pt x="1680" y="9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ssignment Individua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944" cy="914400"/>
          </a:xfrm>
          <a:custGeom>
            <a:avLst/>
            <a:gdLst>
              <a:gd name="T0" fmla="*/ 1920 w 2160"/>
              <a:gd name="T1" fmla="*/ 240 h 2400"/>
              <a:gd name="T2" fmla="*/ 1418 w 2160"/>
              <a:gd name="T3" fmla="*/ 240 h 2400"/>
              <a:gd name="T4" fmla="*/ 1080 w 2160"/>
              <a:gd name="T5" fmla="*/ 0 h 2400"/>
              <a:gd name="T6" fmla="*/ 742 w 2160"/>
              <a:gd name="T7" fmla="*/ 240 h 2400"/>
              <a:gd name="T8" fmla="*/ 240 w 2160"/>
              <a:gd name="T9" fmla="*/ 240 h 2400"/>
              <a:gd name="T10" fmla="*/ 0 w 2160"/>
              <a:gd name="T11" fmla="*/ 480 h 2400"/>
              <a:gd name="T12" fmla="*/ 0 w 2160"/>
              <a:gd name="T13" fmla="*/ 2160 h 2400"/>
              <a:gd name="T14" fmla="*/ 240 w 2160"/>
              <a:gd name="T15" fmla="*/ 2400 h 2400"/>
              <a:gd name="T16" fmla="*/ 1920 w 2160"/>
              <a:gd name="T17" fmla="*/ 2400 h 2400"/>
              <a:gd name="T18" fmla="*/ 2160 w 2160"/>
              <a:gd name="T19" fmla="*/ 2160 h 2400"/>
              <a:gd name="T20" fmla="*/ 2160 w 2160"/>
              <a:gd name="T21" fmla="*/ 480 h 2400"/>
              <a:gd name="T22" fmla="*/ 1920 w 2160"/>
              <a:gd name="T23" fmla="*/ 240 h 2400"/>
              <a:gd name="T24" fmla="*/ 1080 w 2160"/>
              <a:gd name="T25" fmla="*/ 240 h 2400"/>
              <a:gd name="T26" fmla="*/ 1200 w 2160"/>
              <a:gd name="T27" fmla="*/ 360 h 2400"/>
              <a:gd name="T28" fmla="*/ 1080 w 2160"/>
              <a:gd name="T29" fmla="*/ 480 h 2400"/>
              <a:gd name="T30" fmla="*/ 960 w 2160"/>
              <a:gd name="T31" fmla="*/ 360 h 2400"/>
              <a:gd name="T32" fmla="*/ 1080 w 2160"/>
              <a:gd name="T33" fmla="*/ 240 h 2400"/>
              <a:gd name="T34" fmla="*/ 1080 w 2160"/>
              <a:gd name="T35" fmla="*/ 720 h 2400"/>
              <a:gd name="T36" fmla="*/ 1440 w 2160"/>
              <a:gd name="T37" fmla="*/ 1080 h 2400"/>
              <a:gd name="T38" fmla="*/ 1080 w 2160"/>
              <a:gd name="T39" fmla="*/ 1440 h 2400"/>
              <a:gd name="T40" fmla="*/ 720 w 2160"/>
              <a:gd name="T41" fmla="*/ 1080 h 2400"/>
              <a:gd name="T42" fmla="*/ 1080 w 2160"/>
              <a:gd name="T43" fmla="*/ 720 h 2400"/>
              <a:gd name="T44" fmla="*/ 1800 w 2160"/>
              <a:gd name="T45" fmla="*/ 2160 h 2400"/>
              <a:gd name="T46" fmla="*/ 360 w 2160"/>
              <a:gd name="T47" fmla="*/ 2160 h 2400"/>
              <a:gd name="T48" fmla="*/ 360 w 2160"/>
              <a:gd name="T49" fmla="*/ 1992 h 2400"/>
              <a:gd name="T50" fmla="*/ 1080 w 2160"/>
              <a:gd name="T51" fmla="*/ 1620 h 2400"/>
              <a:gd name="T52" fmla="*/ 1800 w 2160"/>
              <a:gd name="T53" fmla="*/ 1992 h 2400"/>
              <a:gd name="T54" fmla="*/ 1800 w 2160"/>
              <a:gd name="T55" fmla="*/ 216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0" h="2400">
                <a:moveTo>
                  <a:pt x="1920" y="240"/>
                </a:moveTo>
                <a:cubicBezTo>
                  <a:pt x="1418" y="240"/>
                  <a:pt x="1418" y="240"/>
                  <a:pt x="1418" y="240"/>
                </a:cubicBezTo>
                <a:cubicBezTo>
                  <a:pt x="1368" y="101"/>
                  <a:pt x="1236" y="0"/>
                  <a:pt x="1080" y="0"/>
                </a:cubicBezTo>
                <a:cubicBezTo>
                  <a:pt x="924" y="0"/>
                  <a:pt x="792" y="101"/>
                  <a:pt x="742" y="24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08" y="240"/>
                  <a:pt x="0" y="348"/>
                  <a:pt x="0" y="48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8" y="2400"/>
                  <a:pt x="240" y="2400"/>
                </a:cubicBezTo>
                <a:cubicBezTo>
                  <a:pt x="1920" y="2400"/>
                  <a:pt x="1920" y="2400"/>
                  <a:pt x="1920" y="2400"/>
                </a:cubicBezTo>
                <a:cubicBezTo>
                  <a:pt x="2052" y="2400"/>
                  <a:pt x="2160" y="2292"/>
                  <a:pt x="2160" y="2160"/>
                </a:cubicBezTo>
                <a:cubicBezTo>
                  <a:pt x="2160" y="480"/>
                  <a:pt x="2160" y="480"/>
                  <a:pt x="2160" y="480"/>
                </a:cubicBezTo>
                <a:cubicBezTo>
                  <a:pt x="2160" y="348"/>
                  <a:pt x="2052" y="240"/>
                  <a:pt x="1920" y="240"/>
                </a:cubicBezTo>
                <a:close/>
                <a:moveTo>
                  <a:pt x="1080" y="240"/>
                </a:moveTo>
                <a:cubicBezTo>
                  <a:pt x="1146" y="240"/>
                  <a:pt x="1200" y="294"/>
                  <a:pt x="1200" y="360"/>
                </a:cubicBezTo>
                <a:cubicBezTo>
                  <a:pt x="1200" y="426"/>
                  <a:pt x="1146" y="480"/>
                  <a:pt x="1080" y="480"/>
                </a:cubicBezTo>
                <a:cubicBezTo>
                  <a:pt x="1014" y="480"/>
                  <a:pt x="960" y="426"/>
                  <a:pt x="960" y="360"/>
                </a:cubicBezTo>
                <a:cubicBezTo>
                  <a:pt x="960" y="294"/>
                  <a:pt x="1014" y="240"/>
                  <a:pt x="1080" y="240"/>
                </a:cubicBezTo>
                <a:close/>
                <a:moveTo>
                  <a:pt x="1080" y="720"/>
                </a:moveTo>
                <a:cubicBezTo>
                  <a:pt x="1279" y="720"/>
                  <a:pt x="1440" y="881"/>
                  <a:pt x="1440" y="1080"/>
                </a:cubicBezTo>
                <a:cubicBezTo>
                  <a:pt x="1440" y="1279"/>
                  <a:pt x="1279" y="1440"/>
                  <a:pt x="1080" y="1440"/>
                </a:cubicBezTo>
                <a:cubicBezTo>
                  <a:pt x="881" y="1440"/>
                  <a:pt x="720" y="1279"/>
                  <a:pt x="720" y="1080"/>
                </a:cubicBezTo>
                <a:cubicBezTo>
                  <a:pt x="720" y="881"/>
                  <a:pt x="881" y="720"/>
                  <a:pt x="1080" y="720"/>
                </a:cubicBezTo>
                <a:close/>
                <a:moveTo>
                  <a:pt x="1800" y="2160"/>
                </a:moveTo>
                <a:cubicBezTo>
                  <a:pt x="360" y="2160"/>
                  <a:pt x="360" y="2160"/>
                  <a:pt x="360" y="2160"/>
                </a:cubicBezTo>
                <a:cubicBezTo>
                  <a:pt x="360" y="1992"/>
                  <a:pt x="360" y="1992"/>
                  <a:pt x="360" y="1992"/>
                </a:cubicBezTo>
                <a:cubicBezTo>
                  <a:pt x="360" y="1752"/>
                  <a:pt x="840" y="1620"/>
                  <a:pt x="1080" y="1620"/>
                </a:cubicBezTo>
                <a:cubicBezTo>
                  <a:pt x="1320" y="1620"/>
                  <a:pt x="1800" y="1752"/>
                  <a:pt x="1800" y="1992"/>
                </a:cubicBezTo>
                <a:lnTo>
                  <a:pt x="1800" y="21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27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ssignment La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944" cy="914400"/>
          </a:xfrm>
          <a:custGeom>
            <a:avLst/>
            <a:gdLst>
              <a:gd name="T0" fmla="*/ 1920 w 2160"/>
              <a:gd name="T1" fmla="*/ 240 h 2400"/>
              <a:gd name="T2" fmla="*/ 1418 w 2160"/>
              <a:gd name="T3" fmla="*/ 240 h 2400"/>
              <a:gd name="T4" fmla="*/ 1080 w 2160"/>
              <a:gd name="T5" fmla="*/ 0 h 2400"/>
              <a:gd name="T6" fmla="*/ 742 w 2160"/>
              <a:gd name="T7" fmla="*/ 240 h 2400"/>
              <a:gd name="T8" fmla="*/ 240 w 2160"/>
              <a:gd name="T9" fmla="*/ 240 h 2400"/>
              <a:gd name="T10" fmla="*/ 0 w 2160"/>
              <a:gd name="T11" fmla="*/ 480 h 2400"/>
              <a:gd name="T12" fmla="*/ 0 w 2160"/>
              <a:gd name="T13" fmla="*/ 2160 h 2400"/>
              <a:gd name="T14" fmla="*/ 240 w 2160"/>
              <a:gd name="T15" fmla="*/ 2400 h 2400"/>
              <a:gd name="T16" fmla="*/ 1920 w 2160"/>
              <a:gd name="T17" fmla="*/ 2400 h 2400"/>
              <a:gd name="T18" fmla="*/ 2160 w 2160"/>
              <a:gd name="T19" fmla="*/ 2160 h 2400"/>
              <a:gd name="T20" fmla="*/ 2160 w 2160"/>
              <a:gd name="T21" fmla="*/ 480 h 2400"/>
              <a:gd name="T22" fmla="*/ 1920 w 2160"/>
              <a:gd name="T23" fmla="*/ 240 h 2400"/>
              <a:gd name="T24" fmla="*/ 1200 w 2160"/>
              <a:gd name="T25" fmla="*/ 2040 h 2400"/>
              <a:gd name="T26" fmla="*/ 960 w 2160"/>
              <a:gd name="T27" fmla="*/ 2040 h 2400"/>
              <a:gd name="T28" fmla="*/ 960 w 2160"/>
              <a:gd name="T29" fmla="*/ 1800 h 2400"/>
              <a:gd name="T30" fmla="*/ 1200 w 2160"/>
              <a:gd name="T31" fmla="*/ 1800 h 2400"/>
              <a:gd name="T32" fmla="*/ 1200 w 2160"/>
              <a:gd name="T33" fmla="*/ 2040 h 2400"/>
              <a:gd name="T34" fmla="*/ 1200 w 2160"/>
              <a:gd name="T35" fmla="*/ 1560 h 2400"/>
              <a:gd name="T36" fmla="*/ 960 w 2160"/>
              <a:gd name="T37" fmla="*/ 1560 h 2400"/>
              <a:gd name="T38" fmla="*/ 960 w 2160"/>
              <a:gd name="T39" fmla="*/ 840 h 2400"/>
              <a:gd name="T40" fmla="*/ 1200 w 2160"/>
              <a:gd name="T41" fmla="*/ 840 h 2400"/>
              <a:gd name="T42" fmla="*/ 1200 w 2160"/>
              <a:gd name="T43" fmla="*/ 1560 h 2400"/>
              <a:gd name="T44" fmla="*/ 1080 w 2160"/>
              <a:gd name="T45" fmla="*/ 480 h 2400"/>
              <a:gd name="T46" fmla="*/ 960 w 2160"/>
              <a:gd name="T47" fmla="*/ 360 h 2400"/>
              <a:gd name="T48" fmla="*/ 1080 w 2160"/>
              <a:gd name="T49" fmla="*/ 240 h 2400"/>
              <a:gd name="T50" fmla="*/ 1200 w 2160"/>
              <a:gd name="T51" fmla="*/ 360 h 2400"/>
              <a:gd name="T52" fmla="*/ 1080 w 2160"/>
              <a:gd name="T53" fmla="*/ 48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160" h="2400">
                <a:moveTo>
                  <a:pt x="1920" y="240"/>
                </a:moveTo>
                <a:cubicBezTo>
                  <a:pt x="1418" y="240"/>
                  <a:pt x="1418" y="240"/>
                  <a:pt x="1418" y="240"/>
                </a:cubicBezTo>
                <a:cubicBezTo>
                  <a:pt x="1368" y="101"/>
                  <a:pt x="1236" y="0"/>
                  <a:pt x="1080" y="0"/>
                </a:cubicBezTo>
                <a:cubicBezTo>
                  <a:pt x="924" y="0"/>
                  <a:pt x="792" y="101"/>
                  <a:pt x="742" y="24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08" y="240"/>
                  <a:pt x="0" y="348"/>
                  <a:pt x="0" y="48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8" y="2400"/>
                  <a:pt x="240" y="2400"/>
                </a:cubicBezTo>
                <a:cubicBezTo>
                  <a:pt x="1920" y="2400"/>
                  <a:pt x="1920" y="2400"/>
                  <a:pt x="1920" y="2400"/>
                </a:cubicBezTo>
                <a:cubicBezTo>
                  <a:pt x="2052" y="2400"/>
                  <a:pt x="2160" y="2292"/>
                  <a:pt x="2160" y="2160"/>
                </a:cubicBezTo>
                <a:cubicBezTo>
                  <a:pt x="2160" y="480"/>
                  <a:pt x="2160" y="480"/>
                  <a:pt x="2160" y="480"/>
                </a:cubicBezTo>
                <a:cubicBezTo>
                  <a:pt x="2160" y="348"/>
                  <a:pt x="2052" y="240"/>
                  <a:pt x="1920" y="240"/>
                </a:cubicBezTo>
                <a:close/>
                <a:moveTo>
                  <a:pt x="1200" y="2040"/>
                </a:moveTo>
                <a:cubicBezTo>
                  <a:pt x="960" y="2040"/>
                  <a:pt x="960" y="2040"/>
                  <a:pt x="960" y="2040"/>
                </a:cubicBezTo>
                <a:cubicBezTo>
                  <a:pt x="960" y="1800"/>
                  <a:pt x="960" y="1800"/>
                  <a:pt x="960" y="1800"/>
                </a:cubicBezTo>
                <a:cubicBezTo>
                  <a:pt x="1200" y="1800"/>
                  <a:pt x="1200" y="1800"/>
                  <a:pt x="1200" y="1800"/>
                </a:cubicBezTo>
                <a:lnTo>
                  <a:pt x="1200" y="2040"/>
                </a:lnTo>
                <a:close/>
                <a:moveTo>
                  <a:pt x="1200" y="1560"/>
                </a:moveTo>
                <a:cubicBezTo>
                  <a:pt x="960" y="1560"/>
                  <a:pt x="960" y="1560"/>
                  <a:pt x="960" y="1560"/>
                </a:cubicBezTo>
                <a:cubicBezTo>
                  <a:pt x="960" y="840"/>
                  <a:pt x="960" y="840"/>
                  <a:pt x="960" y="840"/>
                </a:cubicBezTo>
                <a:cubicBezTo>
                  <a:pt x="1200" y="840"/>
                  <a:pt x="1200" y="840"/>
                  <a:pt x="1200" y="840"/>
                </a:cubicBezTo>
                <a:lnTo>
                  <a:pt x="1200" y="1560"/>
                </a:lnTo>
                <a:close/>
                <a:moveTo>
                  <a:pt x="1080" y="480"/>
                </a:moveTo>
                <a:cubicBezTo>
                  <a:pt x="1014" y="480"/>
                  <a:pt x="960" y="426"/>
                  <a:pt x="960" y="360"/>
                </a:cubicBezTo>
                <a:cubicBezTo>
                  <a:pt x="960" y="294"/>
                  <a:pt x="1014" y="240"/>
                  <a:pt x="1080" y="240"/>
                </a:cubicBezTo>
                <a:cubicBezTo>
                  <a:pt x="1146" y="240"/>
                  <a:pt x="1200" y="294"/>
                  <a:pt x="1200" y="360"/>
                </a:cubicBezTo>
                <a:cubicBezTo>
                  <a:pt x="1200" y="426"/>
                  <a:pt x="1146" y="480"/>
                  <a:pt x="1080" y="4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261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ssignment Retur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944" cy="914400"/>
          </a:xfrm>
          <a:custGeom>
            <a:avLst/>
            <a:gdLst>
              <a:gd name="T0" fmla="*/ 1920 w 2160"/>
              <a:gd name="T1" fmla="*/ 240 h 2400"/>
              <a:gd name="T2" fmla="*/ 1418 w 2160"/>
              <a:gd name="T3" fmla="*/ 240 h 2400"/>
              <a:gd name="T4" fmla="*/ 1080 w 2160"/>
              <a:gd name="T5" fmla="*/ 0 h 2400"/>
              <a:gd name="T6" fmla="*/ 742 w 2160"/>
              <a:gd name="T7" fmla="*/ 240 h 2400"/>
              <a:gd name="T8" fmla="*/ 240 w 2160"/>
              <a:gd name="T9" fmla="*/ 240 h 2400"/>
              <a:gd name="T10" fmla="*/ 0 w 2160"/>
              <a:gd name="T11" fmla="*/ 480 h 2400"/>
              <a:gd name="T12" fmla="*/ 0 w 2160"/>
              <a:gd name="T13" fmla="*/ 2160 h 2400"/>
              <a:gd name="T14" fmla="*/ 240 w 2160"/>
              <a:gd name="T15" fmla="*/ 2400 h 2400"/>
              <a:gd name="T16" fmla="*/ 1920 w 2160"/>
              <a:gd name="T17" fmla="*/ 2400 h 2400"/>
              <a:gd name="T18" fmla="*/ 2160 w 2160"/>
              <a:gd name="T19" fmla="*/ 2160 h 2400"/>
              <a:gd name="T20" fmla="*/ 2160 w 2160"/>
              <a:gd name="T21" fmla="*/ 480 h 2400"/>
              <a:gd name="T22" fmla="*/ 1920 w 2160"/>
              <a:gd name="T23" fmla="*/ 240 h 2400"/>
              <a:gd name="T24" fmla="*/ 1080 w 2160"/>
              <a:gd name="T25" fmla="*/ 240 h 2400"/>
              <a:gd name="T26" fmla="*/ 1200 w 2160"/>
              <a:gd name="T27" fmla="*/ 360 h 2400"/>
              <a:gd name="T28" fmla="*/ 1080 w 2160"/>
              <a:gd name="T29" fmla="*/ 480 h 2400"/>
              <a:gd name="T30" fmla="*/ 960 w 2160"/>
              <a:gd name="T31" fmla="*/ 360 h 2400"/>
              <a:gd name="T32" fmla="*/ 1080 w 2160"/>
              <a:gd name="T33" fmla="*/ 240 h 2400"/>
              <a:gd name="T34" fmla="*/ 1560 w 2160"/>
              <a:gd name="T35" fmla="*/ 1680 h 2400"/>
              <a:gd name="T36" fmla="*/ 1080 w 2160"/>
              <a:gd name="T37" fmla="*/ 1680 h 2400"/>
              <a:gd name="T38" fmla="*/ 1080 w 2160"/>
              <a:gd name="T39" fmla="*/ 2040 h 2400"/>
              <a:gd name="T40" fmla="*/ 480 w 2160"/>
              <a:gd name="T41" fmla="*/ 1440 h 2400"/>
              <a:gd name="T42" fmla="*/ 1080 w 2160"/>
              <a:gd name="T43" fmla="*/ 840 h 2400"/>
              <a:gd name="T44" fmla="*/ 1080 w 2160"/>
              <a:gd name="T45" fmla="*/ 1200 h 2400"/>
              <a:gd name="T46" fmla="*/ 1560 w 2160"/>
              <a:gd name="T47" fmla="*/ 1200 h 2400"/>
              <a:gd name="T48" fmla="*/ 1560 w 2160"/>
              <a:gd name="T49" fmla="*/ 168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160" h="2400">
                <a:moveTo>
                  <a:pt x="1920" y="240"/>
                </a:moveTo>
                <a:cubicBezTo>
                  <a:pt x="1418" y="240"/>
                  <a:pt x="1418" y="240"/>
                  <a:pt x="1418" y="240"/>
                </a:cubicBezTo>
                <a:cubicBezTo>
                  <a:pt x="1368" y="101"/>
                  <a:pt x="1236" y="0"/>
                  <a:pt x="1080" y="0"/>
                </a:cubicBezTo>
                <a:cubicBezTo>
                  <a:pt x="924" y="0"/>
                  <a:pt x="792" y="101"/>
                  <a:pt x="742" y="24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08" y="240"/>
                  <a:pt x="0" y="348"/>
                  <a:pt x="0" y="48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8" y="2400"/>
                  <a:pt x="240" y="2400"/>
                </a:cubicBezTo>
                <a:cubicBezTo>
                  <a:pt x="1920" y="2400"/>
                  <a:pt x="1920" y="2400"/>
                  <a:pt x="1920" y="2400"/>
                </a:cubicBezTo>
                <a:cubicBezTo>
                  <a:pt x="2052" y="2400"/>
                  <a:pt x="2160" y="2292"/>
                  <a:pt x="2160" y="2160"/>
                </a:cubicBezTo>
                <a:cubicBezTo>
                  <a:pt x="2160" y="480"/>
                  <a:pt x="2160" y="480"/>
                  <a:pt x="2160" y="480"/>
                </a:cubicBezTo>
                <a:cubicBezTo>
                  <a:pt x="2160" y="348"/>
                  <a:pt x="2052" y="240"/>
                  <a:pt x="1920" y="240"/>
                </a:cubicBezTo>
                <a:close/>
                <a:moveTo>
                  <a:pt x="1080" y="240"/>
                </a:moveTo>
                <a:cubicBezTo>
                  <a:pt x="1146" y="240"/>
                  <a:pt x="1200" y="294"/>
                  <a:pt x="1200" y="360"/>
                </a:cubicBezTo>
                <a:cubicBezTo>
                  <a:pt x="1200" y="426"/>
                  <a:pt x="1146" y="480"/>
                  <a:pt x="1080" y="480"/>
                </a:cubicBezTo>
                <a:cubicBezTo>
                  <a:pt x="1014" y="480"/>
                  <a:pt x="960" y="426"/>
                  <a:pt x="960" y="360"/>
                </a:cubicBezTo>
                <a:cubicBezTo>
                  <a:pt x="960" y="294"/>
                  <a:pt x="1014" y="240"/>
                  <a:pt x="1080" y="240"/>
                </a:cubicBezTo>
                <a:close/>
                <a:moveTo>
                  <a:pt x="1560" y="1680"/>
                </a:moveTo>
                <a:cubicBezTo>
                  <a:pt x="1080" y="1680"/>
                  <a:pt x="1080" y="1680"/>
                  <a:pt x="1080" y="1680"/>
                </a:cubicBezTo>
                <a:cubicBezTo>
                  <a:pt x="1080" y="2040"/>
                  <a:pt x="1080" y="2040"/>
                  <a:pt x="1080" y="2040"/>
                </a:cubicBezTo>
                <a:cubicBezTo>
                  <a:pt x="480" y="1440"/>
                  <a:pt x="480" y="1440"/>
                  <a:pt x="480" y="1440"/>
                </a:cubicBezTo>
                <a:cubicBezTo>
                  <a:pt x="1080" y="840"/>
                  <a:pt x="1080" y="840"/>
                  <a:pt x="1080" y="840"/>
                </a:cubicBezTo>
                <a:cubicBezTo>
                  <a:pt x="1080" y="1200"/>
                  <a:pt x="1080" y="1200"/>
                  <a:pt x="1080" y="1200"/>
                </a:cubicBezTo>
                <a:cubicBezTo>
                  <a:pt x="1560" y="1200"/>
                  <a:pt x="1560" y="1200"/>
                  <a:pt x="1560" y="1200"/>
                </a:cubicBezTo>
                <a:lnTo>
                  <a:pt x="1560" y="16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78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ssignment Return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944" cy="914400"/>
          </a:xfrm>
          <a:custGeom>
            <a:avLst/>
            <a:gdLst>
              <a:gd name="T0" fmla="*/ 1920 w 2160"/>
              <a:gd name="T1" fmla="*/ 240 h 2400"/>
              <a:gd name="T2" fmla="*/ 1418 w 2160"/>
              <a:gd name="T3" fmla="*/ 240 h 2400"/>
              <a:gd name="T4" fmla="*/ 1080 w 2160"/>
              <a:gd name="T5" fmla="*/ 0 h 2400"/>
              <a:gd name="T6" fmla="*/ 742 w 2160"/>
              <a:gd name="T7" fmla="*/ 240 h 2400"/>
              <a:gd name="T8" fmla="*/ 240 w 2160"/>
              <a:gd name="T9" fmla="*/ 240 h 2400"/>
              <a:gd name="T10" fmla="*/ 0 w 2160"/>
              <a:gd name="T11" fmla="*/ 480 h 2400"/>
              <a:gd name="T12" fmla="*/ 0 w 2160"/>
              <a:gd name="T13" fmla="*/ 2160 h 2400"/>
              <a:gd name="T14" fmla="*/ 240 w 2160"/>
              <a:gd name="T15" fmla="*/ 2400 h 2400"/>
              <a:gd name="T16" fmla="*/ 1920 w 2160"/>
              <a:gd name="T17" fmla="*/ 2400 h 2400"/>
              <a:gd name="T18" fmla="*/ 2160 w 2160"/>
              <a:gd name="T19" fmla="*/ 2160 h 2400"/>
              <a:gd name="T20" fmla="*/ 2160 w 2160"/>
              <a:gd name="T21" fmla="*/ 480 h 2400"/>
              <a:gd name="T22" fmla="*/ 1920 w 2160"/>
              <a:gd name="T23" fmla="*/ 240 h 2400"/>
              <a:gd name="T24" fmla="*/ 1080 w 2160"/>
              <a:gd name="T25" fmla="*/ 240 h 2400"/>
              <a:gd name="T26" fmla="*/ 1200 w 2160"/>
              <a:gd name="T27" fmla="*/ 360 h 2400"/>
              <a:gd name="T28" fmla="*/ 1080 w 2160"/>
              <a:gd name="T29" fmla="*/ 480 h 2400"/>
              <a:gd name="T30" fmla="*/ 960 w 2160"/>
              <a:gd name="T31" fmla="*/ 360 h 2400"/>
              <a:gd name="T32" fmla="*/ 1080 w 2160"/>
              <a:gd name="T33" fmla="*/ 240 h 2400"/>
              <a:gd name="T34" fmla="*/ 1080 w 2160"/>
              <a:gd name="T35" fmla="*/ 2040 h 2400"/>
              <a:gd name="T36" fmla="*/ 480 w 2160"/>
              <a:gd name="T37" fmla="*/ 1440 h 2400"/>
              <a:gd name="T38" fmla="*/ 840 w 2160"/>
              <a:gd name="T39" fmla="*/ 1440 h 2400"/>
              <a:gd name="T40" fmla="*/ 840 w 2160"/>
              <a:gd name="T41" fmla="*/ 960 h 2400"/>
              <a:gd name="T42" fmla="*/ 1320 w 2160"/>
              <a:gd name="T43" fmla="*/ 960 h 2400"/>
              <a:gd name="T44" fmla="*/ 1320 w 2160"/>
              <a:gd name="T45" fmla="*/ 1440 h 2400"/>
              <a:gd name="T46" fmla="*/ 1680 w 2160"/>
              <a:gd name="T47" fmla="*/ 1440 h 2400"/>
              <a:gd name="T48" fmla="*/ 1080 w 2160"/>
              <a:gd name="T49" fmla="*/ 204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160" h="2400">
                <a:moveTo>
                  <a:pt x="1920" y="240"/>
                </a:moveTo>
                <a:cubicBezTo>
                  <a:pt x="1418" y="240"/>
                  <a:pt x="1418" y="240"/>
                  <a:pt x="1418" y="240"/>
                </a:cubicBezTo>
                <a:cubicBezTo>
                  <a:pt x="1368" y="101"/>
                  <a:pt x="1236" y="0"/>
                  <a:pt x="1080" y="0"/>
                </a:cubicBezTo>
                <a:cubicBezTo>
                  <a:pt x="924" y="0"/>
                  <a:pt x="792" y="101"/>
                  <a:pt x="742" y="24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08" y="240"/>
                  <a:pt x="0" y="348"/>
                  <a:pt x="0" y="48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8" y="2400"/>
                  <a:pt x="240" y="2400"/>
                </a:cubicBezTo>
                <a:cubicBezTo>
                  <a:pt x="1920" y="2400"/>
                  <a:pt x="1920" y="2400"/>
                  <a:pt x="1920" y="2400"/>
                </a:cubicBezTo>
                <a:cubicBezTo>
                  <a:pt x="2052" y="2400"/>
                  <a:pt x="2160" y="2292"/>
                  <a:pt x="2160" y="2160"/>
                </a:cubicBezTo>
                <a:cubicBezTo>
                  <a:pt x="2160" y="480"/>
                  <a:pt x="2160" y="480"/>
                  <a:pt x="2160" y="480"/>
                </a:cubicBezTo>
                <a:cubicBezTo>
                  <a:pt x="2160" y="348"/>
                  <a:pt x="2052" y="240"/>
                  <a:pt x="1920" y="240"/>
                </a:cubicBezTo>
                <a:close/>
                <a:moveTo>
                  <a:pt x="1080" y="240"/>
                </a:moveTo>
                <a:cubicBezTo>
                  <a:pt x="1146" y="240"/>
                  <a:pt x="1200" y="294"/>
                  <a:pt x="1200" y="360"/>
                </a:cubicBezTo>
                <a:cubicBezTo>
                  <a:pt x="1200" y="426"/>
                  <a:pt x="1146" y="480"/>
                  <a:pt x="1080" y="480"/>
                </a:cubicBezTo>
                <a:cubicBezTo>
                  <a:pt x="1014" y="480"/>
                  <a:pt x="960" y="426"/>
                  <a:pt x="960" y="360"/>
                </a:cubicBezTo>
                <a:cubicBezTo>
                  <a:pt x="960" y="294"/>
                  <a:pt x="1014" y="240"/>
                  <a:pt x="1080" y="240"/>
                </a:cubicBezTo>
                <a:close/>
                <a:moveTo>
                  <a:pt x="1080" y="2040"/>
                </a:moveTo>
                <a:cubicBezTo>
                  <a:pt x="480" y="1440"/>
                  <a:pt x="480" y="1440"/>
                  <a:pt x="480" y="1440"/>
                </a:cubicBezTo>
                <a:cubicBezTo>
                  <a:pt x="840" y="1440"/>
                  <a:pt x="840" y="1440"/>
                  <a:pt x="840" y="1440"/>
                </a:cubicBezTo>
                <a:cubicBezTo>
                  <a:pt x="840" y="960"/>
                  <a:pt x="840" y="960"/>
                  <a:pt x="840" y="960"/>
                </a:cubicBezTo>
                <a:cubicBezTo>
                  <a:pt x="1320" y="960"/>
                  <a:pt x="1320" y="960"/>
                  <a:pt x="1320" y="960"/>
                </a:cubicBezTo>
                <a:cubicBezTo>
                  <a:pt x="1320" y="1440"/>
                  <a:pt x="1320" y="1440"/>
                  <a:pt x="1320" y="1440"/>
                </a:cubicBezTo>
                <a:cubicBezTo>
                  <a:pt x="1680" y="1440"/>
                  <a:pt x="1680" y="1440"/>
                  <a:pt x="1680" y="1440"/>
                </a:cubicBezTo>
                <a:lnTo>
                  <a:pt x="1080" y="20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ssignment Turned I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944" cy="914400"/>
          </a:xfrm>
          <a:custGeom>
            <a:avLst/>
            <a:gdLst>
              <a:gd name="T0" fmla="*/ 1920 w 2160"/>
              <a:gd name="T1" fmla="*/ 240 h 2400"/>
              <a:gd name="T2" fmla="*/ 1418 w 2160"/>
              <a:gd name="T3" fmla="*/ 240 h 2400"/>
              <a:gd name="T4" fmla="*/ 1080 w 2160"/>
              <a:gd name="T5" fmla="*/ 0 h 2400"/>
              <a:gd name="T6" fmla="*/ 742 w 2160"/>
              <a:gd name="T7" fmla="*/ 240 h 2400"/>
              <a:gd name="T8" fmla="*/ 240 w 2160"/>
              <a:gd name="T9" fmla="*/ 240 h 2400"/>
              <a:gd name="T10" fmla="*/ 0 w 2160"/>
              <a:gd name="T11" fmla="*/ 480 h 2400"/>
              <a:gd name="T12" fmla="*/ 0 w 2160"/>
              <a:gd name="T13" fmla="*/ 2160 h 2400"/>
              <a:gd name="T14" fmla="*/ 240 w 2160"/>
              <a:gd name="T15" fmla="*/ 2400 h 2400"/>
              <a:gd name="T16" fmla="*/ 1920 w 2160"/>
              <a:gd name="T17" fmla="*/ 2400 h 2400"/>
              <a:gd name="T18" fmla="*/ 2160 w 2160"/>
              <a:gd name="T19" fmla="*/ 2160 h 2400"/>
              <a:gd name="T20" fmla="*/ 2160 w 2160"/>
              <a:gd name="T21" fmla="*/ 480 h 2400"/>
              <a:gd name="T22" fmla="*/ 1920 w 2160"/>
              <a:gd name="T23" fmla="*/ 240 h 2400"/>
              <a:gd name="T24" fmla="*/ 1080 w 2160"/>
              <a:gd name="T25" fmla="*/ 240 h 2400"/>
              <a:gd name="T26" fmla="*/ 1200 w 2160"/>
              <a:gd name="T27" fmla="*/ 360 h 2400"/>
              <a:gd name="T28" fmla="*/ 1080 w 2160"/>
              <a:gd name="T29" fmla="*/ 480 h 2400"/>
              <a:gd name="T30" fmla="*/ 960 w 2160"/>
              <a:gd name="T31" fmla="*/ 360 h 2400"/>
              <a:gd name="T32" fmla="*/ 1080 w 2160"/>
              <a:gd name="T33" fmla="*/ 240 h 2400"/>
              <a:gd name="T34" fmla="*/ 840 w 2160"/>
              <a:gd name="T35" fmla="*/ 1920 h 2400"/>
              <a:gd name="T36" fmla="*/ 360 w 2160"/>
              <a:gd name="T37" fmla="*/ 1440 h 2400"/>
              <a:gd name="T38" fmla="*/ 529 w 2160"/>
              <a:gd name="T39" fmla="*/ 1271 h 2400"/>
              <a:gd name="T40" fmla="*/ 840 w 2160"/>
              <a:gd name="T41" fmla="*/ 1580 h 2400"/>
              <a:gd name="T42" fmla="*/ 1631 w 2160"/>
              <a:gd name="T43" fmla="*/ 790 h 2400"/>
              <a:gd name="T44" fmla="*/ 1800 w 2160"/>
              <a:gd name="T45" fmla="*/ 960 h 2400"/>
              <a:gd name="T46" fmla="*/ 840 w 2160"/>
              <a:gd name="T47" fmla="*/ 192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60" h="2400">
                <a:moveTo>
                  <a:pt x="1920" y="240"/>
                </a:moveTo>
                <a:cubicBezTo>
                  <a:pt x="1418" y="240"/>
                  <a:pt x="1418" y="240"/>
                  <a:pt x="1418" y="240"/>
                </a:cubicBezTo>
                <a:cubicBezTo>
                  <a:pt x="1368" y="101"/>
                  <a:pt x="1236" y="0"/>
                  <a:pt x="1080" y="0"/>
                </a:cubicBezTo>
                <a:cubicBezTo>
                  <a:pt x="924" y="0"/>
                  <a:pt x="792" y="101"/>
                  <a:pt x="742" y="24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08" y="240"/>
                  <a:pt x="0" y="348"/>
                  <a:pt x="0" y="48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8" y="2400"/>
                  <a:pt x="240" y="2400"/>
                </a:cubicBezTo>
                <a:cubicBezTo>
                  <a:pt x="1920" y="2400"/>
                  <a:pt x="1920" y="2400"/>
                  <a:pt x="1920" y="2400"/>
                </a:cubicBezTo>
                <a:cubicBezTo>
                  <a:pt x="2052" y="2400"/>
                  <a:pt x="2160" y="2292"/>
                  <a:pt x="2160" y="2160"/>
                </a:cubicBezTo>
                <a:cubicBezTo>
                  <a:pt x="2160" y="480"/>
                  <a:pt x="2160" y="480"/>
                  <a:pt x="2160" y="480"/>
                </a:cubicBezTo>
                <a:cubicBezTo>
                  <a:pt x="2160" y="348"/>
                  <a:pt x="2052" y="240"/>
                  <a:pt x="1920" y="240"/>
                </a:cubicBezTo>
                <a:close/>
                <a:moveTo>
                  <a:pt x="1080" y="240"/>
                </a:moveTo>
                <a:cubicBezTo>
                  <a:pt x="1146" y="240"/>
                  <a:pt x="1200" y="294"/>
                  <a:pt x="1200" y="360"/>
                </a:cubicBezTo>
                <a:cubicBezTo>
                  <a:pt x="1200" y="426"/>
                  <a:pt x="1146" y="480"/>
                  <a:pt x="1080" y="480"/>
                </a:cubicBezTo>
                <a:cubicBezTo>
                  <a:pt x="1014" y="480"/>
                  <a:pt x="960" y="426"/>
                  <a:pt x="960" y="360"/>
                </a:cubicBezTo>
                <a:cubicBezTo>
                  <a:pt x="960" y="294"/>
                  <a:pt x="1014" y="240"/>
                  <a:pt x="1080" y="240"/>
                </a:cubicBezTo>
                <a:close/>
                <a:moveTo>
                  <a:pt x="840" y="1920"/>
                </a:moveTo>
                <a:cubicBezTo>
                  <a:pt x="360" y="1440"/>
                  <a:pt x="360" y="1440"/>
                  <a:pt x="360" y="1440"/>
                </a:cubicBezTo>
                <a:cubicBezTo>
                  <a:pt x="529" y="1271"/>
                  <a:pt x="529" y="1271"/>
                  <a:pt x="529" y="1271"/>
                </a:cubicBezTo>
                <a:cubicBezTo>
                  <a:pt x="840" y="1580"/>
                  <a:pt x="840" y="1580"/>
                  <a:pt x="840" y="1580"/>
                </a:cubicBezTo>
                <a:cubicBezTo>
                  <a:pt x="1631" y="790"/>
                  <a:pt x="1631" y="790"/>
                  <a:pt x="1631" y="790"/>
                </a:cubicBezTo>
                <a:cubicBezTo>
                  <a:pt x="1800" y="960"/>
                  <a:pt x="1800" y="960"/>
                  <a:pt x="1800" y="960"/>
                </a:cubicBezTo>
                <a:lnTo>
                  <a:pt x="840" y="19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52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 Renew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64978" cy="914400"/>
          </a:xfrm>
          <a:custGeom>
            <a:avLst/>
            <a:gdLst>
              <a:gd name="T0" fmla="*/ 960 w 1920"/>
              <a:gd name="T1" fmla="*/ 600 h 2640"/>
              <a:gd name="T2" fmla="*/ 960 w 1920"/>
              <a:gd name="T3" fmla="*/ 960 h 2640"/>
              <a:gd name="T4" fmla="*/ 1440 w 1920"/>
              <a:gd name="T5" fmla="*/ 480 h 2640"/>
              <a:gd name="T6" fmla="*/ 960 w 1920"/>
              <a:gd name="T7" fmla="*/ 0 h 2640"/>
              <a:gd name="T8" fmla="*/ 960 w 1920"/>
              <a:gd name="T9" fmla="*/ 360 h 2640"/>
              <a:gd name="T10" fmla="*/ 0 w 1920"/>
              <a:gd name="T11" fmla="*/ 1320 h 2640"/>
              <a:gd name="T12" fmla="*/ 149 w 1920"/>
              <a:gd name="T13" fmla="*/ 1831 h 2640"/>
              <a:gd name="T14" fmla="*/ 324 w 1920"/>
              <a:gd name="T15" fmla="*/ 1656 h 2640"/>
              <a:gd name="T16" fmla="*/ 240 w 1920"/>
              <a:gd name="T17" fmla="*/ 1320 h 2640"/>
              <a:gd name="T18" fmla="*/ 960 w 1920"/>
              <a:gd name="T19" fmla="*/ 600 h 2640"/>
              <a:gd name="T20" fmla="*/ 1771 w 1920"/>
              <a:gd name="T21" fmla="*/ 809 h 2640"/>
              <a:gd name="T22" fmla="*/ 1596 w 1920"/>
              <a:gd name="T23" fmla="*/ 984 h 2640"/>
              <a:gd name="T24" fmla="*/ 1680 w 1920"/>
              <a:gd name="T25" fmla="*/ 1320 h 2640"/>
              <a:gd name="T26" fmla="*/ 960 w 1920"/>
              <a:gd name="T27" fmla="*/ 2040 h 2640"/>
              <a:gd name="T28" fmla="*/ 960 w 1920"/>
              <a:gd name="T29" fmla="*/ 1680 h 2640"/>
              <a:gd name="T30" fmla="*/ 480 w 1920"/>
              <a:gd name="T31" fmla="*/ 2160 h 2640"/>
              <a:gd name="T32" fmla="*/ 960 w 1920"/>
              <a:gd name="T33" fmla="*/ 2640 h 2640"/>
              <a:gd name="T34" fmla="*/ 960 w 1920"/>
              <a:gd name="T35" fmla="*/ 2280 h 2640"/>
              <a:gd name="T36" fmla="*/ 1920 w 1920"/>
              <a:gd name="T37" fmla="*/ 1320 h 2640"/>
              <a:gd name="T38" fmla="*/ 1771 w 1920"/>
              <a:gd name="T39" fmla="*/ 809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920" h="2640">
                <a:moveTo>
                  <a:pt x="960" y="600"/>
                </a:moveTo>
                <a:cubicBezTo>
                  <a:pt x="960" y="960"/>
                  <a:pt x="960" y="960"/>
                  <a:pt x="960" y="960"/>
                </a:cubicBezTo>
                <a:cubicBezTo>
                  <a:pt x="1440" y="480"/>
                  <a:pt x="1440" y="480"/>
                  <a:pt x="1440" y="480"/>
                </a:cubicBezTo>
                <a:cubicBezTo>
                  <a:pt x="960" y="0"/>
                  <a:pt x="960" y="0"/>
                  <a:pt x="960" y="0"/>
                </a:cubicBezTo>
                <a:cubicBezTo>
                  <a:pt x="960" y="360"/>
                  <a:pt x="960" y="360"/>
                  <a:pt x="960" y="360"/>
                </a:cubicBezTo>
                <a:cubicBezTo>
                  <a:pt x="430" y="360"/>
                  <a:pt x="0" y="790"/>
                  <a:pt x="0" y="1320"/>
                </a:cubicBezTo>
                <a:cubicBezTo>
                  <a:pt x="0" y="1508"/>
                  <a:pt x="55" y="1684"/>
                  <a:pt x="149" y="1831"/>
                </a:cubicBezTo>
                <a:cubicBezTo>
                  <a:pt x="324" y="1656"/>
                  <a:pt x="324" y="1656"/>
                  <a:pt x="324" y="1656"/>
                </a:cubicBezTo>
                <a:cubicBezTo>
                  <a:pt x="270" y="1556"/>
                  <a:pt x="240" y="1441"/>
                  <a:pt x="240" y="1320"/>
                </a:cubicBezTo>
                <a:cubicBezTo>
                  <a:pt x="240" y="923"/>
                  <a:pt x="563" y="600"/>
                  <a:pt x="960" y="600"/>
                </a:cubicBezTo>
                <a:close/>
                <a:moveTo>
                  <a:pt x="1771" y="809"/>
                </a:moveTo>
                <a:cubicBezTo>
                  <a:pt x="1596" y="984"/>
                  <a:pt x="1596" y="984"/>
                  <a:pt x="1596" y="984"/>
                </a:cubicBezTo>
                <a:cubicBezTo>
                  <a:pt x="1649" y="1085"/>
                  <a:pt x="1680" y="1199"/>
                  <a:pt x="1680" y="1320"/>
                </a:cubicBezTo>
                <a:cubicBezTo>
                  <a:pt x="1680" y="1717"/>
                  <a:pt x="1357" y="2040"/>
                  <a:pt x="960" y="2040"/>
                </a:cubicBezTo>
                <a:cubicBezTo>
                  <a:pt x="960" y="1680"/>
                  <a:pt x="960" y="1680"/>
                  <a:pt x="960" y="1680"/>
                </a:cubicBezTo>
                <a:cubicBezTo>
                  <a:pt x="480" y="2160"/>
                  <a:pt x="480" y="2160"/>
                  <a:pt x="480" y="2160"/>
                </a:cubicBezTo>
                <a:cubicBezTo>
                  <a:pt x="960" y="2640"/>
                  <a:pt x="960" y="2640"/>
                  <a:pt x="960" y="2640"/>
                </a:cubicBezTo>
                <a:cubicBezTo>
                  <a:pt x="960" y="2280"/>
                  <a:pt x="960" y="2280"/>
                  <a:pt x="960" y="2280"/>
                </a:cubicBezTo>
                <a:cubicBezTo>
                  <a:pt x="1490" y="2280"/>
                  <a:pt x="1920" y="1850"/>
                  <a:pt x="1920" y="1320"/>
                </a:cubicBezTo>
                <a:cubicBezTo>
                  <a:pt x="1920" y="1132"/>
                  <a:pt x="1865" y="956"/>
                  <a:pt x="1771" y="8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2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u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555"/>
          </a:xfrm>
          <a:custGeom>
            <a:avLst/>
            <a:gdLst>
              <a:gd name="T0" fmla="*/ 2322 w 2880"/>
              <a:gd name="T1" fmla="*/ 725 h 1920"/>
              <a:gd name="T2" fmla="*/ 1440 w 2880"/>
              <a:gd name="T3" fmla="*/ 0 h 1920"/>
              <a:gd name="T4" fmla="*/ 642 w 2880"/>
              <a:gd name="T5" fmla="*/ 485 h 1920"/>
              <a:gd name="T6" fmla="*/ 0 w 2880"/>
              <a:gd name="T7" fmla="*/ 1200 h 1920"/>
              <a:gd name="T8" fmla="*/ 720 w 2880"/>
              <a:gd name="T9" fmla="*/ 1920 h 1920"/>
              <a:gd name="T10" fmla="*/ 2280 w 2880"/>
              <a:gd name="T11" fmla="*/ 1920 h 1920"/>
              <a:gd name="T12" fmla="*/ 2880 w 2880"/>
              <a:gd name="T13" fmla="*/ 1320 h 1920"/>
              <a:gd name="T14" fmla="*/ 2322 w 2880"/>
              <a:gd name="T15" fmla="*/ 725 h 1920"/>
              <a:gd name="T16" fmla="*/ 1680 w 2880"/>
              <a:gd name="T17" fmla="*/ 1080 h 1920"/>
              <a:gd name="T18" fmla="*/ 1680 w 2880"/>
              <a:gd name="T19" fmla="*/ 1560 h 1920"/>
              <a:gd name="T20" fmla="*/ 1200 w 2880"/>
              <a:gd name="T21" fmla="*/ 1560 h 1920"/>
              <a:gd name="T22" fmla="*/ 1200 w 2880"/>
              <a:gd name="T23" fmla="*/ 1080 h 1920"/>
              <a:gd name="T24" fmla="*/ 840 w 2880"/>
              <a:gd name="T25" fmla="*/ 1080 h 1920"/>
              <a:gd name="T26" fmla="*/ 1440 w 2880"/>
              <a:gd name="T27" fmla="*/ 480 h 1920"/>
              <a:gd name="T28" fmla="*/ 2040 w 2880"/>
              <a:gd name="T29" fmla="*/ 1080 h 1920"/>
              <a:gd name="T30" fmla="*/ 1680 w 2880"/>
              <a:gd name="T31" fmla="*/ 1080 h 1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880" h="1920">
                <a:moveTo>
                  <a:pt x="2322" y="725"/>
                </a:moveTo>
                <a:cubicBezTo>
                  <a:pt x="2240" y="311"/>
                  <a:pt x="1877" y="0"/>
                  <a:pt x="1440" y="0"/>
                </a:cubicBezTo>
                <a:cubicBezTo>
                  <a:pt x="1093" y="0"/>
                  <a:pt x="792" y="197"/>
                  <a:pt x="642" y="485"/>
                </a:cubicBezTo>
                <a:cubicBezTo>
                  <a:pt x="281" y="523"/>
                  <a:pt x="0" y="829"/>
                  <a:pt x="0" y="1200"/>
                </a:cubicBezTo>
                <a:cubicBezTo>
                  <a:pt x="0" y="1597"/>
                  <a:pt x="323" y="1920"/>
                  <a:pt x="720" y="1920"/>
                </a:cubicBezTo>
                <a:cubicBezTo>
                  <a:pt x="2280" y="1920"/>
                  <a:pt x="2280" y="1920"/>
                  <a:pt x="2280" y="1920"/>
                </a:cubicBezTo>
                <a:cubicBezTo>
                  <a:pt x="2611" y="1920"/>
                  <a:pt x="2880" y="1651"/>
                  <a:pt x="2880" y="1320"/>
                </a:cubicBezTo>
                <a:cubicBezTo>
                  <a:pt x="2880" y="1003"/>
                  <a:pt x="2634" y="746"/>
                  <a:pt x="2322" y="725"/>
                </a:cubicBezTo>
                <a:close/>
                <a:moveTo>
                  <a:pt x="1680" y="1080"/>
                </a:moveTo>
                <a:cubicBezTo>
                  <a:pt x="1680" y="1560"/>
                  <a:pt x="1680" y="1560"/>
                  <a:pt x="1680" y="1560"/>
                </a:cubicBezTo>
                <a:cubicBezTo>
                  <a:pt x="1200" y="1560"/>
                  <a:pt x="1200" y="1560"/>
                  <a:pt x="1200" y="1560"/>
                </a:cubicBezTo>
                <a:cubicBezTo>
                  <a:pt x="1200" y="1080"/>
                  <a:pt x="1200" y="1080"/>
                  <a:pt x="1200" y="1080"/>
                </a:cubicBezTo>
                <a:cubicBezTo>
                  <a:pt x="840" y="1080"/>
                  <a:pt x="840" y="1080"/>
                  <a:pt x="840" y="1080"/>
                </a:cubicBezTo>
                <a:cubicBezTo>
                  <a:pt x="1440" y="480"/>
                  <a:pt x="1440" y="480"/>
                  <a:pt x="1440" y="480"/>
                </a:cubicBezTo>
                <a:cubicBezTo>
                  <a:pt x="2040" y="1080"/>
                  <a:pt x="2040" y="1080"/>
                  <a:pt x="2040" y="1080"/>
                </a:cubicBezTo>
                <a:lnTo>
                  <a:pt x="1680" y="10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515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o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488" cy="914400"/>
          </a:xfrm>
          <a:custGeom>
            <a:avLst/>
            <a:gdLst>
              <a:gd name="T0" fmla="*/ 1680 w 1920"/>
              <a:gd name="T1" fmla="*/ 0 h 2400"/>
              <a:gd name="T2" fmla="*/ 240 w 1920"/>
              <a:gd name="T3" fmla="*/ 0 h 2400"/>
              <a:gd name="T4" fmla="*/ 0 w 1920"/>
              <a:gd name="T5" fmla="*/ 240 h 2400"/>
              <a:gd name="T6" fmla="*/ 0 w 1920"/>
              <a:gd name="T7" fmla="*/ 2160 h 2400"/>
              <a:gd name="T8" fmla="*/ 240 w 1920"/>
              <a:gd name="T9" fmla="*/ 2400 h 2400"/>
              <a:gd name="T10" fmla="*/ 1680 w 1920"/>
              <a:gd name="T11" fmla="*/ 2400 h 2400"/>
              <a:gd name="T12" fmla="*/ 1920 w 1920"/>
              <a:gd name="T13" fmla="*/ 2160 h 2400"/>
              <a:gd name="T14" fmla="*/ 1920 w 1920"/>
              <a:gd name="T15" fmla="*/ 240 h 2400"/>
              <a:gd name="T16" fmla="*/ 1680 w 1920"/>
              <a:gd name="T17" fmla="*/ 0 h 2400"/>
              <a:gd name="T18" fmla="*/ 240 w 1920"/>
              <a:gd name="T19" fmla="*/ 240 h 2400"/>
              <a:gd name="T20" fmla="*/ 840 w 1920"/>
              <a:gd name="T21" fmla="*/ 240 h 2400"/>
              <a:gd name="T22" fmla="*/ 840 w 1920"/>
              <a:gd name="T23" fmla="*/ 1200 h 2400"/>
              <a:gd name="T24" fmla="*/ 540 w 1920"/>
              <a:gd name="T25" fmla="*/ 1020 h 2400"/>
              <a:gd name="T26" fmla="*/ 240 w 1920"/>
              <a:gd name="T27" fmla="*/ 1200 h 2400"/>
              <a:gd name="T28" fmla="*/ 240 w 1920"/>
              <a:gd name="T29" fmla="*/ 24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20" h="2400">
                <a:moveTo>
                  <a:pt x="168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8" y="2400"/>
                  <a:pt x="240" y="2400"/>
                </a:cubicBezTo>
                <a:cubicBezTo>
                  <a:pt x="1680" y="2400"/>
                  <a:pt x="1680" y="2400"/>
                  <a:pt x="1680" y="2400"/>
                </a:cubicBezTo>
                <a:cubicBezTo>
                  <a:pt x="1812" y="2400"/>
                  <a:pt x="1920" y="2292"/>
                  <a:pt x="1920" y="2160"/>
                </a:cubicBezTo>
                <a:cubicBezTo>
                  <a:pt x="1920" y="240"/>
                  <a:pt x="1920" y="240"/>
                  <a:pt x="1920" y="240"/>
                </a:cubicBezTo>
                <a:cubicBezTo>
                  <a:pt x="1920" y="108"/>
                  <a:pt x="1812" y="0"/>
                  <a:pt x="1680" y="0"/>
                </a:cubicBezTo>
                <a:close/>
                <a:moveTo>
                  <a:pt x="240" y="240"/>
                </a:moveTo>
                <a:cubicBezTo>
                  <a:pt x="840" y="240"/>
                  <a:pt x="840" y="240"/>
                  <a:pt x="840" y="240"/>
                </a:cubicBezTo>
                <a:cubicBezTo>
                  <a:pt x="840" y="1200"/>
                  <a:pt x="840" y="1200"/>
                  <a:pt x="840" y="1200"/>
                </a:cubicBezTo>
                <a:cubicBezTo>
                  <a:pt x="540" y="1020"/>
                  <a:pt x="540" y="1020"/>
                  <a:pt x="540" y="1020"/>
                </a:cubicBezTo>
                <a:cubicBezTo>
                  <a:pt x="240" y="1200"/>
                  <a:pt x="240" y="1200"/>
                  <a:pt x="240" y="1200"/>
                </a:cubicBezTo>
                <a:lnTo>
                  <a:pt x="240" y="2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2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okmark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11160" cy="914400"/>
          </a:xfrm>
          <a:custGeom>
            <a:avLst/>
            <a:gdLst>
              <a:gd name="T0" fmla="*/ 1440 w 1680"/>
              <a:gd name="T1" fmla="*/ 0 h 2160"/>
              <a:gd name="T2" fmla="*/ 240 w 1680"/>
              <a:gd name="T3" fmla="*/ 0 h 2160"/>
              <a:gd name="T4" fmla="*/ 1 w 1680"/>
              <a:gd name="T5" fmla="*/ 240 h 2160"/>
              <a:gd name="T6" fmla="*/ 0 w 1680"/>
              <a:gd name="T7" fmla="*/ 2160 h 2160"/>
              <a:gd name="T8" fmla="*/ 840 w 1680"/>
              <a:gd name="T9" fmla="*/ 1800 h 2160"/>
              <a:gd name="T10" fmla="*/ 1680 w 1680"/>
              <a:gd name="T11" fmla="*/ 2160 h 2160"/>
              <a:gd name="T12" fmla="*/ 1680 w 1680"/>
              <a:gd name="T13" fmla="*/ 240 h 2160"/>
              <a:gd name="T14" fmla="*/ 1440 w 1680"/>
              <a:gd name="T15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80" h="2160">
                <a:moveTo>
                  <a:pt x="144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1" y="108"/>
                  <a:pt x="1" y="24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840" y="1800"/>
                  <a:pt x="840" y="1800"/>
                  <a:pt x="840" y="1800"/>
                </a:cubicBezTo>
                <a:cubicBezTo>
                  <a:pt x="1680" y="2160"/>
                  <a:pt x="1680" y="2160"/>
                  <a:pt x="1680" y="2160"/>
                </a:cubicBezTo>
                <a:cubicBezTo>
                  <a:pt x="1680" y="240"/>
                  <a:pt x="1680" y="240"/>
                  <a:pt x="1680" y="240"/>
                </a:cubicBezTo>
                <a:cubicBezTo>
                  <a:pt x="1680" y="108"/>
                  <a:pt x="1572" y="0"/>
                  <a:pt x="14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62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okmark Bord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11160" cy="914400"/>
          </a:xfrm>
          <a:custGeom>
            <a:avLst/>
            <a:gdLst>
              <a:gd name="T0" fmla="*/ 1440 w 1680"/>
              <a:gd name="T1" fmla="*/ 0 h 2160"/>
              <a:gd name="T2" fmla="*/ 240 w 1680"/>
              <a:gd name="T3" fmla="*/ 0 h 2160"/>
              <a:gd name="T4" fmla="*/ 1 w 1680"/>
              <a:gd name="T5" fmla="*/ 240 h 2160"/>
              <a:gd name="T6" fmla="*/ 0 w 1680"/>
              <a:gd name="T7" fmla="*/ 2160 h 2160"/>
              <a:gd name="T8" fmla="*/ 840 w 1680"/>
              <a:gd name="T9" fmla="*/ 1800 h 2160"/>
              <a:gd name="T10" fmla="*/ 1680 w 1680"/>
              <a:gd name="T11" fmla="*/ 2160 h 2160"/>
              <a:gd name="T12" fmla="*/ 1680 w 1680"/>
              <a:gd name="T13" fmla="*/ 240 h 2160"/>
              <a:gd name="T14" fmla="*/ 1440 w 1680"/>
              <a:gd name="T15" fmla="*/ 0 h 2160"/>
              <a:gd name="T16" fmla="*/ 1440 w 1680"/>
              <a:gd name="T17" fmla="*/ 1800 h 2160"/>
              <a:gd name="T18" fmla="*/ 840 w 1680"/>
              <a:gd name="T19" fmla="*/ 1538 h 2160"/>
              <a:gd name="T20" fmla="*/ 240 w 1680"/>
              <a:gd name="T21" fmla="*/ 1800 h 2160"/>
              <a:gd name="T22" fmla="*/ 240 w 1680"/>
              <a:gd name="T23" fmla="*/ 240 h 2160"/>
              <a:gd name="T24" fmla="*/ 1440 w 1680"/>
              <a:gd name="T25" fmla="*/ 240 h 2160"/>
              <a:gd name="T26" fmla="*/ 1440 w 1680"/>
              <a:gd name="T27" fmla="*/ 180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80" h="2160">
                <a:moveTo>
                  <a:pt x="144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1" y="108"/>
                  <a:pt x="1" y="24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840" y="1800"/>
                  <a:pt x="840" y="1800"/>
                  <a:pt x="840" y="1800"/>
                </a:cubicBezTo>
                <a:cubicBezTo>
                  <a:pt x="1680" y="2160"/>
                  <a:pt x="1680" y="2160"/>
                  <a:pt x="1680" y="2160"/>
                </a:cubicBezTo>
                <a:cubicBezTo>
                  <a:pt x="1680" y="240"/>
                  <a:pt x="1680" y="240"/>
                  <a:pt x="1680" y="240"/>
                </a:cubicBezTo>
                <a:cubicBezTo>
                  <a:pt x="1680" y="108"/>
                  <a:pt x="1572" y="0"/>
                  <a:pt x="1440" y="0"/>
                </a:cubicBezTo>
                <a:close/>
                <a:moveTo>
                  <a:pt x="1440" y="1800"/>
                </a:moveTo>
                <a:cubicBezTo>
                  <a:pt x="840" y="1538"/>
                  <a:pt x="840" y="1538"/>
                  <a:pt x="840" y="1538"/>
                </a:cubicBezTo>
                <a:cubicBezTo>
                  <a:pt x="240" y="1800"/>
                  <a:pt x="240" y="1800"/>
                  <a:pt x="240" y="180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440" y="240"/>
                  <a:pt x="1440" y="240"/>
                  <a:pt x="1440" y="240"/>
                </a:cubicBezTo>
                <a:lnTo>
                  <a:pt x="1440" y="1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57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ug Repor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12780" cy="914400"/>
          </a:xfrm>
          <a:custGeom>
            <a:avLst/>
            <a:gdLst>
              <a:gd name="T0" fmla="*/ 1920 w 1920"/>
              <a:gd name="T1" fmla="*/ 600 h 2160"/>
              <a:gd name="T2" fmla="*/ 1583 w 1920"/>
              <a:gd name="T3" fmla="*/ 600 h 2160"/>
              <a:gd name="T4" fmla="*/ 1364 w 1920"/>
              <a:gd name="T5" fmla="*/ 365 h 2160"/>
              <a:gd name="T6" fmla="*/ 1560 w 1920"/>
              <a:gd name="T7" fmla="*/ 169 h 2160"/>
              <a:gd name="T8" fmla="*/ 1391 w 1920"/>
              <a:gd name="T9" fmla="*/ 0 h 2160"/>
              <a:gd name="T10" fmla="*/ 1130 w 1920"/>
              <a:gd name="T11" fmla="*/ 260 h 2160"/>
              <a:gd name="T12" fmla="*/ 960 w 1920"/>
              <a:gd name="T13" fmla="*/ 240 h 2160"/>
              <a:gd name="T14" fmla="*/ 791 w 1920"/>
              <a:gd name="T15" fmla="*/ 260 h 2160"/>
              <a:gd name="T16" fmla="*/ 529 w 1920"/>
              <a:gd name="T17" fmla="*/ 0 h 2160"/>
              <a:gd name="T18" fmla="*/ 360 w 1920"/>
              <a:gd name="T19" fmla="*/ 169 h 2160"/>
              <a:gd name="T20" fmla="*/ 554 w 1920"/>
              <a:gd name="T21" fmla="*/ 365 h 2160"/>
              <a:gd name="T22" fmla="*/ 337 w 1920"/>
              <a:gd name="T23" fmla="*/ 600 h 2160"/>
              <a:gd name="T24" fmla="*/ 0 w 1920"/>
              <a:gd name="T25" fmla="*/ 600 h 2160"/>
              <a:gd name="T26" fmla="*/ 0 w 1920"/>
              <a:gd name="T27" fmla="*/ 840 h 2160"/>
              <a:gd name="T28" fmla="*/ 251 w 1920"/>
              <a:gd name="T29" fmla="*/ 840 h 2160"/>
              <a:gd name="T30" fmla="*/ 240 w 1920"/>
              <a:gd name="T31" fmla="*/ 960 h 2160"/>
              <a:gd name="T32" fmla="*/ 240 w 1920"/>
              <a:gd name="T33" fmla="*/ 1080 h 2160"/>
              <a:gd name="T34" fmla="*/ 0 w 1920"/>
              <a:gd name="T35" fmla="*/ 1080 h 2160"/>
              <a:gd name="T36" fmla="*/ 0 w 1920"/>
              <a:gd name="T37" fmla="*/ 1320 h 2160"/>
              <a:gd name="T38" fmla="*/ 240 w 1920"/>
              <a:gd name="T39" fmla="*/ 1320 h 2160"/>
              <a:gd name="T40" fmla="*/ 240 w 1920"/>
              <a:gd name="T41" fmla="*/ 1440 h 2160"/>
              <a:gd name="T42" fmla="*/ 251 w 1920"/>
              <a:gd name="T43" fmla="*/ 1560 h 2160"/>
              <a:gd name="T44" fmla="*/ 0 w 1920"/>
              <a:gd name="T45" fmla="*/ 1560 h 2160"/>
              <a:gd name="T46" fmla="*/ 0 w 1920"/>
              <a:gd name="T47" fmla="*/ 1800 h 2160"/>
              <a:gd name="T48" fmla="*/ 337 w 1920"/>
              <a:gd name="T49" fmla="*/ 1800 h 2160"/>
              <a:gd name="T50" fmla="*/ 960 w 1920"/>
              <a:gd name="T51" fmla="*/ 2160 h 2160"/>
              <a:gd name="T52" fmla="*/ 1583 w 1920"/>
              <a:gd name="T53" fmla="*/ 1800 h 2160"/>
              <a:gd name="T54" fmla="*/ 1920 w 1920"/>
              <a:gd name="T55" fmla="*/ 1800 h 2160"/>
              <a:gd name="T56" fmla="*/ 1920 w 1920"/>
              <a:gd name="T57" fmla="*/ 1560 h 2160"/>
              <a:gd name="T58" fmla="*/ 1669 w 1920"/>
              <a:gd name="T59" fmla="*/ 1560 h 2160"/>
              <a:gd name="T60" fmla="*/ 1680 w 1920"/>
              <a:gd name="T61" fmla="*/ 1440 h 2160"/>
              <a:gd name="T62" fmla="*/ 1680 w 1920"/>
              <a:gd name="T63" fmla="*/ 1320 h 2160"/>
              <a:gd name="T64" fmla="*/ 1920 w 1920"/>
              <a:gd name="T65" fmla="*/ 1320 h 2160"/>
              <a:gd name="T66" fmla="*/ 1920 w 1920"/>
              <a:gd name="T67" fmla="*/ 1080 h 2160"/>
              <a:gd name="T68" fmla="*/ 1680 w 1920"/>
              <a:gd name="T69" fmla="*/ 1080 h 2160"/>
              <a:gd name="T70" fmla="*/ 1680 w 1920"/>
              <a:gd name="T71" fmla="*/ 960 h 2160"/>
              <a:gd name="T72" fmla="*/ 1669 w 1920"/>
              <a:gd name="T73" fmla="*/ 840 h 2160"/>
              <a:gd name="T74" fmla="*/ 1920 w 1920"/>
              <a:gd name="T75" fmla="*/ 840 h 2160"/>
              <a:gd name="T76" fmla="*/ 1920 w 1920"/>
              <a:gd name="T77" fmla="*/ 600 h 2160"/>
              <a:gd name="T78" fmla="*/ 1200 w 1920"/>
              <a:gd name="T79" fmla="*/ 1560 h 2160"/>
              <a:gd name="T80" fmla="*/ 720 w 1920"/>
              <a:gd name="T81" fmla="*/ 1560 h 2160"/>
              <a:gd name="T82" fmla="*/ 720 w 1920"/>
              <a:gd name="T83" fmla="*/ 1320 h 2160"/>
              <a:gd name="T84" fmla="*/ 1200 w 1920"/>
              <a:gd name="T85" fmla="*/ 1320 h 2160"/>
              <a:gd name="T86" fmla="*/ 1200 w 1920"/>
              <a:gd name="T87" fmla="*/ 1560 h 2160"/>
              <a:gd name="T88" fmla="*/ 1200 w 1920"/>
              <a:gd name="T89" fmla="*/ 1080 h 2160"/>
              <a:gd name="T90" fmla="*/ 720 w 1920"/>
              <a:gd name="T91" fmla="*/ 1080 h 2160"/>
              <a:gd name="T92" fmla="*/ 720 w 1920"/>
              <a:gd name="T93" fmla="*/ 840 h 2160"/>
              <a:gd name="T94" fmla="*/ 1200 w 1920"/>
              <a:gd name="T95" fmla="*/ 840 h 2160"/>
              <a:gd name="T96" fmla="*/ 1200 w 1920"/>
              <a:gd name="T97" fmla="*/ 108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20" h="2160">
                <a:moveTo>
                  <a:pt x="1920" y="600"/>
                </a:moveTo>
                <a:cubicBezTo>
                  <a:pt x="1583" y="600"/>
                  <a:pt x="1583" y="600"/>
                  <a:pt x="1583" y="600"/>
                </a:cubicBezTo>
                <a:cubicBezTo>
                  <a:pt x="1529" y="506"/>
                  <a:pt x="1454" y="426"/>
                  <a:pt x="1364" y="365"/>
                </a:cubicBezTo>
                <a:cubicBezTo>
                  <a:pt x="1560" y="169"/>
                  <a:pt x="1560" y="169"/>
                  <a:pt x="1560" y="169"/>
                </a:cubicBezTo>
                <a:cubicBezTo>
                  <a:pt x="1391" y="0"/>
                  <a:pt x="1391" y="0"/>
                  <a:pt x="1391" y="0"/>
                </a:cubicBezTo>
                <a:cubicBezTo>
                  <a:pt x="1130" y="260"/>
                  <a:pt x="1130" y="260"/>
                  <a:pt x="1130" y="260"/>
                </a:cubicBezTo>
                <a:cubicBezTo>
                  <a:pt x="1075" y="247"/>
                  <a:pt x="1019" y="240"/>
                  <a:pt x="960" y="240"/>
                </a:cubicBezTo>
                <a:cubicBezTo>
                  <a:pt x="901" y="240"/>
                  <a:pt x="845" y="247"/>
                  <a:pt x="791" y="260"/>
                </a:cubicBezTo>
                <a:cubicBezTo>
                  <a:pt x="529" y="0"/>
                  <a:pt x="529" y="0"/>
                  <a:pt x="529" y="0"/>
                </a:cubicBezTo>
                <a:cubicBezTo>
                  <a:pt x="360" y="169"/>
                  <a:pt x="360" y="169"/>
                  <a:pt x="360" y="169"/>
                </a:cubicBezTo>
                <a:cubicBezTo>
                  <a:pt x="554" y="365"/>
                  <a:pt x="554" y="365"/>
                  <a:pt x="554" y="365"/>
                </a:cubicBezTo>
                <a:cubicBezTo>
                  <a:pt x="466" y="426"/>
                  <a:pt x="391" y="506"/>
                  <a:pt x="337" y="600"/>
                </a:cubicBezTo>
                <a:cubicBezTo>
                  <a:pt x="0" y="600"/>
                  <a:pt x="0" y="600"/>
                  <a:pt x="0" y="600"/>
                </a:cubicBezTo>
                <a:cubicBezTo>
                  <a:pt x="0" y="840"/>
                  <a:pt x="0" y="840"/>
                  <a:pt x="0" y="840"/>
                </a:cubicBezTo>
                <a:cubicBezTo>
                  <a:pt x="251" y="840"/>
                  <a:pt x="251" y="840"/>
                  <a:pt x="251" y="840"/>
                </a:cubicBezTo>
                <a:cubicBezTo>
                  <a:pt x="245" y="880"/>
                  <a:pt x="240" y="919"/>
                  <a:pt x="240" y="960"/>
                </a:cubicBezTo>
                <a:cubicBezTo>
                  <a:pt x="240" y="1080"/>
                  <a:pt x="240" y="1080"/>
                  <a:pt x="240" y="1080"/>
                </a:cubicBezTo>
                <a:cubicBezTo>
                  <a:pt x="0" y="1080"/>
                  <a:pt x="0" y="1080"/>
                  <a:pt x="0" y="1080"/>
                </a:cubicBezTo>
                <a:cubicBezTo>
                  <a:pt x="0" y="1320"/>
                  <a:pt x="0" y="1320"/>
                  <a:pt x="0" y="1320"/>
                </a:cubicBezTo>
                <a:cubicBezTo>
                  <a:pt x="240" y="1320"/>
                  <a:pt x="240" y="1320"/>
                  <a:pt x="240" y="1320"/>
                </a:cubicBezTo>
                <a:cubicBezTo>
                  <a:pt x="240" y="1440"/>
                  <a:pt x="240" y="1440"/>
                  <a:pt x="240" y="1440"/>
                </a:cubicBezTo>
                <a:cubicBezTo>
                  <a:pt x="240" y="1481"/>
                  <a:pt x="245" y="1520"/>
                  <a:pt x="251" y="1560"/>
                </a:cubicBezTo>
                <a:cubicBezTo>
                  <a:pt x="0" y="1560"/>
                  <a:pt x="0" y="1560"/>
                  <a:pt x="0" y="1560"/>
                </a:cubicBezTo>
                <a:cubicBezTo>
                  <a:pt x="0" y="1800"/>
                  <a:pt x="0" y="1800"/>
                  <a:pt x="0" y="1800"/>
                </a:cubicBezTo>
                <a:cubicBezTo>
                  <a:pt x="337" y="1800"/>
                  <a:pt x="337" y="1800"/>
                  <a:pt x="337" y="1800"/>
                </a:cubicBezTo>
                <a:cubicBezTo>
                  <a:pt x="462" y="2015"/>
                  <a:pt x="694" y="2160"/>
                  <a:pt x="960" y="2160"/>
                </a:cubicBezTo>
                <a:cubicBezTo>
                  <a:pt x="1226" y="2160"/>
                  <a:pt x="1458" y="2015"/>
                  <a:pt x="1583" y="1800"/>
                </a:cubicBezTo>
                <a:cubicBezTo>
                  <a:pt x="1920" y="1800"/>
                  <a:pt x="1920" y="1800"/>
                  <a:pt x="1920" y="1800"/>
                </a:cubicBezTo>
                <a:cubicBezTo>
                  <a:pt x="1920" y="1560"/>
                  <a:pt x="1920" y="1560"/>
                  <a:pt x="1920" y="1560"/>
                </a:cubicBezTo>
                <a:cubicBezTo>
                  <a:pt x="1669" y="1560"/>
                  <a:pt x="1669" y="1560"/>
                  <a:pt x="1669" y="1560"/>
                </a:cubicBezTo>
                <a:cubicBezTo>
                  <a:pt x="1675" y="1520"/>
                  <a:pt x="1680" y="1481"/>
                  <a:pt x="1680" y="1440"/>
                </a:cubicBezTo>
                <a:cubicBezTo>
                  <a:pt x="1680" y="1320"/>
                  <a:pt x="1680" y="1320"/>
                  <a:pt x="1680" y="1320"/>
                </a:cubicBezTo>
                <a:cubicBezTo>
                  <a:pt x="1920" y="1320"/>
                  <a:pt x="1920" y="1320"/>
                  <a:pt x="1920" y="1320"/>
                </a:cubicBezTo>
                <a:cubicBezTo>
                  <a:pt x="1920" y="1080"/>
                  <a:pt x="1920" y="1080"/>
                  <a:pt x="1920" y="1080"/>
                </a:cubicBezTo>
                <a:cubicBezTo>
                  <a:pt x="1680" y="1080"/>
                  <a:pt x="1680" y="1080"/>
                  <a:pt x="1680" y="1080"/>
                </a:cubicBezTo>
                <a:cubicBezTo>
                  <a:pt x="1680" y="960"/>
                  <a:pt x="1680" y="960"/>
                  <a:pt x="1680" y="960"/>
                </a:cubicBezTo>
                <a:cubicBezTo>
                  <a:pt x="1680" y="919"/>
                  <a:pt x="1675" y="880"/>
                  <a:pt x="1669" y="840"/>
                </a:cubicBezTo>
                <a:cubicBezTo>
                  <a:pt x="1920" y="840"/>
                  <a:pt x="1920" y="840"/>
                  <a:pt x="1920" y="840"/>
                </a:cubicBezTo>
                <a:lnTo>
                  <a:pt x="1920" y="600"/>
                </a:lnTo>
                <a:close/>
                <a:moveTo>
                  <a:pt x="1200" y="1560"/>
                </a:moveTo>
                <a:cubicBezTo>
                  <a:pt x="720" y="1560"/>
                  <a:pt x="720" y="1560"/>
                  <a:pt x="720" y="1560"/>
                </a:cubicBezTo>
                <a:cubicBezTo>
                  <a:pt x="720" y="1320"/>
                  <a:pt x="720" y="1320"/>
                  <a:pt x="720" y="1320"/>
                </a:cubicBezTo>
                <a:cubicBezTo>
                  <a:pt x="1200" y="1320"/>
                  <a:pt x="1200" y="1320"/>
                  <a:pt x="1200" y="1320"/>
                </a:cubicBezTo>
                <a:lnTo>
                  <a:pt x="1200" y="1560"/>
                </a:lnTo>
                <a:close/>
                <a:moveTo>
                  <a:pt x="1200" y="1080"/>
                </a:moveTo>
                <a:cubicBezTo>
                  <a:pt x="720" y="1080"/>
                  <a:pt x="720" y="1080"/>
                  <a:pt x="720" y="1080"/>
                </a:cubicBezTo>
                <a:cubicBezTo>
                  <a:pt x="720" y="840"/>
                  <a:pt x="720" y="840"/>
                  <a:pt x="720" y="840"/>
                </a:cubicBezTo>
                <a:cubicBezTo>
                  <a:pt x="1200" y="840"/>
                  <a:pt x="1200" y="840"/>
                  <a:pt x="1200" y="840"/>
                </a:cubicBezTo>
                <a:lnTo>
                  <a:pt x="1200" y="10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53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uild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96452"/>
          </a:xfrm>
          <a:custGeom>
            <a:avLst/>
            <a:gdLst>
              <a:gd name="T0" fmla="*/ 3716 w 3783"/>
              <a:gd name="T1" fmla="*/ 3067 h 3750"/>
              <a:gd name="T2" fmla="*/ 2200 w 3783"/>
              <a:gd name="T3" fmla="*/ 1550 h 3750"/>
              <a:gd name="T4" fmla="*/ 1950 w 3783"/>
              <a:gd name="T5" fmla="*/ 400 h 3750"/>
              <a:gd name="T6" fmla="*/ 716 w 3783"/>
              <a:gd name="T7" fmla="*/ 183 h 3750"/>
              <a:gd name="T8" fmla="*/ 1433 w 3783"/>
              <a:gd name="T9" fmla="*/ 900 h 3750"/>
              <a:gd name="T10" fmla="*/ 933 w 3783"/>
              <a:gd name="T11" fmla="*/ 1400 h 3750"/>
              <a:gd name="T12" fmla="*/ 200 w 3783"/>
              <a:gd name="T13" fmla="*/ 683 h 3750"/>
              <a:gd name="T14" fmla="*/ 416 w 3783"/>
              <a:gd name="T15" fmla="*/ 1917 h 3750"/>
              <a:gd name="T16" fmla="*/ 1566 w 3783"/>
              <a:gd name="T17" fmla="*/ 2167 h 3750"/>
              <a:gd name="T18" fmla="*/ 3083 w 3783"/>
              <a:gd name="T19" fmla="*/ 3683 h 3750"/>
              <a:gd name="T20" fmla="*/ 3316 w 3783"/>
              <a:gd name="T21" fmla="*/ 3683 h 3750"/>
              <a:gd name="T22" fmla="*/ 3700 w 3783"/>
              <a:gd name="T23" fmla="*/ 3300 h 3750"/>
              <a:gd name="T24" fmla="*/ 3716 w 3783"/>
              <a:gd name="T25" fmla="*/ 3067 h 3750"/>
              <a:gd name="connsiteX0" fmla="*/ 9579 w 9668"/>
              <a:gd name="connsiteY0" fmla="*/ 7957 h 9599"/>
              <a:gd name="connsiteX1" fmla="*/ 5571 w 9668"/>
              <a:gd name="connsiteY1" fmla="*/ 3911 h 9599"/>
              <a:gd name="connsiteX2" fmla="*/ 4911 w 9668"/>
              <a:gd name="connsiteY2" fmla="*/ 845 h 9599"/>
              <a:gd name="connsiteX3" fmla="*/ 1649 w 9668"/>
              <a:gd name="connsiteY3" fmla="*/ 266 h 9599"/>
              <a:gd name="connsiteX4" fmla="*/ 3544 w 9668"/>
              <a:gd name="connsiteY4" fmla="*/ 2178 h 9599"/>
              <a:gd name="connsiteX5" fmla="*/ 2222 w 9668"/>
              <a:gd name="connsiteY5" fmla="*/ 3511 h 9599"/>
              <a:gd name="connsiteX6" fmla="*/ 285 w 9668"/>
              <a:gd name="connsiteY6" fmla="*/ 1599 h 9599"/>
              <a:gd name="connsiteX7" fmla="*/ 856 w 9668"/>
              <a:gd name="connsiteY7" fmla="*/ 4890 h 9599"/>
              <a:gd name="connsiteX8" fmla="*/ 3896 w 9668"/>
              <a:gd name="connsiteY8" fmla="*/ 5557 h 9599"/>
              <a:gd name="connsiteX9" fmla="*/ 7906 w 9668"/>
              <a:gd name="connsiteY9" fmla="*/ 9599 h 9599"/>
              <a:gd name="connsiteX10" fmla="*/ 8522 w 9668"/>
              <a:gd name="connsiteY10" fmla="*/ 9599 h 9599"/>
              <a:gd name="connsiteX11" fmla="*/ 9537 w 9668"/>
              <a:gd name="connsiteY11" fmla="*/ 8578 h 9599"/>
              <a:gd name="connsiteX12" fmla="*/ 9579 w 9668"/>
              <a:gd name="connsiteY12" fmla="*/ 7957 h 9599"/>
              <a:gd name="connsiteX0" fmla="*/ 9908 w 10039"/>
              <a:gd name="connsiteY0" fmla="*/ 8289 h 10000"/>
              <a:gd name="connsiteX1" fmla="*/ 5762 w 10039"/>
              <a:gd name="connsiteY1" fmla="*/ 4074 h 10000"/>
              <a:gd name="connsiteX2" fmla="*/ 5080 w 10039"/>
              <a:gd name="connsiteY2" fmla="*/ 880 h 10000"/>
              <a:gd name="connsiteX3" fmla="*/ 1706 w 10039"/>
              <a:gd name="connsiteY3" fmla="*/ 277 h 10000"/>
              <a:gd name="connsiteX4" fmla="*/ 3666 w 10039"/>
              <a:gd name="connsiteY4" fmla="*/ 2269 h 10000"/>
              <a:gd name="connsiteX5" fmla="*/ 2298 w 10039"/>
              <a:gd name="connsiteY5" fmla="*/ 3658 h 10000"/>
              <a:gd name="connsiteX6" fmla="*/ 295 w 10039"/>
              <a:gd name="connsiteY6" fmla="*/ 1666 h 10000"/>
              <a:gd name="connsiteX7" fmla="*/ 885 w 10039"/>
              <a:gd name="connsiteY7" fmla="*/ 5094 h 10000"/>
              <a:gd name="connsiteX8" fmla="*/ 4030 w 10039"/>
              <a:gd name="connsiteY8" fmla="*/ 5789 h 10000"/>
              <a:gd name="connsiteX9" fmla="*/ 8177 w 10039"/>
              <a:gd name="connsiteY9" fmla="*/ 10000 h 10000"/>
              <a:gd name="connsiteX10" fmla="*/ 8815 w 10039"/>
              <a:gd name="connsiteY10" fmla="*/ 10000 h 10000"/>
              <a:gd name="connsiteX11" fmla="*/ 9865 w 10039"/>
              <a:gd name="connsiteY11" fmla="*/ 8936 h 10000"/>
              <a:gd name="connsiteX12" fmla="*/ 9908 w 10039"/>
              <a:gd name="connsiteY12" fmla="*/ 8289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039" h="10000">
                <a:moveTo>
                  <a:pt x="9908" y="8289"/>
                </a:moveTo>
                <a:lnTo>
                  <a:pt x="5762" y="4074"/>
                </a:lnTo>
                <a:cubicBezTo>
                  <a:pt x="6173" y="3011"/>
                  <a:pt x="5943" y="1761"/>
                  <a:pt x="5080" y="880"/>
                </a:cubicBezTo>
                <a:cubicBezTo>
                  <a:pt x="4166" y="-45"/>
                  <a:pt x="2799" y="-231"/>
                  <a:pt x="1706" y="277"/>
                </a:cubicBezTo>
                <a:lnTo>
                  <a:pt x="3666" y="2269"/>
                </a:lnTo>
                <a:lnTo>
                  <a:pt x="2298" y="3658"/>
                </a:lnTo>
                <a:lnTo>
                  <a:pt x="295" y="1666"/>
                </a:lnTo>
                <a:cubicBezTo>
                  <a:pt x="-252" y="2777"/>
                  <a:pt x="-26" y="4166"/>
                  <a:pt x="885" y="5094"/>
                </a:cubicBezTo>
                <a:cubicBezTo>
                  <a:pt x="1752" y="5972"/>
                  <a:pt x="2982" y="6206"/>
                  <a:pt x="4030" y="5789"/>
                </a:cubicBezTo>
                <a:lnTo>
                  <a:pt x="8177" y="10000"/>
                </a:lnTo>
                <a:cubicBezTo>
                  <a:pt x="8361" y="10186"/>
                  <a:pt x="8634" y="10186"/>
                  <a:pt x="8815" y="10000"/>
                </a:cubicBezTo>
                <a:lnTo>
                  <a:pt x="9865" y="8936"/>
                </a:lnTo>
                <a:cubicBezTo>
                  <a:pt x="10091" y="8750"/>
                  <a:pt x="10090" y="8469"/>
                  <a:pt x="9908" y="82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AB861-8DB2-437B-B85D-74E5D1BDAB6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04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ch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64978"/>
          </a:xfrm>
          <a:custGeom>
            <a:avLst/>
            <a:gdLst>
              <a:gd name="T0" fmla="*/ 2160 w 2640"/>
              <a:gd name="T1" fmla="*/ 480 h 1920"/>
              <a:gd name="T2" fmla="*/ 1680 w 2640"/>
              <a:gd name="T3" fmla="*/ 960 h 1920"/>
              <a:gd name="T4" fmla="*/ 2040 w 2640"/>
              <a:gd name="T5" fmla="*/ 960 h 1920"/>
              <a:gd name="T6" fmla="*/ 1320 w 2640"/>
              <a:gd name="T7" fmla="*/ 1680 h 1920"/>
              <a:gd name="T8" fmla="*/ 984 w 2640"/>
              <a:gd name="T9" fmla="*/ 1596 h 1920"/>
              <a:gd name="T10" fmla="*/ 809 w 2640"/>
              <a:gd name="T11" fmla="*/ 1771 h 1920"/>
              <a:gd name="T12" fmla="*/ 1320 w 2640"/>
              <a:gd name="T13" fmla="*/ 1920 h 1920"/>
              <a:gd name="T14" fmla="*/ 2280 w 2640"/>
              <a:gd name="T15" fmla="*/ 960 h 1920"/>
              <a:gd name="T16" fmla="*/ 2640 w 2640"/>
              <a:gd name="T17" fmla="*/ 960 h 1920"/>
              <a:gd name="T18" fmla="*/ 2160 w 2640"/>
              <a:gd name="T19" fmla="*/ 480 h 1920"/>
              <a:gd name="T20" fmla="*/ 600 w 2640"/>
              <a:gd name="T21" fmla="*/ 960 h 1920"/>
              <a:gd name="T22" fmla="*/ 1320 w 2640"/>
              <a:gd name="T23" fmla="*/ 240 h 1920"/>
              <a:gd name="T24" fmla="*/ 1656 w 2640"/>
              <a:gd name="T25" fmla="*/ 324 h 1920"/>
              <a:gd name="T26" fmla="*/ 1831 w 2640"/>
              <a:gd name="T27" fmla="*/ 149 h 1920"/>
              <a:gd name="T28" fmla="*/ 1320 w 2640"/>
              <a:gd name="T29" fmla="*/ 0 h 1920"/>
              <a:gd name="T30" fmla="*/ 360 w 2640"/>
              <a:gd name="T31" fmla="*/ 960 h 1920"/>
              <a:gd name="T32" fmla="*/ 0 w 2640"/>
              <a:gd name="T33" fmla="*/ 960 h 1920"/>
              <a:gd name="T34" fmla="*/ 480 w 2640"/>
              <a:gd name="T35" fmla="*/ 1440 h 1920"/>
              <a:gd name="T36" fmla="*/ 960 w 2640"/>
              <a:gd name="T37" fmla="*/ 960 h 1920"/>
              <a:gd name="T38" fmla="*/ 600 w 2640"/>
              <a:gd name="T39" fmla="*/ 960 h 1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640" h="1920">
                <a:moveTo>
                  <a:pt x="2160" y="480"/>
                </a:moveTo>
                <a:cubicBezTo>
                  <a:pt x="1680" y="960"/>
                  <a:pt x="1680" y="960"/>
                  <a:pt x="1680" y="960"/>
                </a:cubicBezTo>
                <a:cubicBezTo>
                  <a:pt x="2040" y="960"/>
                  <a:pt x="2040" y="960"/>
                  <a:pt x="2040" y="960"/>
                </a:cubicBezTo>
                <a:cubicBezTo>
                  <a:pt x="2040" y="1357"/>
                  <a:pt x="1717" y="1680"/>
                  <a:pt x="1320" y="1680"/>
                </a:cubicBezTo>
                <a:cubicBezTo>
                  <a:pt x="1199" y="1680"/>
                  <a:pt x="1084" y="1650"/>
                  <a:pt x="984" y="1596"/>
                </a:cubicBezTo>
                <a:cubicBezTo>
                  <a:pt x="809" y="1771"/>
                  <a:pt x="809" y="1771"/>
                  <a:pt x="809" y="1771"/>
                </a:cubicBezTo>
                <a:cubicBezTo>
                  <a:pt x="956" y="1865"/>
                  <a:pt x="1132" y="1920"/>
                  <a:pt x="1320" y="1920"/>
                </a:cubicBezTo>
                <a:cubicBezTo>
                  <a:pt x="1850" y="1920"/>
                  <a:pt x="2280" y="1490"/>
                  <a:pt x="2280" y="960"/>
                </a:cubicBezTo>
                <a:cubicBezTo>
                  <a:pt x="2640" y="960"/>
                  <a:pt x="2640" y="960"/>
                  <a:pt x="2640" y="960"/>
                </a:cubicBezTo>
                <a:lnTo>
                  <a:pt x="2160" y="480"/>
                </a:lnTo>
                <a:close/>
                <a:moveTo>
                  <a:pt x="600" y="960"/>
                </a:moveTo>
                <a:cubicBezTo>
                  <a:pt x="600" y="563"/>
                  <a:pt x="923" y="240"/>
                  <a:pt x="1320" y="240"/>
                </a:cubicBezTo>
                <a:cubicBezTo>
                  <a:pt x="1441" y="240"/>
                  <a:pt x="1556" y="270"/>
                  <a:pt x="1656" y="324"/>
                </a:cubicBezTo>
                <a:cubicBezTo>
                  <a:pt x="1831" y="149"/>
                  <a:pt x="1831" y="149"/>
                  <a:pt x="1831" y="149"/>
                </a:cubicBezTo>
                <a:cubicBezTo>
                  <a:pt x="1684" y="55"/>
                  <a:pt x="1508" y="0"/>
                  <a:pt x="1320" y="0"/>
                </a:cubicBezTo>
                <a:cubicBezTo>
                  <a:pt x="790" y="0"/>
                  <a:pt x="360" y="430"/>
                  <a:pt x="360" y="960"/>
                </a:cubicBezTo>
                <a:cubicBezTo>
                  <a:pt x="0" y="960"/>
                  <a:pt x="0" y="960"/>
                  <a:pt x="0" y="960"/>
                </a:cubicBezTo>
                <a:cubicBezTo>
                  <a:pt x="480" y="1440"/>
                  <a:pt x="480" y="1440"/>
                  <a:pt x="480" y="1440"/>
                </a:cubicBezTo>
                <a:cubicBezTo>
                  <a:pt x="960" y="960"/>
                  <a:pt x="960" y="960"/>
                  <a:pt x="960" y="960"/>
                </a:cubicBezTo>
                <a:lnTo>
                  <a:pt x="600" y="9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07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mera Enhanc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979"/>
          </a:xfrm>
          <a:custGeom>
            <a:avLst/>
            <a:gdLst>
              <a:gd name="T0" fmla="*/ 2100 w 6000"/>
              <a:gd name="T1" fmla="*/ 0 h 5400"/>
              <a:gd name="T2" fmla="*/ 1551 w 6000"/>
              <a:gd name="T3" fmla="*/ 600 h 5400"/>
              <a:gd name="T4" fmla="*/ 600 w 6000"/>
              <a:gd name="T5" fmla="*/ 600 h 5400"/>
              <a:gd name="T6" fmla="*/ 0 w 6000"/>
              <a:gd name="T7" fmla="*/ 1200 h 5400"/>
              <a:gd name="T8" fmla="*/ 0 w 6000"/>
              <a:gd name="T9" fmla="*/ 4800 h 5400"/>
              <a:gd name="T10" fmla="*/ 600 w 6000"/>
              <a:gd name="T11" fmla="*/ 5400 h 5400"/>
              <a:gd name="T12" fmla="*/ 5400 w 6000"/>
              <a:gd name="T13" fmla="*/ 5400 h 5400"/>
              <a:gd name="T14" fmla="*/ 6000 w 6000"/>
              <a:gd name="T15" fmla="*/ 4800 h 5400"/>
              <a:gd name="T16" fmla="*/ 6000 w 6000"/>
              <a:gd name="T17" fmla="*/ 1200 h 5400"/>
              <a:gd name="T18" fmla="*/ 5400 w 6000"/>
              <a:gd name="T19" fmla="*/ 600 h 5400"/>
              <a:gd name="T20" fmla="*/ 4449 w 6000"/>
              <a:gd name="T21" fmla="*/ 600 h 5400"/>
              <a:gd name="T22" fmla="*/ 3900 w 6000"/>
              <a:gd name="T23" fmla="*/ 0 h 5400"/>
              <a:gd name="T24" fmla="*/ 2100 w 6000"/>
              <a:gd name="T25" fmla="*/ 0 h 5400"/>
              <a:gd name="T26" fmla="*/ 3000 w 6000"/>
              <a:gd name="T27" fmla="*/ 4500 h 5400"/>
              <a:gd name="T28" fmla="*/ 1500 w 6000"/>
              <a:gd name="T29" fmla="*/ 3000 h 5400"/>
              <a:gd name="T30" fmla="*/ 3000 w 6000"/>
              <a:gd name="T31" fmla="*/ 1500 h 5400"/>
              <a:gd name="T32" fmla="*/ 4500 w 6000"/>
              <a:gd name="T33" fmla="*/ 3000 h 5400"/>
              <a:gd name="T34" fmla="*/ 3000 w 6000"/>
              <a:gd name="T35" fmla="*/ 4500 h 5400"/>
              <a:gd name="T36" fmla="*/ 3000 w 6000"/>
              <a:gd name="T37" fmla="*/ 4200 h 5400"/>
              <a:gd name="T38" fmla="*/ 3375 w 6000"/>
              <a:gd name="T39" fmla="*/ 3375 h 5400"/>
              <a:gd name="T40" fmla="*/ 4200 w 6000"/>
              <a:gd name="T41" fmla="*/ 3000 h 5400"/>
              <a:gd name="T42" fmla="*/ 3375 w 6000"/>
              <a:gd name="T43" fmla="*/ 2625 h 5400"/>
              <a:gd name="T44" fmla="*/ 3000 w 6000"/>
              <a:gd name="T45" fmla="*/ 1800 h 5400"/>
              <a:gd name="T46" fmla="*/ 2625 w 6000"/>
              <a:gd name="T47" fmla="*/ 2625 h 5400"/>
              <a:gd name="T48" fmla="*/ 1800 w 6000"/>
              <a:gd name="T49" fmla="*/ 3000 h 5400"/>
              <a:gd name="T50" fmla="*/ 2625 w 6000"/>
              <a:gd name="T51" fmla="*/ 3375 h 5400"/>
              <a:gd name="T52" fmla="*/ 3000 w 6000"/>
              <a:gd name="T53" fmla="*/ 4200 h 5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000" h="5400">
                <a:moveTo>
                  <a:pt x="2100" y="0"/>
                </a:moveTo>
                <a:cubicBezTo>
                  <a:pt x="1551" y="600"/>
                  <a:pt x="1551" y="600"/>
                  <a:pt x="1551" y="600"/>
                </a:cubicBezTo>
                <a:cubicBezTo>
                  <a:pt x="600" y="600"/>
                  <a:pt x="600" y="600"/>
                  <a:pt x="600" y="600"/>
                </a:cubicBezTo>
                <a:cubicBezTo>
                  <a:pt x="270" y="600"/>
                  <a:pt x="0" y="870"/>
                  <a:pt x="0" y="1200"/>
                </a:cubicBezTo>
                <a:cubicBezTo>
                  <a:pt x="0" y="4800"/>
                  <a:pt x="0" y="4800"/>
                  <a:pt x="0" y="4800"/>
                </a:cubicBezTo>
                <a:cubicBezTo>
                  <a:pt x="0" y="5130"/>
                  <a:pt x="270" y="5400"/>
                  <a:pt x="600" y="5400"/>
                </a:cubicBezTo>
                <a:cubicBezTo>
                  <a:pt x="5400" y="5400"/>
                  <a:pt x="5400" y="5400"/>
                  <a:pt x="5400" y="5400"/>
                </a:cubicBezTo>
                <a:cubicBezTo>
                  <a:pt x="5730" y="5400"/>
                  <a:pt x="6000" y="5130"/>
                  <a:pt x="6000" y="4800"/>
                </a:cubicBezTo>
                <a:cubicBezTo>
                  <a:pt x="6000" y="1200"/>
                  <a:pt x="6000" y="1200"/>
                  <a:pt x="6000" y="1200"/>
                </a:cubicBezTo>
                <a:cubicBezTo>
                  <a:pt x="6000" y="870"/>
                  <a:pt x="5730" y="600"/>
                  <a:pt x="5400" y="600"/>
                </a:cubicBezTo>
                <a:cubicBezTo>
                  <a:pt x="4449" y="600"/>
                  <a:pt x="4449" y="600"/>
                  <a:pt x="4449" y="600"/>
                </a:cubicBezTo>
                <a:cubicBezTo>
                  <a:pt x="3900" y="0"/>
                  <a:pt x="3900" y="0"/>
                  <a:pt x="3900" y="0"/>
                </a:cubicBezTo>
                <a:lnTo>
                  <a:pt x="2100" y="0"/>
                </a:lnTo>
                <a:close/>
                <a:moveTo>
                  <a:pt x="3000" y="4500"/>
                </a:moveTo>
                <a:cubicBezTo>
                  <a:pt x="2172" y="4500"/>
                  <a:pt x="1500" y="3828"/>
                  <a:pt x="1500" y="3000"/>
                </a:cubicBezTo>
                <a:cubicBezTo>
                  <a:pt x="1500" y="2172"/>
                  <a:pt x="2172" y="1500"/>
                  <a:pt x="3000" y="1500"/>
                </a:cubicBezTo>
                <a:cubicBezTo>
                  <a:pt x="3828" y="1500"/>
                  <a:pt x="4500" y="2172"/>
                  <a:pt x="4500" y="3000"/>
                </a:cubicBezTo>
                <a:cubicBezTo>
                  <a:pt x="4500" y="3828"/>
                  <a:pt x="3828" y="4500"/>
                  <a:pt x="3000" y="4500"/>
                </a:cubicBezTo>
                <a:close/>
                <a:moveTo>
                  <a:pt x="3000" y="4200"/>
                </a:moveTo>
                <a:cubicBezTo>
                  <a:pt x="3375" y="3375"/>
                  <a:pt x="3375" y="3375"/>
                  <a:pt x="3375" y="3375"/>
                </a:cubicBezTo>
                <a:cubicBezTo>
                  <a:pt x="4200" y="3000"/>
                  <a:pt x="4200" y="3000"/>
                  <a:pt x="4200" y="3000"/>
                </a:cubicBezTo>
                <a:cubicBezTo>
                  <a:pt x="3375" y="2625"/>
                  <a:pt x="3375" y="2625"/>
                  <a:pt x="3375" y="2625"/>
                </a:cubicBezTo>
                <a:cubicBezTo>
                  <a:pt x="3000" y="1800"/>
                  <a:pt x="3000" y="1800"/>
                  <a:pt x="3000" y="1800"/>
                </a:cubicBezTo>
                <a:cubicBezTo>
                  <a:pt x="2625" y="2625"/>
                  <a:pt x="2625" y="2625"/>
                  <a:pt x="2625" y="2625"/>
                </a:cubicBezTo>
                <a:cubicBezTo>
                  <a:pt x="1800" y="3000"/>
                  <a:pt x="1800" y="3000"/>
                  <a:pt x="1800" y="3000"/>
                </a:cubicBezTo>
                <a:cubicBezTo>
                  <a:pt x="2625" y="3375"/>
                  <a:pt x="2625" y="3375"/>
                  <a:pt x="2625" y="3375"/>
                </a:cubicBezTo>
                <a:lnTo>
                  <a:pt x="3000" y="4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30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rd Giftcar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8591"/>
          </a:xfrm>
          <a:custGeom>
            <a:avLst/>
            <a:gdLst>
              <a:gd name="T0" fmla="*/ 2160 w 2400"/>
              <a:gd name="T1" fmla="*/ 480 h 2280"/>
              <a:gd name="T2" fmla="*/ 1898 w 2400"/>
              <a:gd name="T3" fmla="*/ 480 h 2280"/>
              <a:gd name="T4" fmla="*/ 1920 w 2400"/>
              <a:gd name="T5" fmla="*/ 360 h 2280"/>
              <a:gd name="T6" fmla="*/ 1560 w 2400"/>
              <a:gd name="T7" fmla="*/ 0 h 2280"/>
              <a:gd name="T8" fmla="*/ 1260 w 2400"/>
              <a:gd name="T9" fmla="*/ 162 h 2280"/>
              <a:gd name="T10" fmla="*/ 1200 w 2400"/>
              <a:gd name="T11" fmla="*/ 242 h 2280"/>
              <a:gd name="T12" fmla="*/ 1140 w 2400"/>
              <a:gd name="T13" fmla="*/ 161 h 2280"/>
              <a:gd name="T14" fmla="*/ 840 w 2400"/>
              <a:gd name="T15" fmla="*/ 0 h 2280"/>
              <a:gd name="T16" fmla="*/ 480 w 2400"/>
              <a:gd name="T17" fmla="*/ 360 h 2280"/>
              <a:gd name="T18" fmla="*/ 502 w 2400"/>
              <a:gd name="T19" fmla="*/ 480 h 2280"/>
              <a:gd name="T20" fmla="*/ 240 w 2400"/>
              <a:gd name="T21" fmla="*/ 480 h 2280"/>
              <a:gd name="T22" fmla="*/ 1 w 2400"/>
              <a:gd name="T23" fmla="*/ 720 h 2280"/>
              <a:gd name="T24" fmla="*/ 0 w 2400"/>
              <a:gd name="T25" fmla="*/ 2040 h 2280"/>
              <a:gd name="T26" fmla="*/ 240 w 2400"/>
              <a:gd name="T27" fmla="*/ 2280 h 2280"/>
              <a:gd name="T28" fmla="*/ 2160 w 2400"/>
              <a:gd name="T29" fmla="*/ 2280 h 2280"/>
              <a:gd name="T30" fmla="*/ 2400 w 2400"/>
              <a:gd name="T31" fmla="*/ 2040 h 2280"/>
              <a:gd name="T32" fmla="*/ 2400 w 2400"/>
              <a:gd name="T33" fmla="*/ 720 h 2280"/>
              <a:gd name="T34" fmla="*/ 2160 w 2400"/>
              <a:gd name="T35" fmla="*/ 480 h 2280"/>
              <a:gd name="T36" fmla="*/ 1560 w 2400"/>
              <a:gd name="T37" fmla="*/ 240 h 2280"/>
              <a:gd name="T38" fmla="*/ 1680 w 2400"/>
              <a:gd name="T39" fmla="*/ 360 h 2280"/>
              <a:gd name="T40" fmla="*/ 1560 w 2400"/>
              <a:gd name="T41" fmla="*/ 480 h 2280"/>
              <a:gd name="T42" fmla="*/ 1440 w 2400"/>
              <a:gd name="T43" fmla="*/ 360 h 2280"/>
              <a:gd name="T44" fmla="*/ 1560 w 2400"/>
              <a:gd name="T45" fmla="*/ 240 h 2280"/>
              <a:gd name="T46" fmla="*/ 840 w 2400"/>
              <a:gd name="T47" fmla="*/ 240 h 2280"/>
              <a:gd name="T48" fmla="*/ 960 w 2400"/>
              <a:gd name="T49" fmla="*/ 360 h 2280"/>
              <a:gd name="T50" fmla="*/ 840 w 2400"/>
              <a:gd name="T51" fmla="*/ 480 h 2280"/>
              <a:gd name="T52" fmla="*/ 720 w 2400"/>
              <a:gd name="T53" fmla="*/ 360 h 2280"/>
              <a:gd name="T54" fmla="*/ 840 w 2400"/>
              <a:gd name="T55" fmla="*/ 240 h 2280"/>
              <a:gd name="T56" fmla="*/ 2160 w 2400"/>
              <a:gd name="T57" fmla="*/ 2040 h 2280"/>
              <a:gd name="T58" fmla="*/ 240 w 2400"/>
              <a:gd name="T59" fmla="*/ 2040 h 2280"/>
              <a:gd name="T60" fmla="*/ 240 w 2400"/>
              <a:gd name="T61" fmla="*/ 1800 h 2280"/>
              <a:gd name="T62" fmla="*/ 2160 w 2400"/>
              <a:gd name="T63" fmla="*/ 1800 h 2280"/>
              <a:gd name="T64" fmla="*/ 2160 w 2400"/>
              <a:gd name="T65" fmla="*/ 2040 h 2280"/>
              <a:gd name="T66" fmla="*/ 2160 w 2400"/>
              <a:gd name="T67" fmla="*/ 1440 h 2280"/>
              <a:gd name="T68" fmla="*/ 240 w 2400"/>
              <a:gd name="T69" fmla="*/ 1440 h 2280"/>
              <a:gd name="T70" fmla="*/ 240 w 2400"/>
              <a:gd name="T71" fmla="*/ 720 h 2280"/>
              <a:gd name="T72" fmla="*/ 850 w 2400"/>
              <a:gd name="T73" fmla="*/ 720 h 2280"/>
              <a:gd name="T74" fmla="*/ 600 w 2400"/>
              <a:gd name="T75" fmla="*/ 1060 h 2280"/>
              <a:gd name="T76" fmla="*/ 794 w 2400"/>
              <a:gd name="T77" fmla="*/ 1200 h 2280"/>
              <a:gd name="T78" fmla="*/ 1080 w 2400"/>
              <a:gd name="T79" fmla="*/ 811 h 2280"/>
              <a:gd name="T80" fmla="*/ 1200 w 2400"/>
              <a:gd name="T81" fmla="*/ 648 h 2280"/>
              <a:gd name="T82" fmla="*/ 1320 w 2400"/>
              <a:gd name="T83" fmla="*/ 811 h 2280"/>
              <a:gd name="T84" fmla="*/ 1606 w 2400"/>
              <a:gd name="T85" fmla="*/ 1200 h 2280"/>
              <a:gd name="T86" fmla="*/ 1800 w 2400"/>
              <a:gd name="T87" fmla="*/ 1060 h 2280"/>
              <a:gd name="T88" fmla="*/ 1550 w 2400"/>
              <a:gd name="T89" fmla="*/ 720 h 2280"/>
              <a:gd name="T90" fmla="*/ 2160 w 2400"/>
              <a:gd name="T91" fmla="*/ 720 h 2280"/>
              <a:gd name="T92" fmla="*/ 2160 w 2400"/>
              <a:gd name="T93" fmla="*/ 1440 h 2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400" h="2280">
                <a:moveTo>
                  <a:pt x="2160" y="480"/>
                </a:moveTo>
                <a:cubicBezTo>
                  <a:pt x="1898" y="480"/>
                  <a:pt x="1898" y="480"/>
                  <a:pt x="1898" y="480"/>
                </a:cubicBezTo>
                <a:cubicBezTo>
                  <a:pt x="1912" y="443"/>
                  <a:pt x="1920" y="402"/>
                  <a:pt x="1920" y="360"/>
                </a:cubicBezTo>
                <a:cubicBezTo>
                  <a:pt x="1920" y="161"/>
                  <a:pt x="1759" y="0"/>
                  <a:pt x="1560" y="0"/>
                </a:cubicBezTo>
                <a:cubicBezTo>
                  <a:pt x="1434" y="0"/>
                  <a:pt x="1325" y="65"/>
                  <a:pt x="1260" y="162"/>
                </a:cubicBezTo>
                <a:cubicBezTo>
                  <a:pt x="1200" y="242"/>
                  <a:pt x="1200" y="242"/>
                  <a:pt x="1200" y="242"/>
                </a:cubicBezTo>
                <a:cubicBezTo>
                  <a:pt x="1140" y="161"/>
                  <a:pt x="1140" y="161"/>
                  <a:pt x="1140" y="161"/>
                </a:cubicBezTo>
                <a:cubicBezTo>
                  <a:pt x="1075" y="65"/>
                  <a:pt x="966" y="0"/>
                  <a:pt x="840" y="0"/>
                </a:cubicBezTo>
                <a:cubicBezTo>
                  <a:pt x="641" y="0"/>
                  <a:pt x="480" y="161"/>
                  <a:pt x="480" y="360"/>
                </a:cubicBezTo>
                <a:cubicBezTo>
                  <a:pt x="480" y="402"/>
                  <a:pt x="488" y="443"/>
                  <a:pt x="502" y="480"/>
                </a:cubicBezTo>
                <a:cubicBezTo>
                  <a:pt x="240" y="480"/>
                  <a:pt x="240" y="480"/>
                  <a:pt x="240" y="480"/>
                </a:cubicBezTo>
                <a:cubicBezTo>
                  <a:pt x="107" y="480"/>
                  <a:pt x="1" y="587"/>
                  <a:pt x="1" y="720"/>
                </a:cubicBezTo>
                <a:cubicBezTo>
                  <a:pt x="0" y="2040"/>
                  <a:pt x="0" y="2040"/>
                  <a:pt x="0" y="2040"/>
                </a:cubicBezTo>
                <a:cubicBezTo>
                  <a:pt x="0" y="2173"/>
                  <a:pt x="107" y="2280"/>
                  <a:pt x="240" y="2280"/>
                </a:cubicBezTo>
                <a:cubicBezTo>
                  <a:pt x="2160" y="2280"/>
                  <a:pt x="2160" y="2280"/>
                  <a:pt x="2160" y="2280"/>
                </a:cubicBezTo>
                <a:cubicBezTo>
                  <a:pt x="2293" y="2280"/>
                  <a:pt x="2400" y="2173"/>
                  <a:pt x="2400" y="2040"/>
                </a:cubicBezTo>
                <a:cubicBezTo>
                  <a:pt x="2400" y="720"/>
                  <a:pt x="2400" y="720"/>
                  <a:pt x="2400" y="720"/>
                </a:cubicBezTo>
                <a:cubicBezTo>
                  <a:pt x="2400" y="587"/>
                  <a:pt x="2293" y="480"/>
                  <a:pt x="2160" y="480"/>
                </a:cubicBezTo>
                <a:close/>
                <a:moveTo>
                  <a:pt x="1560" y="240"/>
                </a:moveTo>
                <a:cubicBezTo>
                  <a:pt x="1626" y="240"/>
                  <a:pt x="1680" y="294"/>
                  <a:pt x="1680" y="360"/>
                </a:cubicBezTo>
                <a:cubicBezTo>
                  <a:pt x="1680" y="426"/>
                  <a:pt x="1626" y="480"/>
                  <a:pt x="1560" y="480"/>
                </a:cubicBezTo>
                <a:cubicBezTo>
                  <a:pt x="1494" y="480"/>
                  <a:pt x="1440" y="426"/>
                  <a:pt x="1440" y="360"/>
                </a:cubicBezTo>
                <a:cubicBezTo>
                  <a:pt x="1440" y="294"/>
                  <a:pt x="1494" y="240"/>
                  <a:pt x="1560" y="240"/>
                </a:cubicBezTo>
                <a:close/>
                <a:moveTo>
                  <a:pt x="840" y="240"/>
                </a:moveTo>
                <a:cubicBezTo>
                  <a:pt x="906" y="240"/>
                  <a:pt x="960" y="294"/>
                  <a:pt x="960" y="360"/>
                </a:cubicBezTo>
                <a:cubicBezTo>
                  <a:pt x="960" y="426"/>
                  <a:pt x="906" y="480"/>
                  <a:pt x="840" y="480"/>
                </a:cubicBezTo>
                <a:cubicBezTo>
                  <a:pt x="774" y="480"/>
                  <a:pt x="720" y="426"/>
                  <a:pt x="720" y="360"/>
                </a:cubicBezTo>
                <a:cubicBezTo>
                  <a:pt x="720" y="294"/>
                  <a:pt x="774" y="240"/>
                  <a:pt x="840" y="240"/>
                </a:cubicBezTo>
                <a:close/>
                <a:moveTo>
                  <a:pt x="2160" y="2040"/>
                </a:moveTo>
                <a:cubicBezTo>
                  <a:pt x="240" y="2040"/>
                  <a:pt x="240" y="2040"/>
                  <a:pt x="240" y="2040"/>
                </a:cubicBezTo>
                <a:cubicBezTo>
                  <a:pt x="240" y="1800"/>
                  <a:pt x="240" y="1800"/>
                  <a:pt x="240" y="1800"/>
                </a:cubicBezTo>
                <a:cubicBezTo>
                  <a:pt x="2160" y="1800"/>
                  <a:pt x="2160" y="1800"/>
                  <a:pt x="2160" y="1800"/>
                </a:cubicBezTo>
                <a:lnTo>
                  <a:pt x="2160" y="2040"/>
                </a:lnTo>
                <a:close/>
                <a:moveTo>
                  <a:pt x="2160" y="1440"/>
                </a:moveTo>
                <a:cubicBezTo>
                  <a:pt x="240" y="1440"/>
                  <a:pt x="240" y="1440"/>
                  <a:pt x="240" y="1440"/>
                </a:cubicBezTo>
                <a:cubicBezTo>
                  <a:pt x="240" y="720"/>
                  <a:pt x="240" y="720"/>
                  <a:pt x="240" y="720"/>
                </a:cubicBezTo>
                <a:cubicBezTo>
                  <a:pt x="850" y="720"/>
                  <a:pt x="850" y="720"/>
                  <a:pt x="850" y="720"/>
                </a:cubicBezTo>
                <a:cubicBezTo>
                  <a:pt x="600" y="1060"/>
                  <a:pt x="600" y="1060"/>
                  <a:pt x="600" y="1060"/>
                </a:cubicBezTo>
                <a:cubicBezTo>
                  <a:pt x="794" y="1200"/>
                  <a:pt x="794" y="1200"/>
                  <a:pt x="794" y="1200"/>
                </a:cubicBezTo>
                <a:cubicBezTo>
                  <a:pt x="1080" y="811"/>
                  <a:pt x="1080" y="811"/>
                  <a:pt x="1080" y="811"/>
                </a:cubicBezTo>
                <a:cubicBezTo>
                  <a:pt x="1200" y="648"/>
                  <a:pt x="1200" y="648"/>
                  <a:pt x="1200" y="648"/>
                </a:cubicBezTo>
                <a:cubicBezTo>
                  <a:pt x="1320" y="811"/>
                  <a:pt x="1320" y="811"/>
                  <a:pt x="1320" y="811"/>
                </a:cubicBezTo>
                <a:cubicBezTo>
                  <a:pt x="1606" y="1200"/>
                  <a:pt x="1606" y="1200"/>
                  <a:pt x="1606" y="1200"/>
                </a:cubicBezTo>
                <a:cubicBezTo>
                  <a:pt x="1800" y="1060"/>
                  <a:pt x="1800" y="1060"/>
                  <a:pt x="1800" y="1060"/>
                </a:cubicBezTo>
                <a:cubicBezTo>
                  <a:pt x="1550" y="720"/>
                  <a:pt x="1550" y="720"/>
                  <a:pt x="1550" y="720"/>
                </a:cubicBezTo>
                <a:cubicBezTo>
                  <a:pt x="2160" y="720"/>
                  <a:pt x="2160" y="720"/>
                  <a:pt x="2160" y="720"/>
                </a:cubicBezTo>
                <a:lnTo>
                  <a:pt x="2160" y="14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1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rd Membershi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160 w 2400"/>
              <a:gd name="T1" fmla="*/ 0 h 2400"/>
              <a:gd name="T2" fmla="*/ 240 w 2400"/>
              <a:gd name="T3" fmla="*/ 0 h 2400"/>
              <a:gd name="T4" fmla="*/ 0 w 2400"/>
              <a:gd name="T5" fmla="*/ 240 h 2400"/>
              <a:gd name="T6" fmla="*/ 0 w 2400"/>
              <a:gd name="T7" fmla="*/ 1560 h 2400"/>
              <a:gd name="T8" fmla="*/ 240 w 2400"/>
              <a:gd name="T9" fmla="*/ 1800 h 2400"/>
              <a:gd name="T10" fmla="*/ 720 w 2400"/>
              <a:gd name="T11" fmla="*/ 1800 h 2400"/>
              <a:gd name="T12" fmla="*/ 720 w 2400"/>
              <a:gd name="T13" fmla="*/ 2400 h 2400"/>
              <a:gd name="T14" fmla="*/ 1200 w 2400"/>
              <a:gd name="T15" fmla="*/ 2160 h 2400"/>
              <a:gd name="T16" fmla="*/ 1680 w 2400"/>
              <a:gd name="T17" fmla="*/ 2400 h 2400"/>
              <a:gd name="T18" fmla="*/ 1680 w 2400"/>
              <a:gd name="T19" fmla="*/ 1800 h 2400"/>
              <a:gd name="T20" fmla="*/ 2160 w 2400"/>
              <a:gd name="T21" fmla="*/ 1800 h 2400"/>
              <a:gd name="T22" fmla="*/ 2400 w 2400"/>
              <a:gd name="T23" fmla="*/ 1560 h 2400"/>
              <a:gd name="T24" fmla="*/ 2400 w 2400"/>
              <a:gd name="T25" fmla="*/ 240 h 2400"/>
              <a:gd name="T26" fmla="*/ 2160 w 2400"/>
              <a:gd name="T27" fmla="*/ 0 h 2400"/>
              <a:gd name="T28" fmla="*/ 2160 w 2400"/>
              <a:gd name="T29" fmla="*/ 1560 h 2400"/>
              <a:gd name="T30" fmla="*/ 240 w 2400"/>
              <a:gd name="T31" fmla="*/ 1560 h 2400"/>
              <a:gd name="T32" fmla="*/ 240 w 2400"/>
              <a:gd name="T33" fmla="*/ 1320 h 2400"/>
              <a:gd name="T34" fmla="*/ 2160 w 2400"/>
              <a:gd name="T35" fmla="*/ 1320 h 2400"/>
              <a:gd name="T36" fmla="*/ 2160 w 2400"/>
              <a:gd name="T37" fmla="*/ 1560 h 2400"/>
              <a:gd name="T38" fmla="*/ 2160 w 2400"/>
              <a:gd name="T39" fmla="*/ 960 h 2400"/>
              <a:gd name="T40" fmla="*/ 240 w 2400"/>
              <a:gd name="T41" fmla="*/ 960 h 2400"/>
              <a:gd name="T42" fmla="*/ 240 w 2400"/>
              <a:gd name="T43" fmla="*/ 240 h 2400"/>
              <a:gd name="T44" fmla="*/ 2160 w 2400"/>
              <a:gd name="T45" fmla="*/ 240 h 2400"/>
              <a:gd name="T46" fmla="*/ 2160 w 2400"/>
              <a:gd name="T47" fmla="*/ 96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400" h="2400">
                <a:moveTo>
                  <a:pt x="216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0" y="107"/>
                  <a:pt x="0" y="240"/>
                </a:cubicBezTo>
                <a:cubicBezTo>
                  <a:pt x="0" y="1560"/>
                  <a:pt x="0" y="1560"/>
                  <a:pt x="0" y="1560"/>
                </a:cubicBezTo>
                <a:cubicBezTo>
                  <a:pt x="0" y="1693"/>
                  <a:pt x="107" y="1800"/>
                  <a:pt x="240" y="1800"/>
                </a:cubicBezTo>
                <a:cubicBezTo>
                  <a:pt x="720" y="1800"/>
                  <a:pt x="720" y="1800"/>
                  <a:pt x="720" y="1800"/>
                </a:cubicBezTo>
                <a:cubicBezTo>
                  <a:pt x="720" y="2400"/>
                  <a:pt x="720" y="2400"/>
                  <a:pt x="720" y="2400"/>
                </a:cubicBezTo>
                <a:cubicBezTo>
                  <a:pt x="1200" y="2160"/>
                  <a:pt x="1200" y="2160"/>
                  <a:pt x="1200" y="2160"/>
                </a:cubicBezTo>
                <a:cubicBezTo>
                  <a:pt x="1680" y="2400"/>
                  <a:pt x="1680" y="2400"/>
                  <a:pt x="1680" y="2400"/>
                </a:cubicBezTo>
                <a:cubicBezTo>
                  <a:pt x="1680" y="1800"/>
                  <a:pt x="1680" y="1800"/>
                  <a:pt x="1680" y="1800"/>
                </a:cubicBezTo>
                <a:cubicBezTo>
                  <a:pt x="2160" y="1800"/>
                  <a:pt x="2160" y="1800"/>
                  <a:pt x="2160" y="1800"/>
                </a:cubicBezTo>
                <a:cubicBezTo>
                  <a:pt x="2293" y="1800"/>
                  <a:pt x="2400" y="1693"/>
                  <a:pt x="2400" y="1560"/>
                </a:cubicBezTo>
                <a:cubicBezTo>
                  <a:pt x="2400" y="240"/>
                  <a:pt x="2400" y="240"/>
                  <a:pt x="2400" y="240"/>
                </a:cubicBezTo>
                <a:cubicBezTo>
                  <a:pt x="2400" y="107"/>
                  <a:pt x="2293" y="0"/>
                  <a:pt x="2160" y="0"/>
                </a:cubicBezTo>
                <a:close/>
                <a:moveTo>
                  <a:pt x="2160" y="1560"/>
                </a:moveTo>
                <a:cubicBezTo>
                  <a:pt x="240" y="1560"/>
                  <a:pt x="240" y="1560"/>
                  <a:pt x="240" y="1560"/>
                </a:cubicBezTo>
                <a:cubicBezTo>
                  <a:pt x="240" y="1320"/>
                  <a:pt x="240" y="1320"/>
                  <a:pt x="240" y="1320"/>
                </a:cubicBezTo>
                <a:cubicBezTo>
                  <a:pt x="2160" y="1320"/>
                  <a:pt x="2160" y="1320"/>
                  <a:pt x="2160" y="1320"/>
                </a:cubicBezTo>
                <a:lnTo>
                  <a:pt x="2160" y="1560"/>
                </a:lnTo>
                <a:close/>
                <a:moveTo>
                  <a:pt x="2160" y="960"/>
                </a:moveTo>
                <a:cubicBezTo>
                  <a:pt x="240" y="960"/>
                  <a:pt x="240" y="960"/>
                  <a:pt x="240" y="96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2160" y="240"/>
                  <a:pt x="2160" y="240"/>
                  <a:pt x="2160" y="240"/>
                </a:cubicBezTo>
                <a:lnTo>
                  <a:pt x="2160" y="9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09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rd Trave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8591"/>
          </a:xfrm>
          <a:custGeom>
            <a:avLst/>
            <a:gdLst>
              <a:gd name="T0" fmla="*/ 2160 w 2400"/>
              <a:gd name="T1" fmla="*/ 480 h 2280"/>
              <a:gd name="T2" fmla="*/ 1800 w 2400"/>
              <a:gd name="T3" fmla="*/ 480 h 2280"/>
              <a:gd name="T4" fmla="*/ 1800 w 2400"/>
              <a:gd name="T5" fmla="*/ 240 h 2280"/>
              <a:gd name="T6" fmla="*/ 1560 w 2400"/>
              <a:gd name="T7" fmla="*/ 0 h 2280"/>
              <a:gd name="T8" fmla="*/ 840 w 2400"/>
              <a:gd name="T9" fmla="*/ 0 h 2280"/>
              <a:gd name="T10" fmla="*/ 600 w 2400"/>
              <a:gd name="T11" fmla="*/ 240 h 2280"/>
              <a:gd name="T12" fmla="*/ 600 w 2400"/>
              <a:gd name="T13" fmla="*/ 480 h 2280"/>
              <a:gd name="T14" fmla="*/ 240 w 2400"/>
              <a:gd name="T15" fmla="*/ 480 h 2280"/>
              <a:gd name="T16" fmla="*/ 0 w 2400"/>
              <a:gd name="T17" fmla="*/ 720 h 2280"/>
              <a:gd name="T18" fmla="*/ 0 w 2400"/>
              <a:gd name="T19" fmla="*/ 2040 h 2280"/>
              <a:gd name="T20" fmla="*/ 240 w 2400"/>
              <a:gd name="T21" fmla="*/ 2280 h 2280"/>
              <a:gd name="T22" fmla="*/ 2160 w 2400"/>
              <a:gd name="T23" fmla="*/ 2280 h 2280"/>
              <a:gd name="T24" fmla="*/ 2400 w 2400"/>
              <a:gd name="T25" fmla="*/ 2040 h 2280"/>
              <a:gd name="T26" fmla="*/ 2400 w 2400"/>
              <a:gd name="T27" fmla="*/ 720 h 2280"/>
              <a:gd name="T28" fmla="*/ 2160 w 2400"/>
              <a:gd name="T29" fmla="*/ 480 h 2280"/>
              <a:gd name="T30" fmla="*/ 840 w 2400"/>
              <a:gd name="T31" fmla="*/ 240 h 2280"/>
              <a:gd name="T32" fmla="*/ 1560 w 2400"/>
              <a:gd name="T33" fmla="*/ 240 h 2280"/>
              <a:gd name="T34" fmla="*/ 1560 w 2400"/>
              <a:gd name="T35" fmla="*/ 480 h 2280"/>
              <a:gd name="T36" fmla="*/ 840 w 2400"/>
              <a:gd name="T37" fmla="*/ 480 h 2280"/>
              <a:gd name="T38" fmla="*/ 840 w 2400"/>
              <a:gd name="T39" fmla="*/ 240 h 2280"/>
              <a:gd name="T40" fmla="*/ 2160 w 2400"/>
              <a:gd name="T41" fmla="*/ 2040 h 2280"/>
              <a:gd name="T42" fmla="*/ 240 w 2400"/>
              <a:gd name="T43" fmla="*/ 2040 h 2280"/>
              <a:gd name="T44" fmla="*/ 240 w 2400"/>
              <a:gd name="T45" fmla="*/ 1800 h 2280"/>
              <a:gd name="T46" fmla="*/ 2160 w 2400"/>
              <a:gd name="T47" fmla="*/ 1800 h 2280"/>
              <a:gd name="T48" fmla="*/ 2160 w 2400"/>
              <a:gd name="T49" fmla="*/ 2040 h 2280"/>
              <a:gd name="T50" fmla="*/ 2160 w 2400"/>
              <a:gd name="T51" fmla="*/ 1440 h 2280"/>
              <a:gd name="T52" fmla="*/ 240 w 2400"/>
              <a:gd name="T53" fmla="*/ 1440 h 2280"/>
              <a:gd name="T54" fmla="*/ 240 w 2400"/>
              <a:gd name="T55" fmla="*/ 720 h 2280"/>
              <a:gd name="T56" fmla="*/ 600 w 2400"/>
              <a:gd name="T57" fmla="*/ 720 h 2280"/>
              <a:gd name="T58" fmla="*/ 600 w 2400"/>
              <a:gd name="T59" fmla="*/ 960 h 2280"/>
              <a:gd name="T60" fmla="*/ 840 w 2400"/>
              <a:gd name="T61" fmla="*/ 960 h 2280"/>
              <a:gd name="T62" fmla="*/ 840 w 2400"/>
              <a:gd name="T63" fmla="*/ 720 h 2280"/>
              <a:gd name="T64" fmla="*/ 1560 w 2400"/>
              <a:gd name="T65" fmla="*/ 720 h 2280"/>
              <a:gd name="T66" fmla="*/ 1560 w 2400"/>
              <a:gd name="T67" fmla="*/ 960 h 2280"/>
              <a:gd name="T68" fmla="*/ 1800 w 2400"/>
              <a:gd name="T69" fmla="*/ 960 h 2280"/>
              <a:gd name="T70" fmla="*/ 1800 w 2400"/>
              <a:gd name="T71" fmla="*/ 720 h 2280"/>
              <a:gd name="T72" fmla="*/ 2160 w 2400"/>
              <a:gd name="T73" fmla="*/ 720 h 2280"/>
              <a:gd name="T74" fmla="*/ 2160 w 2400"/>
              <a:gd name="T75" fmla="*/ 1440 h 2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400" h="2280">
                <a:moveTo>
                  <a:pt x="2160" y="480"/>
                </a:moveTo>
                <a:cubicBezTo>
                  <a:pt x="1800" y="480"/>
                  <a:pt x="1800" y="480"/>
                  <a:pt x="1800" y="480"/>
                </a:cubicBezTo>
                <a:cubicBezTo>
                  <a:pt x="1800" y="240"/>
                  <a:pt x="1800" y="240"/>
                  <a:pt x="1800" y="240"/>
                </a:cubicBezTo>
                <a:cubicBezTo>
                  <a:pt x="1800" y="107"/>
                  <a:pt x="1693" y="0"/>
                  <a:pt x="1560" y="0"/>
                </a:cubicBezTo>
                <a:cubicBezTo>
                  <a:pt x="840" y="0"/>
                  <a:pt x="840" y="0"/>
                  <a:pt x="840" y="0"/>
                </a:cubicBezTo>
                <a:cubicBezTo>
                  <a:pt x="707" y="0"/>
                  <a:pt x="600" y="107"/>
                  <a:pt x="600" y="240"/>
                </a:cubicBezTo>
                <a:cubicBezTo>
                  <a:pt x="600" y="480"/>
                  <a:pt x="600" y="480"/>
                  <a:pt x="600" y="480"/>
                </a:cubicBezTo>
                <a:cubicBezTo>
                  <a:pt x="240" y="480"/>
                  <a:pt x="240" y="480"/>
                  <a:pt x="240" y="480"/>
                </a:cubicBezTo>
                <a:cubicBezTo>
                  <a:pt x="107" y="480"/>
                  <a:pt x="0" y="587"/>
                  <a:pt x="0" y="720"/>
                </a:cubicBezTo>
                <a:cubicBezTo>
                  <a:pt x="0" y="2040"/>
                  <a:pt x="0" y="2040"/>
                  <a:pt x="0" y="2040"/>
                </a:cubicBezTo>
                <a:cubicBezTo>
                  <a:pt x="0" y="2173"/>
                  <a:pt x="107" y="2280"/>
                  <a:pt x="240" y="2280"/>
                </a:cubicBezTo>
                <a:cubicBezTo>
                  <a:pt x="2160" y="2280"/>
                  <a:pt x="2160" y="2280"/>
                  <a:pt x="2160" y="2280"/>
                </a:cubicBezTo>
                <a:cubicBezTo>
                  <a:pt x="2293" y="2280"/>
                  <a:pt x="2400" y="2173"/>
                  <a:pt x="2400" y="2040"/>
                </a:cubicBezTo>
                <a:cubicBezTo>
                  <a:pt x="2400" y="720"/>
                  <a:pt x="2400" y="720"/>
                  <a:pt x="2400" y="720"/>
                </a:cubicBezTo>
                <a:cubicBezTo>
                  <a:pt x="2400" y="587"/>
                  <a:pt x="2293" y="480"/>
                  <a:pt x="2160" y="480"/>
                </a:cubicBezTo>
                <a:close/>
                <a:moveTo>
                  <a:pt x="840" y="240"/>
                </a:moveTo>
                <a:cubicBezTo>
                  <a:pt x="1560" y="240"/>
                  <a:pt x="1560" y="240"/>
                  <a:pt x="1560" y="240"/>
                </a:cubicBezTo>
                <a:cubicBezTo>
                  <a:pt x="1560" y="480"/>
                  <a:pt x="1560" y="480"/>
                  <a:pt x="1560" y="480"/>
                </a:cubicBezTo>
                <a:cubicBezTo>
                  <a:pt x="840" y="480"/>
                  <a:pt x="840" y="480"/>
                  <a:pt x="840" y="480"/>
                </a:cubicBezTo>
                <a:lnTo>
                  <a:pt x="840" y="240"/>
                </a:lnTo>
                <a:close/>
                <a:moveTo>
                  <a:pt x="2160" y="2040"/>
                </a:moveTo>
                <a:cubicBezTo>
                  <a:pt x="240" y="2040"/>
                  <a:pt x="240" y="2040"/>
                  <a:pt x="240" y="2040"/>
                </a:cubicBezTo>
                <a:cubicBezTo>
                  <a:pt x="240" y="1800"/>
                  <a:pt x="240" y="1800"/>
                  <a:pt x="240" y="1800"/>
                </a:cubicBezTo>
                <a:cubicBezTo>
                  <a:pt x="2160" y="1800"/>
                  <a:pt x="2160" y="1800"/>
                  <a:pt x="2160" y="1800"/>
                </a:cubicBezTo>
                <a:lnTo>
                  <a:pt x="2160" y="2040"/>
                </a:lnTo>
                <a:close/>
                <a:moveTo>
                  <a:pt x="2160" y="1440"/>
                </a:moveTo>
                <a:cubicBezTo>
                  <a:pt x="240" y="1440"/>
                  <a:pt x="240" y="1440"/>
                  <a:pt x="240" y="1440"/>
                </a:cubicBezTo>
                <a:cubicBezTo>
                  <a:pt x="240" y="720"/>
                  <a:pt x="240" y="720"/>
                  <a:pt x="240" y="720"/>
                </a:cubicBezTo>
                <a:cubicBezTo>
                  <a:pt x="600" y="720"/>
                  <a:pt x="600" y="720"/>
                  <a:pt x="600" y="720"/>
                </a:cubicBezTo>
                <a:cubicBezTo>
                  <a:pt x="600" y="960"/>
                  <a:pt x="600" y="960"/>
                  <a:pt x="600" y="960"/>
                </a:cubicBezTo>
                <a:cubicBezTo>
                  <a:pt x="840" y="960"/>
                  <a:pt x="840" y="960"/>
                  <a:pt x="840" y="960"/>
                </a:cubicBezTo>
                <a:cubicBezTo>
                  <a:pt x="840" y="720"/>
                  <a:pt x="840" y="720"/>
                  <a:pt x="840" y="720"/>
                </a:cubicBezTo>
                <a:cubicBezTo>
                  <a:pt x="1560" y="720"/>
                  <a:pt x="1560" y="720"/>
                  <a:pt x="1560" y="720"/>
                </a:cubicBezTo>
                <a:cubicBezTo>
                  <a:pt x="1560" y="960"/>
                  <a:pt x="1560" y="960"/>
                  <a:pt x="1560" y="960"/>
                </a:cubicBezTo>
                <a:cubicBezTo>
                  <a:pt x="1800" y="960"/>
                  <a:pt x="1800" y="960"/>
                  <a:pt x="1800" y="960"/>
                </a:cubicBezTo>
                <a:cubicBezTo>
                  <a:pt x="1800" y="720"/>
                  <a:pt x="1800" y="720"/>
                  <a:pt x="1800" y="720"/>
                </a:cubicBezTo>
                <a:cubicBezTo>
                  <a:pt x="2160" y="720"/>
                  <a:pt x="2160" y="720"/>
                  <a:pt x="2160" y="720"/>
                </a:cubicBezTo>
                <a:lnTo>
                  <a:pt x="2160" y="14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60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nge Histor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1488"/>
          </a:xfrm>
          <a:custGeom>
            <a:avLst/>
            <a:gdLst>
              <a:gd name="T0" fmla="*/ 2835 w 5669"/>
              <a:gd name="T1" fmla="*/ 1067 h 4535"/>
              <a:gd name="T2" fmla="*/ 4647 w 5669"/>
              <a:gd name="T3" fmla="*/ 3968 h 4535"/>
              <a:gd name="T4" fmla="*/ 1023 w 5669"/>
              <a:gd name="T5" fmla="*/ 3968 h 4535"/>
              <a:gd name="T6" fmla="*/ 2835 w 5669"/>
              <a:gd name="T7" fmla="*/ 1067 h 4535"/>
              <a:gd name="T8" fmla="*/ 2835 w 5669"/>
              <a:gd name="T9" fmla="*/ 0 h 4535"/>
              <a:gd name="T10" fmla="*/ 0 w 5669"/>
              <a:gd name="T11" fmla="*/ 4535 h 4535"/>
              <a:gd name="T12" fmla="*/ 5669 w 5669"/>
              <a:gd name="T13" fmla="*/ 4535 h 4535"/>
              <a:gd name="T14" fmla="*/ 2835 w 5669"/>
              <a:gd name="T15" fmla="*/ 0 h 4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669" h="4535">
                <a:moveTo>
                  <a:pt x="2835" y="1067"/>
                </a:moveTo>
                <a:lnTo>
                  <a:pt x="4647" y="3968"/>
                </a:lnTo>
                <a:lnTo>
                  <a:pt x="1023" y="3968"/>
                </a:lnTo>
                <a:lnTo>
                  <a:pt x="2835" y="1067"/>
                </a:lnTo>
                <a:moveTo>
                  <a:pt x="2835" y="0"/>
                </a:moveTo>
                <a:lnTo>
                  <a:pt x="0" y="4535"/>
                </a:lnTo>
                <a:lnTo>
                  <a:pt x="5669" y="4535"/>
                </a:lnTo>
                <a:lnTo>
                  <a:pt x="2835" y="0"/>
                </a:ln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89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ck Circ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200 w 2400"/>
              <a:gd name="T1" fmla="*/ 0 h 2400"/>
              <a:gd name="T2" fmla="*/ 0 w 2400"/>
              <a:gd name="T3" fmla="*/ 1200 h 2400"/>
              <a:gd name="T4" fmla="*/ 1200 w 2400"/>
              <a:gd name="T5" fmla="*/ 2400 h 2400"/>
              <a:gd name="T6" fmla="*/ 2400 w 2400"/>
              <a:gd name="T7" fmla="*/ 1200 h 2400"/>
              <a:gd name="T8" fmla="*/ 1200 w 2400"/>
              <a:gd name="T9" fmla="*/ 0 h 2400"/>
              <a:gd name="T10" fmla="*/ 960 w 2400"/>
              <a:gd name="T11" fmla="*/ 1800 h 2400"/>
              <a:gd name="T12" fmla="*/ 360 w 2400"/>
              <a:gd name="T13" fmla="*/ 1200 h 2400"/>
              <a:gd name="T14" fmla="*/ 529 w 2400"/>
              <a:gd name="T15" fmla="*/ 1031 h 2400"/>
              <a:gd name="T16" fmla="*/ 960 w 2400"/>
              <a:gd name="T17" fmla="*/ 1460 h 2400"/>
              <a:gd name="T18" fmla="*/ 1871 w 2400"/>
              <a:gd name="T19" fmla="*/ 550 h 2400"/>
              <a:gd name="T20" fmla="*/ 2040 w 2400"/>
              <a:gd name="T21" fmla="*/ 720 h 2400"/>
              <a:gd name="T22" fmla="*/ 960 w 2400"/>
              <a:gd name="T23" fmla="*/ 180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00" h="2400">
                <a:moveTo>
                  <a:pt x="1200" y="0"/>
                </a:moveTo>
                <a:cubicBezTo>
                  <a:pt x="538" y="0"/>
                  <a:pt x="0" y="538"/>
                  <a:pt x="0" y="1200"/>
                </a:cubicBezTo>
                <a:cubicBezTo>
                  <a:pt x="0" y="1862"/>
                  <a:pt x="538" y="2400"/>
                  <a:pt x="1200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200" y="0"/>
                </a:cubicBezTo>
                <a:close/>
                <a:moveTo>
                  <a:pt x="960" y="1800"/>
                </a:moveTo>
                <a:cubicBezTo>
                  <a:pt x="360" y="1200"/>
                  <a:pt x="360" y="1200"/>
                  <a:pt x="360" y="1200"/>
                </a:cubicBezTo>
                <a:cubicBezTo>
                  <a:pt x="529" y="1031"/>
                  <a:pt x="529" y="1031"/>
                  <a:pt x="529" y="1031"/>
                </a:cubicBezTo>
                <a:cubicBezTo>
                  <a:pt x="960" y="1460"/>
                  <a:pt x="960" y="1460"/>
                  <a:pt x="960" y="1460"/>
                </a:cubicBezTo>
                <a:cubicBezTo>
                  <a:pt x="1871" y="550"/>
                  <a:pt x="1871" y="550"/>
                  <a:pt x="1871" y="550"/>
                </a:cubicBezTo>
                <a:cubicBezTo>
                  <a:pt x="2040" y="720"/>
                  <a:pt x="2040" y="720"/>
                  <a:pt x="2040" y="720"/>
                </a:cubicBezTo>
                <a:lnTo>
                  <a:pt x="960" y="1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20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rome Reader Mod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06735"/>
          </a:xfrm>
          <a:custGeom>
            <a:avLst/>
            <a:gdLst>
              <a:gd name="T0" fmla="*/ 1571 w 2880"/>
              <a:gd name="T1" fmla="*/ 1048 h 2226"/>
              <a:gd name="T2" fmla="*/ 2487 w 2880"/>
              <a:gd name="T3" fmla="*/ 1048 h 2226"/>
              <a:gd name="T4" fmla="*/ 2487 w 2880"/>
              <a:gd name="T5" fmla="*/ 1244 h 2226"/>
              <a:gd name="T6" fmla="*/ 1571 w 2880"/>
              <a:gd name="T7" fmla="*/ 1244 h 2226"/>
              <a:gd name="T8" fmla="*/ 1571 w 2880"/>
              <a:gd name="T9" fmla="*/ 1048 h 2226"/>
              <a:gd name="T10" fmla="*/ 1571 w 2880"/>
              <a:gd name="T11" fmla="*/ 720 h 2226"/>
              <a:gd name="T12" fmla="*/ 2487 w 2880"/>
              <a:gd name="T13" fmla="*/ 720 h 2226"/>
              <a:gd name="T14" fmla="*/ 2487 w 2880"/>
              <a:gd name="T15" fmla="*/ 917 h 2226"/>
              <a:gd name="T16" fmla="*/ 1571 w 2880"/>
              <a:gd name="T17" fmla="*/ 917 h 2226"/>
              <a:gd name="T18" fmla="*/ 1571 w 2880"/>
              <a:gd name="T19" fmla="*/ 720 h 2226"/>
              <a:gd name="T20" fmla="*/ 1571 w 2880"/>
              <a:gd name="T21" fmla="*/ 1375 h 2226"/>
              <a:gd name="T22" fmla="*/ 2487 w 2880"/>
              <a:gd name="T23" fmla="*/ 1375 h 2226"/>
              <a:gd name="T24" fmla="*/ 2487 w 2880"/>
              <a:gd name="T25" fmla="*/ 1571 h 2226"/>
              <a:gd name="T26" fmla="*/ 1571 w 2880"/>
              <a:gd name="T27" fmla="*/ 1571 h 2226"/>
              <a:gd name="T28" fmla="*/ 1571 w 2880"/>
              <a:gd name="T29" fmla="*/ 1375 h 2226"/>
              <a:gd name="T30" fmla="*/ 2618 w 2880"/>
              <a:gd name="T31" fmla="*/ 0 h 2226"/>
              <a:gd name="T32" fmla="*/ 262 w 2880"/>
              <a:gd name="T33" fmla="*/ 0 h 2226"/>
              <a:gd name="T34" fmla="*/ 0 w 2880"/>
              <a:gd name="T35" fmla="*/ 262 h 2226"/>
              <a:gd name="T36" fmla="*/ 0 w 2880"/>
              <a:gd name="T37" fmla="*/ 1964 h 2226"/>
              <a:gd name="T38" fmla="*/ 262 w 2880"/>
              <a:gd name="T39" fmla="*/ 2226 h 2226"/>
              <a:gd name="T40" fmla="*/ 2618 w 2880"/>
              <a:gd name="T41" fmla="*/ 2226 h 2226"/>
              <a:gd name="T42" fmla="*/ 2880 w 2880"/>
              <a:gd name="T43" fmla="*/ 1964 h 2226"/>
              <a:gd name="T44" fmla="*/ 2880 w 2880"/>
              <a:gd name="T45" fmla="*/ 262 h 2226"/>
              <a:gd name="T46" fmla="*/ 2618 w 2880"/>
              <a:gd name="T47" fmla="*/ 0 h 2226"/>
              <a:gd name="T48" fmla="*/ 2618 w 2880"/>
              <a:gd name="T49" fmla="*/ 1964 h 2226"/>
              <a:gd name="T50" fmla="*/ 1440 w 2880"/>
              <a:gd name="T51" fmla="*/ 1964 h 2226"/>
              <a:gd name="T52" fmla="*/ 1440 w 2880"/>
              <a:gd name="T53" fmla="*/ 262 h 2226"/>
              <a:gd name="T54" fmla="*/ 2618 w 2880"/>
              <a:gd name="T55" fmla="*/ 262 h 2226"/>
              <a:gd name="T56" fmla="*/ 2618 w 2880"/>
              <a:gd name="T57" fmla="*/ 1964 h 22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880" h="2226">
                <a:moveTo>
                  <a:pt x="1571" y="1048"/>
                </a:moveTo>
                <a:cubicBezTo>
                  <a:pt x="2487" y="1048"/>
                  <a:pt x="2487" y="1048"/>
                  <a:pt x="2487" y="1048"/>
                </a:cubicBezTo>
                <a:cubicBezTo>
                  <a:pt x="2487" y="1244"/>
                  <a:pt x="2487" y="1244"/>
                  <a:pt x="2487" y="1244"/>
                </a:cubicBezTo>
                <a:cubicBezTo>
                  <a:pt x="1571" y="1244"/>
                  <a:pt x="1571" y="1244"/>
                  <a:pt x="1571" y="1244"/>
                </a:cubicBezTo>
                <a:lnTo>
                  <a:pt x="1571" y="1048"/>
                </a:lnTo>
                <a:close/>
                <a:moveTo>
                  <a:pt x="1571" y="720"/>
                </a:moveTo>
                <a:cubicBezTo>
                  <a:pt x="2487" y="720"/>
                  <a:pt x="2487" y="720"/>
                  <a:pt x="2487" y="720"/>
                </a:cubicBezTo>
                <a:cubicBezTo>
                  <a:pt x="2487" y="917"/>
                  <a:pt x="2487" y="917"/>
                  <a:pt x="2487" y="917"/>
                </a:cubicBezTo>
                <a:cubicBezTo>
                  <a:pt x="1571" y="917"/>
                  <a:pt x="1571" y="917"/>
                  <a:pt x="1571" y="917"/>
                </a:cubicBezTo>
                <a:lnTo>
                  <a:pt x="1571" y="720"/>
                </a:lnTo>
                <a:close/>
                <a:moveTo>
                  <a:pt x="1571" y="1375"/>
                </a:moveTo>
                <a:cubicBezTo>
                  <a:pt x="2487" y="1375"/>
                  <a:pt x="2487" y="1375"/>
                  <a:pt x="2487" y="1375"/>
                </a:cubicBezTo>
                <a:cubicBezTo>
                  <a:pt x="2487" y="1571"/>
                  <a:pt x="2487" y="1571"/>
                  <a:pt x="2487" y="1571"/>
                </a:cubicBezTo>
                <a:cubicBezTo>
                  <a:pt x="1571" y="1571"/>
                  <a:pt x="1571" y="1571"/>
                  <a:pt x="1571" y="1571"/>
                </a:cubicBezTo>
                <a:lnTo>
                  <a:pt x="1571" y="1375"/>
                </a:lnTo>
                <a:close/>
                <a:moveTo>
                  <a:pt x="2618" y="0"/>
                </a:moveTo>
                <a:cubicBezTo>
                  <a:pt x="262" y="0"/>
                  <a:pt x="262" y="0"/>
                  <a:pt x="262" y="0"/>
                </a:cubicBezTo>
                <a:cubicBezTo>
                  <a:pt x="118" y="0"/>
                  <a:pt x="0" y="118"/>
                  <a:pt x="0" y="262"/>
                </a:cubicBezTo>
                <a:cubicBezTo>
                  <a:pt x="0" y="1964"/>
                  <a:pt x="0" y="1964"/>
                  <a:pt x="0" y="1964"/>
                </a:cubicBezTo>
                <a:cubicBezTo>
                  <a:pt x="0" y="2108"/>
                  <a:pt x="118" y="2226"/>
                  <a:pt x="262" y="2226"/>
                </a:cubicBezTo>
                <a:cubicBezTo>
                  <a:pt x="2618" y="2226"/>
                  <a:pt x="2618" y="2226"/>
                  <a:pt x="2618" y="2226"/>
                </a:cubicBezTo>
                <a:cubicBezTo>
                  <a:pt x="2762" y="2226"/>
                  <a:pt x="2880" y="2108"/>
                  <a:pt x="2880" y="1964"/>
                </a:cubicBezTo>
                <a:cubicBezTo>
                  <a:pt x="2880" y="262"/>
                  <a:pt x="2880" y="262"/>
                  <a:pt x="2880" y="262"/>
                </a:cubicBezTo>
                <a:cubicBezTo>
                  <a:pt x="2880" y="118"/>
                  <a:pt x="2762" y="0"/>
                  <a:pt x="2618" y="0"/>
                </a:cubicBezTo>
                <a:close/>
                <a:moveTo>
                  <a:pt x="2618" y="1964"/>
                </a:moveTo>
                <a:cubicBezTo>
                  <a:pt x="1440" y="1964"/>
                  <a:pt x="1440" y="1964"/>
                  <a:pt x="1440" y="1964"/>
                </a:cubicBezTo>
                <a:cubicBezTo>
                  <a:pt x="1440" y="262"/>
                  <a:pt x="1440" y="262"/>
                  <a:pt x="1440" y="262"/>
                </a:cubicBezTo>
                <a:cubicBezTo>
                  <a:pt x="2618" y="262"/>
                  <a:pt x="2618" y="262"/>
                  <a:pt x="2618" y="262"/>
                </a:cubicBezTo>
                <a:lnTo>
                  <a:pt x="2618" y="19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3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as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488" cy="914400"/>
          </a:xfrm>
          <a:custGeom>
            <a:avLst/>
            <a:gdLst>
              <a:gd name="T0" fmla="*/ 1680 w 1920"/>
              <a:gd name="T1" fmla="*/ 0 h 2400"/>
              <a:gd name="T2" fmla="*/ 240 w 1920"/>
              <a:gd name="T3" fmla="*/ 0 h 2400"/>
              <a:gd name="T4" fmla="*/ 0 w 1920"/>
              <a:gd name="T5" fmla="*/ 240 h 2400"/>
              <a:gd name="T6" fmla="*/ 0 w 1920"/>
              <a:gd name="T7" fmla="*/ 2160 h 2400"/>
              <a:gd name="T8" fmla="*/ 240 w 1920"/>
              <a:gd name="T9" fmla="*/ 2400 h 2400"/>
              <a:gd name="T10" fmla="*/ 1680 w 1920"/>
              <a:gd name="T11" fmla="*/ 2400 h 2400"/>
              <a:gd name="T12" fmla="*/ 1920 w 1920"/>
              <a:gd name="T13" fmla="*/ 2160 h 2400"/>
              <a:gd name="T14" fmla="*/ 1920 w 1920"/>
              <a:gd name="T15" fmla="*/ 240 h 2400"/>
              <a:gd name="T16" fmla="*/ 1680 w 1920"/>
              <a:gd name="T17" fmla="*/ 0 h 2400"/>
              <a:gd name="T18" fmla="*/ 240 w 1920"/>
              <a:gd name="T19" fmla="*/ 240 h 2400"/>
              <a:gd name="T20" fmla="*/ 840 w 1920"/>
              <a:gd name="T21" fmla="*/ 240 h 2400"/>
              <a:gd name="T22" fmla="*/ 840 w 1920"/>
              <a:gd name="T23" fmla="*/ 1200 h 2400"/>
              <a:gd name="T24" fmla="*/ 540 w 1920"/>
              <a:gd name="T25" fmla="*/ 1020 h 2400"/>
              <a:gd name="T26" fmla="*/ 240 w 1920"/>
              <a:gd name="T27" fmla="*/ 1200 h 2400"/>
              <a:gd name="T28" fmla="*/ 240 w 1920"/>
              <a:gd name="T29" fmla="*/ 24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20" h="2400">
                <a:moveTo>
                  <a:pt x="168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8" y="2400"/>
                  <a:pt x="240" y="2400"/>
                </a:cubicBezTo>
                <a:cubicBezTo>
                  <a:pt x="1680" y="2400"/>
                  <a:pt x="1680" y="2400"/>
                  <a:pt x="1680" y="2400"/>
                </a:cubicBezTo>
                <a:cubicBezTo>
                  <a:pt x="1812" y="2400"/>
                  <a:pt x="1920" y="2292"/>
                  <a:pt x="1920" y="2160"/>
                </a:cubicBezTo>
                <a:cubicBezTo>
                  <a:pt x="1920" y="240"/>
                  <a:pt x="1920" y="240"/>
                  <a:pt x="1920" y="240"/>
                </a:cubicBezTo>
                <a:cubicBezTo>
                  <a:pt x="1920" y="108"/>
                  <a:pt x="1812" y="0"/>
                  <a:pt x="1680" y="0"/>
                </a:cubicBezTo>
                <a:close/>
                <a:moveTo>
                  <a:pt x="240" y="240"/>
                </a:moveTo>
                <a:cubicBezTo>
                  <a:pt x="840" y="240"/>
                  <a:pt x="840" y="240"/>
                  <a:pt x="840" y="240"/>
                </a:cubicBezTo>
                <a:cubicBezTo>
                  <a:pt x="840" y="1200"/>
                  <a:pt x="840" y="1200"/>
                  <a:pt x="840" y="1200"/>
                </a:cubicBezTo>
                <a:cubicBezTo>
                  <a:pt x="540" y="1020"/>
                  <a:pt x="540" y="1020"/>
                  <a:pt x="540" y="1020"/>
                </a:cubicBezTo>
                <a:cubicBezTo>
                  <a:pt x="240" y="1200"/>
                  <a:pt x="240" y="1200"/>
                  <a:pt x="240" y="1200"/>
                </a:cubicBezTo>
                <a:lnTo>
                  <a:pt x="240" y="2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d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48737"/>
          </a:xfrm>
          <a:custGeom>
            <a:avLst/>
            <a:gdLst>
              <a:gd name="T0" fmla="*/ 2098 w 5669"/>
              <a:gd name="T1" fmla="*/ 3005 h 3402"/>
              <a:gd name="T2" fmla="*/ 794 w 5669"/>
              <a:gd name="T3" fmla="*/ 1701 h 3402"/>
              <a:gd name="T4" fmla="*/ 2098 w 5669"/>
              <a:gd name="T5" fmla="*/ 397 h 3402"/>
              <a:gd name="T6" fmla="*/ 1701 w 5669"/>
              <a:gd name="T7" fmla="*/ 0 h 3402"/>
              <a:gd name="T8" fmla="*/ 0 w 5669"/>
              <a:gd name="T9" fmla="*/ 1701 h 3402"/>
              <a:gd name="T10" fmla="*/ 1701 w 5669"/>
              <a:gd name="T11" fmla="*/ 3402 h 3402"/>
              <a:gd name="T12" fmla="*/ 2098 w 5669"/>
              <a:gd name="T13" fmla="*/ 3005 h 3402"/>
              <a:gd name="T14" fmla="*/ 3572 w 5669"/>
              <a:gd name="T15" fmla="*/ 3005 h 3402"/>
              <a:gd name="T16" fmla="*/ 4876 w 5669"/>
              <a:gd name="T17" fmla="*/ 1701 h 3402"/>
              <a:gd name="T18" fmla="*/ 3572 w 5669"/>
              <a:gd name="T19" fmla="*/ 397 h 3402"/>
              <a:gd name="T20" fmla="*/ 3969 w 5669"/>
              <a:gd name="T21" fmla="*/ 0 h 3402"/>
              <a:gd name="T22" fmla="*/ 5669 w 5669"/>
              <a:gd name="T23" fmla="*/ 1701 h 3402"/>
              <a:gd name="T24" fmla="*/ 3969 w 5669"/>
              <a:gd name="T25" fmla="*/ 3402 h 3402"/>
              <a:gd name="T26" fmla="*/ 3572 w 5669"/>
              <a:gd name="T27" fmla="*/ 3005 h 3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5669" h="3402">
                <a:moveTo>
                  <a:pt x="2098" y="3005"/>
                </a:moveTo>
                <a:lnTo>
                  <a:pt x="794" y="1701"/>
                </a:lnTo>
                <a:lnTo>
                  <a:pt x="2098" y="397"/>
                </a:lnTo>
                <a:lnTo>
                  <a:pt x="1701" y="0"/>
                </a:lnTo>
                <a:lnTo>
                  <a:pt x="0" y="1701"/>
                </a:lnTo>
                <a:lnTo>
                  <a:pt x="1701" y="3402"/>
                </a:lnTo>
                <a:lnTo>
                  <a:pt x="2098" y="3005"/>
                </a:lnTo>
                <a:close/>
                <a:moveTo>
                  <a:pt x="3572" y="3005"/>
                </a:moveTo>
                <a:lnTo>
                  <a:pt x="4876" y="1701"/>
                </a:lnTo>
                <a:lnTo>
                  <a:pt x="3572" y="397"/>
                </a:lnTo>
                <a:lnTo>
                  <a:pt x="3969" y="0"/>
                </a:lnTo>
                <a:lnTo>
                  <a:pt x="5669" y="1701"/>
                </a:lnTo>
                <a:lnTo>
                  <a:pt x="3969" y="3402"/>
                </a:lnTo>
                <a:lnTo>
                  <a:pt x="3572" y="30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395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mpare Arrow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40032"/>
          </a:xfrm>
          <a:custGeom>
            <a:avLst/>
            <a:gdLst>
              <a:gd name="T0" fmla="*/ 1987 w 5669"/>
              <a:gd name="T1" fmla="*/ 2551 h 3968"/>
              <a:gd name="T2" fmla="*/ 0 w 5669"/>
              <a:gd name="T3" fmla="*/ 2551 h 3968"/>
              <a:gd name="T4" fmla="*/ 0 w 5669"/>
              <a:gd name="T5" fmla="*/ 3118 h 3968"/>
              <a:gd name="T6" fmla="*/ 1987 w 5669"/>
              <a:gd name="T7" fmla="*/ 3118 h 3968"/>
              <a:gd name="T8" fmla="*/ 1987 w 5669"/>
              <a:gd name="T9" fmla="*/ 3968 h 3968"/>
              <a:gd name="T10" fmla="*/ 3118 w 5669"/>
              <a:gd name="T11" fmla="*/ 2835 h 3968"/>
              <a:gd name="T12" fmla="*/ 1987 w 5669"/>
              <a:gd name="T13" fmla="*/ 1701 h 3968"/>
              <a:gd name="T14" fmla="*/ 1987 w 5669"/>
              <a:gd name="T15" fmla="*/ 2551 h 3968"/>
              <a:gd name="T16" fmla="*/ 3683 w 5669"/>
              <a:gd name="T17" fmla="*/ 2268 h 3968"/>
              <a:gd name="T18" fmla="*/ 3683 w 5669"/>
              <a:gd name="T19" fmla="*/ 1417 h 3968"/>
              <a:gd name="T20" fmla="*/ 5669 w 5669"/>
              <a:gd name="T21" fmla="*/ 1417 h 3968"/>
              <a:gd name="T22" fmla="*/ 5669 w 5669"/>
              <a:gd name="T23" fmla="*/ 850 h 3968"/>
              <a:gd name="T24" fmla="*/ 3683 w 5669"/>
              <a:gd name="T25" fmla="*/ 850 h 3968"/>
              <a:gd name="T26" fmla="*/ 3683 w 5669"/>
              <a:gd name="T27" fmla="*/ 0 h 3968"/>
              <a:gd name="T28" fmla="*/ 2551 w 5669"/>
              <a:gd name="T29" fmla="*/ 1134 h 3968"/>
              <a:gd name="T30" fmla="*/ 3683 w 5669"/>
              <a:gd name="T31" fmla="*/ 2268 h 3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669" h="3968">
                <a:moveTo>
                  <a:pt x="1987" y="2551"/>
                </a:moveTo>
                <a:lnTo>
                  <a:pt x="0" y="2551"/>
                </a:lnTo>
                <a:lnTo>
                  <a:pt x="0" y="3118"/>
                </a:lnTo>
                <a:lnTo>
                  <a:pt x="1987" y="3118"/>
                </a:lnTo>
                <a:lnTo>
                  <a:pt x="1987" y="3968"/>
                </a:lnTo>
                <a:lnTo>
                  <a:pt x="3118" y="2835"/>
                </a:lnTo>
                <a:lnTo>
                  <a:pt x="1987" y="1701"/>
                </a:lnTo>
                <a:lnTo>
                  <a:pt x="1987" y="2551"/>
                </a:lnTo>
                <a:close/>
                <a:moveTo>
                  <a:pt x="3683" y="2268"/>
                </a:moveTo>
                <a:lnTo>
                  <a:pt x="3683" y="1417"/>
                </a:lnTo>
                <a:lnTo>
                  <a:pt x="5669" y="1417"/>
                </a:lnTo>
                <a:lnTo>
                  <a:pt x="5669" y="850"/>
                </a:lnTo>
                <a:lnTo>
                  <a:pt x="3683" y="850"/>
                </a:lnTo>
                <a:lnTo>
                  <a:pt x="3683" y="0"/>
                </a:lnTo>
                <a:lnTo>
                  <a:pt x="2551" y="1134"/>
                </a:lnTo>
                <a:lnTo>
                  <a:pt x="3683" y="22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8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pyrigh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970 w 2400"/>
              <a:gd name="T1" fmla="*/ 1063 h 2400"/>
              <a:gd name="T2" fmla="*/ 1006 w 2400"/>
              <a:gd name="T3" fmla="*/ 959 h 2400"/>
              <a:gd name="T4" fmla="*/ 1076 w 2400"/>
              <a:gd name="T5" fmla="*/ 884 h 2400"/>
              <a:gd name="T6" fmla="*/ 1186 w 2400"/>
              <a:gd name="T7" fmla="*/ 857 h 2400"/>
              <a:gd name="T8" fmla="*/ 1261 w 2400"/>
              <a:gd name="T9" fmla="*/ 872 h 2400"/>
              <a:gd name="T10" fmla="*/ 1324 w 2400"/>
              <a:gd name="T11" fmla="*/ 916 h 2400"/>
              <a:gd name="T12" fmla="*/ 1364 w 2400"/>
              <a:gd name="T13" fmla="*/ 979 h 2400"/>
              <a:gd name="T14" fmla="*/ 1381 w 2400"/>
              <a:gd name="T15" fmla="*/ 1056 h 2400"/>
              <a:gd name="T16" fmla="*/ 1596 w 2400"/>
              <a:gd name="T17" fmla="*/ 1056 h 2400"/>
              <a:gd name="T18" fmla="*/ 1562 w 2400"/>
              <a:gd name="T19" fmla="*/ 901 h 2400"/>
              <a:gd name="T20" fmla="*/ 1478 w 2400"/>
              <a:gd name="T21" fmla="*/ 780 h 2400"/>
              <a:gd name="T22" fmla="*/ 1349 w 2400"/>
              <a:gd name="T23" fmla="*/ 701 h 2400"/>
              <a:gd name="T24" fmla="*/ 1182 w 2400"/>
              <a:gd name="T25" fmla="*/ 673 h 2400"/>
              <a:gd name="T26" fmla="*/ 978 w 2400"/>
              <a:gd name="T27" fmla="*/ 714 h 2400"/>
              <a:gd name="T28" fmla="*/ 834 w 2400"/>
              <a:gd name="T29" fmla="*/ 824 h 2400"/>
              <a:gd name="T30" fmla="*/ 749 w 2400"/>
              <a:gd name="T31" fmla="*/ 988 h 2400"/>
              <a:gd name="T32" fmla="*/ 720 w 2400"/>
              <a:gd name="T33" fmla="*/ 1184 h 2400"/>
              <a:gd name="T34" fmla="*/ 720 w 2400"/>
              <a:gd name="T35" fmla="*/ 1217 h 2400"/>
              <a:gd name="T36" fmla="*/ 748 w 2400"/>
              <a:gd name="T37" fmla="*/ 1414 h 2400"/>
              <a:gd name="T38" fmla="*/ 833 w 2400"/>
              <a:gd name="T39" fmla="*/ 1576 h 2400"/>
              <a:gd name="T40" fmla="*/ 977 w 2400"/>
              <a:gd name="T41" fmla="*/ 1685 h 2400"/>
              <a:gd name="T42" fmla="*/ 1181 w 2400"/>
              <a:gd name="T43" fmla="*/ 1726 h 2400"/>
              <a:gd name="T44" fmla="*/ 1339 w 2400"/>
              <a:gd name="T45" fmla="*/ 1698 h 2400"/>
              <a:gd name="T46" fmla="*/ 1469 w 2400"/>
              <a:gd name="T47" fmla="*/ 1622 h 2400"/>
              <a:gd name="T48" fmla="*/ 1558 w 2400"/>
              <a:gd name="T49" fmla="*/ 1510 h 2400"/>
              <a:gd name="T50" fmla="*/ 1594 w 2400"/>
              <a:gd name="T51" fmla="*/ 1372 h 2400"/>
              <a:gd name="T52" fmla="*/ 1379 w 2400"/>
              <a:gd name="T53" fmla="*/ 1372 h 2400"/>
              <a:gd name="T54" fmla="*/ 1361 w 2400"/>
              <a:gd name="T55" fmla="*/ 1441 h 2400"/>
              <a:gd name="T56" fmla="*/ 1318 w 2400"/>
              <a:gd name="T57" fmla="*/ 1496 h 2400"/>
              <a:gd name="T58" fmla="*/ 1255 w 2400"/>
              <a:gd name="T59" fmla="*/ 1532 h 2400"/>
              <a:gd name="T60" fmla="*/ 1183 w 2400"/>
              <a:gd name="T61" fmla="*/ 1544 h 2400"/>
              <a:gd name="T62" fmla="*/ 1076 w 2400"/>
              <a:gd name="T63" fmla="*/ 1517 h 2400"/>
              <a:gd name="T64" fmla="*/ 1006 w 2400"/>
              <a:gd name="T65" fmla="*/ 1442 h 2400"/>
              <a:gd name="T66" fmla="*/ 970 w 2400"/>
              <a:gd name="T67" fmla="*/ 1337 h 2400"/>
              <a:gd name="T68" fmla="*/ 960 w 2400"/>
              <a:gd name="T69" fmla="*/ 1217 h 2400"/>
              <a:gd name="T70" fmla="*/ 960 w 2400"/>
              <a:gd name="T71" fmla="*/ 1184 h 2400"/>
              <a:gd name="T72" fmla="*/ 970 w 2400"/>
              <a:gd name="T73" fmla="*/ 1063 h 2400"/>
              <a:gd name="T74" fmla="*/ 1200 w 2400"/>
              <a:gd name="T75" fmla="*/ 0 h 2400"/>
              <a:gd name="T76" fmla="*/ 0 w 2400"/>
              <a:gd name="T77" fmla="*/ 1200 h 2400"/>
              <a:gd name="T78" fmla="*/ 1200 w 2400"/>
              <a:gd name="T79" fmla="*/ 2400 h 2400"/>
              <a:gd name="T80" fmla="*/ 2400 w 2400"/>
              <a:gd name="T81" fmla="*/ 1200 h 2400"/>
              <a:gd name="T82" fmla="*/ 1200 w 2400"/>
              <a:gd name="T83" fmla="*/ 0 h 2400"/>
              <a:gd name="T84" fmla="*/ 1200 w 2400"/>
              <a:gd name="T85" fmla="*/ 2160 h 2400"/>
              <a:gd name="T86" fmla="*/ 240 w 2400"/>
              <a:gd name="T87" fmla="*/ 1200 h 2400"/>
              <a:gd name="T88" fmla="*/ 1200 w 2400"/>
              <a:gd name="T89" fmla="*/ 240 h 2400"/>
              <a:gd name="T90" fmla="*/ 2160 w 2400"/>
              <a:gd name="T91" fmla="*/ 1200 h 2400"/>
              <a:gd name="T92" fmla="*/ 1200 w 2400"/>
              <a:gd name="T93" fmla="*/ 216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400" h="2400">
                <a:moveTo>
                  <a:pt x="970" y="1063"/>
                </a:moveTo>
                <a:cubicBezTo>
                  <a:pt x="976" y="1024"/>
                  <a:pt x="989" y="989"/>
                  <a:pt x="1006" y="959"/>
                </a:cubicBezTo>
                <a:cubicBezTo>
                  <a:pt x="1022" y="929"/>
                  <a:pt x="1046" y="904"/>
                  <a:pt x="1076" y="884"/>
                </a:cubicBezTo>
                <a:cubicBezTo>
                  <a:pt x="1105" y="866"/>
                  <a:pt x="1141" y="858"/>
                  <a:pt x="1186" y="857"/>
                </a:cubicBezTo>
                <a:cubicBezTo>
                  <a:pt x="1213" y="858"/>
                  <a:pt x="1238" y="863"/>
                  <a:pt x="1261" y="872"/>
                </a:cubicBezTo>
                <a:cubicBezTo>
                  <a:pt x="1285" y="883"/>
                  <a:pt x="1307" y="898"/>
                  <a:pt x="1324" y="916"/>
                </a:cubicBezTo>
                <a:cubicBezTo>
                  <a:pt x="1340" y="934"/>
                  <a:pt x="1354" y="955"/>
                  <a:pt x="1364" y="979"/>
                </a:cubicBezTo>
                <a:cubicBezTo>
                  <a:pt x="1375" y="1003"/>
                  <a:pt x="1380" y="1030"/>
                  <a:pt x="1381" y="1056"/>
                </a:cubicBezTo>
                <a:cubicBezTo>
                  <a:pt x="1596" y="1056"/>
                  <a:pt x="1596" y="1056"/>
                  <a:pt x="1596" y="1056"/>
                </a:cubicBezTo>
                <a:cubicBezTo>
                  <a:pt x="1594" y="1000"/>
                  <a:pt x="1583" y="948"/>
                  <a:pt x="1562" y="901"/>
                </a:cubicBezTo>
                <a:cubicBezTo>
                  <a:pt x="1542" y="854"/>
                  <a:pt x="1514" y="814"/>
                  <a:pt x="1478" y="780"/>
                </a:cubicBezTo>
                <a:cubicBezTo>
                  <a:pt x="1442" y="746"/>
                  <a:pt x="1399" y="720"/>
                  <a:pt x="1349" y="701"/>
                </a:cubicBezTo>
                <a:cubicBezTo>
                  <a:pt x="1298" y="682"/>
                  <a:pt x="1243" y="673"/>
                  <a:pt x="1182" y="673"/>
                </a:cubicBezTo>
                <a:cubicBezTo>
                  <a:pt x="1104" y="673"/>
                  <a:pt x="1036" y="686"/>
                  <a:pt x="978" y="714"/>
                </a:cubicBezTo>
                <a:cubicBezTo>
                  <a:pt x="920" y="742"/>
                  <a:pt x="872" y="778"/>
                  <a:pt x="834" y="824"/>
                </a:cubicBezTo>
                <a:cubicBezTo>
                  <a:pt x="796" y="871"/>
                  <a:pt x="767" y="925"/>
                  <a:pt x="749" y="988"/>
                </a:cubicBezTo>
                <a:cubicBezTo>
                  <a:pt x="731" y="1050"/>
                  <a:pt x="720" y="1115"/>
                  <a:pt x="720" y="1184"/>
                </a:cubicBezTo>
                <a:cubicBezTo>
                  <a:pt x="720" y="1217"/>
                  <a:pt x="720" y="1217"/>
                  <a:pt x="720" y="1217"/>
                </a:cubicBezTo>
                <a:cubicBezTo>
                  <a:pt x="720" y="1286"/>
                  <a:pt x="730" y="1351"/>
                  <a:pt x="748" y="1414"/>
                </a:cubicBezTo>
                <a:cubicBezTo>
                  <a:pt x="766" y="1476"/>
                  <a:pt x="794" y="1530"/>
                  <a:pt x="833" y="1576"/>
                </a:cubicBezTo>
                <a:cubicBezTo>
                  <a:pt x="871" y="1621"/>
                  <a:pt x="919" y="1658"/>
                  <a:pt x="977" y="1685"/>
                </a:cubicBezTo>
                <a:cubicBezTo>
                  <a:pt x="1034" y="1711"/>
                  <a:pt x="1103" y="1726"/>
                  <a:pt x="1181" y="1726"/>
                </a:cubicBezTo>
                <a:cubicBezTo>
                  <a:pt x="1237" y="1726"/>
                  <a:pt x="1290" y="1716"/>
                  <a:pt x="1339" y="1698"/>
                </a:cubicBezTo>
                <a:cubicBezTo>
                  <a:pt x="1388" y="1680"/>
                  <a:pt x="1432" y="1655"/>
                  <a:pt x="1469" y="1622"/>
                </a:cubicBezTo>
                <a:cubicBezTo>
                  <a:pt x="1506" y="1590"/>
                  <a:pt x="1536" y="1553"/>
                  <a:pt x="1558" y="1510"/>
                </a:cubicBezTo>
                <a:cubicBezTo>
                  <a:pt x="1579" y="1466"/>
                  <a:pt x="1592" y="1421"/>
                  <a:pt x="1594" y="1372"/>
                </a:cubicBezTo>
                <a:cubicBezTo>
                  <a:pt x="1379" y="1372"/>
                  <a:pt x="1379" y="1372"/>
                  <a:pt x="1379" y="1372"/>
                </a:cubicBezTo>
                <a:cubicBezTo>
                  <a:pt x="1378" y="1397"/>
                  <a:pt x="1372" y="1420"/>
                  <a:pt x="1361" y="1441"/>
                </a:cubicBezTo>
                <a:cubicBezTo>
                  <a:pt x="1350" y="1463"/>
                  <a:pt x="1336" y="1481"/>
                  <a:pt x="1318" y="1496"/>
                </a:cubicBezTo>
                <a:cubicBezTo>
                  <a:pt x="1300" y="1512"/>
                  <a:pt x="1279" y="1524"/>
                  <a:pt x="1255" y="1532"/>
                </a:cubicBezTo>
                <a:cubicBezTo>
                  <a:pt x="1232" y="1541"/>
                  <a:pt x="1208" y="1543"/>
                  <a:pt x="1183" y="1544"/>
                </a:cubicBezTo>
                <a:cubicBezTo>
                  <a:pt x="1140" y="1543"/>
                  <a:pt x="1104" y="1535"/>
                  <a:pt x="1076" y="1517"/>
                </a:cubicBezTo>
                <a:cubicBezTo>
                  <a:pt x="1046" y="1498"/>
                  <a:pt x="1022" y="1472"/>
                  <a:pt x="1006" y="1442"/>
                </a:cubicBezTo>
                <a:cubicBezTo>
                  <a:pt x="989" y="1412"/>
                  <a:pt x="976" y="1376"/>
                  <a:pt x="970" y="1337"/>
                </a:cubicBezTo>
                <a:cubicBezTo>
                  <a:pt x="964" y="1297"/>
                  <a:pt x="960" y="1256"/>
                  <a:pt x="960" y="1217"/>
                </a:cubicBezTo>
                <a:cubicBezTo>
                  <a:pt x="960" y="1184"/>
                  <a:pt x="960" y="1184"/>
                  <a:pt x="960" y="1184"/>
                </a:cubicBezTo>
                <a:cubicBezTo>
                  <a:pt x="960" y="1142"/>
                  <a:pt x="964" y="1103"/>
                  <a:pt x="970" y="1063"/>
                </a:cubicBezTo>
                <a:close/>
                <a:moveTo>
                  <a:pt x="1200" y="0"/>
                </a:moveTo>
                <a:cubicBezTo>
                  <a:pt x="538" y="0"/>
                  <a:pt x="0" y="538"/>
                  <a:pt x="0" y="1200"/>
                </a:cubicBezTo>
                <a:cubicBezTo>
                  <a:pt x="0" y="1862"/>
                  <a:pt x="538" y="2400"/>
                  <a:pt x="1200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200" y="0"/>
                </a:cubicBezTo>
                <a:close/>
                <a:moveTo>
                  <a:pt x="1200" y="2160"/>
                </a:moveTo>
                <a:cubicBezTo>
                  <a:pt x="671" y="2160"/>
                  <a:pt x="240" y="1729"/>
                  <a:pt x="240" y="1200"/>
                </a:cubicBezTo>
                <a:cubicBezTo>
                  <a:pt x="240" y="671"/>
                  <a:pt x="671" y="240"/>
                  <a:pt x="1200" y="240"/>
                </a:cubicBezTo>
                <a:cubicBezTo>
                  <a:pt x="1729" y="240"/>
                  <a:pt x="2160" y="671"/>
                  <a:pt x="2160" y="1200"/>
                </a:cubicBezTo>
                <a:cubicBezTo>
                  <a:pt x="2160" y="1729"/>
                  <a:pt x="1729" y="2160"/>
                  <a:pt x="1200" y="21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261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edit Car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1488"/>
          </a:xfrm>
          <a:custGeom>
            <a:avLst/>
            <a:gdLst>
              <a:gd name="T0" fmla="*/ 2160 w 2400"/>
              <a:gd name="T1" fmla="*/ 0 h 1920"/>
              <a:gd name="T2" fmla="*/ 240 w 2400"/>
              <a:gd name="T3" fmla="*/ 0 h 1920"/>
              <a:gd name="T4" fmla="*/ 1 w 2400"/>
              <a:gd name="T5" fmla="*/ 240 h 1920"/>
              <a:gd name="T6" fmla="*/ 0 w 2400"/>
              <a:gd name="T7" fmla="*/ 1680 h 1920"/>
              <a:gd name="T8" fmla="*/ 240 w 2400"/>
              <a:gd name="T9" fmla="*/ 1920 h 1920"/>
              <a:gd name="T10" fmla="*/ 2160 w 2400"/>
              <a:gd name="T11" fmla="*/ 1920 h 1920"/>
              <a:gd name="T12" fmla="*/ 2400 w 2400"/>
              <a:gd name="T13" fmla="*/ 1680 h 1920"/>
              <a:gd name="T14" fmla="*/ 2400 w 2400"/>
              <a:gd name="T15" fmla="*/ 240 h 1920"/>
              <a:gd name="T16" fmla="*/ 2160 w 2400"/>
              <a:gd name="T17" fmla="*/ 0 h 1920"/>
              <a:gd name="T18" fmla="*/ 2160 w 2400"/>
              <a:gd name="T19" fmla="*/ 1680 h 1920"/>
              <a:gd name="T20" fmla="*/ 240 w 2400"/>
              <a:gd name="T21" fmla="*/ 1680 h 1920"/>
              <a:gd name="T22" fmla="*/ 240 w 2400"/>
              <a:gd name="T23" fmla="*/ 960 h 1920"/>
              <a:gd name="T24" fmla="*/ 2160 w 2400"/>
              <a:gd name="T25" fmla="*/ 960 h 1920"/>
              <a:gd name="T26" fmla="*/ 2160 w 2400"/>
              <a:gd name="T27" fmla="*/ 1680 h 1920"/>
              <a:gd name="T28" fmla="*/ 2160 w 2400"/>
              <a:gd name="T29" fmla="*/ 480 h 1920"/>
              <a:gd name="T30" fmla="*/ 240 w 2400"/>
              <a:gd name="T31" fmla="*/ 480 h 1920"/>
              <a:gd name="T32" fmla="*/ 240 w 2400"/>
              <a:gd name="T33" fmla="*/ 240 h 1920"/>
              <a:gd name="T34" fmla="*/ 2160 w 2400"/>
              <a:gd name="T35" fmla="*/ 240 h 1920"/>
              <a:gd name="T36" fmla="*/ 2160 w 2400"/>
              <a:gd name="T37" fmla="*/ 480 h 1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400" h="1920">
                <a:moveTo>
                  <a:pt x="216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1" y="107"/>
                  <a:pt x="1" y="240"/>
                </a:cubicBezTo>
                <a:cubicBezTo>
                  <a:pt x="0" y="1680"/>
                  <a:pt x="0" y="1680"/>
                  <a:pt x="0" y="1680"/>
                </a:cubicBezTo>
                <a:cubicBezTo>
                  <a:pt x="0" y="1813"/>
                  <a:pt x="107" y="1920"/>
                  <a:pt x="240" y="1920"/>
                </a:cubicBezTo>
                <a:cubicBezTo>
                  <a:pt x="2160" y="1920"/>
                  <a:pt x="2160" y="1920"/>
                  <a:pt x="2160" y="1920"/>
                </a:cubicBezTo>
                <a:cubicBezTo>
                  <a:pt x="2293" y="1920"/>
                  <a:pt x="2400" y="1813"/>
                  <a:pt x="2400" y="1680"/>
                </a:cubicBezTo>
                <a:cubicBezTo>
                  <a:pt x="2400" y="240"/>
                  <a:pt x="2400" y="240"/>
                  <a:pt x="2400" y="240"/>
                </a:cubicBezTo>
                <a:cubicBezTo>
                  <a:pt x="2400" y="107"/>
                  <a:pt x="2293" y="0"/>
                  <a:pt x="2160" y="0"/>
                </a:cubicBezTo>
                <a:close/>
                <a:moveTo>
                  <a:pt x="2160" y="1680"/>
                </a:moveTo>
                <a:cubicBezTo>
                  <a:pt x="240" y="1680"/>
                  <a:pt x="240" y="1680"/>
                  <a:pt x="240" y="1680"/>
                </a:cubicBezTo>
                <a:cubicBezTo>
                  <a:pt x="240" y="960"/>
                  <a:pt x="240" y="960"/>
                  <a:pt x="240" y="960"/>
                </a:cubicBezTo>
                <a:cubicBezTo>
                  <a:pt x="2160" y="960"/>
                  <a:pt x="2160" y="960"/>
                  <a:pt x="2160" y="960"/>
                </a:cubicBezTo>
                <a:lnTo>
                  <a:pt x="2160" y="1680"/>
                </a:lnTo>
                <a:close/>
                <a:moveTo>
                  <a:pt x="2160" y="480"/>
                </a:moveTo>
                <a:cubicBezTo>
                  <a:pt x="240" y="480"/>
                  <a:pt x="240" y="480"/>
                  <a:pt x="240" y="48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2160" y="240"/>
                  <a:pt x="2160" y="240"/>
                  <a:pt x="2160" y="240"/>
                </a:cubicBezTo>
                <a:lnTo>
                  <a:pt x="2160" y="4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8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shboar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5102"/>
              <a:gd name="T1" fmla="*/ 2835 h 5102"/>
              <a:gd name="T2" fmla="*/ 2267 w 5102"/>
              <a:gd name="T3" fmla="*/ 2835 h 5102"/>
              <a:gd name="T4" fmla="*/ 2267 w 5102"/>
              <a:gd name="T5" fmla="*/ 0 h 5102"/>
              <a:gd name="T6" fmla="*/ 0 w 5102"/>
              <a:gd name="T7" fmla="*/ 0 h 5102"/>
              <a:gd name="T8" fmla="*/ 0 w 5102"/>
              <a:gd name="T9" fmla="*/ 2835 h 5102"/>
              <a:gd name="T10" fmla="*/ 0 w 5102"/>
              <a:gd name="T11" fmla="*/ 5102 h 5102"/>
              <a:gd name="T12" fmla="*/ 2267 w 5102"/>
              <a:gd name="T13" fmla="*/ 5102 h 5102"/>
              <a:gd name="T14" fmla="*/ 2267 w 5102"/>
              <a:gd name="T15" fmla="*/ 3402 h 5102"/>
              <a:gd name="T16" fmla="*/ 0 w 5102"/>
              <a:gd name="T17" fmla="*/ 3402 h 5102"/>
              <a:gd name="T18" fmla="*/ 0 w 5102"/>
              <a:gd name="T19" fmla="*/ 5102 h 5102"/>
              <a:gd name="T20" fmla="*/ 2834 w 5102"/>
              <a:gd name="T21" fmla="*/ 5102 h 5102"/>
              <a:gd name="T22" fmla="*/ 5102 w 5102"/>
              <a:gd name="T23" fmla="*/ 5102 h 5102"/>
              <a:gd name="T24" fmla="*/ 5102 w 5102"/>
              <a:gd name="T25" fmla="*/ 2268 h 5102"/>
              <a:gd name="T26" fmla="*/ 2834 w 5102"/>
              <a:gd name="T27" fmla="*/ 2268 h 5102"/>
              <a:gd name="T28" fmla="*/ 2834 w 5102"/>
              <a:gd name="T29" fmla="*/ 5102 h 5102"/>
              <a:gd name="T30" fmla="*/ 2834 w 5102"/>
              <a:gd name="T31" fmla="*/ 0 h 5102"/>
              <a:gd name="T32" fmla="*/ 2834 w 5102"/>
              <a:gd name="T33" fmla="*/ 1701 h 5102"/>
              <a:gd name="T34" fmla="*/ 5102 w 5102"/>
              <a:gd name="T35" fmla="*/ 1701 h 5102"/>
              <a:gd name="T36" fmla="*/ 5102 w 5102"/>
              <a:gd name="T37" fmla="*/ 0 h 5102"/>
              <a:gd name="T38" fmla="*/ 2834 w 5102"/>
              <a:gd name="T39" fmla="*/ 0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102" h="5102">
                <a:moveTo>
                  <a:pt x="0" y="2835"/>
                </a:moveTo>
                <a:lnTo>
                  <a:pt x="2267" y="2835"/>
                </a:lnTo>
                <a:lnTo>
                  <a:pt x="2267" y="0"/>
                </a:lnTo>
                <a:lnTo>
                  <a:pt x="0" y="0"/>
                </a:lnTo>
                <a:lnTo>
                  <a:pt x="0" y="2835"/>
                </a:lnTo>
                <a:close/>
                <a:moveTo>
                  <a:pt x="0" y="5102"/>
                </a:moveTo>
                <a:lnTo>
                  <a:pt x="2267" y="5102"/>
                </a:lnTo>
                <a:lnTo>
                  <a:pt x="2267" y="3402"/>
                </a:lnTo>
                <a:lnTo>
                  <a:pt x="0" y="3402"/>
                </a:lnTo>
                <a:lnTo>
                  <a:pt x="0" y="5102"/>
                </a:lnTo>
                <a:close/>
                <a:moveTo>
                  <a:pt x="2834" y="5102"/>
                </a:moveTo>
                <a:lnTo>
                  <a:pt x="5102" y="5102"/>
                </a:lnTo>
                <a:lnTo>
                  <a:pt x="5102" y="2268"/>
                </a:lnTo>
                <a:lnTo>
                  <a:pt x="2834" y="2268"/>
                </a:lnTo>
                <a:lnTo>
                  <a:pt x="2834" y="5102"/>
                </a:lnTo>
                <a:close/>
                <a:moveTo>
                  <a:pt x="2834" y="0"/>
                </a:moveTo>
                <a:lnTo>
                  <a:pt x="2834" y="1701"/>
                </a:lnTo>
                <a:lnTo>
                  <a:pt x="5102" y="1701"/>
                </a:lnTo>
                <a:lnTo>
                  <a:pt x="5102" y="0"/>
                </a:lnTo>
                <a:lnTo>
                  <a:pt x="28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18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Rang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944" cy="914400"/>
          </a:xfrm>
          <a:custGeom>
            <a:avLst/>
            <a:gdLst>
              <a:gd name="T0" fmla="*/ 720 w 2160"/>
              <a:gd name="T1" fmla="*/ 1080 h 2400"/>
              <a:gd name="T2" fmla="*/ 480 w 2160"/>
              <a:gd name="T3" fmla="*/ 1080 h 2400"/>
              <a:gd name="T4" fmla="*/ 480 w 2160"/>
              <a:gd name="T5" fmla="*/ 1320 h 2400"/>
              <a:gd name="T6" fmla="*/ 720 w 2160"/>
              <a:gd name="T7" fmla="*/ 1320 h 2400"/>
              <a:gd name="T8" fmla="*/ 720 w 2160"/>
              <a:gd name="T9" fmla="*/ 1080 h 2400"/>
              <a:gd name="T10" fmla="*/ 1200 w 2160"/>
              <a:gd name="T11" fmla="*/ 1080 h 2400"/>
              <a:gd name="T12" fmla="*/ 960 w 2160"/>
              <a:gd name="T13" fmla="*/ 1080 h 2400"/>
              <a:gd name="T14" fmla="*/ 960 w 2160"/>
              <a:gd name="T15" fmla="*/ 1320 h 2400"/>
              <a:gd name="T16" fmla="*/ 1200 w 2160"/>
              <a:gd name="T17" fmla="*/ 1320 h 2400"/>
              <a:gd name="T18" fmla="*/ 1200 w 2160"/>
              <a:gd name="T19" fmla="*/ 1080 h 2400"/>
              <a:gd name="T20" fmla="*/ 1680 w 2160"/>
              <a:gd name="T21" fmla="*/ 1080 h 2400"/>
              <a:gd name="T22" fmla="*/ 1440 w 2160"/>
              <a:gd name="T23" fmla="*/ 1080 h 2400"/>
              <a:gd name="T24" fmla="*/ 1440 w 2160"/>
              <a:gd name="T25" fmla="*/ 1320 h 2400"/>
              <a:gd name="T26" fmla="*/ 1680 w 2160"/>
              <a:gd name="T27" fmla="*/ 1320 h 2400"/>
              <a:gd name="T28" fmla="*/ 1680 w 2160"/>
              <a:gd name="T29" fmla="*/ 1080 h 2400"/>
              <a:gd name="T30" fmla="*/ 1920 w 2160"/>
              <a:gd name="T31" fmla="*/ 240 h 2400"/>
              <a:gd name="T32" fmla="*/ 1800 w 2160"/>
              <a:gd name="T33" fmla="*/ 240 h 2400"/>
              <a:gd name="T34" fmla="*/ 1800 w 2160"/>
              <a:gd name="T35" fmla="*/ 0 h 2400"/>
              <a:gd name="T36" fmla="*/ 1560 w 2160"/>
              <a:gd name="T37" fmla="*/ 0 h 2400"/>
              <a:gd name="T38" fmla="*/ 1560 w 2160"/>
              <a:gd name="T39" fmla="*/ 240 h 2400"/>
              <a:gd name="T40" fmla="*/ 600 w 2160"/>
              <a:gd name="T41" fmla="*/ 240 h 2400"/>
              <a:gd name="T42" fmla="*/ 600 w 2160"/>
              <a:gd name="T43" fmla="*/ 0 h 2400"/>
              <a:gd name="T44" fmla="*/ 360 w 2160"/>
              <a:gd name="T45" fmla="*/ 0 h 2400"/>
              <a:gd name="T46" fmla="*/ 360 w 2160"/>
              <a:gd name="T47" fmla="*/ 240 h 2400"/>
              <a:gd name="T48" fmla="*/ 240 w 2160"/>
              <a:gd name="T49" fmla="*/ 240 h 2400"/>
              <a:gd name="T50" fmla="*/ 1 w 2160"/>
              <a:gd name="T51" fmla="*/ 480 h 2400"/>
              <a:gd name="T52" fmla="*/ 0 w 2160"/>
              <a:gd name="T53" fmla="*/ 2160 h 2400"/>
              <a:gd name="T54" fmla="*/ 240 w 2160"/>
              <a:gd name="T55" fmla="*/ 2400 h 2400"/>
              <a:gd name="T56" fmla="*/ 1920 w 2160"/>
              <a:gd name="T57" fmla="*/ 2400 h 2400"/>
              <a:gd name="T58" fmla="*/ 2160 w 2160"/>
              <a:gd name="T59" fmla="*/ 2160 h 2400"/>
              <a:gd name="T60" fmla="*/ 2160 w 2160"/>
              <a:gd name="T61" fmla="*/ 480 h 2400"/>
              <a:gd name="T62" fmla="*/ 1920 w 2160"/>
              <a:gd name="T63" fmla="*/ 240 h 2400"/>
              <a:gd name="T64" fmla="*/ 1920 w 2160"/>
              <a:gd name="T65" fmla="*/ 2160 h 2400"/>
              <a:gd name="T66" fmla="*/ 240 w 2160"/>
              <a:gd name="T67" fmla="*/ 2160 h 2400"/>
              <a:gd name="T68" fmla="*/ 240 w 2160"/>
              <a:gd name="T69" fmla="*/ 840 h 2400"/>
              <a:gd name="T70" fmla="*/ 1920 w 2160"/>
              <a:gd name="T71" fmla="*/ 840 h 2400"/>
              <a:gd name="T72" fmla="*/ 1920 w 2160"/>
              <a:gd name="T73" fmla="*/ 216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160" h="2400">
                <a:moveTo>
                  <a:pt x="720" y="1080"/>
                </a:moveTo>
                <a:cubicBezTo>
                  <a:pt x="480" y="1080"/>
                  <a:pt x="480" y="1080"/>
                  <a:pt x="480" y="1080"/>
                </a:cubicBezTo>
                <a:cubicBezTo>
                  <a:pt x="480" y="1320"/>
                  <a:pt x="480" y="1320"/>
                  <a:pt x="480" y="1320"/>
                </a:cubicBezTo>
                <a:cubicBezTo>
                  <a:pt x="720" y="1320"/>
                  <a:pt x="720" y="1320"/>
                  <a:pt x="720" y="1320"/>
                </a:cubicBezTo>
                <a:lnTo>
                  <a:pt x="720" y="1080"/>
                </a:lnTo>
                <a:close/>
                <a:moveTo>
                  <a:pt x="1200" y="1080"/>
                </a:moveTo>
                <a:cubicBezTo>
                  <a:pt x="960" y="1080"/>
                  <a:pt x="960" y="1080"/>
                  <a:pt x="960" y="1080"/>
                </a:cubicBezTo>
                <a:cubicBezTo>
                  <a:pt x="960" y="1320"/>
                  <a:pt x="960" y="1320"/>
                  <a:pt x="960" y="1320"/>
                </a:cubicBezTo>
                <a:cubicBezTo>
                  <a:pt x="1200" y="1320"/>
                  <a:pt x="1200" y="1320"/>
                  <a:pt x="1200" y="1320"/>
                </a:cubicBezTo>
                <a:lnTo>
                  <a:pt x="1200" y="1080"/>
                </a:lnTo>
                <a:close/>
                <a:moveTo>
                  <a:pt x="1680" y="1080"/>
                </a:moveTo>
                <a:cubicBezTo>
                  <a:pt x="1440" y="1080"/>
                  <a:pt x="1440" y="1080"/>
                  <a:pt x="1440" y="1080"/>
                </a:cubicBezTo>
                <a:cubicBezTo>
                  <a:pt x="1440" y="1320"/>
                  <a:pt x="1440" y="1320"/>
                  <a:pt x="1440" y="1320"/>
                </a:cubicBezTo>
                <a:cubicBezTo>
                  <a:pt x="1680" y="1320"/>
                  <a:pt x="1680" y="1320"/>
                  <a:pt x="1680" y="1320"/>
                </a:cubicBezTo>
                <a:lnTo>
                  <a:pt x="1680" y="1080"/>
                </a:lnTo>
                <a:close/>
                <a:moveTo>
                  <a:pt x="1920" y="240"/>
                </a:moveTo>
                <a:cubicBezTo>
                  <a:pt x="1800" y="240"/>
                  <a:pt x="1800" y="240"/>
                  <a:pt x="1800" y="240"/>
                </a:cubicBezTo>
                <a:cubicBezTo>
                  <a:pt x="1800" y="0"/>
                  <a:pt x="1800" y="0"/>
                  <a:pt x="1800" y="0"/>
                </a:cubicBezTo>
                <a:cubicBezTo>
                  <a:pt x="1560" y="0"/>
                  <a:pt x="1560" y="0"/>
                  <a:pt x="1560" y="0"/>
                </a:cubicBezTo>
                <a:cubicBezTo>
                  <a:pt x="1560" y="240"/>
                  <a:pt x="1560" y="240"/>
                  <a:pt x="1560" y="240"/>
                </a:cubicBezTo>
                <a:cubicBezTo>
                  <a:pt x="600" y="240"/>
                  <a:pt x="600" y="240"/>
                  <a:pt x="600" y="240"/>
                </a:cubicBezTo>
                <a:cubicBezTo>
                  <a:pt x="600" y="0"/>
                  <a:pt x="600" y="0"/>
                  <a:pt x="600" y="0"/>
                </a:cubicBezTo>
                <a:cubicBezTo>
                  <a:pt x="360" y="0"/>
                  <a:pt x="360" y="0"/>
                  <a:pt x="360" y="0"/>
                </a:cubicBezTo>
                <a:cubicBezTo>
                  <a:pt x="360" y="240"/>
                  <a:pt x="360" y="240"/>
                  <a:pt x="360" y="24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07" y="240"/>
                  <a:pt x="1" y="348"/>
                  <a:pt x="1" y="48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7" y="2400"/>
                  <a:pt x="240" y="2400"/>
                </a:cubicBezTo>
                <a:cubicBezTo>
                  <a:pt x="1920" y="2400"/>
                  <a:pt x="1920" y="2400"/>
                  <a:pt x="1920" y="2400"/>
                </a:cubicBezTo>
                <a:cubicBezTo>
                  <a:pt x="2052" y="2400"/>
                  <a:pt x="2160" y="2292"/>
                  <a:pt x="2160" y="2160"/>
                </a:cubicBezTo>
                <a:cubicBezTo>
                  <a:pt x="2160" y="480"/>
                  <a:pt x="2160" y="480"/>
                  <a:pt x="2160" y="480"/>
                </a:cubicBezTo>
                <a:cubicBezTo>
                  <a:pt x="2160" y="348"/>
                  <a:pt x="2052" y="240"/>
                  <a:pt x="1920" y="240"/>
                </a:cubicBezTo>
                <a:close/>
                <a:moveTo>
                  <a:pt x="1920" y="2160"/>
                </a:moveTo>
                <a:cubicBezTo>
                  <a:pt x="240" y="2160"/>
                  <a:pt x="240" y="2160"/>
                  <a:pt x="240" y="2160"/>
                </a:cubicBezTo>
                <a:cubicBezTo>
                  <a:pt x="240" y="840"/>
                  <a:pt x="240" y="840"/>
                  <a:pt x="240" y="840"/>
                </a:cubicBezTo>
                <a:cubicBezTo>
                  <a:pt x="1920" y="840"/>
                  <a:pt x="1920" y="840"/>
                  <a:pt x="1920" y="840"/>
                </a:cubicBezTo>
                <a:lnTo>
                  <a:pt x="1920" y="21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498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le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11160" cy="914400"/>
          </a:xfrm>
          <a:custGeom>
            <a:avLst/>
            <a:gdLst>
              <a:gd name="T0" fmla="*/ 120 w 1680"/>
              <a:gd name="T1" fmla="*/ 1920 h 2160"/>
              <a:gd name="T2" fmla="*/ 360 w 1680"/>
              <a:gd name="T3" fmla="*/ 2160 h 2160"/>
              <a:gd name="T4" fmla="*/ 1320 w 1680"/>
              <a:gd name="T5" fmla="*/ 2160 h 2160"/>
              <a:gd name="T6" fmla="*/ 1560 w 1680"/>
              <a:gd name="T7" fmla="*/ 1920 h 2160"/>
              <a:gd name="T8" fmla="*/ 1560 w 1680"/>
              <a:gd name="T9" fmla="*/ 480 h 2160"/>
              <a:gd name="T10" fmla="*/ 120 w 1680"/>
              <a:gd name="T11" fmla="*/ 480 h 2160"/>
              <a:gd name="T12" fmla="*/ 120 w 1680"/>
              <a:gd name="T13" fmla="*/ 1920 h 2160"/>
              <a:gd name="T14" fmla="*/ 1680 w 1680"/>
              <a:gd name="T15" fmla="*/ 120 h 2160"/>
              <a:gd name="T16" fmla="*/ 1260 w 1680"/>
              <a:gd name="T17" fmla="*/ 120 h 2160"/>
              <a:gd name="T18" fmla="*/ 1140 w 1680"/>
              <a:gd name="T19" fmla="*/ 0 h 2160"/>
              <a:gd name="T20" fmla="*/ 540 w 1680"/>
              <a:gd name="T21" fmla="*/ 0 h 2160"/>
              <a:gd name="T22" fmla="*/ 420 w 1680"/>
              <a:gd name="T23" fmla="*/ 120 h 2160"/>
              <a:gd name="T24" fmla="*/ 0 w 1680"/>
              <a:gd name="T25" fmla="*/ 120 h 2160"/>
              <a:gd name="T26" fmla="*/ 0 w 1680"/>
              <a:gd name="T27" fmla="*/ 360 h 2160"/>
              <a:gd name="T28" fmla="*/ 1680 w 1680"/>
              <a:gd name="T29" fmla="*/ 360 h 2160"/>
              <a:gd name="T30" fmla="*/ 1680 w 1680"/>
              <a:gd name="T31" fmla="*/ 12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680" h="2160">
                <a:moveTo>
                  <a:pt x="120" y="1920"/>
                </a:moveTo>
                <a:cubicBezTo>
                  <a:pt x="120" y="2052"/>
                  <a:pt x="228" y="2160"/>
                  <a:pt x="360" y="2160"/>
                </a:cubicBezTo>
                <a:cubicBezTo>
                  <a:pt x="1320" y="2160"/>
                  <a:pt x="1320" y="2160"/>
                  <a:pt x="1320" y="2160"/>
                </a:cubicBezTo>
                <a:cubicBezTo>
                  <a:pt x="1452" y="2160"/>
                  <a:pt x="1560" y="2052"/>
                  <a:pt x="1560" y="1920"/>
                </a:cubicBezTo>
                <a:cubicBezTo>
                  <a:pt x="1560" y="480"/>
                  <a:pt x="1560" y="480"/>
                  <a:pt x="1560" y="480"/>
                </a:cubicBezTo>
                <a:cubicBezTo>
                  <a:pt x="120" y="480"/>
                  <a:pt x="120" y="480"/>
                  <a:pt x="120" y="480"/>
                </a:cubicBezTo>
                <a:lnTo>
                  <a:pt x="120" y="1920"/>
                </a:lnTo>
                <a:close/>
                <a:moveTo>
                  <a:pt x="1680" y="120"/>
                </a:moveTo>
                <a:cubicBezTo>
                  <a:pt x="1260" y="120"/>
                  <a:pt x="1260" y="120"/>
                  <a:pt x="1260" y="120"/>
                </a:cubicBezTo>
                <a:cubicBezTo>
                  <a:pt x="1140" y="0"/>
                  <a:pt x="1140" y="0"/>
                  <a:pt x="1140" y="0"/>
                </a:cubicBezTo>
                <a:cubicBezTo>
                  <a:pt x="540" y="0"/>
                  <a:pt x="540" y="0"/>
                  <a:pt x="540" y="0"/>
                </a:cubicBezTo>
                <a:cubicBezTo>
                  <a:pt x="420" y="120"/>
                  <a:pt x="420" y="120"/>
                  <a:pt x="42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360"/>
                  <a:pt x="0" y="360"/>
                  <a:pt x="0" y="360"/>
                </a:cubicBezTo>
                <a:cubicBezTo>
                  <a:pt x="1680" y="360"/>
                  <a:pt x="1680" y="360"/>
                  <a:pt x="1680" y="360"/>
                </a:cubicBezTo>
                <a:lnTo>
                  <a:pt x="1680" y="1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78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scripti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488" cy="914400"/>
          </a:xfrm>
          <a:custGeom>
            <a:avLst/>
            <a:gdLst>
              <a:gd name="T0" fmla="*/ 1200 w 1920"/>
              <a:gd name="T1" fmla="*/ 0 h 2400"/>
              <a:gd name="T2" fmla="*/ 240 w 1920"/>
              <a:gd name="T3" fmla="*/ 0 h 2400"/>
              <a:gd name="T4" fmla="*/ 1 w 1920"/>
              <a:gd name="T5" fmla="*/ 240 h 2400"/>
              <a:gd name="T6" fmla="*/ 0 w 1920"/>
              <a:gd name="T7" fmla="*/ 2160 h 2400"/>
              <a:gd name="T8" fmla="*/ 239 w 1920"/>
              <a:gd name="T9" fmla="*/ 2400 h 2400"/>
              <a:gd name="T10" fmla="*/ 1680 w 1920"/>
              <a:gd name="T11" fmla="*/ 2400 h 2400"/>
              <a:gd name="T12" fmla="*/ 1920 w 1920"/>
              <a:gd name="T13" fmla="*/ 2160 h 2400"/>
              <a:gd name="T14" fmla="*/ 1920 w 1920"/>
              <a:gd name="T15" fmla="*/ 720 h 2400"/>
              <a:gd name="T16" fmla="*/ 1200 w 1920"/>
              <a:gd name="T17" fmla="*/ 0 h 2400"/>
              <a:gd name="T18" fmla="*/ 1440 w 1920"/>
              <a:gd name="T19" fmla="*/ 1920 h 2400"/>
              <a:gd name="T20" fmla="*/ 480 w 1920"/>
              <a:gd name="T21" fmla="*/ 1920 h 2400"/>
              <a:gd name="T22" fmla="*/ 480 w 1920"/>
              <a:gd name="T23" fmla="*/ 1680 h 2400"/>
              <a:gd name="T24" fmla="*/ 1440 w 1920"/>
              <a:gd name="T25" fmla="*/ 1680 h 2400"/>
              <a:gd name="T26" fmla="*/ 1440 w 1920"/>
              <a:gd name="T27" fmla="*/ 1920 h 2400"/>
              <a:gd name="T28" fmla="*/ 1440 w 1920"/>
              <a:gd name="T29" fmla="*/ 1440 h 2400"/>
              <a:gd name="T30" fmla="*/ 480 w 1920"/>
              <a:gd name="T31" fmla="*/ 1440 h 2400"/>
              <a:gd name="T32" fmla="*/ 480 w 1920"/>
              <a:gd name="T33" fmla="*/ 1200 h 2400"/>
              <a:gd name="T34" fmla="*/ 1440 w 1920"/>
              <a:gd name="T35" fmla="*/ 1200 h 2400"/>
              <a:gd name="T36" fmla="*/ 1440 w 1920"/>
              <a:gd name="T37" fmla="*/ 1440 h 2400"/>
              <a:gd name="T38" fmla="*/ 1080 w 1920"/>
              <a:gd name="T39" fmla="*/ 840 h 2400"/>
              <a:gd name="T40" fmla="*/ 1080 w 1920"/>
              <a:gd name="T41" fmla="*/ 180 h 2400"/>
              <a:gd name="T42" fmla="*/ 1740 w 1920"/>
              <a:gd name="T43" fmla="*/ 840 h 2400"/>
              <a:gd name="T44" fmla="*/ 1080 w 1920"/>
              <a:gd name="T45" fmla="*/ 84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920" h="2400">
                <a:moveTo>
                  <a:pt x="120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1" y="108"/>
                  <a:pt x="1" y="24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7" y="2400"/>
                  <a:pt x="239" y="2400"/>
                </a:cubicBezTo>
                <a:cubicBezTo>
                  <a:pt x="1680" y="2400"/>
                  <a:pt x="1680" y="2400"/>
                  <a:pt x="1680" y="2400"/>
                </a:cubicBezTo>
                <a:cubicBezTo>
                  <a:pt x="1812" y="2400"/>
                  <a:pt x="1920" y="2292"/>
                  <a:pt x="1920" y="2160"/>
                </a:cubicBezTo>
                <a:cubicBezTo>
                  <a:pt x="1920" y="720"/>
                  <a:pt x="1920" y="720"/>
                  <a:pt x="1920" y="720"/>
                </a:cubicBezTo>
                <a:lnTo>
                  <a:pt x="1200" y="0"/>
                </a:lnTo>
                <a:close/>
                <a:moveTo>
                  <a:pt x="1440" y="1920"/>
                </a:moveTo>
                <a:cubicBezTo>
                  <a:pt x="480" y="1920"/>
                  <a:pt x="480" y="1920"/>
                  <a:pt x="480" y="1920"/>
                </a:cubicBezTo>
                <a:cubicBezTo>
                  <a:pt x="480" y="1680"/>
                  <a:pt x="480" y="1680"/>
                  <a:pt x="480" y="1680"/>
                </a:cubicBezTo>
                <a:cubicBezTo>
                  <a:pt x="1440" y="1680"/>
                  <a:pt x="1440" y="1680"/>
                  <a:pt x="1440" y="1680"/>
                </a:cubicBezTo>
                <a:lnTo>
                  <a:pt x="1440" y="1920"/>
                </a:lnTo>
                <a:close/>
                <a:moveTo>
                  <a:pt x="1440" y="1440"/>
                </a:moveTo>
                <a:cubicBezTo>
                  <a:pt x="480" y="1440"/>
                  <a:pt x="480" y="1440"/>
                  <a:pt x="480" y="1440"/>
                </a:cubicBezTo>
                <a:cubicBezTo>
                  <a:pt x="480" y="1200"/>
                  <a:pt x="480" y="1200"/>
                  <a:pt x="480" y="1200"/>
                </a:cubicBezTo>
                <a:cubicBezTo>
                  <a:pt x="1440" y="1200"/>
                  <a:pt x="1440" y="1200"/>
                  <a:pt x="1440" y="1200"/>
                </a:cubicBezTo>
                <a:lnTo>
                  <a:pt x="1440" y="1440"/>
                </a:lnTo>
                <a:close/>
                <a:moveTo>
                  <a:pt x="1080" y="840"/>
                </a:moveTo>
                <a:cubicBezTo>
                  <a:pt x="1080" y="180"/>
                  <a:pt x="1080" y="180"/>
                  <a:pt x="1080" y="180"/>
                </a:cubicBezTo>
                <a:cubicBezTo>
                  <a:pt x="1740" y="840"/>
                  <a:pt x="1740" y="840"/>
                  <a:pt x="1740" y="840"/>
                </a:cubicBezTo>
                <a:lnTo>
                  <a:pt x="1080" y="8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9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N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040 w 2160"/>
              <a:gd name="T1" fmla="*/ 1200 h 2160"/>
              <a:gd name="T2" fmla="*/ 120 w 2160"/>
              <a:gd name="T3" fmla="*/ 1200 h 2160"/>
              <a:gd name="T4" fmla="*/ 0 w 2160"/>
              <a:gd name="T5" fmla="*/ 1320 h 2160"/>
              <a:gd name="T6" fmla="*/ 0 w 2160"/>
              <a:gd name="T7" fmla="*/ 2040 h 2160"/>
              <a:gd name="T8" fmla="*/ 120 w 2160"/>
              <a:gd name="T9" fmla="*/ 2160 h 2160"/>
              <a:gd name="T10" fmla="*/ 2040 w 2160"/>
              <a:gd name="T11" fmla="*/ 2160 h 2160"/>
              <a:gd name="T12" fmla="*/ 2160 w 2160"/>
              <a:gd name="T13" fmla="*/ 2040 h 2160"/>
              <a:gd name="T14" fmla="*/ 2160 w 2160"/>
              <a:gd name="T15" fmla="*/ 1320 h 2160"/>
              <a:gd name="T16" fmla="*/ 2040 w 2160"/>
              <a:gd name="T17" fmla="*/ 1200 h 2160"/>
              <a:gd name="T18" fmla="*/ 480 w 2160"/>
              <a:gd name="T19" fmla="*/ 1920 h 2160"/>
              <a:gd name="T20" fmla="*/ 240 w 2160"/>
              <a:gd name="T21" fmla="*/ 1680 h 2160"/>
              <a:gd name="T22" fmla="*/ 480 w 2160"/>
              <a:gd name="T23" fmla="*/ 1440 h 2160"/>
              <a:gd name="T24" fmla="*/ 720 w 2160"/>
              <a:gd name="T25" fmla="*/ 1680 h 2160"/>
              <a:gd name="T26" fmla="*/ 480 w 2160"/>
              <a:gd name="T27" fmla="*/ 1920 h 2160"/>
              <a:gd name="T28" fmla="*/ 2040 w 2160"/>
              <a:gd name="T29" fmla="*/ 0 h 2160"/>
              <a:gd name="T30" fmla="*/ 120 w 2160"/>
              <a:gd name="T31" fmla="*/ 0 h 2160"/>
              <a:gd name="T32" fmla="*/ 0 w 2160"/>
              <a:gd name="T33" fmla="*/ 120 h 2160"/>
              <a:gd name="T34" fmla="*/ 0 w 2160"/>
              <a:gd name="T35" fmla="*/ 840 h 2160"/>
              <a:gd name="T36" fmla="*/ 120 w 2160"/>
              <a:gd name="T37" fmla="*/ 960 h 2160"/>
              <a:gd name="T38" fmla="*/ 2040 w 2160"/>
              <a:gd name="T39" fmla="*/ 960 h 2160"/>
              <a:gd name="T40" fmla="*/ 2160 w 2160"/>
              <a:gd name="T41" fmla="*/ 840 h 2160"/>
              <a:gd name="T42" fmla="*/ 2160 w 2160"/>
              <a:gd name="T43" fmla="*/ 120 h 2160"/>
              <a:gd name="T44" fmla="*/ 2040 w 2160"/>
              <a:gd name="T45" fmla="*/ 0 h 2160"/>
              <a:gd name="T46" fmla="*/ 480 w 2160"/>
              <a:gd name="T47" fmla="*/ 720 h 2160"/>
              <a:gd name="T48" fmla="*/ 240 w 2160"/>
              <a:gd name="T49" fmla="*/ 480 h 2160"/>
              <a:gd name="T50" fmla="*/ 480 w 2160"/>
              <a:gd name="T51" fmla="*/ 240 h 2160"/>
              <a:gd name="T52" fmla="*/ 720 w 2160"/>
              <a:gd name="T53" fmla="*/ 480 h 2160"/>
              <a:gd name="T54" fmla="*/ 480 w 2160"/>
              <a:gd name="T55" fmla="*/ 72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0" h="2160">
                <a:moveTo>
                  <a:pt x="2040" y="1200"/>
                </a:moveTo>
                <a:cubicBezTo>
                  <a:pt x="120" y="1200"/>
                  <a:pt x="120" y="1200"/>
                  <a:pt x="120" y="1200"/>
                </a:cubicBezTo>
                <a:cubicBezTo>
                  <a:pt x="54" y="1200"/>
                  <a:pt x="0" y="1254"/>
                  <a:pt x="0" y="1320"/>
                </a:cubicBezTo>
                <a:cubicBezTo>
                  <a:pt x="0" y="2040"/>
                  <a:pt x="0" y="2040"/>
                  <a:pt x="0" y="2040"/>
                </a:cubicBezTo>
                <a:cubicBezTo>
                  <a:pt x="0" y="2106"/>
                  <a:pt x="54" y="2160"/>
                  <a:pt x="120" y="2160"/>
                </a:cubicBezTo>
                <a:cubicBezTo>
                  <a:pt x="2040" y="2160"/>
                  <a:pt x="2040" y="2160"/>
                  <a:pt x="2040" y="2160"/>
                </a:cubicBezTo>
                <a:cubicBezTo>
                  <a:pt x="2106" y="2160"/>
                  <a:pt x="2160" y="2106"/>
                  <a:pt x="2160" y="2040"/>
                </a:cubicBezTo>
                <a:cubicBezTo>
                  <a:pt x="2160" y="1320"/>
                  <a:pt x="2160" y="1320"/>
                  <a:pt x="2160" y="1320"/>
                </a:cubicBezTo>
                <a:cubicBezTo>
                  <a:pt x="2160" y="1254"/>
                  <a:pt x="2106" y="1200"/>
                  <a:pt x="2040" y="1200"/>
                </a:cubicBezTo>
                <a:close/>
                <a:moveTo>
                  <a:pt x="480" y="1920"/>
                </a:moveTo>
                <a:cubicBezTo>
                  <a:pt x="348" y="1920"/>
                  <a:pt x="240" y="1812"/>
                  <a:pt x="240" y="1680"/>
                </a:cubicBezTo>
                <a:cubicBezTo>
                  <a:pt x="240" y="1548"/>
                  <a:pt x="348" y="1440"/>
                  <a:pt x="480" y="1440"/>
                </a:cubicBezTo>
                <a:cubicBezTo>
                  <a:pt x="612" y="1440"/>
                  <a:pt x="720" y="1548"/>
                  <a:pt x="720" y="1680"/>
                </a:cubicBezTo>
                <a:cubicBezTo>
                  <a:pt x="720" y="1812"/>
                  <a:pt x="612" y="1920"/>
                  <a:pt x="480" y="1920"/>
                </a:cubicBezTo>
                <a:close/>
                <a:moveTo>
                  <a:pt x="2040" y="0"/>
                </a:moveTo>
                <a:cubicBezTo>
                  <a:pt x="120" y="0"/>
                  <a:pt x="120" y="0"/>
                  <a:pt x="120" y="0"/>
                </a:cubicBezTo>
                <a:cubicBezTo>
                  <a:pt x="54" y="0"/>
                  <a:pt x="0" y="54"/>
                  <a:pt x="0" y="120"/>
                </a:cubicBezTo>
                <a:cubicBezTo>
                  <a:pt x="0" y="840"/>
                  <a:pt x="0" y="840"/>
                  <a:pt x="0" y="840"/>
                </a:cubicBezTo>
                <a:cubicBezTo>
                  <a:pt x="0" y="906"/>
                  <a:pt x="54" y="960"/>
                  <a:pt x="120" y="960"/>
                </a:cubicBezTo>
                <a:cubicBezTo>
                  <a:pt x="2040" y="960"/>
                  <a:pt x="2040" y="960"/>
                  <a:pt x="2040" y="960"/>
                </a:cubicBezTo>
                <a:cubicBezTo>
                  <a:pt x="2106" y="960"/>
                  <a:pt x="2160" y="906"/>
                  <a:pt x="2160" y="840"/>
                </a:cubicBezTo>
                <a:cubicBezTo>
                  <a:pt x="2160" y="120"/>
                  <a:pt x="2160" y="120"/>
                  <a:pt x="2160" y="120"/>
                </a:cubicBezTo>
                <a:cubicBezTo>
                  <a:pt x="2160" y="54"/>
                  <a:pt x="2106" y="0"/>
                  <a:pt x="2040" y="0"/>
                </a:cubicBezTo>
                <a:close/>
                <a:moveTo>
                  <a:pt x="480" y="720"/>
                </a:moveTo>
                <a:cubicBezTo>
                  <a:pt x="348" y="720"/>
                  <a:pt x="240" y="612"/>
                  <a:pt x="240" y="480"/>
                </a:cubicBezTo>
                <a:cubicBezTo>
                  <a:pt x="240" y="348"/>
                  <a:pt x="348" y="240"/>
                  <a:pt x="480" y="240"/>
                </a:cubicBezTo>
                <a:cubicBezTo>
                  <a:pt x="612" y="240"/>
                  <a:pt x="720" y="348"/>
                  <a:pt x="720" y="480"/>
                </a:cubicBezTo>
                <a:cubicBezTo>
                  <a:pt x="720" y="612"/>
                  <a:pt x="612" y="720"/>
                  <a:pt x="480" y="7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570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n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96110"/>
          </a:xfrm>
          <a:custGeom>
            <a:avLst/>
            <a:gdLst>
              <a:gd name="T0" fmla="*/ 1587 w 4989"/>
              <a:gd name="T1" fmla="*/ 3005 h 3798"/>
              <a:gd name="T2" fmla="*/ 397 w 4989"/>
              <a:gd name="T3" fmla="*/ 1814 h 3798"/>
              <a:gd name="T4" fmla="*/ 0 w 4989"/>
              <a:gd name="T5" fmla="*/ 2211 h 3798"/>
              <a:gd name="T6" fmla="*/ 1587 w 4989"/>
              <a:gd name="T7" fmla="*/ 3798 h 3798"/>
              <a:gd name="T8" fmla="*/ 4989 w 4989"/>
              <a:gd name="T9" fmla="*/ 397 h 3798"/>
              <a:gd name="T10" fmla="*/ 4592 w 4989"/>
              <a:gd name="T11" fmla="*/ 0 h 3798"/>
              <a:gd name="T12" fmla="*/ 1587 w 4989"/>
              <a:gd name="T13" fmla="*/ 3005 h 37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989" h="3798">
                <a:moveTo>
                  <a:pt x="1587" y="3005"/>
                </a:moveTo>
                <a:lnTo>
                  <a:pt x="397" y="1814"/>
                </a:lnTo>
                <a:lnTo>
                  <a:pt x="0" y="2211"/>
                </a:lnTo>
                <a:lnTo>
                  <a:pt x="1587" y="3798"/>
                </a:lnTo>
                <a:lnTo>
                  <a:pt x="4989" y="397"/>
                </a:lnTo>
                <a:lnTo>
                  <a:pt x="4592" y="0"/>
                </a:lnTo>
                <a:lnTo>
                  <a:pt x="1587" y="30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06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ne A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27272"/>
          </a:xfrm>
          <a:custGeom>
            <a:avLst/>
            <a:gdLst>
              <a:gd name="T0" fmla="*/ 4987 w 6590"/>
              <a:gd name="T1" fmla="*/ 399 h 3800"/>
              <a:gd name="T2" fmla="*/ 4587 w 6590"/>
              <a:gd name="T3" fmla="*/ 0 h 3800"/>
              <a:gd name="T4" fmla="*/ 2790 w 6590"/>
              <a:gd name="T5" fmla="*/ 1797 h 3800"/>
              <a:gd name="T6" fmla="*/ 3189 w 6590"/>
              <a:gd name="T7" fmla="*/ 2197 h 3800"/>
              <a:gd name="T8" fmla="*/ 4987 w 6590"/>
              <a:gd name="T9" fmla="*/ 399 h 3800"/>
              <a:gd name="T10" fmla="*/ 6189 w 6590"/>
              <a:gd name="T11" fmla="*/ 0 h 3800"/>
              <a:gd name="T12" fmla="*/ 3189 w 6590"/>
              <a:gd name="T13" fmla="*/ 2997 h 3800"/>
              <a:gd name="T14" fmla="*/ 2006 w 6590"/>
              <a:gd name="T15" fmla="*/ 1816 h 3800"/>
              <a:gd name="T16" fmla="*/ 1604 w 6590"/>
              <a:gd name="T17" fmla="*/ 2215 h 3800"/>
              <a:gd name="T18" fmla="*/ 3189 w 6590"/>
              <a:gd name="T19" fmla="*/ 3800 h 3800"/>
              <a:gd name="T20" fmla="*/ 6590 w 6590"/>
              <a:gd name="T21" fmla="*/ 399 h 3800"/>
              <a:gd name="T22" fmla="*/ 6189 w 6590"/>
              <a:gd name="T23" fmla="*/ 0 h 3800"/>
              <a:gd name="T24" fmla="*/ 0 w 6590"/>
              <a:gd name="T25" fmla="*/ 2215 h 3800"/>
              <a:gd name="T26" fmla="*/ 1585 w 6590"/>
              <a:gd name="T27" fmla="*/ 3800 h 3800"/>
              <a:gd name="T28" fmla="*/ 1984 w 6590"/>
              <a:gd name="T29" fmla="*/ 3401 h 3800"/>
              <a:gd name="T30" fmla="*/ 404 w 6590"/>
              <a:gd name="T31" fmla="*/ 1816 h 3800"/>
              <a:gd name="T32" fmla="*/ 0 w 6590"/>
              <a:gd name="T33" fmla="*/ 2215 h 3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590" h="3800">
                <a:moveTo>
                  <a:pt x="4987" y="399"/>
                </a:moveTo>
                <a:lnTo>
                  <a:pt x="4587" y="0"/>
                </a:lnTo>
                <a:lnTo>
                  <a:pt x="2790" y="1797"/>
                </a:lnTo>
                <a:lnTo>
                  <a:pt x="3189" y="2197"/>
                </a:lnTo>
                <a:lnTo>
                  <a:pt x="4987" y="399"/>
                </a:lnTo>
                <a:close/>
                <a:moveTo>
                  <a:pt x="6189" y="0"/>
                </a:moveTo>
                <a:lnTo>
                  <a:pt x="3189" y="2997"/>
                </a:lnTo>
                <a:lnTo>
                  <a:pt x="2006" y="1816"/>
                </a:lnTo>
                <a:lnTo>
                  <a:pt x="1604" y="2215"/>
                </a:lnTo>
                <a:lnTo>
                  <a:pt x="3189" y="3800"/>
                </a:lnTo>
                <a:lnTo>
                  <a:pt x="6590" y="399"/>
                </a:lnTo>
                <a:lnTo>
                  <a:pt x="6189" y="0"/>
                </a:lnTo>
                <a:close/>
                <a:moveTo>
                  <a:pt x="0" y="2215"/>
                </a:moveTo>
                <a:lnTo>
                  <a:pt x="1585" y="3800"/>
                </a:lnTo>
                <a:lnTo>
                  <a:pt x="1984" y="3401"/>
                </a:lnTo>
                <a:lnTo>
                  <a:pt x="404" y="1816"/>
                </a:lnTo>
                <a:lnTo>
                  <a:pt x="0" y="22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8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nut Larg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080 w 2400"/>
              <a:gd name="T1" fmla="*/ 370 h 2400"/>
              <a:gd name="T2" fmla="*/ 1080 w 2400"/>
              <a:gd name="T3" fmla="*/ 0 h 2400"/>
              <a:gd name="T4" fmla="*/ 0 w 2400"/>
              <a:gd name="T5" fmla="*/ 1200 h 2400"/>
              <a:gd name="T6" fmla="*/ 1080 w 2400"/>
              <a:gd name="T7" fmla="*/ 2400 h 2400"/>
              <a:gd name="T8" fmla="*/ 1080 w 2400"/>
              <a:gd name="T9" fmla="*/ 2030 h 2400"/>
              <a:gd name="T10" fmla="*/ 360 w 2400"/>
              <a:gd name="T11" fmla="*/ 1200 h 2400"/>
              <a:gd name="T12" fmla="*/ 1080 w 2400"/>
              <a:gd name="T13" fmla="*/ 370 h 2400"/>
              <a:gd name="T14" fmla="*/ 2036 w 2400"/>
              <a:gd name="T15" fmla="*/ 1080 h 2400"/>
              <a:gd name="T16" fmla="*/ 2400 w 2400"/>
              <a:gd name="T17" fmla="*/ 1080 h 2400"/>
              <a:gd name="T18" fmla="*/ 1320 w 2400"/>
              <a:gd name="T19" fmla="*/ 0 h 2400"/>
              <a:gd name="T20" fmla="*/ 1320 w 2400"/>
              <a:gd name="T21" fmla="*/ 370 h 2400"/>
              <a:gd name="T22" fmla="*/ 2036 w 2400"/>
              <a:gd name="T23" fmla="*/ 1080 h 2400"/>
              <a:gd name="T24" fmla="*/ 1320 w 2400"/>
              <a:gd name="T25" fmla="*/ 2030 h 2400"/>
              <a:gd name="T26" fmla="*/ 1320 w 2400"/>
              <a:gd name="T27" fmla="*/ 2400 h 2400"/>
              <a:gd name="T28" fmla="*/ 2400 w 2400"/>
              <a:gd name="T29" fmla="*/ 1320 h 2400"/>
              <a:gd name="T30" fmla="*/ 2036 w 2400"/>
              <a:gd name="T31" fmla="*/ 1320 h 2400"/>
              <a:gd name="T32" fmla="*/ 1320 w 2400"/>
              <a:gd name="T33" fmla="*/ 203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400" h="2400">
                <a:moveTo>
                  <a:pt x="1080" y="370"/>
                </a:moveTo>
                <a:cubicBezTo>
                  <a:pt x="1080" y="0"/>
                  <a:pt x="1080" y="0"/>
                  <a:pt x="1080" y="0"/>
                </a:cubicBezTo>
                <a:cubicBezTo>
                  <a:pt x="480" y="60"/>
                  <a:pt x="0" y="577"/>
                  <a:pt x="0" y="1200"/>
                </a:cubicBezTo>
                <a:cubicBezTo>
                  <a:pt x="0" y="1823"/>
                  <a:pt x="480" y="2340"/>
                  <a:pt x="1080" y="2400"/>
                </a:cubicBezTo>
                <a:cubicBezTo>
                  <a:pt x="1080" y="2030"/>
                  <a:pt x="1080" y="2030"/>
                  <a:pt x="1080" y="2030"/>
                </a:cubicBezTo>
                <a:cubicBezTo>
                  <a:pt x="720" y="1973"/>
                  <a:pt x="360" y="1622"/>
                  <a:pt x="360" y="1200"/>
                </a:cubicBezTo>
                <a:cubicBezTo>
                  <a:pt x="360" y="778"/>
                  <a:pt x="720" y="427"/>
                  <a:pt x="1080" y="370"/>
                </a:cubicBezTo>
                <a:close/>
                <a:moveTo>
                  <a:pt x="2036" y="1080"/>
                </a:moveTo>
                <a:cubicBezTo>
                  <a:pt x="2400" y="1080"/>
                  <a:pt x="2400" y="1080"/>
                  <a:pt x="2400" y="1080"/>
                </a:cubicBezTo>
                <a:cubicBezTo>
                  <a:pt x="2344" y="480"/>
                  <a:pt x="1920" y="56"/>
                  <a:pt x="1320" y="0"/>
                </a:cubicBezTo>
                <a:cubicBezTo>
                  <a:pt x="1320" y="370"/>
                  <a:pt x="1320" y="370"/>
                  <a:pt x="1320" y="370"/>
                </a:cubicBezTo>
                <a:cubicBezTo>
                  <a:pt x="1680" y="421"/>
                  <a:pt x="1985" y="720"/>
                  <a:pt x="2036" y="1080"/>
                </a:cubicBezTo>
                <a:close/>
                <a:moveTo>
                  <a:pt x="1320" y="2030"/>
                </a:moveTo>
                <a:cubicBezTo>
                  <a:pt x="1320" y="2400"/>
                  <a:pt x="1320" y="2400"/>
                  <a:pt x="1320" y="2400"/>
                </a:cubicBezTo>
                <a:cubicBezTo>
                  <a:pt x="1920" y="2344"/>
                  <a:pt x="2344" y="1920"/>
                  <a:pt x="2400" y="1320"/>
                </a:cubicBezTo>
                <a:cubicBezTo>
                  <a:pt x="2036" y="1320"/>
                  <a:pt x="2036" y="1320"/>
                  <a:pt x="2036" y="1320"/>
                </a:cubicBezTo>
                <a:cubicBezTo>
                  <a:pt x="1985" y="1680"/>
                  <a:pt x="1680" y="1979"/>
                  <a:pt x="1320" y="20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458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nut Sma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080 w 2400"/>
              <a:gd name="T1" fmla="*/ 859 h 2400"/>
              <a:gd name="T2" fmla="*/ 1080 w 2400"/>
              <a:gd name="T3" fmla="*/ 0 h 2400"/>
              <a:gd name="T4" fmla="*/ 0 w 2400"/>
              <a:gd name="T5" fmla="*/ 1200 h 2400"/>
              <a:gd name="T6" fmla="*/ 1080 w 2400"/>
              <a:gd name="T7" fmla="*/ 2400 h 2400"/>
              <a:gd name="T8" fmla="*/ 1080 w 2400"/>
              <a:gd name="T9" fmla="*/ 1541 h 2400"/>
              <a:gd name="T10" fmla="*/ 840 w 2400"/>
              <a:gd name="T11" fmla="*/ 1200 h 2400"/>
              <a:gd name="T12" fmla="*/ 1080 w 2400"/>
              <a:gd name="T13" fmla="*/ 859 h 2400"/>
              <a:gd name="T14" fmla="*/ 1543 w 2400"/>
              <a:gd name="T15" fmla="*/ 1080 h 2400"/>
              <a:gd name="T16" fmla="*/ 2400 w 2400"/>
              <a:gd name="T17" fmla="*/ 1080 h 2400"/>
              <a:gd name="T18" fmla="*/ 1320 w 2400"/>
              <a:gd name="T19" fmla="*/ 0 h 2400"/>
              <a:gd name="T20" fmla="*/ 1320 w 2400"/>
              <a:gd name="T21" fmla="*/ 859 h 2400"/>
              <a:gd name="T22" fmla="*/ 1543 w 2400"/>
              <a:gd name="T23" fmla="*/ 1080 h 2400"/>
              <a:gd name="T24" fmla="*/ 1320 w 2400"/>
              <a:gd name="T25" fmla="*/ 1541 h 2400"/>
              <a:gd name="T26" fmla="*/ 1320 w 2400"/>
              <a:gd name="T27" fmla="*/ 2400 h 2400"/>
              <a:gd name="T28" fmla="*/ 2400 w 2400"/>
              <a:gd name="T29" fmla="*/ 1320 h 2400"/>
              <a:gd name="T30" fmla="*/ 1543 w 2400"/>
              <a:gd name="T31" fmla="*/ 1320 h 2400"/>
              <a:gd name="T32" fmla="*/ 1320 w 2400"/>
              <a:gd name="T33" fmla="*/ 1541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400" h="2400">
                <a:moveTo>
                  <a:pt x="1080" y="859"/>
                </a:moveTo>
                <a:cubicBezTo>
                  <a:pt x="1080" y="0"/>
                  <a:pt x="1080" y="0"/>
                  <a:pt x="1080" y="0"/>
                </a:cubicBezTo>
                <a:cubicBezTo>
                  <a:pt x="480" y="60"/>
                  <a:pt x="0" y="575"/>
                  <a:pt x="0" y="1200"/>
                </a:cubicBezTo>
                <a:cubicBezTo>
                  <a:pt x="0" y="1825"/>
                  <a:pt x="480" y="2340"/>
                  <a:pt x="1080" y="2400"/>
                </a:cubicBezTo>
                <a:cubicBezTo>
                  <a:pt x="1080" y="1541"/>
                  <a:pt x="1080" y="1541"/>
                  <a:pt x="1080" y="1541"/>
                </a:cubicBezTo>
                <a:cubicBezTo>
                  <a:pt x="960" y="1492"/>
                  <a:pt x="840" y="1358"/>
                  <a:pt x="840" y="1200"/>
                </a:cubicBezTo>
                <a:cubicBezTo>
                  <a:pt x="840" y="1042"/>
                  <a:pt x="960" y="908"/>
                  <a:pt x="1080" y="859"/>
                </a:cubicBezTo>
                <a:close/>
                <a:moveTo>
                  <a:pt x="1543" y="1080"/>
                </a:moveTo>
                <a:cubicBezTo>
                  <a:pt x="2400" y="1080"/>
                  <a:pt x="2400" y="1080"/>
                  <a:pt x="2400" y="1080"/>
                </a:cubicBezTo>
                <a:cubicBezTo>
                  <a:pt x="2342" y="510"/>
                  <a:pt x="1920" y="56"/>
                  <a:pt x="1320" y="0"/>
                </a:cubicBezTo>
                <a:cubicBezTo>
                  <a:pt x="1320" y="859"/>
                  <a:pt x="1320" y="859"/>
                  <a:pt x="1320" y="859"/>
                </a:cubicBezTo>
                <a:cubicBezTo>
                  <a:pt x="1440" y="895"/>
                  <a:pt x="1502" y="977"/>
                  <a:pt x="1543" y="1080"/>
                </a:cubicBezTo>
                <a:close/>
                <a:moveTo>
                  <a:pt x="1320" y="1541"/>
                </a:moveTo>
                <a:cubicBezTo>
                  <a:pt x="1320" y="2400"/>
                  <a:pt x="1320" y="2400"/>
                  <a:pt x="1320" y="2400"/>
                </a:cubicBezTo>
                <a:cubicBezTo>
                  <a:pt x="1920" y="2344"/>
                  <a:pt x="2342" y="1890"/>
                  <a:pt x="2400" y="1320"/>
                </a:cubicBezTo>
                <a:cubicBezTo>
                  <a:pt x="1543" y="1320"/>
                  <a:pt x="1543" y="1320"/>
                  <a:pt x="1543" y="1320"/>
                </a:cubicBezTo>
                <a:cubicBezTo>
                  <a:pt x="1502" y="1423"/>
                  <a:pt x="1440" y="1505"/>
                  <a:pt x="1320" y="15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203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jec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3968"/>
              <a:gd name="T1" fmla="*/ 3402 h 3968"/>
              <a:gd name="T2" fmla="*/ 3968 w 3968"/>
              <a:gd name="T3" fmla="*/ 3402 h 3968"/>
              <a:gd name="T4" fmla="*/ 3968 w 3968"/>
              <a:gd name="T5" fmla="*/ 3968 h 3968"/>
              <a:gd name="T6" fmla="*/ 0 w 3968"/>
              <a:gd name="T7" fmla="*/ 3968 h 3968"/>
              <a:gd name="T8" fmla="*/ 0 w 3968"/>
              <a:gd name="T9" fmla="*/ 3402 h 3968"/>
              <a:gd name="T10" fmla="*/ 1984 w 3968"/>
              <a:gd name="T11" fmla="*/ 0 h 3968"/>
              <a:gd name="T12" fmla="*/ 94 w 3968"/>
              <a:gd name="T13" fmla="*/ 2835 h 3968"/>
              <a:gd name="T14" fmla="*/ 3874 w 3968"/>
              <a:gd name="T15" fmla="*/ 2835 h 3968"/>
              <a:gd name="T16" fmla="*/ 1984 w 3968"/>
              <a:gd name="T17" fmla="*/ 0 h 3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968" h="3968">
                <a:moveTo>
                  <a:pt x="0" y="3402"/>
                </a:moveTo>
                <a:lnTo>
                  <a:pt x="3968" y="3402"/>
                </a:lnTo>
                <a:lnTo>
                  <a:pt x="3968" y="3968"/>
                </a:lnTo>
                <a:lnTo>
                  <a:pt x="0" y="3968"/>
                </a:lnTo>
                <a:lnTo>
                  <a:pt x="0" y="3402"/>
                </a:lnTo>
                <a:close/>
                <a:moveTo>
                  <a:pt x="1984" y="0"/>
                </a:moveTo>
                <a:lnTo>
                  <a:pt x="94" y="2835"/>
                </a:lnTo>
                <a:lnTo>
                  <a:pt x="3874" y="2835"/>
                </a:lnTo>
                <a:lnTo>
                  <a:pt x="198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2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ve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944" cy="914400"/>
          </a:xfrm>
          <a:custGeom>
            <a:avLst/>
            <a:gdLst>
              <a:gd name="T0" fmla="*/ 1680 w 2160"/>
              <a:gd name="T1" fmla="*/ 1320 h 2400"/>
              <a:gd name="T2" fmla="*/ 1080 w 2160"/>
              <a:gd name="T3" fmla="*/ 1320 h 2400"/>
              <a:gd name="T4" fmla="*/ 1080 w 2160"/>
              <a:gd name="T5" fmla="*/ 1920 h 2400"/>
              <a:gd name="T6" fmla="*/ 1680 w 2160"/>
              <a:gd name="T7" fmla="*/ 1920 h 2400"/>
              <a:gd name="T8" fmla="*/ 1680 w 2160"/>
              <a:gd name="T9" fmla="*/ 1320 h 2400"/>
              <a:gd name="T10" fmla="*/ 1560 w 2160"/>
              <a:gd name="T11" fmla="*/ 0 h 2400"/>
              <a:gd name="T12" fmla="*/ 1560 w 2160"/>
              <a:gd name="T13" fmla="*/ 240 h 2400"/>
              <a:gd name="T14" fmla="*/ 600 w 2160"/>
              <a:gd name="T15" fmla="*/ 240 h 2400"/>
              <a:gd name="T16" fmla="*/ 600 w 2160"/>
              <a:gd name="T17" fmla="*/ 0 h 2400"/>
              <a:gd name="T18" fmla="*/ 360 w 2160"/>
              <a:gd name="T19" fmla="*/ 0 h 2400"/>
              <a:gd name="T20" fmla="*/ 360 w 2160"/>
              <a:gd name="T21" fmla="*/ 240 h 2400"/>
              <a:gd name="T22" fmla="*/ 240 w 2160"/>
              <a:gd name="T23" fmla="*/ 240 h 2400"/>
              <a:gd name="T24" fmla="*/ 1 w 2160"/>
              <a:gd name="T25" fmla="*/ 480 h 2400"/>
              <a:gd name="T26" fmla="*/ 0 w 2160"/>
              <a:gd name="T27" fmla="*/ 2160 h 2400"/>
              <a:gd name="T28" fmla="*/ 240 w 2160"/>
              <a:gd name="T29" fmla="*/ 2400 h 2400"/>
              <a:gd name="T30" fmla="*/ 1920 w 2160"/>
              <a:gd name="T31" fmla="*/ 2400 h 2400"/>
              <a:gd name="T32" fmla="*/ 2160 w 2160"/>
              <a:gd name="T33" fmla="*/ 2160 h 2400"/>
              <a:gd name="T34" fmla="*/ 2160 w 2160"/>
              <a:gd name="T35" fmla="*/ 480 h 2400"/>
              <a:gd name="T36" fmla="*/ 1920 w 2160"/>
              <a:gd name="T37" fmla="*/ 240 h 2400"/>
              <a:gd name="T38" fmla="*/ 1800 w 2160"/>
              <a:gd name="T39" fmla="*/ 240 h 2400"/>
              <a:gd name="T40" fmla="*/ 1800 w 2160"/>
              <a:gd name="T41" fmla="*/ 0 h 2400"/>
              <a:gd name="T42" fmla="*/ 1560 w 2160"/>
              <a:gd name="T43" fmla="*/ 0 h 2400"/>
              <a:gd name="T44" fmla="*/ 1920 w 2160"/>
              <a:gd name="T45" fmla="*/ 2160 h 2400"/>
              <a:gd name="T46" fmla="*/ 240 w 2160"/>
              <a:gd name="T47" fmla="*/ 2160 h 2400"/>
              <a:gd name="T48" fmla="*/ 240 w 2160"/>
              <a:gd name="T49" fmla="*/ 840 h 2400"/>
              <a:gd name="T50" fmla="*/ 1920 w 2160"/>
              <a:gd name="T51" fmla="*/ 840 h 2400"/>
              <a:gd name="T52" fmla="*/ 1920 w 2160"/>
              <a:gd name="T53" fmla="*/ 216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160" h="2400">
                <a:moveTo>
                  <a:pt x="1680" y="1320"/>
                </a:moveTo>
                <a:cubicBezTo>
                  <a:pt x="1080" y="1320"/>
                  <a:pt x="1080" y="1320"/>
                  <a:pt x="1080" y="1320"/>
                </a:cubicBezTo>
                <a:cubicBezTo>
                  <a:pt x="1080" y="1920"/>
                  <a:pt x="1080" y="1920"/>
                  <a:pt x="1080" y="1920"/>
                </a:cubicBezTo>
                <a:cubicBezTo>
                  <a:pt x="1680" y="1920"/>
                  <a:pt x="1680" y="1920"/>
                  <a:pt x="1680" y="1920"/>
                </a:cubicBezTo>
                <a:lnTo>
                  <a:pt x="1680" y="1320"/>
                </a:lnTo>
                <a:close/>
                <a:moveTo>
                  <a:pt x="1560" y="0"/>
                </a:moveTo>
                <a:cubicBezTo>
                  <a:pt x="1560" y="240"/>
                  <a:pt x="1560" y="240"/>
                  <a:pt x="1560" y="240"/>
                </a:cubicBezTo>
                <a:cubicBezTo>
                  <a:pt x="600" y="240"/>
                  <a:pt x="600" y="240"/>
                  <a:pt x="600" y="240"/>
                </a:cubicBezTo>
                <a:cubicBezTo>
                  <a:pt x="600" y="0"/>
                  <a:pt x="600" y="0"/>
                  <a:pt x="600" y="0"/>
                </a:cubicBezTo>
                <a:cubicBezTo>
                  <a:pt x="360" y="0"/>
                  <a:pt x="360" y="0"/>
                  <a:pt x="360" y="0"/>
                </a:cubicBezTo>
                <a:cubicBezTo>
                  <a:pt x="360" y="240"/>
                  <a:pt x="360" y="240"/>
                  <a:pt x="360" y="24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07" y="240"/>
                  <a:pt x="1" y="348"/>
                  <a:pt x="1" y="48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7" y="2400"/>
                  <a:pt x="240" y="2400"/>
                </a:cubicBezTo>
                <a:cubicBezTo>
                  <a:pt x="1920" y="2400"/>
                  <a:pt x="1920" y="2400"/>
                  <a:pt x="1920" y="2400"/>
                </a:cubicBezTo>
                <a:cubicBezTo>
                  <a:pt x="2052" y="2400"/>
                  <a:pt x="2160" y="2292"/>
                  <a:pt x="2160" y="2160"/>
                </a:cubicBezTo>
                <a:cubicBezTo>
                  <a:pt x="2160" y="480"/>
                  <a:pt x="2160" y="480"/>
                  <a:pt x="2160" y="480"/>
                </a:cubicBezTo>
                <a:cubicBezTo>
                  <a:pt x="2160" y="348"/>
                  <a:pt x="2052" y="240"/>
                  <a:pt x="1920" y="240"/>
                </a:cubicBezTo>
                <a:cubicBezTo>
                  <a:pt x="1800" y="240"/>
                  <a:pt x="1800" y="240"/>
                  <a:pt x="1800" y="240"/>
                </a:cubicBezTo>
                <a:cubicBezTo>
                  <a:pt x="1800" y="0"/>
                  <a:pt x="1800" y="0"/>
                  <a:pt x="1800" y="0"/>
                </a:cubicBezTo>
                <a:lnTo>
                  <a:pt x="1560" y="0"/>
                </a:lnTo>
                <a:close/>
                <a:moveTo>
                  <a:pt x="1920" y="2160"/>
                </a:moveTo>
                <a:cubicBezTo>
                  <a:pt x="240" y="2160"/>
                  <a:pt x="240" y="2160"/>
                  <a:pt x="240" y="2160"/>
                </a:cubicBezTo>
                <a:cubicBezTo>
                  <a:pt x="240" y="840"/>
                  <a:pt x="240" y="840"/>
                  <a:pt x="240" y="840"/>
                </a:cubicBezTo>
                <a:cubicBezTo>
                  <a:pt x="1920" y="840"/>
                  <a:pt x="1920" y="840"/>
                  <a:pt x="1920" y="840"/>
                </a:cubicBezTo>
                <a:lnTo>
                  <a:pt x="1920" y="21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5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vent Sea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944"/>
          </a:xfrm>
          <a:custGeom>
            <a:avLst/>
            <a:gdLst>
              <a:gd name="T0" fmla="*/ 240 w 2400"/>
              <a:gd name="T1" fmla="*/ 1800 h 2160"/>
              <a:gd name="T2" fmla="*/ 240 w 2400"/>
              <a:gd name="T3" fmla="*/ 2160 h 2160"/>
              <a:gd name="T4" fmla="*/ 600 w 2400"/>
              <a:gd name="T5" fmla="*/ 2160 h 2160"/>
              <a:gd name="T6" fmla="*/ 600 w 2400"/>
              <a:gd name="T7" fmla="*/ 1800 h 2160"/>
              <a:gd name="T8" fmla="*/ 1800 w 2400"/>
              <a:gd name="T9" fmla="*/ 1800 h 2160"/>
              <a:gd name="T10" fmla="*/ 1800 w 2400"/>
              <a:gd name="T11" fmla="*/ 2160 h 2160"/>
              <a:gd name="T12" fmla="*/ 2160 w 2400"/>
              <a:gd name="T13" fmla="*/ 2160 h 2160"/>
              <a:gd name="T14" fmla="*/ 2160 w 2400"/>
              <a:gd name="T15" fmla="*/ 1440 h 2160"/>
              <a:gd name="T16" fmla="*/ 240 w 2400"/>
              <a:gd name="T17" fmla="*/ 1440 h 2160"/>
              <a:gd name="T18" fmla="*/ 240 w 2400"/>
              <a:gd name="T19" fmla="*/ 1800 h 2160"/>
              <a:gd name="T20" fmla="*/ 2040 w 2400"/>
              <a:gd name="T21" fmla="*/ 840 h 2160"/>
              <a:gd name="T22" fmla="*/ 2400 w 2400"/>
              <a:gd name="T23" fmla="*/ 840 h 2160"/>
              <a:gd name="T24" fmla="*/ 2400 w 2400"/>
              <a:gd name="T25" fmla="*/ 1200 h 2160"/>
              <a:gd name="T26" fmla="*/ 2040 w 2400"/>
              <a:gd name="T27" fmla="*/ 1200 h 2160"/>
              <a:gd name="T28" fmla="*/ 2040 w 2400"/>
              <a:gd name="T29" fmla="*/ 840 h 2160"/>
              <a:gd name="T30" fmla="*/ 0 w 2400"/>
              <a:gd name="T31" fmla="*/ 840 h 2160"/>
              <a:gd name="T32" fmla="*/ 360 w 2400"/>
              <a:gd name="T33" fmla="*/ 840 h 2160"/>
              <a:gd name="T34" fmla="*/ 360 w 2400"/>
              <a:gd name="T35" fmla="*/ 1200 h 2160"/>
              <a:gd name="T36" fmla="*/ 0 w 2400"/>
              <a:gd name="T37" fmla="*/ 1200 h 2160"/>
              <a:gd name="T38" fmla="*/ 0 w 2400"/>
              <a:gd name="T39" fmla="*/ 840 h 2160"/>
              <a:gd name="T40" fmla="*/ 1800 w 2400"/>
              <a:gd name="T41" fmla="*/ 1200 h 2160"/>
              <a:gd name="T42" fmla="*/ 600 w 2400"/>
              <a:gd name="T43" fmla="*/ 1200 h 2160"/>
              <a:gd name="T44" fmla="*/ 600 w 2400"/>
              <a:gd name="T45" fmla="*/ 240 h 2160"/>
              <a:gd name="T46" fmla="*/ 840 w 2400"/>
              <a:gd name="T47" fmla="*/ 0 h 2160"/>
              <a:gd name="T48" fmla="*/ 1560 w 2400"/>
              <a:gd name="T49" fmla="*/ 0 h 2160"/>
              <a:gd name="T50" fmla="*/ 1800 w 2400"/>
              <a:gd name="T51" fmla="*/ 240 h 2160"/>
              <a:gd name="T52" fmla="*/ 1800 w 2400"/>
              <a:gd name="T53" fmla="*/ 120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400" h="2160">
                <a:moveTo>
                  <a:pt x="240" y="1800"/>
                </a:moveTo>
                <a:cubicBezTo>
                  <a:pt x="240" y="2160"/>
                  <a:pt x="240" y="2160"/>
                  <a:pt x="240" y="2160"/>
                </a:cubicBezTo>
                <a:cubicBezTo>
                  <a:pt x="600" y="2160"/>
                  <a:pt x="600" y="2160"/>
                  <a:pt x="600" y="2160"/>
                </a:cubicBezTo>
                <a:cubicBezTo>
                  <a:pt x="600" y="1800"/>
                  <a:pt x="600" y="1800"/>
                  <a:pt x="600" y="1800"/>
                </a:cubicBezTo>
                <a:cubicBezTo>
                  <a:pt x="1800" y="1800"/>
                  <a:pt x="1800" y="1800"/>
                  <a:pt x="1800" y="1800"/>
                </a:cubicBezTo>
                <a:cubicBezTo>
                  <a:pt x="1800" y="2160"/>
                  <a:pt x="1800" y="2160"/>
                  <a:pt x="1800" y="2160"/>
                </a:cubicBezTo>
                <a:cubicBezTo>
                  <a:pt x="2160" y="2160"/>
                  <a:pt x="2160" y="2160"/>
                  <a:pt x="2160" y="2160"/>
                </a:cubicBezTo>
                <a:cubicBezTo>
                  <a:pt x="2160" y="1440"/>
                  <a:pt x="2160" y="1440"/>
                  <a:pt x="2160" y="1440"/>
                </a:cubicBezTo>
                <a:cubicBezTo>
                  <a:pt x="240" y="1440"/>
                  <a:pt x="240" y="1440"/>
                  <a:pt x="240" y="1440"/>
                </a:cubicBezTo>
                <a:lnTo>
                  <a:pt x="240" y="1800"/>
                </a:lnTo>
                <a:close/>
                <a:moveTo>
                  <a:pt x="2040" y="840"/>
                </a:moveTo>
                <a:cubicBezTo>
                  <a:pt x="2400" y="840"/>
                  <a:pt x="2400" y="840"/>
                  <a:pt x="2400" y="840"/>
                </a:cubicBezTo>
                <a:cubicBezTo>
                  <a:pt x="2400" y="1200"/>
                  <a:pt x="2400" y="1200"/>
                  <a:pt x="2400" y="1200"/>
                </a:cubicBezTo>
                <a:cubicBezTo>
                  <a:pt x="2040" y="1200"/>
                  <a:pt x="2040" y="1200"/>
                  <a:pt x="2040" y="1200"/>
                </a:cubicBezTo>
                <a:lnTo>
                  <a:pt x="2040" y="840"/>
                </a:lnTo>
                <a:close/>
                <a:moveTo>
                  <a:pt x="0" y="840"/>
                </a:moveTo>
                <a:cubicBezTo>
                  <a:pt x="360" y="840"/>
                  <a:pt x="360" y="840"/>
                  <a:pt x="360" y="840"/>
                </a:cubicBezTo>
                <a:cubicBezTo>
                  <a:pt x="360" y="1200"/>
                  <a:pt x="360" y="1200"/>
                  <a:pt x="360" y="1200"/>
                </a:cubicBezTo>
                <a:cubicBezTo>
                  <a:pt x="0" y="1200"/>
                  <a:pt x="0" y="1200"/>
                  <a:pt x="0" y="1200"/>
                </a:cubicBezTo>
                <a:lnTo>
                  <a:pt x="0" y="840"/>
                </a:lnTo>
                <a:close/>
                <a:moveTo>
                  <a:pt x="1800" y="1200"/>
                </a:moveTo>
                <a:cubicBezTo>
                  <a:pt x="600" y="1200"/>
                  <a:pt x="600" y="1200"/>
                  <a:pt x="600" y="1200"/>
                </a:cubicBezTo>
                <a:cubicBezTo>
                  <a:pt x="600" y="240"/>
                  <a:pt x="600" y="240"/>
                  <a:pt x="600" y="240"/>
                </a:cubicBezTo>
                <a:cubicBezTo>
                  <a:pt x="600" y="108"/>
                  <a:pt x="708" y="0"/>
                  <a:pt x="840" y="0"/>
                </a:cubicBezTo>
                <a:cubicBezTo>
                  <a:pt x="1560" y="0"/>
                  <a:pt x="1560" y="0"/>
                  <a:pt x="1560" y="0"/>
                </a:cubicBezTo>
                <a:cubicBezTo>
                  <a:pt x="1692" y="0"/>
                  <a:pt x="1800" y="108"/>
                  <a:pt x="1800" y="240"/>
                </a:cubicBezTo>
                <a:lnTo>
                  <a:pt x="1800" y="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it to Ap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851 w 2160"/>
              <a:gd name="T1" fmla="*/ 1511 h 2160"/>
              <a:gd name="T2" fmla="*/ 1020 w 2160"/>
              <a:gd name="T3" fmla="*/ 1680 h 2160"/>
              <a:gd name="T4" fmla="*/ 1620 w 2160"/>
              <a:gd name="T5" fmla="*/ 1080 h 2160"/>
              <a:gd name="T6" fmla="*/ 1020 w 2160"/>
              <a:gd name="T7" fmla="*/ 480 h 2160"/>
              <a:gd name="T8" fmla="*/ 851 w 2160"/>
              <a:gd name="T9" fmla="*/ 649 h 2160"/>
              <a:gd name="T10" fmla="*/ 1160 w 2160"/>
              <a:gd name="T11" fmla="*/ 960 h 2160"/>
              <a:gd name="T12" fmla="*/ 0 w 2160"/>
              <a:gd name="T13" fmla="*/ 960 h 2160"/>
              <a:gd name="T14" fmla="*/ 0 w 2160"/>
              <a:gd name="T15" fmla="*/ 1200 h 2160"/>
              <a:gd name="T16" fmla="*/ 1160 w 2160"/>
              <a:gd name="T17" fmla="*/ 1200 h 2160"/>
              <a:gd name="T18" fmla="*/ 851 w 2160"/>
              <a:gd name="T19" fmla="*/ 1511 h 2160"/>
              <a:gd name="T20" fmla="*/ 1920 w 2160"/>
              <a:gd name="T21" fmla="*/ 0 h 2160"/>
              <a:gd name="T22" fmla="*/ 240 w 2160"/>
              <a:gd name="T23" fmla="*/ 0 h 2160"/>
              <a:gd name="T24" fmla="*/ 0 w 2160"/>
              <a:gd name="T25" fmla="*/ 240 h 2160"/>
              <a:gd name="T26" fmla="*/ 0 w 2160"/>
              <a:gd name="T27" fmla="*/ 720 h 2160"/>
              <a:gd name="T28" fmla="*/ 240 w 2160"/>
              <a:gd name="T29" fmla="*/ 720 h 2160"/>
              <a:gd name="T30" fmla="*/ 240 w 2160"/>
              <a:gd name="T31" fmla="*/ 240 h 2160"/>
              <a:gd name="T32" fmla="*/ 1920 w 2160"/>
              <a:gd name="T33" fmla="*/ 240 h 2160"/>
              <a:gd name="T34" fmla="*/ 1920 w 2160"/>
              <a:gd name="T35" fmla="*/ 1920 h 2160"/>
              <a:gd name="T36" fmla="*/ 240 w 2160"/>
              <a:gd name="T37" fmla="*/ 1920 h 2160"/>
              <a:gd name="T38" fmla="*/ 240 w 2160"/>
              <a:gd name="T39" fmla="*/ 1440 h 2160"/>
              <a:gd name="T40" fmla="*/ 0 w 2160"/>
              <a:gd name="T41" fmla="*/ 1440 h 2160"/>
              <a:gd name="T42" fmla="*/ 0 w 2160"/>
              <a:gd name="T43" fmla="*/ 1920 h 2160"/>
              <a:gd name="T44" fmla="*/ 240 w 2160"/>
              <a:gd name="T45" fmla="*/ 2160 h 2160"/>
              <a:gd name="T46" fmla="*/ 1920 w 2160"/>
              <a:gd name="T47" fmla="*/ 2160 h 2160"/>
              <a:gd name="T48" fmla="*/ 2160 w 2160"/>
              <a:gd name="T49" fmla="*/ 1920 h 2160"/>
              <a:gd name="T50" fmla="*/ 2160 w 2160"/>
              <a:gd name="T51" fmla="*/ 240 h 2160"/>
              <a:gd name="T52" fmla="*/ 1920 w 2160"/>
              <a:gd name="T53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160" h="2160">
                <a:moveTo>
                  <a:pt x="851" y="1511"/>
                </a:moveTo>
                <a:cubicBezTo>
                  <a:pt x="1020" y="1680"/>
                  <a:pt x="1020" y="1680"/>
                  <a:pt x="1020" y="1680"/>
                </a:cubicBezTo>
                <a:cubicBezTo>
                  <a:pt x="1620" y="1080"/>
                  <a:pt x="1620" y="1080"/>
                  <a:pt x="1620" y="1080"/>
                </a:cubicBezTo>
                <a:cubicBezTo>
                  <a:pt x="1020" y="480"/>
                  <a:pt x="1020" y="480"/>
                  <a:pt x="1020" y="480"/>
                </a:cubicBezTo>
                <a:cubicBezTo>
                  <a:pt x="851" y="649"/>
                  <a:pt x="851" y="649"/>
                  <a:pt x="851" y="649"/>
                </a:cubicBezTo>
                <a:cubicBezTo>
                  <a:pt x="1160" y="960"/>
                  <a:pt x="1160" y="960"/>
                  <a:pt x="1160" y="960"/>
                </a:cubicBezTo>
                <a:cubicBezTo>
                  <a:pt x="0" y="960"/>
                  <a:pt x="0" y="960"/>
                  <a:pt x="0" y="960"/>
                </a:cubicBezTo>
                <a:cubicBezTo>
                  <a:pt x="0" y="1200"/>
                  <a:pt x="0" y="1200"/>
                  <a:pt x="0" y="1200"/>
                </a:cubicBezTo>
                <a:cubicBezTo>
                  <a:pt x="1160" y="1200"/>
                  <a:pt x="1160" y="1200"/>
                  <a:pt x="1160" y="1200"/>
                </a:cubicBezTo>
                <a:lnTo>
                  <a:pt x="851" y="1511"/>
                </a:lnTo>
                <a:close/>
                <a:moveTo>
                  <a:pt x="192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0" y="108"/>
                  <a:pt x="0" y="240"/>
                </a:cubicBezTo>
                <a:cubicBezTo>
                  <a:pt x="0" y="720"/>
                  <a:pt x="0" y="720"/>
                  <a:pt x="0" y="720"/>
                </a:cubicBezTo>
                <a:cubicBezTo>
                  <a:pt x="240" y="720"/>
                  <a:pt x="240" y="720"/>
                  <a:pt x="240" y="72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920" y="240"/>
                  <a:pt x="1920" y="240"/>
                  <a:pt x="1920" y="240"/>
                </a:cubicBezTo>
                <a:cubicBezTo>
                  <a:pt x="1920" y="1920"/>
                  <a:pt x="1920" y="1920"/>
                  <a:pt x="1920" y="1920"/>
                </a:cubicBezTo>
                <a:cubicBezTo>
                  <a:pt x="240" y="1920"/>
                  <a:pt x="240" y="1920"/>
                  <a:pt x="240" y="1920"/>
                </a:cubicBezTo>
                <a:cubicBezTo>
                  <a:pt x="240" y="1440"/>
                  <a:pt x="240" y="1440"/>
                  <a:pt x="240" y="1440"/>
                </a:cubicBezTo>
                <a:cubicBezTo>
                  <a:pt x="0" y="1440"/>
                  <a:pt x="0" y="1440"/>
                  <a:pt x="0" y="144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7" y="2160"/>
                  <a:pt x="240" y="2160"/>
                </a:cubicBezTo>
                <a:cubicBezTo>
                  <a:pt x="1920" y="2160"/>
                  <a:pt x="1920" y="2160"/>
                  <a:pt x="1920" y="2160"/>
                </a:cubicBezTo>
                <a:cubicBezTo>
                  <a:pt x="2052" y="2160"/>
                  <a:pt x="2160" y="2052"/>
                  <a:pt x="2160" y="1920"/>
                </a:cubicBezTo>
                <a:cubicBezTo>
                  <a:pt x="2160" y="240"/>
                  <a:pt x="2160" y="240"/>
                  <a:pt x="2160" y="240"/>
                </a:cubicBezTo>
                <a:cubicBezTo>
                  <a:pt x="2160" y="108"/>
                  <a:pt x="2052" y="0"/>
                  <a:pt x="19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3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lo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200 w 2400"/>
              <a:gd name="T1" fmla="*/ 1068 h 2400"/>
              <a:gd name="T2" fmla="*/ 1068 w 2400"/>
              <a:gd name="T3" fmla="*/ 1200 h 2400"/>
              <a:gd name="T4" fmla="*/ 1200 w 2400"/>
              <a:gd name="T5" fmla="*/ 1332 h 2400"/>
              <a:gd name="T6" fmla="*/ 1332 w 2400"/>
              <a:gd name="T7" fmla="*/ 1200 h 2400"/>
              <a:gd name="T8" fmla="*/ 1200 w 2400"/>
              <a:gd name="T9" fmla="*/ 1068 h 2400"/>
              <a:gd name="T10" fmla="*/ 1200 w 2400"/>
              <a:gd name="T11" fmla="*/ 0 h 2400"/>
              <a:gd name="T12" fmla="*/ 0 w 2400"/>
              <a:gd name="T13" fmla="*/ 1200 h 2400"/>
              <a:gd name="T14" fmla="*/ 1200 w 2400"/>
              <a:gd name="T15" fmla="*/ 2400 h 2400"/>
              <a:gd name="T16" fmla="*/ 2400 w 2400"/>
              <a:gd name="T17" fmla="*/ 1200 h 2400"/>
              <a:gd name="T18" fmla="*/ 1200 w 2400"/>
              <a:gd name="T19" fmla="*/ 0 h 2400"/>
              <a:gd name="T20" fmla="*/ 1463 w 2400"/>
              <a:gd name="T21" fmla="*/ 1463 h 2400"/>
              <a:gd name="T22" fmla="*/ 480 w 2400"/>
              <a:gd name="T23" fmla="*/ 1920 h 2400"/>
              <a:gd name="T24" fmla="*/ 937 w 2400"/>
              <a:gd name="T25" fmla="*/ 937 h 2400"/>
              <a:gd name="T26" fmla="*/ 1920 w 2400"/>
              <a:gd name="T27" fmla="*/ 480 h 2400"/>
              <a:gd name="T28" fmla="*/ 1463 w 2400"/>
              <a:gd name="T29" fmla="*/ 1463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400" h="2400">
                <a:moveTo>
                  <a:pt x="1200" y="1068"/>
                </a:moveTo>
                <a:cubicBezTo>
                  <a:pt x="1127" y="1068"/>
                  <a:pt x="1068" y="1127"/>
                  <a:pt x="1068" y="1200"/>
                </a:cubicBezTo>
                <a:cubicBezTo>
                  <a:pt x="1068" y="1273"/>
                  <a:pt x="1127" y="1332"/>
                  <a:pt x="1200" y="1332"/>
                </a:cubicBezTo>
                <a:cubicBezTo>
                  <a:pt x="1273" y="1332"/>
                  <a:pt x="1332" y="1273"/>
                  <a:pt x="1332" y="1200"/>
                </a:cubicBezTo>
                <a:cubicBezTo>
                  <a:pt x="1332" y="1127"/>
                  <a:pt x="1273" y="1068"/>
                  <a:pt x="1200" y="1068"/>
                </a:cubicBezTo>
                <a:close/>
                <a:moveTo>
                  <a:pt x="1200" y="0"/>
                </a:moveTo>
                <a:cubicBezTo>
                  <a:pt x="538" y="0"/>
                  <a:pt x="0" y="538"/>
                  <a:pt x="0" y="1200"/>
                </a:cubicBezTo>
                <a:cubicBezTo>
                  <a:pt x="0" y="1862"/>
                  <a:pt x="538" y="2400"/>
                  <a:pt x="1200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200" y="0"/>
                </a:cubicBezTo>
                <a:close/>
                <a:moveTo>
                  <a:pt x="1463" y="1463"/>
                </a:moveTo>
                <a:cubicBezTo>
                  <a:pt x="480" y="1920"/>
                  <a:pt x="480" y="1920"/>
                  <a:pt x="480" y="1920"/>
                </a:cubicBezTo>
                <a:cubicBezTo>
                  <a:pt x="937" y="937"/>
                  <a:pt x="937" y="937"/>
                  <a:pt x="937" y="937"/>
                </a:cubicBezTo>
                <a:cubicBezTo>
                  <a:pt x="1920" y="480"/>
                  <a:pt x="1920" y="480"/>
                  <a:pt x="1920" y="480"/>
                </a:cubicBezTo>
                <a:lnTo>
                  <a:pt x="1463" y="14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148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tension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220 w 2520"/>
              <a:gd name="T1" fmla="*/ 1200 h 2520"/>
              <a:gd name="T2" fmla="*/ 2040 w 2520"/>
              <a:gd name="T3" fmla="*/ 1200 h 2520"/>
              <a:gd name="T4" fmla="*/ 2040 w 2520"/>
              <a:gd name="T5" fmla="*/ 720 h 2520"/>
              <a:gd name="T6" fmla="*/ 1800 w 2520"/>
              <a:gd name="T7" fmla="*/ 480 h 2520"/>
              <a:gd name="T8" fmla="*/ 1320 w 2520"/>
              <a:gd name="T9" fmla="*/ 480 h 2520"/>
              <a:gd name="T10" fmla="*/ 1320 w 2520"/>
              <a:gd name="T11" fmla="*/ 300 h 2520"/>
              <a:gd name="T12" fmla="*/ 1020 w 2520"/>
              <a:gd name="T13" fmla="*/ 0 h 2520"/>
              <a:gd name="T14" fmla="*/ 720 w 2520"/>
              <a:gd name="T15" fmla="*/ 300 h 2520"/>
              <a:gd name="T16" fmla="*/ 720 w 2520"/>
              <a:gd name="T17" fmla="*/ 480 h 2520"/>
              <a:gd name="T18" fmla="*/ 240 w 2520"/>
              <a:gd name="T19" fmla="*/ 480 h 2520"/>
              <a:gd name="T20" fmla="*/ 1 w 2520"/>
              <a:gd name="T21" fmla="*/ 720 h 2520"/>
              <a:gd name="T22" fmla="*/ 1 w 2520"/>
              <a:gd name="T23" fmla="*/ 1176 h 2520"/>
              <a:gd name="T24" fmla="*/ 180 w 2520"/>
              <a:gd name="T25" fmla="*/ 1176 h 2520"/>
              <a:gd name="T26" fmla="*/ 504 w 2520"/>
              <a:gd name="T27" fmla="*/ 1500 h 2520"/>
              <a:gd name="T28" fmla="*/ 180 w 2520"/>
              <a:gd name="T29" fmla="*/ 1824 h 2520"/>
              <a:gd name="T30" fmla="*/ 0 w 2520"/>
              <a:gd name="T31" fmla="*/ 1824 h 2520"/>
              <a:gd name="T32" fmla="*/ 0 w 2520"/>
              <a:gd name="T33" fmla="*/ 2280 h 2520"/>
              <a:gd name="T34" fmla="*/ 240 w 2520"/>
              <a:gd name="T35" fmla="*/ 2520 h 2520"/>
              <a:gd name="T36" fmla="*/ 696 w 2520"/>
              <a:gd name="T37" fmla="*/ 2520 h 2520"/>
              <a:gd name="T38" fmla="*/ 696 w 2520"/>
              <a:gd name="T39" fmla="*/ 2340 h 2520"/>
              <a:gd name="T40" fmla="*/ 1020 w 2520"/>
              <a:gd name="T41" fmla="*/ 2016 h 2520"/>
              <a:gd name="T42" fmla="*/ 1344 w 2520"/>
              <a:gd name="T43" fmla="*/ 2340 h 2520"/>
              <a:gd name="T44" fmla="*/ 1344 w 2520"/>
              <a:gd name="T45" fmla="*/ 2520 h 2520"/>
              <a:gd name="T46" fmla="*/ 1800 w 2520"/>
              <a:gd name="T47" fmla="*/ 2520 h 2520"/>
              <a:gd name="T48" fmla="*/ 2040 w 2520"/>
              <a:gd name="T49" fmla="*/ 2280 h 2520"/>
              <a:gd name="T50" fmla="*/ 2040 w 2520"/>
              <a:gd name="T51" fmla="*/ 1800 h 2520"/>
              <a:gd name="T52" fmla="*/ 2220 w 2520"/>
              <a:gd name="T53" fmla="*/ 1800 h 2520"/>
              <a:gd name="T54" fmla="*/ 2520 w 2520"/>
              <a:gd name="T55" fmla="*/ 1500 h 2520"/>
              <a:gd name="T56" fmla="*/ 2220 w 2520"/>
              <a:gd name="T57" fmla="*/ 1200 h 2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520" h="2520">
                <a:moveTo>
                  <a:pt x="2220" y="1200"/>
                </a:moveTo>
                <a:cubicBezTo>
                  <a:pt x="2040" y="1200"/>
                  <a:pt x="2040" y="1200"/>
                  <a:pt x="2040" y="1200"/>
                </a:cubicBezTo>
                <a:cubicBezTo>
                  <a:pt x="2040" y="720"/>
                  <a:pt x="2040" y="720"/>
                  <a:pt x="2040" y="720"/>
                </a:cubicBezTo>
                <a:cubicBezTo>
                  <a:pt x="2040" y="588"/>
                  <a:pt x="1932" y="480"/>
                  <a:pt x="1800" y="480"/>
                </a:cubicBezTo>
                <a:cubicBezTo>
                  <a:pt x="1320" y="480"/>
                  <a:pt x="1320" y="480"/>
                  <a:pt x="1320" y="480"/>
                </a:cubicBezTo>
                <a:cubicBezTo>
                  <a:pt x="1320" y="300"/>
                  <a:pt x="1320" y="300"/>
                  <a:pt x="1320" y="300"/>
                </a:cubicBezTo>
                <a:cubicBezTo>
                  <a:pt x="1320" y="134"/>
                  <a:pt x="1186" y="0"/>
                  <a:pt x="1020" y="0"/>
                </a:cubicBezTo>
                <a:cubicBezTo>
                  <a:pt x="854" y="0"/>
                  <a:pt x="720" y="134"/>
                  <a:pt x="720" y="300"/>
                </a:cubicBezTo>
                <a:cubicBezTo>
                  <a:pt x="720" y="480"/>
                  <a:pt x="720" y="480"/>
                  <a:pt x="720" y="480"/>
                </a:cubicBezTo>
                <a:cubicBezTo>
                  <a:pt x="240" y="480"/>
                  <a:pt x="240" y="480"/>
                  <a:pt x="240" y="480"/>
                </a:cubicBezTo>
                <a:cubicBezTo>
                  <a:pt x="108" y="480"/>
                  <a:pt x="1" y="588"/>
                  <a:pt x="1" y="720"/>
                </a:cubicBezTo>
                <a:cubicBezTo>
                  <a:pt x="1" y="1176"/>
                  <a:pt x="1" y="1176"/>
                  <a:pt x="1" y="1176"/>
                </a:cubicBezTo>
                <a:cubicBezTo>
                  <a:pt x="180" y="1176"/>
                  <a:pt x="180" y="1176"/>
                  <a:pt x="180" y="1176"/>
                </a:cubicBezTo>
                <a:cubicBezTo>
                  <a:pt x="359" y="1176"/>
                  <a:pt x="504" y="1321"/>
                  <a:pt x="504" y="1500"/>
                </a:cubicBezTo>
                <a:cubicBezTo>
                  <a:pt x="504" y="1679"/>
                  <a:pt x="359" y="1824"/>
                  <a:pt x="180" y="1824"/>
                </a:cubicBezTo>
                <a:cubicBezTo>
                  <a:pt x="0" y="1824"/>
                  <a:pt x="0" y="1824"/>
                  <a:pt x="0" y="1824"/>
                </a:cubicBezTo>
                <a:cubicBezTo>
                  <a:pt x="0" y="2280"/>
                  <a:pt x="0" y="2280"/>
                  <a:pt x="0" y="2280"/>
                </a:cubicBezTo>
                <a:cubicBezTo>
                  <a:pt x="0" y="2412"/>
                  <a:pt x="108" y="2520"/>
                  <a:pt x="240" y="2520"/>
                </a:cubicBezTo>
                <a:cubicBezTo>
                  <a:pt x="696" y="2520"/>
                  <a:pt x="696" y="2520"/>
                  <a:pt x="696" y="2520"/>
                </a:cubicBezTo>
                <a:cubicBezTo>
                  <a:pt x="696" y="2340"/>
                  <a:pt x="696" y="2340"/>
                  <a:pt x="696" y="2340"/>
                </a:cubicBezTo>
                <a:cubicBezTo>
                  <a:pt x="696" y="2161"/>
                  <a:pt x="841" y="2016"/>
                  <a:pt x="1020" y="2016"/>
                </a:cubicBezTo>
                <a:cubicBezTo>
                  <a:pt x="1199" y="2016"/>
                  <a:pt x="1344" y="2161"/>
                  <a:pt x="1344" y="2340"/>
                </a:cubicBezTo>
                <a:cubicBezTo>
                  <a:pt x="1344" y="2520"/>
                  <a:pt x="1344" y="2520"/>
                  <a:pt x="1344" y="2520"/>
                </a:cubicBezTo>
                <a:cubicBezTo>
                  <a:pt x="1800" y="2520"/>
                  <a:pt x="1800" y="2520"/>
                  <a:pt x="1800" y="2520"/>
                </a:cubicBezTo>
                <a:cubicBezTo>
                  <a:pt x="1932" y="2520"/>
                  <a:pt x="2040" y="2412"/>
                  <a:pt x="2040" y="2280"/>
                </a:cubicBezTo>
                <a:cubicBezTo>
                  <a:pt x="2040" y="1800"/>
                  <a:pt x="2040" y="1800"/>
                  <a:pt x="2040" y="1800"/>
                </a:cubicBezTo>
                <a:cubicBezTo>
                  <a:pt x="2220" y="1800"/>
                  <a:pt x="2220" y="1800"/>
                  <a:pt x="2220" y="1800"/>
                </a:cubicBezTo>
                <a:cubicBezTo>
                  <a:pt x="2386" y="1800"/>
                  <a:pt x="2520" y="1666"/>
                  <a:pt x="2520" y="1500"/>
                </a:cubicBezTo>
                <a:cubicBezTo>
                  <a:pt x="2520" y="1334"/>
                  <a:pt x="2386" y="1200"/>
                  <a:pt x="2220" y="12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865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ac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840 w 2400"/>
              <a:gd name="T1" fmla="*/ 1170 h 2400"/>
              <a:gd name="T2" fmla="*/ 690 w 2400"/>
              <a:gd name="T3" fmla="*/ 1320 h 2400"/>
              <a:gd name="T4" fmla="*/ 840 w 2400"/>
              <a:gd name="T5" fmla="*/ 1470 h 2400"/>
              <a:gd name="T6" fmla="*/ 990 w 2400"/>
              <a:gd name="T7" fmla="*/ 1320 h 2400"/>
              <a:gd name="T8" fmla="*/ 840 w 2400"/>
              <a:gd name="T9" fmla="*/ 1170 h 2400"/>
              <a:gd name="T10" fmla="*/ 1560 w 2400"/>
              <a:gd name="T11" fmla="*/ 1170 h 2400"/>
              <a:gd name="T12" fmla="*/ 1410 w 2400"/>
              <a:gd name="T13" fmla="*/ 1320 h 2400"/>
              <a:gd name="T14" fmla="*/ 1560 w 2400"/>
              <a:gd name="T15" fmla="*/ 1470 h 2400"/>
              <a:gd name="T16" fmla="*/ 1710 w 2400"/>
              <a:gd name="T17" fmla="*/ 1320 h 2400"/>
              <a:gd name="T18" fmla="*/ 1560 w 2400"/>
              <a:gd name="T19" fmla="*/ 1170 h 2400"/>
              <a:gd name="T20" fmla="*/ 1200 w 2400"/>
              <a:gd name="T21" fmla="*/ 0 h 2400"/>
              <a:gd name="T22" fmla="*/ 0 w 2400"/>
              <a:gd name="T23" fmla="*/ 1200 h 2400"/>
              <a:gd name="T24" fmla="*/ 1200 w 2400"/>
              <a:gd name="T25" fmla="*/ 2400 h 2400"/>
              <a:gd name="T26" fmla="*/ 2400 w 2400"/>
              <a:gd name="T27" fmla="*/ 1200 h 2400"/>
              <a:gd name="T28" fmla="*/ 1200 w 2400"/>
              <a:gd name="T29" fmla="*/ 0 h 2400"/>
              <a:gd name="T30" fmla="*/ 1200 w 2400"/>
              <a:gd name="T31" fmla="*/ 2160 h 2400"/>
              <a:gd name="T32" fmla="*/ 240 w 2400"/>
              <a:gd name="T33" fmla="*/ 1200 h 2400"/>
              <a:gd name="T34" fmla="*/ 246 w 2400"/>
              <a:gd name="T35" fmla="*/ 1097 h 2400"/>
              <a:gd name="T36" fmla="*/ 871 w 2400"/>
              <a:gd name="T37" fmla="*/ 452 h 2400"/>
              <a:gd name="T38" fmla="*/ 1850 w 2400"/>
              <a:gd name="T39" fmla="*/ 960 h 2400"/>
              <a:gd name="T40" fmla="*/ 2120 w 2400"/>
              <a:gd name="T41" fmla="*/ 929 h 2400"/>
              <a:gd name="T42" fmla="*/ 2160 w 2400"/>
              <a:gd name="T43" fmla="*/ 1200 h 2400"/>
              <a:gd name="T44" fmla="*/ 1200 w 2400"/>
              <a:gd name="T45" fmla="*/ 216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400" h="2400">
                <a:moveTo>
                  <a:pt x="840" y="1170"/>
                </a:moveTo>
                <a:cubicBezTo>
                  <a:pt x="757" y="1170"/>
                  <a:pt x="690" y="1237"/>
                  <a:pt x="690" y="1320"/>
                </a:cubicBezTo>
                <a:cubicBezTo>
                  <a:pt x="690" y="1403"/>
                  <a:pt x="757" y="1470"/>
                  <a:pt x="840" y="1470"/>
                </a:cubicBezTo>
                <a:cubicBezTo>
                  <a:pt x="923" y="1470"/>
                  <a:pt x="990" y="1403"/>
                  <a:pt x="990" y="1320"/>
                </a:cubicBezTo>
                <a:cubicBezTo>
                  <a:pt x="990" y="1237"/>
                  <a:pt x="923" y="1170"/>
                  <a:pt x="840" y="1170"/>
                </a:cubicBezTo>
                <a:close/>
                <a:moveTo>
                  <a:pt x="1560" y="1170"/>
                </a:moveTo>
                <a:cubicBezTo>
                  <a:pt x="1477" y="1170"/>
                  <a:pt x="1410" y="1237"/>
                  <a:pt x="1410" y="1320"/>
                </a:cubicBezTo>
                <a:cubicBezTo>
                  <a:pt x="1410" y="1403"/>
                  <a:pt x="1477" y="1470"/>
                  <a:pt x="1560" y="1470"/>
                </a:cubicBezTo>
                <a:cubicBezTo>
                  <a:pt x="1643" y="1470"/>
                  <a:pt x="1710" y="1403"/>
                  <a:pt x="1710" y="1320"/>
                </a:cubicBezTo>
                <a:cubicBezTo>
                  <a:pt x="1710" y="1237"/>
                  <a:pt x="1643" y="1170"/>
                  <a:pt x="1560" y="1170"/>
                </a:cubicBezTo>
                <a:close/>
                <a:moveTo>
                  <a:pt x="1200" y="0"/>
                </a:moveTo>
                <a:cubicBezTo>
                  <a:pt x="538" y="0"/>
                  <a:pt x="0" y="538"/>
                  <a:pt x="0" y="1200"/>
                </a:cubicBezTo>
                <a:cubicBezTo>
                  <a:pt x="0" y="1862"/>
                  <a:pt x="538" y="2400"/>
                  <a:pt x="1200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200" y="0"/>
                </a:cubicBezTo>
                <a:close/>
                <a:moveTo>
                  <a:pt x="1200" y="2160"/>
                </a:moveTo>
                <a:cubicBezTo>
                  <a:pt x="671" y="2160"/>
                  <a:pt x="240" y="1729"/>
                  <a:pt x="240" y="1200"/>
                </a:cubicBezTo>
                <a:cubicBezTo>
                  <a:pt x="240" y="1165"/>
                  <a:pt x="242" y="1130"/>
                  <a:pt x="246" y="1097"/>
                </a:cubicBezTo>
                <a:cubicBezTo>
                  <a:pt x="529" y="971"/>
                  <a:pt x="754" y="739"/>
                  <a:pt x="871" y="452"/>
                </a:cubicBezTo>
                <a:cubicBezTo>
                  <a:pt x="1088" y="760"/>
                  <a:pt x="1446" y="960"/>
                  <a:pt x="1850" y="960"/>
                </a:cubicBezTo>
                <a:cubicBezTo>
                  <a:pt x="1944" y="960"/>
                  <a:pt x="2034" y="949"/>
                  <a:pt x="2120" y="929"/>
                </a:cubicBezTo>
                <a:cubicBezTo>
                  <a:pt x="2146" y="1014"/>
                  <a:pt x="2160" y="1105"/>
                  <a:pt x="2160" y="1200"/>
                </a:cubicBezTo>
                <a:cubicBezTo>
                  <a:pt x="2160" y="1729"/>
                  <a:pt x="1729" y="2160"/>
                  <a:pt x="1200" y="21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221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avorit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39074"/>
          </a:xfrm>
          <a:custGeom>
            <a:avLst/>
            <a:gdLst>
              <a:gd name="T0" fmla="*/ 1200 w 2400"/>
              <a:gd name="T1" fmla="*/ 2202 h 2202"/>
              <a:gd name="T2" fmla="*/ 1026 w 2400"/>
              <a:gd name="T3" fmla="*/ 2044 h 2202"/>
              <a:gd name="T4" fmla="*/ 0 w 2400"/>
              <a:gd name="T5" fmla="*/ 660 h 2202"/>
              <a:gd name="T6" fmla="*/ 660 w 2400"/>
              <a:gd name="T7" fmla="*/ 0 h 2202"/>
              <a:gd name="T8" fmla="*/ 1200 w 2400"/>
              <a:gd name="T9" fmla="*/ 251 h 2202"/>
              <a:gd name="T10" fmla="*/ 1740 w 2400"/>
              <a:gd name="T11" fmla="*/ 0 h 2202"/>
              <a:gd name="T12" fmla="*/ 2400 w 2400"/>
              <a:gd name="T13" fmla="*/ 660 h 2202"/>
              <a:gd name="T14" fmla="*/ 1374 w 2400"/>
              <a:gd name="T15" fmla="*/ 2045 h 2202"/>
              <a:gd name="T16" fmla="*/ 1200 w 2400"/>
              <a:gd name="T17" fmla="*/ 2202 h 2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400" h="2202">
                <a:moveTo>
                  <a:pt x="1200" y="2202"/>
                </a:moveTo>
                <a:cubicBezTo>
                  <a:pt x="1026" y="2044"/>
                  <a:pt x="1026" y="2044"/>
                  <a:pt x="1026" y="2044"/>
                </a:cubicBezTo>
                <a:cubicBezTo>
                  <a:pt x="408" y="1483"/>
                  <a:pt x="0" y="1114"/>
                  <a:pt x="0" y="660"/>
                </a:cubicBezTo>
                <a:cubicBezTo>
                  <a:pt x="0" y="290"/>
                  <a:pt x="290" y="0"/>
                  <a:pt x="660" y="0"/>
                </a:cubicBezTo>
                <a:cubicBezTo>
                  <a:pt x="869" y="0"/>
                  <a:pt x="1069" y="97"/>
                  <a:pt x="1200" y="251"/>
                </a:cubicBezTo>
                <a:cubicBezTo>
                  <a:pt x="1331" y="97"/>
                  <a:pt x="1531" y="0"/>
                  <a:pt x="1740" y="0"/>
                </a:cubicBezTo>
                <a:cubicBezTo>
                  <a:pt x="2110" y="0"/>
                  <a:pt x="2400" y="290"/>
                  <a:pt x="2400" y="660"/>
                </a:cubicBezTo>
                <a:cubicBezTo>
                  <a:pt x="2400" y="1114"/>
                  <a:pt x="1992" y="1483"/>
                  <a:pt x="1374" y="2045"/>
                </a:cubicBezTo>
                <a:lnTo>
                  <a:pt x="1200" y="220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478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avorite Bord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39074"/>
          </a:xfrm>
          <a:custGeom>
            <a:avLst/>
            <a:gdLst>
              <a:gd name="T0" fmla="*/ 1740 w 2400"/>
              <a:gd name="T1" fmla="*/ 0 h 2202"/>
              <a:gd name="T2" fmla="*/ 1200 w 2400"/>
              <a:gd name="T3" fmla="*/ 251 h 2202"/>
              <a:gd name="T4" fmla="*/ 660 w 2400"/>
              <a:gd name="T5" fmla="*/ 0 h 2202"/>
              <a:gd name="T6" fmla="*/ 0 w 2400"/>
              <a:gd name="T7" fmla="*/ 660 h 2202"/>
              <a:gd name="T8" fmla="*/ 1026 w 2400"/>
              <a:gd name="T9" fmla="*/ 2045 h 2202"/>
              <a:gd name="T10" fmla="*/ 1200 w 2400"/>
              <a:gd name="T11" fmla="*/ 2202 h 2202"/>
              <a:gd name="T12" fmla="*/ 1374 w 2400"/>
              <a:gd name="T13" fmla="*/ 2044 h 2202"/>
              <a:gd name="T14" fmla="*/ 2400 w 2400"/>
              <a:gd name="T15" fmla="*/ 660 h 2202"/>
              <a:gd name="T16" fmla="*/ 1740 w 2400"/>
              <a:gd name="T17" fmla="*/ 0 h 2202"/>
              <a:gd name="T18" fmla="*/ 1212 w 2400"/>
              <a:gd name="T19" fmla="*/ 1866 h 2202"/>
              <a:gd name="T20" fmla="*/ 1200 w 2400"/>
              <a:gd name="T21" fmla="*/ 1878 h 2202"/>
              <a:gd name="T22" fmla="*/ 1188 w 2400"/>
              <a:gd name="T23" fmla="*/ 1866 h 2202"/>
              <a:gd name="T24" fmla="*/ 240 w 2400"/>
              <a:gd name="T25" fmla="*/ 660 h 2202"/>
              <a:gd name="T26" fmla="*/ 660 w 2400"/>
              <a:gd name="T27" fmla="*/ 240 h 2202"/>
              <a:gd name="T28" fmla="*/ 1088 w 2400"/>
              <a:gd name="T29" fmla="*/ 523 h 2202"/>
              <a:gd name="T30" fmla="*/ 1313 w 2400"/>
              <a:gd name="T31" fmla="*/ 523 h 2202"/>
              <a:gd name="T32" fmla="*/ 1740 w 2400"/>
              <a:gd name="T33" fmla="*/ 240 h 2202"/>
              <a:gd name="T34" fmla="*/ 2160 w 2400"/>
              <a:gd name="T35" fmla="*/ 660 h 2202"/>
              <a:gd name="T36" fmla="*/ 1212 w 2400"/>
              <a:gd name="T37" fmla="*/ 1866 h 22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400" h="2202">
                <a:moveTo>
                  <a:pt x="1740" y="0"/>
                </a:moveTo>
                <a:cubicBezTo>
                  <a:pt x="1531" y="0"/>
                  <a:pt x="1331" y="97"/>
                  <a:pt x="1200" y="251"/>
                </a:cubicBezTo>
                <a:cubicBezTo>
                  <a:pt x="1069" y="97"/>
                  <a:pt x="869" y="0"/>
                  <a:pt x="660" y="0"/>
                </a:cubicBezTo>
                <a:cubicBezTo>
                  <a:pt x="290" y="0"/>
                  <a:pt x="0" y="290"/>
                  <a:pt x="0" y="660"/>
                </a:cubicBezTo>
                <a:cubicBezTo>
                  <a:pt x="0" y="1114"/>
                  <a:pt x="408" y="1483"/>
                  <a:pt x="1026" y="2045"/>
                </a:cubicBezTo>
                <a:cubicBezTo>
                  <a:pt x="1200" y="2202"/>
                  <a:pt x="1200" y="2202"/>
                  <a:pt x="1200" y="2202"/>
                </a:cubicBezTo>
                <a:cubicBezTo>
                  <a:pt x="1374" y="2044"/>
                  <a:pt x="1374" y="2044"/>
                  <a:pt x="1374" y="2044"/>
                </a:cubicBezTo>
                <a:cubicBezTo>
                  <a:pt x="1992" y="1483"/>
                  <a:pt x="2400" y="1114"/>
                  <a:pt x="2400" y="660"/>
                </a:cubicBezTo>
                <a:cubicBezTo>
                  <a:pt x="2400" y="290"/>
                  <a:pt x="2110" y="0"/>
                  <a:pt x="1740" y="0"/>
                </a:cubicBezTo>
                <a:close/>
                <a:moveTo>
                  <a:pt x="1212" y="1866"/>
                </a:moveTo>
                <a:cubicBezTo>
                  <a:pt x="1200" y="1878"/>
                  <a:pt x="1200" y="1878"/>
                  <a:pt x="1200" y="1878"/>
                </a:cubicBezTo>
                <a:cubicBezTo>
                  <a:pt x="1188" y="1866"/>
                  <a:pt x="1188" y="1866"/>
                  <a:pt x="1188" y="1866"/>
                </a:cubicBezTo>
                <a:cubicBezTo>
                  <a:pt x="617" y="1349"/>
                  <a:pt x="240" y="1007"/>
                  <a:pt x="240" y="660"/>
                </a:cubicBezTo>
                <a:cubicBezTo>
                  <a:pt x="240" y="420"/>
                  <a:pt x="420" y="240"/>
                  <a:pt x="660" y="240"/>
                </a:cubicBezTo>
                <a:cubicBezTo>
                  <a:pt x="845" y="240"/>
                  <a:pt x="1025" y="359"/>
                  <a:pt x="1088" y="523"/>
                </a:cubicBezTo>
                <a:cubicBezTo>
                  <a:pt x="1313" y="523"/>
                  <a:pt x="1313" y="523"/>
                  <a:pt x="1313" y="523"/>
                </a:cubicBezTo>
                <a:cubicBezTo>
                  <a:pt x="1375" y="359"/>
                  <a:pt x="1555" y="240"/>
                  <a:pt x="1740" y="240"/>
                </a:cubicBezTo>
                <a:cubicBezTo>
                  <a:pt x="1980" y="240"/>
                  <a:pt x="2160" y="420"/>
                  <a:pt x="2160" y="660"/>
                </a:cubicBezTo>
                <a:cubicBezTo>
                  <a:pt x="2160" y="1007"/>
                  <a:pt x="1783" y="1349"/>
                  <a:pt x="1212" y="18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820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eedbac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160 w 2400"/>
              <a:gd name="T1" fmla="*/ 0 h 2400"/>
              <a:gd name="T2" fmla="*/ 240 w 2400"/>
              <a:gd name="T3" fmla="*/ 0 h 2400"/>
              <a:gd name="T4" fmla="*/ 1 w 2400"/>
              <a:gd name="T5" fmla="*/ 240 h 2400"/>
              <a:gd name="T6" fmla="*/ 0 w 2400"/>
              <a:gd name="T7" fmla="*/ 2400 h 2400"/>
              <a:gd name="T8" fmla="*/ 480 w 2400"/>
              <a:gd name="T9" fmla="*/ 1920 h 2400"/>
              <a:gd name="T10" fmla="*/ 2160 w 2400"/>
              <a:gd name="T11" fmla="*/ 1920 h 2400"/>
              <a:gd name="T12" fmla="*/ 2400 w 2400"/>
              <a:gd name="T13" fmla="*/ 1680 h 2400"/>
              <a:gd name="T14" fmla="*/ 2400 w 2400"/>
              <a:gd name="T15" fmla="*/ 240 h 2400"/>
              <a:gd name="T16" fmla="*/ 2160 w 2400"/>
              <a:gd name="T17" fmla="*/ 0 h 2400"/>
              <a:gd name="T18" fmla="*/ 1320 w 2400"/>
              <a:gd name="T19" fmla="*/ 1440 h 2400"/>
              <a:gd name="T20" fmla="*/ 1080 w 2400"/>
              <a:gd name="T21" fmla="*/ 1440 h 2400"/>
              <a:gd name="T22" fmla="*/ 1080 w 2400"/>
              <a:gd name="T23" fmla="*/ 1200 h 2400"/>
              <a:gd name="T24" fmla="*/ 1320 w 2400"/>
              <a:gd name="T25" fmla="*/ 1200 h 2400"/>
              <a:gd name="T26" fmla="*/ 1320 w 2400"/>
              <a:gd name="T27" fmla="*/ 1440 h 2400"/>
              <a:gd name="T28" fmla="*/ 1320 w 2400"/>
              <a:gd name="T29" fmla="*/ 960 h 2400"/>
              <a:gd name="T30" fmla="*/ 1080 w 2400"/>
              <a:gd name="T31" fmla="*/ 960 h 2400"/>
              <a:gd name="T32" fmla="*/ 1080 w 2400"/>
              <a:gd name="T33" fmla="*/ 480 h 2400"/>
              <a:gd name="T34" fmla="*/ 1320 w 2400"/>
              <a:gd name="T35" fmla="*/ 480 h 2400"/>
              <a:gd name="T36" fmla="*/ 1320 w 2400"/>
              <a:gd name="T37" fmla="*/ 96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400" h="2400">
                <a:moveTo>
                  <a:pt x="216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1" y="108"/>
                  <a:pt x="1" y="240"/>
                </a:cubicBezTo>
                <a:cubicBezTo>
                  <a:pt x="0" y="2400"/>
                  <a:pt x="0" y="2400"/>
                  <a:pt x="0" y="2400"/>
                </a:cubicBezTo>
                <a:cubicBezTo>
                  <a:pt x="480" y="1920"/>
                  <a:pt x="480" y="1920"/>
                  <a:pt x="480" y="1920"/>
                </a:cubicBezTo>
                <a:cubicBezTo>
                  <a:pt x="2160" y="1920"/>
                  <a:pt x="2160" y="1920"/>
                  <a:pt x="2160" y="1920"/>
                </a:cubicBezTo>
                <a:cubicBezTo>
                  <a:pt x="2292" y="1920"/>
                  <a:pt x="2400" y="1812"/>
                  <a:pt x="2400" y="1680"/>
                </a:cubicBezTo>
                <a:cubicBezTo>
                  <a:pt x="2400" y="240"/>
                  <a:pt x="2400" y="240"/>
                  <a:pt x="2400" y="240"/>
                </a:cubicBezTo>
                <a:cubicBezTo>
                  <a:pt x="2400" y="108"/>
                  <a:pt x="2292" y="0"/>
                  <a:pt x="2160" y="0"/>
                </a:cubicBezTo>
                <a:close/>
                <a:moveTo>
                  <a:pt x="1320" y="1440"/>
                </a:moveTo>
                <a:cubicBezTo>
                  <a:pt x="1080" y="1440"/>
                  <a:pt x="1080" y="1440"/>
                  <a:pt x="1080" y="1440"/>
                </a:cubicBezTo>
                <a:cubicBezTo>
                  <a:pt x="1080" y="1200"/>
                  <a:pt x="1080" y="1200"/>
                  <a:pt x="1080" y="1200"/>
                </a:cubicBezTo>
                <a:cubicBezTo>
                  <a:pt x="1320" y="1200"/>
                  <a:pt x="1320" y="1200"/>
                  <a:pt x="1320" y="1200"/>
                </a:cubicBezTo>
                <a:lnTo>
                  <a:pt x="1320" y="1440"/>
                </a:lnTo>
                <a:close/>
                <a:moveTo>
                  <a:pt x="1320" y="960"/>
                </a:moveTo>
                <a:cubicBezTo>
                  <a:pt x="1080" y="960"/>
                  <a:pt x="1080" y="960"/>
                  <a:pt x="1080" y="960"/>
                </a:cubicBezTo>
                <a:cubicBezTo>
                  <a:pt x="1080" y="480"/>
                  <a:pt x="1080" y="480"/>
                  <a:pt x="1080" y="480"/>
                </a:cubicBezTo>
                <a:cubicBezTo>
                  <a:pt x="1320" y="480"/>
                  <a:pt x="1320" y="480"/>
                  <a:pt x="1320" y="480"/>
                </a:cubicBezTo>
                <a:lnTo>
                  <a:pt x="1320" y="9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6057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nd In Pag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488" cy="914400"/>
          </a:xfrm>
          <a:custGeom>
            <a:avLst/>
            <a:gdLst>
              <a:gd name="T0" fmla="*/ 1920 w 1920"/>
              <a:gd name="T1" fmla="*/ 2111 h 2400"/>
              <a:gd name="T2" fmla="*/ 1920 w 1920"/>
              <a:gd name="T3" fmla="*/ 720 h 2400"/>
              <a:gd name="T4" fmla="*/ 1200 w 1920"/>
              <a:gd name="T5" fmla="*/ 0 h 2400"/>
              <a:gd name="T6" fmla="*/ 240 w 1920"/>
              <a:gd name="T7" fmla="*/ 0 h 2400"/>
              <a:gd name="T8" fmla="*/ 1 w 1920"/>
              <a:gd name="T9" fmla="*/ 240 h 2400"/>
              <a:gd name="T10" fmla="*/ 0 w 1920"/>
              <a:gd name="T11" fmla="*/ 2160 h 2400"/>
              <a:gd name="T12" fmla="*/ 239 w 1920"/>
              <a:gd name="T13" fmla="*/ 2400 h 2400"/>
              <a:gd name="T14" fmla="*/ 1680 w 1920"/>
              <a:gd name="T15" fmla="*/ 2400 h 2400"/>
              <a:gd name="T16" fmla="*/ 1823 w 1920"/>
              <a:gd name="T17" fmla="*/ 2352 h 2400"/>
              <a:gd name="T18" fmla="*/ 1291 w 1920"/>
              <a:gd name="T19" fmla="*/ 1820 h 2400"/>
              <a:gd name="T20" fmla="*/ 960 w 1920"/>
              <a:gd name="T21" fmla="*/ 1920 h 2400"/>
              <a:gd name="T22" fmla="*/ 360 w 1920"/>
              <a:gd name="T23" fmla="*/ 1320 h 2400"/>
              <a:gd name="T24" fmla="*/ 960 w 1920"/>
              <a:gd name="T25" fmla="*/ 720 h 2400"/>
              <a:gd name="T26" fmla="*/ 1560 w 1920"/>
              <a:gd name="T27" fmla="*/ 1320 h 2400"/>
              <a:gd name="T28" fmla="*/ 1460 w 1920"/>
              <a:gd name="T29" fmla="*/ 1650 h 2400"/>
              <a:gd name="T30" fmla="*/ 1920 w 1920"/>
              <a:gd name="T31" fmla="*/ 2111 h 2400"/>
              <a:gd name="T32" fmla="*/ 600 w 1920"/>
              <a:gd name="T33" fmla="*/ 1320 h 2400"/>
              <a:gd name="T34" fmla="*/ 960 w 1920"/>
              <a:gd name="T35" fmla="*/ 1680 h 2400"/>
              <a:gd name="T36" fmla="*/ 1320 w 1920"/>
              <a:gd name="T37" fmla="*/ 1320 h 2400"/>
              <a:gd name="T38" fmla="*/ 960 w 1920"/>
              <a:gd name="T39" fmla="*/ 960 h 2400"/>
              <a:gd name="T40" fmla="*/ 600 w 1920"/>
              <a:gd name="T41" fmla="*/ 132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920" h="2400">
                <a:moveTo>
                  <a:pt x="1920" y="2111"/>
                </a:moveTo>
                <a:cubicBezTo>
                  <a:pt x="1920" y="720"/>
                  <a:pt x="1920" y="720"/>
                  <a:pt x="1920" y="720"/>
                </a:cubicBezTo>
                <a:cubicBezTo>
                  <a:pt x="1200" y="0"/>
                  <a:pt x="1200" y="0"/>
                  <a:pt x="1200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1" y="108"/>
                  <a:pt x="1" y="24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7" y="2400"/>
                  <a:pt x="239" y="2400"/>
                </a:cubicBezTo>
                <a:cubicBezTo>
                  <a:pt x="1680" y="2400"/>
                  <a:pt x="1680" y="2400"/>
                  <a:pt x="1680" y="2400"/>
                </a:cubicBezTo>
                <a:cubicBezTo>
                  <a:pt x="1734" y="2400"/>
                  <a:pt x="1782" y="2382"/>
                  <a:pt x="1823" y="2352"/>
                </a:cubicBezTo>
                <a:cubicBezTo>
                  <a:pt x="1291" y="1820"/>
                  <a:pt x="1291" y="1820"/>
                  <a:pt x="1291" y="1820"/>
                </a:cubicBezTo>
                <a:cubicBezTo>
                  <a:pt x="1195" y="1883"/>
                  <a:pt x="1082" y="1920"/>
                  <a:pt x="960" y="1920"/>
                </a:cubicBezTo>
                <a:cubicBezTo>
                  <a:pt x="629" y="1920"/>
                  <a:pt x="360" y="1651"/>
                  <a:pt x="360" y="1320"/>
                </a:cubicBezTo>
                <a:cubicBezTo>
                  <a:pt x="360" y="989"/>
                  <a:pt x="629" y="720"/>
                  <a:pt x="960" y="720"/>
                </a:cubicBezTo>
                <a:cubicBezTo>
                  <a:pt x="1291" y="720"/>
                  <a:pt x="1560" y="989"/>
                  <a:pt x="1560" y="1320"/>
                </a:cubicBezTo>
                <a:cubicBezTo>
                  <a:pt x="1560" y="1442"/>
                  <a:pt x="1523" y="1555"/>
                  <a:pt x="1460" y="1650"/>
                </a:cubicBezTo>
                <a:lnTo>
                  <a:pt x="1920" y="2111"/>
                </a:lnTo>
                <a:close/>
                <a:moveTo>
                  <a:pt x="600" y="1320"/>
                </a:moveTo>
                <a:cubicBezTo>
                  <a:pt x="600" y="1519"/>
                  <a:pt x="761" y="1680"/>
                  <a:pt x="960" y="1680"/>
                </a:cubicBezTo>
                <a:cubicBezTo>
                  <a:pt x="1159" y="1680"/>
                  <a:pt x="1320" y="1519"/>
                  <a:pt x="1320" y="1320"/>
                </a:cubicBezTo>
                <a:cubicBezTo>
                  <a:pt x="1320" y="1121"/>
                  <a:pt x="1159" y="960"/>
                  <a:pt x="960" y="960"/>
                </a:cubicBezTo>
                <a:cubicBezTo>
                  <a:pt x="761" y="960"/>
                  <a:pt x="600" y="1121"/>
                  <a:pt x="600" y="13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1756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nd Replac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840 w 2099"/>
              <a:gd name="T1" fmla="*/ 240 h 2099"/>
              <a:gd name="T2" fmla="*/ 1265 w 2099"/>
              <a:gd name="T3" fmla="*/ 415 h 2099"/>
              <a:gd name="T4" fmla="*/ 960 w 2099"/>
              <a:gd name="T5" fmla="*/ 720 h 2099"/>
              <a:gd name="T6" fmla="*/ 1680 w 2099"/>
              <a:gd name="T7" fmla="*/ 720 h 2099"/>
              <a:gd name="T8" fmla="*/ 1680 w 2099"/>
              <a:gd name="T9" fmla="*/ 0 h 2099"/>
              <a:gd name="T10" fmla="*/ 1434 w 2099"/>
              <a:gd name="T11" fmla="*/ 246 h 2099"/>
              <a:gd name="T12" fmla="*/ 840 w 2099"/>
              <a:gd name="T13" fmla="*/ 0 h 2099"/>
              <a:gd name="T14" fmla="*/ 10 w 2099"/>
              <a:gd name="T15" fmla="*/ 720 h 2099"/>
              <a:gd name="T16" fmla="*/ 252 w 2099"/>
              <a:gd name="T17" fmla="*/ 720 h 2099"/>
              <a:gd name="T18" fmla="*/ 840 w 2099"/>
              <a:gd name="T19" fmla="*/ 240 h 2099"/>
              <a:gd name="T20" fmla="*/ 1517 w 2099"/>
              <a:gd name="T21" fmla="*/ 1337 h 2099"/>
              <a:gd name="T22" fmla="*/ 1670 w 2099"/>
              <a:gd name="T23" fmla="*/ 960 h 2099"/>
              <a:gd name="T24" fmla="*/ 1428 w 2099"/>
              <a:gd name="T25" fmla="*/ 960 h 2099"/>
              <a:gd name="T26" fmla="*/ 840 w 2099"/>
              <a:gd name="T27" fmla="*/ 1440 h 2099"/>
              <a:gd name="T28" fmla="*/ 415 w 2099"/>
              <a:gd name="T29" fmla="*/ 1265 h 2099"/>
              <a:gd name="T30" fmla="*/ 720 w 2099"/>
              <a:gd name="T31" fmla="*/ 960 h 2099"/>
              <a:gd name="T32" fmla="*/ 0 w 2099"/>
              <a:gd name="T33" fmla="*/ 960 h 2099"/>
              <a:gd name="T34" fmla="*/ 0 w 2099"/>
              <a:gd name="T35" fmla="*/ 1680 h 2099"/>
              <a:gd name="T36" fmla="*/ 246 w 2099"/>
              <a:gd name="T37" fmla="*/ 1434 h 2099"/>
              <a:gd name="T38" fmla="*/ 840 w 2099"/>
              <a:gd name="T39" fmla="*/ 1680 h 2099"/>
              <a:gd name="T40" fmla="*/ 1337 w 2099"/>
              <a:gd name="T41" fmla="*/ 1517 h 2099"/>
              <a:gd name="T42" fmla="*/ 1920 w 2099"/>
              <a:gd name="T43" fmla="*/ 2099 h 2099"/>
              <a:gd name="T44" fmla="*/ 2099 w 2099"/>
              <a:gd name="T45" fmla="*/ 1920 h 2099"/>
              <a:gd name="T46" fmla="*/ 1517 w 2099"/>
              <a:gd name="T47" fmla="*/ 1337 h 20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099" h="2099">
                <a:moveTo>
                  <a:pt x="840" y="240"/>
                </a:moveTo>
                <a:cubicBezTo>
                  <a:pt x="1006" y="240"/>
                  <a:pt x="1156" y="307"/>
                  <a:pt x="1265" y="415"/>
                </a:cubicBezTo>
                <a:cubicBezTo>
                  <a:pt x="960" y="720"/>
                  <a:pt x="960" y="720"/>
                  <a:pt x="960" y="720"/>
                </a:cubicBezTo>
                <a:cubicBezTo>
                  <a:pt x="1680" y="720"/>
                  <a:pt x="1680" y="720"/>
                  <a:pt x="1680" y="720"/>
                </a:cubicBezTo>
                <a:cubicBezTo>
                  <a:pt x="1680" y="0"/>
                  <a:pt x="1680" y="0"/>
                  <a:pt x="1680" y="0"/>
                </a:cubicBezTo>
                <a:cubicBezTo>
                  <a:pt x="1434" y="246"/>
                  <a:pt x="1434" y="246"/>
                  <a:pt x="1434" y="246"/>
                </a:cubicBezTo>
                <a:cubicBezTo>
                  <a:pt x="1282" y="94"/>
                  <a:pt x="1072" y="0"/>
                  <a:pt x="840" y="0"/>
                </a:cubicBezTo>
                <a:cubicBezTo>
                  <a:pt x="416" y="0"/>
                  <a:pt x="68" y="313"/>
                  <a:pt x="10" y="720"/>
                </a:cubicBezTo>
                <a:cubicBezTo>
                  <a:pt x="252" y="720"/>
                  <a:pt x="252" y="720"/>
                  <a:pt x="252" y="720"/>
                </a:cubicBezTo>
                <a:cubicBezTo>
                  <a:pt x="307" y="446"/>
                  <a:pt x="550" y="240"/>
                  <a:pt x="840" y="240"/>
                </a:cubicBezTo>
                <a:close/>
                <a:moveTo>
                  <a:pt x="1517" y="1337"/>
                </a:moveTo>
                <a:cubicBezTo>
                  <a:pt x="1596" y="1229"/>
                  <a:pt x="1651" y="1100"/>
                  <a:pt x="1670" y="960"/>
                </a:cubicBezTo>
                <a:cubicBezTo>
                  <a:pt x="1428" y="960"/>
                  <a:pt x="1428" y="960"/>
                  <a:pt x="1428" y="960"/>
                </a:cubicBezTo>
                <a:cubicBezTo>
                  <a:pt x="1373" y="1234"/>
                  <a:pt x="1130" y="1440"/>
                  <a:pt x="840" y="1440"/>
                </a:cubicBezTo>
                <a:cubicBezTo>
                  <a:pt x="674" y="1440"/>
                  <a:pt x="524" y="1373"/>
                  <a:pt x="415" y="1265"/>
                </a:cubicBezTo>
                <a:cubicBezTo>
                  <a:pt x="720" y="960"/>
                  <a:pt x="720" y="960"/>
                  <a:pt x="720" y="960"/>
                </a:cubicBezTo>
                <a:cubicBezTo>
                  <a:pt x="0" y="960"/>
                  <a:pt x="0" y="960"/>
                  <a:pt x="0" y="960"/>
                </a:cubicBezTo>
                <a:cubicBezTo>
                  <a:pt x="0" y="1680"/>
                  <a:pt x="0" y="1680"/>
                  <a:pt x="0" y="1680"/>
                </a:cubicBezTo>
                <a:cubicBezTo>
                  <a:pt x="246" y="1434"/>
                  <a:pt x="246" y="1434"/>
                  <a:pt x="246" y="1434"/>
                </a:cubicBezTo>
                <a:cubicBezTo>
                  <a:pt x="398" y="1586"/>
                  <a:pt x="608" y="1680"/>
                  <a:pt x="840" y="1680"/>
                </a:cubicBezTo>
                <a:cubicBezTo>
                  <a:pt x="1026" y="1680"/>
                  <a:pt x="1198" y="1619"/>
                  <a:pt x="1337" y="1517"/>
                </a:cubicBezTo>
                <a:cubicBezTo>
                  <a:pt x="1920" y="2099"/>
                  <a:pt x="1920" y="2099"/>
                  <a:pt x="1920" y="2099"/>
                </a:cubicBezTo>
                <a:cubicBezTo>
                  <a:pt x="2099" y="1920"/>
                  <a:pt x="2099" y="1920"/>
                  <a:pt x="2099" y="1920"/>
                </a:cubicBezTo>
                <a:lnTo>
                  <a:pt x="1517" y="133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797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ngerpri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8589" cy="914400"/>
          </a:xfrm>
          <a:custGeom>
            <a:avLst/>
            <a:gdLst>
              <a:gd name="T0" fmla="*/ 1758 w 2175"/>
              <a:gd name="T1" fmla="*/ 289 h 2400"/>
              <a:gd name="T2" fmla="*/ 421 w 2175"/>
              <a:gd name="T3" fmla="*/ 289 h 2400"/>
              <a:gd name="T4" fmla="*/ 363 w 2175"/>
              <a:gd name="T5" fmla="*/ 184 h 2400"/>
              <a:gd name="T6" fmla="*/ 1813 w 2175"/>
              <a:gd name="T7" fmla="*/ 182 h 2400"/>
              <a:gd name="T8" fmla="*/ 1785 w 2175"/>
              <a:gd name="T9" fmla="*/ 296 h 2400"/>
              <a:gd name="T10" fmla="*/ 33 w 2175"/>
              <a:gd name="T11" fmla="*/ 916 h 2400"/>
              <a:gd name="T12" fmla="*/ 469 w 2175"/>
              <a:gd name="T13" fmla="*/ 439 h 2400"/>
              <a:gd name="T14" fmla="*/ 2156 w 2175"/>
              <a:gd name="T15" fmla="*/ 828 h 2400"/>
              <a:gd name="T16" fmla="*/ 2058 w 2175"/>
              <a:gd name="T17" fmla="*/ 898 h 2400"/>
              <a:gd name="T18" fmla="*/ 523 w 2175"/>
              <a:gd name="T19" fmla="*/ 546 h 2400"/>
              <a:gd name="T20" fmla="*/ 68 w 2175"/>
              <a:gd name="T21" fmla="*/ 926 h 2400"/>
              <a:gd name="T22" fmla="*/ 776 w 2175"/>
              <a:gd name="T23" fmla="*/ 2357 h 2400"/>
              <a:gd name="T24" fmla="*/ 409 w 2175"/>
              <a:gd name="T25" fmla="*/ 1519 h 2400"/>
              <a:gd name="T26" fmla="*/ 1767 w 2175"/>
              <a:gd name="T27" fmla="*/ 1519 h 2400"/>
              <a:gd name="T28" fmla="*/ 1647 w 2175"/>
              <a:gd name="T29" fmla="*/ 1519 h 2400"/>
              <a:gd name="T30" fmla="*/ 529 w 2175"/>
              <a:gd name="T31" fmla="*/ 1519 h 2400"/>
              <a:gd name="T32" fmla="*/ 862 w 2175"/>
              <a:gd name="T33" fmla="*/ 2272 h 2400"/>
              <a:gd name="T34" fmla="*/ 818 w 2175"/>
              <a:gd name="T35" fmla="*/ 2375 h 2400"/>
              <a:gd name="T36" fmla="*/ 1306 w 2175"/>
              <a:gd name="T37" fmla="*/ 2046 h 2400"/>
              <a:gd name="T38" fmla="*/ 1081 w 2175"/>
              <a:gd name="T39" fmla="*/ 1459 h 2400"/>
              <a:gd name="T40" fmla="*/ 1374 w 2175"/>
              <a:gd name="T41" fmla="*/ 1946 h 2400"/>
              <a:gd name="T42" fmla="*/ 1803 w 2175"/>
              <a:gd name="T43" fmla="*/ 2020 h 2400"/>
              <a:gd name="T44" fmla="*/ 1824 w 2175"/>
              <a:gd name="T45" fmla="*/ 2138 h 2400"/>
              <a:gd name="T46" fmla="*/ 1437 w 2175"/>
              <a:gd name="T47" fmla="*/ 2400 h 2400"/>
              <a:gd name="T48" fmla="*/ 975 w 2175"/>
              <a:gd name="T49" fmla="*/ 2146 h 2400"/>
              <a:gd name="T50" fmla="*/ 1084 w 2175"/>
              <a:gd name="T51" fmla="*/ 1166 h 2400"/>
              <a:gd name="T52" fmla="*/ 1704 w 2175"/>
              <a:gd name="T53" fmla="*/ 1752 h 2400"/>
              <a:gd name="T54" fmla="*/ 1083 w 2175"/>
              <a:gd name="T55" fmla="*/ 700 h 2400"/>
              <a:gd name="T56" fmla="*/ 219 w 2175"/>
              <a:gd name="T57" fmla="*/ 1519 h 2400"/>
              <a:gd name="T58" fmla="*/ 265 w 2175"/>
              <a:gd name="T59" fmla="*/ 2029 h 2400"/>
              <a:gd name="T60" fmla="*/ 100 w 2175"/>
              <a:gd name="T61" fmla="*/ 1519 h 2400"/>
              <a:gd name="T62" fmla="*/ 1083 w 2175"/>
              <a:gd name="T63" fmla="*/ 578 h 2400"/>
              <a:gd name="T64" fmla="*/ 1704 w 2175"/>
              <a:gd name="T65" fmla="*/ 1871 h 2400"/>
              <a:gd name="T66" fmla="*/ 1084 w 2175"/>
              <a:gd name="T67" fmla="*/ 1285 h 2400"/>
              <a:gd name="T68" fmla="*/ 1059 w 2175"/>
              <a:gd name="T69" fmla="*/ 2059 h 2400"/>
              <a:gd name="T70" fmla="*/ 1494 w 2175"/>
              <a:gd name="T71" fmla="*/ 2354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175" h="2400">
                <a:moveTo>
                  <a:pt x="1785" y="296"/>
                </a:moveTo>
                <a:cubicBezTo>
                  <a:pt x="1776" y="296"/>
                  <a:pt x="1766" y="294"/>
                  <a:pt x="1758" y="289"/>
                </a:cubicBezTo>
                <a:cubicBezTo>
                  <a:pt x="1527" y="170"/>
                  <a:pt x="1328" y="120"/>
                  <a:pt x="1089" y="120"/>
                </a:cubicBezTo>
                <a:cubicBezTo>
                  <a:pt x="852" y="120"/>
                  <a:pt x="626" y="176"/>
                  <a:pt x="421" y="289"/>
                </a:cubicBezTo>
                <a:cubicBezTo>
                  <a:pt x="392" y="305"/>
                  <a:pt x="356" y="294"/>
                  <a:pt x="339" y="265"/>
                </a:cubicBezTo>
                <a:cubicBezTo>
                  <a:pt x="324" y="236"/>
                  <a:pt x="334" y="199"/>
                  <a:pt x="363" y="184"/>
                </a:cubicBezTo>
                <a:cubicBezTo>
                  <a:pt x="586" y="62"/>
                  <a:pt x="831" y="0"/>
                  <a:pt x="1089" y="0"/>
                </a:cubicBezTo>
                <a:cubicBezTo>
                  <a:pt x="1345" y="0"/>
                  <a:pt x="1568" y="56"/>
                  <a:pt x="1813" y="182"/>
                </a:cubicBezTo>
                <a:cubicBezTo>
                  <a:pt x="1843" y="198"/>
                  <a:pt x="1854" y="234"/>
                  <a:pt x="1838" y="263"/>
                </a:cubicBezTo>
                <a:cubicBezTo>
                  <a:pt x="1827" y="284"/>
                  <a:pt x="1807" y="296"/>
                  <a:pt x="1785" y="296"/>
                </a:cubicBezTo>
                <a:close/>
                <a:moveTo>
                  <a:pt x="68" y="926"/>
                </a:moveTo>
                <a:cubicBezTo>
                  <a:pt x="56" y="926"/>
                  <a:pt x="44" y="923"/>
                  <a:pt x="33" y="916"/>
                </a:cubicBezTo>
                <a:cubicBezTo>
                  <a:pt x="6" y="896"/>
                  <a:pt x="0" y="859"/>
                  <a:pt x="19" y="832"/>
                </a:cubicBezTo>
                <a:cubicBezTo>
                  <a:pt x="138" y="664"/>
                  <a:pt x="289" y="532"/>
                  <a:pt x="469" y="439"/>
                </a:cubicBezTo>
                <a:cubicBezTo>
                  <a:pt x="846" y="245"/>
                  <a:pt x="1328" y="244"/>
                  <a:pt x="1706" y="438"/>
                </a:cubicBezTo>
                <a:cubicBezTo>
                  <a:pt x="1886" y="530"/>
                  <a:pt x="2037" y="661"/>
                  <a:pt x="2156" y="828"/>
                </a:cubicBezTo>
                <a:cubicBezTo>
                  <a:pt x="2175" y="854"/>
                  <a:pt x="2169" y="893"/>
                  <a:pt x="2142" y="912"/>
                </a:cubicBezTo>
                <a:cubicBezTo>
                  <a:pt x="2114" y="931"/>
                  <a:pt x="2077" y="925"/>
                  <a:pt x="2058" y="898"/>
                </a:cubicBezTo>
                <a:cubicBezTo>
                  <a:pt x="1950" y="746"/>
                  <a:pt x="1813" y="628"/>
                  <a:pt x="1651" y="545"/>
                </a:cubicBezTo>
                <a:cubicBezTo>
                  <a:pt x="1306" y="368"/>
                  <a:pt x="866" y="368"/>
                  <a:pt x="523" y="546"/>
                </a:cubicBezTo>
                <a:cubicBezTo>
                  <a:pt x="360" y="630"/>
                  <a:pt x="223" y="750"/>
                  <a:pt x="115" y="901"/>
                </a:cubicBezTo>
                <a:cubicBezTo>
                  <a:pt x="105" y="918"/>
                  <a:pt x="87" y="926"/>
                  <a:pt x="68" y="926"/>
                </a:cubicBezTo>
                <a:close/>
                <a:moveTo>
                  <a:pt x="818" y="2375"/>
                </a:moveTo>
                <a:cubicBezTo>
                  <a:pt x="802" y="2375"/>
                  <a:pt x="787" y="2369"/>
                  <a:pt x="776" y="2357"/>
                </a:cubicBezTo>
                <a:cubicBezTo>
                  <a:pt x="672" y="2252"/>
                  <a:pt x="615" y="2185"/>
                  <a:pt x="535" y="2040"/>
                </a:cubicBezTo>
                <a:cubicBezTo>
                  <a:pt x="452" y="1892"/>
                  <a:pt x="409" y="1712"/>
                  <a:pt x="409" y="1519"/>
                </a:cubicBezTo>
                <a:cubicBezTo>
                  <a:pt x="409" y="1163"/>
                  <a:pt x="714" y="872"/>
                  <a:pt x="1088" y="872"/>
                </a:cubicBezTo>
                <a:cubicBezTo>
                  <a:pt x="1462" y="872"/>
                  <a:pt x="1767" y="1163"/>
                  <a:pt x="1767" y="1519"/>
                </a:cubicBezTo>
                <a:cubicBezTo>
                  <a:pt x="1767" y="1553"/>
                  <a:pt x="1741" y="1579"/>
                  <a:pt x="1707" y="1579"/>
                </a:cubicBezTo>
                <a:cubicBezTo>
                  <a:pt x="1674" y="1579"/>
                  <a:pt x="1647" y="1553"/>
                  <a:pt x="1647" y="1519"/>
                </a:cubicBezTo>
                <a:cubicBezTo>
                  <a:pt x="1647" y="1229"/>
                  <a:pt x="1396" y="992"/>
                  <a:pt x="1088" y="992"/>
                </a:cubicBezTo>
                <a:cubicBezTo>
                  <a:pt x="780" y="992"/>
                  <a:pt x="529" y="1229"/>
                  <a:pt x="529" y="1519"/>
                </a:cubicBezTo>
                <a:cubicBezTo>
                  <a:pt x="529" y="1692"/>
                  <a:pt x="567" y="1852"/>
                  <a:pt x="640" y="1981"/>
                </a:cubicBezTo>
                <a:cubicBezTo>
                  <a:pt x="717" y="2119"/>
                  <a:pt x="770" y="2178"/>
                  <a:pt x="862" y="2272"/>
                </a:cubicBezTo>
                <a:cubicBezTo>
                  <a:pt x="885" y="2296"/>
                  <a:pt x="885" y="2333"/>
                  <a:pt x="862" y="2357"/>
                </a:cubicBezTo>
                <a:cubicBezTo>
                  <a:pt x="849" y="2369"/>
                  <a:pt x="834" y="2375"/>
                  <a:pt x="818" y="2375"/>
                </a:cubicBezTo>
                <a:close/>
                <a:moveTo>
                  <a:pt x="1678" y="2153"/>
                </a:moveTo>
                <a:cubicBezTo>
                  <a:pt x="1536" y="2153"/>
                  <a:pt x="1410" y="2117"/>
                  <a:pt x="1306" y="2046"/>
                </a:cubicBezTo>
                <a:cubicBezTo>
                  <a:pt x="1128" y="1925"/>
                  <a:pt x="1021" y="1728"/>
                  <a:pt x="1021" y="1519"/>
                </a:cubicBezTo>
                <a:cubicBezTo>
                  <a:pt x="1021" y="1486"/>
                  <a:pt x="1047" y="1459"/>
                  <a:pt x="1081" y="1459"/>
                </a:cubicBezTo>
                <a:cubicBezTo>
                  <a:pt x="1114" y="1459"/>
                  <a:pt x="1141" y="1486"/>
                  <a:pt x="1141" y="1519"/>
                </a:cubicBezTo>
                <a:cubicBezTo>
                  <a:pt x="1141" y="1688"/>
                  <a:pt x="1227" y="1848"/>
                  <a:pt x="1374" y="1946"/>
                </a:cubicBezTo>
                <a:cubicBezTo>
                  <a:pt x="1459" y="2004"/>
                  <a:pt x="1558" y="2032"/>
                  <a:pt x="1678" y="2032"/>
                </a:cubicBezTo>
                <a:cubicBezTo>
                  <a:pt x="1707" y="2032"/>
                  <a:pt x="1755" y="2028"/>
                  <a:pt x="1803" y="2020"/>
                </a:cubicBezTo>
                <a:cubicBezTo>
                  <a:pt x="1836" y="2014"/>
                  <a:pt x="1867" y="2035"/>
                  <a:pt x="1873" y="2069"/>
                </a:cubicBezTo>
                <a:cubicBezTo>
                  <a:pt x="1879" y="2101"/>
                  <a:pt x="1857" y="2132"/>
                  <a:pt x="1824" y="2138"/>
                </a:cubicBezTo>
                <a:cubicBezTo>
                  <a:pt x="1755" y="2152"/>
                  <a:pt x="1695" y="2153"/>
                  <a:pt x="1678" y="2153"/>
                </a:cubicBezTo>
                <a:close/>
                <a:moveTo>
                  <a:pt x="1437" y="2400"/>
                </a:moveTo>
                <a:cubicBezTo>
                  <a:pt x="1432" y="2400"/>
                  <a:pt x="1426" y="2399"/>
                  <a:pt x="1422" y="2398"/>
                </a:cubicBezTo>
                <a:cubicBezTo>
                  <a:pt x="1231" y="2345"/>
                  <a:pt x="1106" y="2274"/>
                  <a:pt x="975" y="2146"/>
                </a:cubicBezTo>
                <a:cubicBezTo>
                  <a:pt x="807" y="1979"/>
                  <a:pt x="715" y="1757"/>
                  <a:pt x="715" y="1519"/>
                </a:cubicBezTo>
                <a:cubicBezTo>
                  <a:pt x="715" y="1325"/>
                  <a:pt x="880" y="1166"/>
                  <a:pt x="1084" y="1166"/>
                </a:cubicBezTo>
                <a:cubicBezTo>
                  <a:pt x="1288" y="1166"/>
                  <a:pt x="1454" y="1325"/>
                  <a:pt x="1454" y="1519"/>
                </a:cubicBezTo>
                <a:cubicBezTo>
                  <a:pt x="1454" y="1648"/>
                  <a:pt x="1566" y="1752"/>
                  <a:pt x="1704" y="1752"/>
                </a:cubicBezTo>
                <a:cubicBezTo>
                  <a:pt x="1842" y="1752"/>
                  <a:pt x="1953" y="1648"/>
                  <a:pt x="1953" y="1519"/>
                </a:cubicBezTo>
                <a:cubicBezTo>
                  <a:pt x="1953" y="1067"/>
                  <a:pt x="1563" y="700"/>
                  <a:pt x="1083" y="700"/>
                </a:cubicBezTo>
                <a:cubicBezTo>
                  <a:pt x="742" y="700"/>
                  <a:pt x="430" y="889"/>
                  <a:pt x="290" y="1183"/>
                </a:cubicBezTo>
                <a:cubicBezTo>
                  <a:pt x="243" y="1280"/>
                  <a:pt x="219" y="1394"/>
                  <a:pt x="219" y="1519"/>
                </a:cubicBezTo>
                <a:cubicBezTo>
                  <a:pt x="219" y="1613"/>
                  <a:pt x="228" y="1760"/>
                  <a:pt x="300" y="1952"/>
                </a:cubicBezTo>
                <a:cubicBezTo>
                  <a:pt x="312" y="1984"/>
                  <a:pt x="296" y="2018"/>
                  <a:pt x="265" y="2029"/>
                </a:cubicBezTo>
                <a:cubicBezTo>
                  <a:pt x="234" y="2041"/>
                  <a:pt x="199" y="2024"/>
                  <a:pt x="188" y="1994"/>
                </a:cubicBezTo>
                <a:cubicBezTo>
                  <a:pt x="129" y="1837"/>
                  <a:pt x="100" y="1681"/>
                  <a:pt x="100" y="1519"/>
                </a:cubicBezTo>
                <a:cubicBezTo>
                  <a:pt x="100" y="1375"/>
                  <a:pt x="128" y="1244"/>
                  <a:pt x="182" y="1130"/>
                </a:cubicBezTo>
                <a:cubicBezTo>
                  <a:pt x="342" y="796"/>
                  <a:pt x="696" y="578"/>
                  <a:pt x="1083" y="578"/>
                </a:cubicBezTo>
                <a:cubicBezTo>
                  <a:pt x="1629" y="578"/>
                  <a:pt x="2073" y="1000"/>
                  <a:pt x="2073" y="1518"/>
                </a:cubicBezTo>
                <a:cubicBezTo>
                  <a:pt x="2073" y="1712"/>
                  <a:pt x="1908" y="1871"/>
                  <a:pt x="1704" y="1871"/>
                </a:cubicBezTo>
                <a:cubicBezTo>
                  <a:pt x="1500" y="1871"/>
                  <a:pt x="1334" y="1712"/>
                  <a:pt x="1334" y="1518"/>
                </a:cubicBezTo>
                <a:cubicBezTo>
                  <a:pt x="1334" y="1390"/>
                  <a:pt x="1222" y="1285"/>
                  <a:pt x="1084" y="1285"/>
                </a:cubicBezTo>
                <a:cubicBezTo>
                  <a:pt x="946" y="1285"/>
                  <a:pt x="835" y="1390"/>
                  <a:pt x="835" y="1518"/>
                </a:cubicBezTo>
                <a:cubicBezTo>
                  <a:pt x="835" y="1723"/>
                  <a:pt x="914" y="1915"/>
                  <a:pt x="1059" y="2059"/>
                </a:cubicBezTo>
                <a:cubicBezTo>
                  <a:pt x="1173" y="2172"/>
                  <a:pt x="1282" y="2234"/>
                  <a:pt x="1452" y="2281"/>
                </a:cubicBezTo>
                <a:cubicBezTo>
                  <a:pt x="1484" y="2290"/>
                  <a:pt x="1502" y="2323"/>
                  <a:pt x="1494" y="2354"/>
                </a:cubicBezTo>
                <a:cubicBezTo>
                  <a:pt x="1488" y="2382"/>
                  <a:pt x="1462" y="2400"/>
                  <a:pt x="1437" y="2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0522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ight Lan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70" cy="914400"/>
          </a:xfrm>
          <a:custGeom>
            <a:avLst/>
            <a:gdLst>
              <a:gd name="T0" fmla="*/ 0 w 2280"/>
              <a:gd name="T1" fmla="*/ 2040 h 2280"/>
              <a:gd name="T2" fmla="*/ 2280 w 2280"/>
              <a:gd name="T3" fmla="*/ 2040 h 2280"/>
              <a:gd name="T4" fmla="*/ 2280 w 2280"/>
              <a:gd name="T5" fmla="*/ 2280 h 2280"/>
              <a:gd name="T6" fmla="*/ 0 w 2280"/>
              <a:gd name="T7" fmla="*/ 2280 h 2280"/>
              <a:gd name="T8" fmla="*/ 0 w 2280"/>
              <a:gd name="T9" fmla="*/ 2040 h 2280"/>
              <a:gd name="T10" fmla="*/ 862 w 2280"/>
              <a:gd name="T11" fmla="*/ 1352 h 2280"/>
              <a:gd name="T12" fmla="*/ 1384 w 2280"/>
              <a:gd name="T13" fmla="*/ 1492 h 2280"/>
              <a:gd name="T14" fmla="*/ 2021 w 2280"/>
              <a:gd name="T15" fmla="*/ 1662 h 2280"/>
              <a:gd name="T16" fmla="*/ 2242 w 2280"/>
              <a:gd name="T17" fmla="*/ 1535 h 2280"/>
              <a:gd name="T18" fmla="*/ 2114 w 2280"/>
              <a:gd name="T19" fmla="*/ 1314 h 2280"/>
              <a:gd name="T20" fmla="*/ 1477 w 2280"/>
              <a:gd name="T21" fmla="*/ 1144 h 2280"/>
              <a:gd name="T22" fmla="*/ 1146 w 2280"/>
              <a:gd name="T23" fmla="*/ 61 h 2280"/>
              <a:gd name="T24" fmla="*/ 914 w 2280"/>
              <a:gd name="T25" fmla="*/ 0 h 2280"/>
              <a:gd name="T26" fmla="*/ 914 w 2280"/>
              <a:gd name="T27" fmla="*/ 994 h 2280"/>
              <a:gd name="T28" fmla="*/ 318 w 2280"/>
              <a:gd name="T29" fmla="*/ 834 h 2280"/>
              <a:gd name="T30" fmla="*/ 206 w 2280"/>
              <a:gd name="T31" fmla="*/ 556 h 2280"/>
              <a:gd name="T32" fmla="*/ 32 w 2280"/>
              <a:gd name="T33" fmla="*/ 509 h 2280"/>
              <a:gd name="T34" fmla="*/ 32 w 2280"/>
              <a:gd name="T35" fmla="*/ 1129 h 2280"/>
              <a:gd name="T36" fmla="*/ 224 w 2280"/>
              <a:gd name="T37" fmla="*/ 1181 h 2280"/>
              <a:gd name="T38" fmla="*/ 862 w 2280"/>
              <a:gd name="T39" fmla="*/ 1352 h 2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280" h="2280">
                <a:moveTo>
                  <a:pt x="0" y="2040"/>
                </a:moveTo>
                <a:cubicBezTo>
                  <a:pt x="2280" y="2040"/>
                  <a:pt x="2280" y="2040"/>
                  <a:pt x="2280" y="2040"/>
                </a:cubicBezTo>
                <a:cubicBezTo>
                  <a:pt x="2280" y="2280"/>
                  <a:pt x="2280" y="2280"/>
                  <a:pt x="2280" y="2280"/>
                </a:cubicBezTo>
                <a:cubicBezTo>
                  <a:pt x="0" y="2280"/>
                  <a:pt x="0" y="2280"/>
                  <a:pt x="0" y="2280"/>
                </a:cubicBezTo>
                <a:lnTo>
                  <a:pt x="0" y="2040"/>
                </a:lnTo>
                <a:close/>
                <a:moveTo>
                  <a:pt x="862" y="1352"/>
                </a:moveTo>
                <a:cubicBezTo>
                  <a:pt x="1384" y="1492"/>
                  <a:pt x="1384" y="1492"/>
                  <a:pt x="1384" y="1492"/>
                </a:cubicBezTo>
                <a:cubicBezTo>
                  <a:pt x="2021" y="1662"/>
                  <a:pt x="2021" y="1662"/>
                  <a:pt x="2021" y="1662"/>
                </a:cubicBezTo>
                <a:cubicBezTo>
                  <a:pt x="2117" y="1687"/>
                  <a:pt x="2215" y="1631"/>
                  <a:pt x="2242" y="1535"/>
                </a:cubicBezTo>
                <a:cubicBezTo>
                  <a:pt x="2267" y="1439"/>
                  <a:pt x="2210" y="1340"/>
                  <a:pt x="2114" y="1314"/>
                </a:cubicBezTo>
                <a:cubicBezTo>
                  <a:pt x="1477" y="1144"/>
                  <a:pt x="1477" y="1144"/>
                  <a:pt x="1477" y="1144"/>
                </a:cubicBezTo>
                <a:cubicBezTo>
                  <a:pt x="1146" y="61"/>
                  <a:pt x="1146" y="61"/>
                  <a:pt x="1146" y="61"/>
                </a:cubicBezTo>
                <a:cubicBezTo>
                  <a:pt x="914" y="0"/>
                  <a:pt x="914" y="0"/>
                  <a:pt x="914" y="0"/>
                </a:cubicBezTo>
                <a:cubicBezTo>
                  <a:pt x="914" y="994"/>
                  <a:pt x="914" y="994"/>
                  <a:pt x="914" y="994"/>
                </a:cubicBezTo>
                <a:cubicBezTo>
                  <a:pt x="318" y="834"/>
                  <a:pt x="318" y="834"/>
                  <a:pt x="318" y="834"/>
                </a:cubicBezTo>
                <a:cubicBezTo>
                  <a:pt x="206" y="556"/>
                  <a:pt x="206" y="556"/>
                  <a:pt x="206" y="556"/>
                </a:cubicBezTo>
                <a:cubicBezTo>
                  <a:pt x="32" y="509"/>
                  <a:pt x="32" y="509"/>
                  <a:pt x="32" y="509"/>
                </a:cubicBezTo>
                <a:cubicBezTo>
                  <a:pt x="32" y="1129"/>
                  <a:pt x="32" y="1129"/>
                  <a:pt x="32" y="1129"/>
                </a:cubicBezTo>
                <a:cubicBezTo>
                  <a:pt x="224" y="1181"/>
                  <a:pt x="224" y="1181"/>
                  <a:pt x="224" y="1181"/>
                </a:cubicBezTo>
                <a:lnTo>
                  <a:pt x="862" y="13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3493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ight Take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79646"/>
          </a:xfrm>
          <a:custGeom>
            <a:avLst/>
            <a:gdLst>
              <a:gd name="T0" fmla="*/ 79 w 2453"/>
              <a:gd name="T1" fmla="*/ 1852 h 2092"/>
              <a:gd name="T2" fmla="*/ 2359 w 2453"/>
              <a:gd name="T3" fmla="*/ 1852 h 2092"/>
              <a:gd name="T4" fmla="*/ 2359 w 2453"/>
              <a:gd name="T5" fmla="*/ 2092 h 2092"/>
              <a:gd name="T6" fmla="*/ 79 w 2453"/>
              <a:gd name="T7" fmla="*/ 2092 h 2092"/>
              <a:gd name="T8" fmla="*/ 79 w 2453"/>
              <a:gd name="T9" fmla="*/ 1852 h 2092"/>
              <a:gd name="T10" fmla="*/ 2427 w 2453"/>
              <a:gd name="T11" fmla="*/ 729 h 2092"/>
              <a:gd name="T12" fmla="*/ 2207 w 2453"/>
              <a:gd name="T13" fmla="*/ 602 h 2092"/>
              <a:gd name="T14" fmla="*/ 1569 w 2453"/>
              <a:gd name="T15" fmla="*/ 772 h 2092"/>
              <a:gd name="T16" fmla="*/ 741 w 2453"/>
              <a:gd name="T17" fmla="*/ 0 h 2092"/>
              <a:gd name="T18" fmla="*/ 510 w 2453"/>
              <a:gd name="T19" fmla="*/ 62 h 2092"/>
              <a:gd name="T20" fmla="*/ 1007 w 2453"/>
              <a:gd name="T21" fmla="*/ 922 h 2092"/>
              <a:gd name="T22" fmla="*/ 410 w 2453"/>
              <a:gd name="T23" fmla="*/ 1082 h 2092"/>
              <a:gd name="T24" fmla="*/ 174 w 2453"/>
              <a:gd name="T25" fmla="*/ 897 h 2092"/>
              <a:gd name="T26" fmla="*/ 0 w 2453"/>
              <a:gd name="T27" fmla="*/ 944 h 2092"/>
              <a:gd name="T28" fmla="*/ 218 w 2453"/>
              <a:gd name="T29" fmla="*/ 1323 h 2092"/>
              <a:gd name="T30" fmla="*/ 311 w 2453"/>
              <a:gd name="T31" fmla="*/ 1482 h 2092"/>
              <a:gd name="T32" fmla="*/ 503 w 2453"/>
              <a:gd name="T33" fmla="*/ 1431 h 2092"/>
              <a:gd name="T34" fmla="*/ 1140 w 2453"/>
              <a:gd name="T35" fmla="*/ 1260 h 2092"/>
              <a:gd name="T36" fmla="*/ 1662 w 2453"/>
              <a:gd name="T37" fmla="*/ 1121 h 2092"/>
              <a:gd name="T38" fmla="*/ 2299 w 2453"/>
              <a:gd name="T39" fmla="*/ 951 h 2092"/>
              <a:gd name="T40" fmla="*/ 2427 w 2453"/>
              <a:gd name="T41" fmla="*/ 729 h 2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53" h="2092">
                <a:moveTo>
                  <a:pt x="79" y="1852"/>
                </a:moveTo>
                <a:cubicBezTo>
                  <a:pt x="2359" y="1852"/>
                  <a:pt x="2359" y="1852"/>
                  <a:pt x="2359" y="1852"/>
                </a:cubicBezTo>
                <a:cubicBezTo>
                  <a:pt x="2359" y="2092"/>
                  <a:pt x="2359" y="2092"/>
                  <a:pt x="2359" y="2092"/>
                </a:cubicBezTo>
                <a:cubicBezTo>
                  <a:pt x="79" y="2092"/>
                  <a:pt x="79" y="2092"/>
                  <a:pt x="79" y="2092"/>
                </a:cubicBezTo>
                <a:lnTo>
                  <a:pt x="79" y="1852"/>
                </a:lnTo>
                <a:close/>
                <a:moveTo>
                  <a:pt x="2427" y="729"/>
                </a:moveTo>
                <a:cubicBezTo>
                  <a:pt x="2402" y="633"/>
                  <a:pt x="2303" y="575"/>
                  <a:pt x="2207" y="602"/>
                </a:cubicBezTo>
                <a:cubicBezTo>
                  <a:pt x="1569" y="772"/>
                  <a:pt x="1569" y="772"/>
                  <a:pt x="1569" y="772"/>
                </a:cubicBezTo>
                <a:cubicBezTo>
                  <a:pt x="741" y="0"/>
                  <a:pt x="741" y="0"/>
                  <a:pt x="741" y="0"/>
                </a:cubicBezTo>
                <a:cubicBezTo>
                  <a:pt x="510" y="62"/>
                  <a:pt x="510" y="62"/>
                  <a:pt x="510" y="62"/>
                </a:cubicBezTo>
                <a:cubicBezTo>
                  <a:pt x="1007" y="922"/>
                  <a:pt x="1007" y="922"/>
                  <a:pt x="1007" y="922"/>
                </a:cubicBezTo>
                <a:cubicBezTo>
                  <a:pt x="410" y="1082"/>
                  <a:pt x="410" y="1082"/>
                  <a:pt x="410" y="1082"/>
                </a:cubicBezTo>
                <a:cubicBezTo>
                  <a:pt x="174" y="897"/>
                  <a:pt x="174" y="897"/>
                  <a:pt x="174" y="897"/>
                </a:cubicBezTo>
                <a:cubicBezTo>
                  <a:pt x="0" y="944"/>
                  <a:pt x="0" y="944"/>
                  <a:pt x="0" y="944"/>
                </a:cubicBezTo>
                <a:cubicBezTo>
                  <a:pt x="218" y="1323"/>
                  <a:pt x="218" y="1323"/>
                  <a:pt x="218" y="1323"/>
                </a:cubicBezTo>
                <a:cubicBezTo>
                  <a:pt x="311" y="1482"/>
                  <a:pt x="311" y="1482"/>
                  <a:pt x="311" y="1482"/>
                </a:cubicBezTo>
                <a:cubicBezTo>
                  <a:pt x="503" y="1431"/>
                  <a:pt x="503" y="1431"/>
                  <a:pt x="503" y="1431"/>
                </a:cubicBezTo>
                <a:cubicBezTo>
                  <a:pt x="1140" y="1260"/>
                  <a:pt x="1140" y="1260"/>
                  <a:pt x="1140" y="1260"/>
                </a:cubicBezTo>
                <a:cubicBezTo>
                  <a:pt x="1662" y="1121"/>
                  <a:pt x="1662" y="1121"/>
                  <a:pt x="1662" y="1121"/>
                </a:cubicBezTo>
                <a:cubicBezTo>
                  <a:pt x="2299" y="951"/>
                  <a:pt x="2299" y="951"/>
                  <a:pt x="2299" y="951"/>
                </a:cubicBezTo>
                <a:cubicBezTo>
                  <a:pt x="2396" y="923"/>
                  <a:pt x="2453" y="825"/>
                  <a:pt x="2427" y="72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198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ip To Bac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80 w 2160"/>
              <a:gd name="T1" fmla="*/ 480 h 2160"/>
              <a:gd name="T2" fmla="*/ 720 w 2160"/>
              <a:gd name="T3" fmla="*/ 720 h 2160"/>
              <a:gd name="T4" fmla="*/ 720 w 2160"/>
              <a:gd name="T5" fmla="*/ 960 h 2160"/>
              <a:gd name="T6" fmla="*/ 480 w 2160"/>
              <a:gd name="T7" fmla="*/ 1200 h 2160"/>
              <a:gd name="T8" fmla="*/ 720 w 2160"/>
              <a:gd name="T9" fmla="*/ 960 h 2160"/>
              <a:gd name="T10" fmla="*/ 480 w 2160"/>
              <a:gd name="T11" fmla="*/ 240 h 2160"/>
              <a:gd name="T12" fmla="*/ 720 w 2160"/>
              <a:gd name="T13" fmla="*/ 0 h 2160"/>
              <a:gd name="T14" fmla="*/ 960 w 2160"/>
              <a:gd name="T15" fmla="*/ 1440 h 2160"/>
              <a:gd name="T16" fmla="*/ 1200 w 2160"/>
              <a:gd name="T17" fmla="*/ 1680 h 2160"/>
              <a:gd name="T18" fmla="*/ 1920 w 2160"/>
              <a:gd name="T19" fmla="*/ 0 h 2160"/>
              <a:gd name="T20" fmla="*/ 2160 w 2160"/>
              <a:gd name="T21" fmla="*/ 240 h 2160"/>
              <a:gd name="T22" fmla="*/ 1200 w 2160"/>
              <a:gd name="T23" fmla="*/ 0 h 2160"/>
              <a:gd name="T24" fmla="*/ 960 w 2160"/>
              <a:gd name="T25" fmla="*/ 240 h 2160"/>
              <a:gd name="T26" fmla="*/ 1200 w 2160"/>
              <a:gd name="T27" fmla="*/ 0 h 2160"/>
              <a:gd name="T28" fmla="*/ 720 w 2160"/>
              <a:gd name="T29" fmla="*/ 1440 h 2160"/>
              <a:gd name="T30" fmla="*/ 720 w 2160"/>
              <a:gd name="T31" fmla="*/ 1680 h 2160"/>
              <a:gd name="T32" fmla="*/ 2160 w 2160"/>
              <a:gd name="T33" fmla="*/ 1200 h 2160"/>
              <a:gd name="T34" fmla="*/ 1920 w 2160"/>
              <a:gd name="T35" fmla="*/ 960 h 2160"/>
              <a:gd name="T36" fmla="*/ 1920 w 2160"/>
              <a:gd name="T37" fmla="*/ 720 h 2160"/>
              <a:gd name="T38" fmla="*/ 2160 w 2160"/>
              <a:gd name="T39" fmla="*/ 480 h 2160"/>
              <a:gd name="T40" fmla="*/ 1920 w 2160"/>
              <a:gd name="T41" fmla="*/ 720 h 2160"/>
              <a:gd name="T42" fmla="*/ 2160 w 2160"/>
              <a:gd name="T43" fmla="*/ 1440 h 2160"/>
              <a:gd name="T44" fmla="*/ 1920 w 2160"/>
              <a:gd name="T45" fmla="*/ 1680 h 2160"/>
              <a:gd name="T46" fmla="*/ 0 w 2160"/>
              <a:gd name="T47" fmla="*/ 480 h 2160"/>
              <a:gd name="T48" fmla="*/ 240 w 2160"/>
              <a:gd name="T49" fmla="*/ 2160 h 2160"/>
              <a:gd name="T50" fmla="*/ 1680 w 2160"/>
              <a:gd name="T51" fmla="*/ 1920 h 2160"/>
              <a:gd name="T52" fmla="*/ 240 w 2160"/>
              <a:gd name="T53" fmla="*/ 480 h 2160"/>
              <a:gd name="T54" fmla="*/ 1680 w 2160"/>
              <a:gd name="T55" fmla="*/ 240 h 2160"/>
              <a:gd name="T56" fmla="*/ 1440 w 2160"/>
              <a:gd name="T57" fmla="*/ 0 h 2160"/>
              <a:gd name="T58" fmla="*/ 1440 w 2160"/>
              <a:gd name="T59" fmla="*/ 1680 h 2160"/>
              <a:gd name="T60" fmla="*/ 1680 w 2160"/>
              <a:gd name="T61" fmla="*/ 1440 h 2160"/>
              <a:gd name="T62" fmla="*/ 1440 w 2160"/>
              <a:gd name="T63" fmla="*/ 168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60" h="2160">
                <a:moveTo>
                  <a:pt x="720" y="480"/>
                </a:moveTo>
                <a:cubicBezTo>
                  <a:pt x="480" y="480"/>
                  <a:pt x="480" y="480"/>
                  <a:pt x="480" y="480"/>
                </a:cubicBezTo>
                <a:cubicBezTo>
                  <a:pt x="480" y="720"/>
                  <a:pt x="480" y="720"/>
                  <a:pt x="480" y="720"/>
                </a:cubicBezTo>
                <a:cubicBezTo>
                  <a:pt x="720" y="720"/>
                  <a:pt x="720" y="720"/>
                  <a:pt x="720" y="720"/>
                </a:cubicBezTo>
                <a:lnTo>
                  <a:pt x="720" y="480"/>
                </a:lnTo>
                <a:close/>
                <a:moveTo>
                  <a:pt x="720" y="960"/>
                </a:moveTo>
                <a:cubicBezTo>
                  <a:pt x="480" y="960"/>
                  <a:pt x="480" y="960"/>
                  <a:pt x="480" y="960"/>
                </a:cubicBezTo>
                <a:cubicBezTo>
                  <a:pt x="480" y="1200"/>
                  <a:pt x="480" y="1200"/>
                  <a:pt x="480" y="1200"/>
                </a:cubicBezTo>
                <a:cubicBezTo>
                  <a:pt x="720" y="1200"/>
                  <a:pt x="720" y="1200"/>
                  <a:pt x="720" y="1200"/>
                </a:cubicBezTo>
                <a:lnTo>
                  <a:pt x="720" y="960"/>
                </a:lnTo>
                <a:close/>
                <a:moveTo>
                  <a:pt x="720" y="0"/>
                </a:moveTo>
                <a:cubicBezTo>
                  <a:pt x="587" y="0"/>
                  <a:pt x="480" y="108"/>
                  <a:pt x="480" y="240"/>
                </a:cubicBezTo>
                <a:cubicBezTo>
                  <a:pt x="720" y="240"/>
                  <a:pt x="720" y="240"/>
                  <a:pt x="720" y="240"/>
                </a:cubicBezTo>
                <a:lnTo>
                  <a:pt x="720" y="0"/>
                </a:lnTo>
                <a:close/>
                <a:moveTo>
                  <a:pt x="1200" y="1440"/>
                </a:moveTo>
                <a:cubicBezTo>
                  <a:pt x="960" y="1440"/>
                  <a:pt x="960" y="1440"/>
                  <a:pt x="960" y="1440"/>
                </a:cubicBezTo>
                <a:cubicBezTo>
                  <a:pt x="960" y="1680"/>
                  <a:pt x="960" y="1680"/>
                  <a:pt x="960" y="1680"/>
                </a:cubicBezTo>
                <a:cubicBezTo>
                  <a:pt x="1200" y="1680"/>
                  <a:pt x="1200" y="1680"/>
                  <a:pt x="1200" y="1680"/>
                </a:cubicBezTo>
                <a:lnTo>
                  <a:pt x="1200" y="1440"/>
                </a:lnTo>
                <a:close/>
                <a:moveTo>
                  <a:pt x="1920" y="0"/>
                </a:moveTo>
                <a:cubicBezTo>
                  <a:pt x="1920" y="240"/>
                  <a:pt x="1920" y="240"/>
                  <a:pt x="1920" y="240"/>
                </a:cubicBezTo>
                <a:cubicBezTo>
                  <a:pt x="2160" y="240"/>
                  <a:pt x="2160" y="240"/>
                  <a:pt x="2160" y="240"/>
                </a:cubicBezTo>
                <a:cubicBezTo>
                  <a:pt x="2160" y="108"/>
                  <a:pt x="2052" y="0"/>
                  <a:pt x="1920" y="0"/>
                </a:cubicBezTo>
                <a:close/>
                <a:moveTo>
                  <a:pt x="1200" y="0"/>
                </a:moveTo>
                <a:cubicBezTo>
                  <a:pt x="960" y="0"/>
                  <a:pt x="960" y="0"/>
                  <a:pt x="960" y="0"/>
                </a:cubicBezTo>
                <a:cubicBezTo>
                  <a:pt x="960" y="240"/>
                  <a:pt x="960" y="240"/>
                  <a:pt x="960" y="240"/>
                </a:cubicBezTo>
                <a:cubicBezTo>
                  <a:pt x="1200" y="240"/>
                  <a:pt x="1200" y="240"/>
                  <a:pt x="1200" y="240"/>
                </a:cubicBezTo>
                <a:lnTo>
                  <a:pt x="1200" y="0"/>
                </a:lnTo>
                <a:close/>
                <a:moveTo>
                  <a:pt x="720" y="1680"/>
                </a:moveTo>
                <a:cubicBezTo>
                  <a:pt x="720" y="1440"/>
                  <a:pt x="720" y="1440"/>
                  <a:pt x="720" y="1440"/>
                </a:cubicBezTo>
                <a:cubicBezTo>
                  <a:pt x="480" y="1440"/>
                  <a:pt x="480" y="1440"/>
                  <a:pt x="480" y="1440"/>
                </a:cubicBezTo>
                <a:cubicBezTo>
                  <a:pt x="480" y="1572"/>
                  <a:pt x="587" y="1680"/>
                  <a:pt x="720" y="1680"/>
                </a:cubicBezTo>
                <a:close/>
                <a:moveTo>
                  <a:pt x="1920" y="1200"/>
                </a:moveTo>
                <a:cubicBezTo>
                  <a:pt x="2160" y="1200"/>
                  <a:pt x="2160" y="1200"/>
                  <a:pt x="2160" y="1200"/>
                </a:cubicBezTo>
                <a:cubicBezTo>
                  <a:pt x="2160" y="960"/>
                  <a:pt x="2160" y="960"/>
                  <a:pt x="2160" y="960"/>
                </a:cubicBezTo>
                <a:cubicBezTo>
                  <a:pt x="1920" y="960"/>
                  <a:pt x="1920" y="960"/>
                  <a:pt x="1920" y="960"/>
                </a:cubicBezTo>
                <a:lnTo>
                  <a:pt x="1920" y="1200"/>
                </a:lnTo>
                <a:close/>
                <a:moveTo>
                  <a:pt x="1920" y="720"/>
                </a:moveTo>
                <a:cubicBezTo>
                  <a:pt x="2160" y="720"/>
                  <a:pt x="2160" y="720"/>
                  <a:pt x="2160" y="720"/>
                </a:cubicBezTo>
                <a:cubicBezTo>
                  <a:pt x="2160" y="480"/>
                  <a:pt x="2160" y="480"/>
                  <a:pt x="2160" y="480"/>
                </a:cubicBezTo>
                <a:cubicBezTo>
                  <a:pt x="1920" y="480"/>
                  <a:pt x="1920" y="480"/>
                  <a:pt x="1920" y="480"/>
                </a:cubicBezTo>
                <a:lnTo>
                  <a:pt x="1920" y="720"/>
                </a:lnTo>
                <a:close/>
                <a:moveTo>
                  <a:pt x="1920" y="1680"/>
                </a:moveTo>
                <a:cubicBezTo>
                  <a:pt x="2052" y="1680"/>
                  <a:pt x="2160" y="1572"/>
                  <a:pt x="2160" y="1440"/>
                </a:cubicBezTo>
                <a:cubicBezTo>
                  <a:pt x="1920" y="1440"/>
                  <a:pt x="1920" y="1440"/>
                  <a:pt x="1920" y="1440"/>
                </a:cubicBezTo>
                <a:lnTo>
                  <a:pt x="1920" y="1680"/>
                </a:lnTo>
                <a:close/>
                <a:moveTo>
                  <a:pt x="240" y="480"/>
                </a:moveTo>
                <a:cubicBezTo>
                  <a:pt x="0" y="480"/>
                  <a:pt x="0" y="480"/>
                  <a:pt x="0" y="48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7" y="2160"/>
                  <a:pt x="240" y="2160"/>
                </a:cubicBezTo>
                <a:cubicBezTo>
                  <a:pt x="1680" y="2160"/>
                  <a:pt x="1680" y="2160"/>
                  <a:pt x="1680" y="2160"/>
                </a:cubicBezTo>
                <a:cubicBezTo>
                  <a:pt x="1680" y="1920"/>
                  <a:pt x="1680" y="1920"/>
                  <a:pt x="1680" y="1920"/>
                </a:cubicBezTo>
                <a:cubicBezTo>
                  <a:pt x="240" y="1920"/>
                  <a:pt x="240" y="1920"/>
                  <a:pt x="240" y="1920"/>
                </a:cubicBezTo>
                <a:lnTo>
                  <a:pt x="240" y="480"/>
                </a:lnTo>
                <a:close/>
                <a:moveTo>
                  <a:pt x="1440" y="240"/>
                </a:moveTo>
                <a:cubicBezTo>
                  <a:pt x="1680" y="240"/>
                  <a:pt x="1680" y="240"/>
                  <a:pt x="1680" y="240"/>
                </a:cubicBezTo>
                <a:cubicBezTo>
                  <a:pt x="1680" y="0"/>
                  <a:pt x="1680" y="0"/>
                  <a:pt x="1680" y="0"/>
                </a:cubicBezTo>
                <a:cubicBezTo>
                  <a:pt x="1440" y="0"/>
                  <a:pt x="1440" y="0"/>
                  <a:pt x="1440" y="0"/>
                </a:cubicBezTo>
                <a:lnTo>
                  <a:pt x="1440" y="240"/>
                </a:lnTo>
                <a:close/>
                <a:moveTo>
                  <a:pt x="1440" y="1680"/>
                </a:moveTo>
                <a:cubicBezTo>
                  <a:pt x="1680" y="1680"/>
                  <a:pt x="1680" y="1680"/>
                  <a:pt x="1680" y="1680"/>
                </a:cubicBezTo>
                <a:cubicBezTo>
                  <a:pt x="1680" y="1440"/>
                  <a:pt x="1680" y="1440"/>
                  <a:pt x="1680" y="1440"/>
                </a:cubicBezTo>
                <a:cubicBezTo>
                  <a:pt x="1440" y="1440"/>
                  <a:pt x="1440" y="1440"/>
                  <a:pt x="1440" y="1440"/>
                </a:cubicBezTo>
                <a:lnTo>
                  <a:pt x="1440" y="16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7498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ip To Fro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2160"/>
              <a:gd name="T1" fmla="*/ 1200 h 2160"/>
              <a:gd name="T2" fmla="*/ 240 w 2160"/>
              <a:gd name="T3" fmla="*/ 1200 h 2160"/>
              <a:gd name="T4" fmla="*/ 240 w 2160"/>
              <a:gd name="T5" fmla="*/ 960 h 2160"/>
              <a:gd name="T6" fmla="*/ 0 w 2160"/>
              <a:gd name="T7" fmla="*/ 960 h 2160"/>
              <a:gd name="T8" fmla="*/ 0 w 2160"/>
              <a:gd name="T9" fmla="*/ 1200 h 2160"/>
              <a:gd name="T10" fmla="*/ 0 w 2160"/>
              <a:gd name="T11" fmla="*/ 1680 h 2160"/>
              <a:gd name="T12" fmla="*/ 240 w 2160"/>
              <a:gd name="T13" fmla="*/ 1680 h 2160"/>
              <a:gd name="T14" fmla="*/ 240 w 2160"/>
              <a:gd name="T15" fmla="*/ 1440 h 2160"/>
              <a:gd name="T16" fmla="*/ 0 w 2160"/>
              <a:gd name="T17" fmla="*/ 1440 h 2160"/>
              <a:gd name="T18" fmla="*/ 0 w 2160"/>
              <a:gd name="T19" fmla="*/ 1680 h 2160"/>
              <a:gd name="T20" fmla="*/ 240 w 2160"/>
              <a:gd name="T21" fmla="*/ 2160 h 2160"/>
              <a:gd name="T22" fmla="*/ 240 w 2160"/>
              <a:gd name="T23" fmla="*/ 1920 h 2160"/>
              <a:gd name="T24" fmla="*/ 0 w 2160"/>
              <a:gd name="T25" fmla="*/ 1920 h 2160"/>
              <a:gd name="T26" fmla="*/ 240 w 2160"/>
              <a:gd name="T27" fmla="*/ 2160 h 2160"/>
              <a:gd name="T28" fmla="*/ 0 w 2160"/>
              <a:gd name="T29" fmla="*/ 720 h 2160"/>
              <a:gd name="T30" fmla="*/ 240 w 2160"/>
              <a:gd name="T31" fmla="*/ 720 h 2160"/>
              <a:gd name="T32" fmla="*/ 240 w 2160"/>
              <a:gd name="T33" fmla="*/ 480 h 2160"/>
              <a:gd name="T34" fmla="*/ 0 w 2160"/>
              <a:gd name="T35" fmla="*/ 480 h 2160"/>
              <a:gd name="T36" fmla="*/ 0 w 2160"/>
              <a:gd name="T37" fmla="*/ 720 h 2160"/>
              <a:gd name="T38" fmla="*/ 1440 w 2160"/>
              <a:gd name="T39" fmla="*/ 2160 h 2160"/>
              <a:gd name="T40" fmla="*/ 1680 w 2160"/>
              <a:gd name="T41" fmla="*/ 2160 h 2160"/>
              <a:gd name="T42" fmla="*/ 1680 w 2160"/>
              <a:gd name="T43" fmla="*/ 1920 h 2160"/>
              <a:gd name="T44" fmla="*/ 1440 w 2160"/>
              <a:gd name="T45" fmla="*/ 1920 h 2160"/>
              <a:gd name="T46" fmla="*/ 1440 w 2160"/>
              <a:gd name="T47" fmla="*/ 2160 h 2160"/>
              <a:gd name="T48" fmla="*/ 1920 w 2160"/>
              <a:gd name="T49" fmla="*/ 0 h 2160"/>
              <a:gd name="T50" fmla="*/ 720 w 2160"/>
              <a:gd name="T51" fmla="*/ 0 h 2160"/>
              <a:gd name="T52" fmla="*/ 480 w 2160"/>
              <a:gd name="T53" fmla="*/ 240 h 2160"/>
              <a:gd name="T54" fmla="*/ 480 w 2160"/>
              <a:gd name="T55" fmla="*/ 1440 h 2160"/>
              <a:gd name="T56" fmla="*/ 720 w 2160"/>
              <a:gd name="T57" fmla="*/ 1680 h 2160"/>
              <a:gd name="T58" fmla="*/ 1920 w 2160"/>
              <a:gd name="T59" fmla="*/ 1680 h 2160"/>
              <a:gd name="T60" fmla="*/ 2160 w 2160"/>
              <a:gd name="T61" fmla="*/ 1440 h 2160"/>
              <a:gd name="T62" fmla="*/ 2160 w 2160"/>
              <a:gd name="T63" fmla="*/ 240 h 2160"/>
              <a:gd name="T64" fmla="*/ 1920 w 2160"/>
              <a:gd name="T65" fmla="*/ 0 h 2160"/>
              <a:gd name="T66" fmla="*/ 1920 w 2160"/>
              <a:gd name="T67" fmla="*/ 1440 h 2160"/>
              <a:gd name="T68" fmla="*/ 720 w 2160"/>
              <a:gd name="T69" fmla="*/ 1440 h 2160"/>
              <a:gd name="T70" fmla="*/ 720 w 2160"/>
              <a:gd name="T71" fmla="*/ 240 h 2160"/>
              <a:gd name="T72" fmla="*/ 1920 w 2160"/>
              <a:gd name="T73" fmla="*/ 240 h 2160"/>
              <a:gd name="T74" fmla="*/ 1920 w 2160"/>
              <a:gd name="T75" fmla="*/ 1440 h 2160"/>
              <a:gd name="T76" fmla="*/ 960 w 2160"/>
              <a:gd name="T77" fmla="*/ 2160 h 2160"/>
              <a:gd name="T78" fmla="*/ 1200 w 2160"/>
              <a:gd name="T79" fmla="*/ 2160 h 2160"/>
              <a:gd name="T80" fmla="*/ 1200 w 2160"/>
              <a:gd name="T81" fmla="*/ 1920 h 2160"/>
              <a:gd name="T82" fmla="*/ 960 w 2160"/>
              <a:gd name="T83" fmla="*/ 1920 h 2160"/>
              <a:gd name="T84" fmla="*/ 960 w 2160"/>
              <a:gd name="T85" fmla="*/ 2160 h 2160"/>
              <a:gd name="T86" fmla="*/ 480 w 2160"/>
              <a:gd name="T87" fmla="*/ 2160 h 2160"/>
              <a:gd name="T88" fmla="*/ 720 w 2160"/>
              <a:gd name="T89" fmla="*/ 2160 h 2160"/>
              <a:gd name="T90" fmla="*/ 720 w 2160"/>
              <a:gd name="T91" fmla="*/ 1920 h 2160"/>
              <a:gd name="T92" fmla="*/ 480 w 2160"/>
              <a:gd name="T93" fmla="*/ 1920 h 2160"/>
              <a:gd name="T94" fmla="*/ 480 w 2160"/>
              <a:gd name="T95" fmla="*/ 216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60" h="2160">
                <a:moveTo>
                  <a:pt x="0" y="1200"/>
                </a:moveTo>
                <a:cubicBezTo>
                  <a:pt x="240" y="1200"/>
                  <a:pt x="240" y="1200"/>
                  <a:pt x="240" y="1200"/>
                </a:cubicBezTo>
                <a:cubicBezTo>
                  <a:pt x="240" y="960"/>
                  <a:pt x="240" y="960"/>
                  <a:pt x="240" y="960"/>
                </a:cubicBezTo>
                <a:cubicBezTo>
                  <a:pt x="0" y="960"/>
                  <a:pt x="0" y="960"/>
                  <a:pt x="0" y="960"/>
                </a:cubicBezTo>
                <a:lnTo>
                  <a:pt x="0" y="1200"/>
                </a:lnTo>
                <a:close/>
                <a:moveTo>
                  <a:pt x="0" y="1680"/>
                </a:moveTo>
                <a:cubicBezTo>
                  <a:pt x="240" y="1680"/>
                  <a:pt x="240" y="1680"/>
                  <a:pt x="240" y="1680"/>
                </a:cubicBezTo>
                <a:cubicBezTo>
                  <a:pt x="240" y="1440"/>
                  <a:pt x="240" y="1440"/>
                  <a:pt x="240" y="1440"/>
                </a:cubicBezTo>
                <a:cubicBezTo>
                  <a:pt x="0" y="1440"/>
                  <a:pt x="0" y="1440"/>
                  <a:pt x="0" y="1440"/>
                </a:cubicBezTo>
                <a:lnTo>
                  <a:pt x="0" y="1680"/>
                </a:lnTo>
                <a:close/>
                <a:moveTo>
                  <a:pt x="240" y="2160"/>
                </a:moveTo>
                <a:cubicBezTo>
                  <a:pt x="240" y="1920"/>
                  <a:pt x="240" y="1920"/>
                  <a:pt x="240" y="192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7" y="2160"/>
                  <a:pt x="240" y="2160"/>
                </a:cubicBezTo>
                <a:close/>
                <a:moveTo>
                  <a:pt x="0" y="720"/>
                </a:moveTo>
                <a:cubicBezTo>
                  <a:pt x="240" y="720"/>
                  <a:pt x="240" y="720"/>
                  <a:pt x="240" y="720"/>
                </a:cubicBezTo>
                <a:cubicBezTo>
                  <a:pt x="240" y="480"/>
                  <a:pt x="240" y="480"/>
                  <a:pt x="240" y="480"/>
                </a:cubicBezTo>
                <a:cubicBezTo>
                  <a:pt x="0" y="480"/>
                  <a:pt x="0" y="480"/>
                  <a:pt x="0" y="480"/>
                </a:cubicBezTo>
                <a:lnTo>
                  <a:pt x="0" y="720"/>
                </a:lnTo>
                <a:close/>
                <a:moveTo>
                  <a:pt x="1440" y="2160"/>
                </a:moveTo>
                <a:cubicBezTo>
                  <a:pt x="1680" y="2160"/>
                  <a:pt x="1680" y="2160"/>
                  <a:pt x="1680" y="2160"/>
                </a:cubicBezTo>
                <a:cubicBezTo>
                  <a:pt x="1680" y="1920"/>
                  <a:pt x="1680" y="1920"/>
                  <a:pt x="1680" y="1920"/>
                </a:cubicBezTo>
                <a:cubicBezTo>
                  <a:pt x="1440" y="1920"/>
                  <a:pt x="1440" y="1920"/>
                  <a:pt x="1440" y="1920"/>
                </a:cubicBezTo>
                <a:lnTo>
                  <a:pt x="1440" y="2160"/>
                </a:lnTo>
                <a:close/>
                <a:moveTo>
                  <a:pt x="1920" y="0"/>
                </a:moveTo>
                <a:cubicBezTo>
                  <a:pt x="720" y="0"/>
                  <a:pt x="720" y="0"/>
                  <a:pt x="720" y="0"/>
                </a:cubicBezTo>
                <a:cubicBezTo>
                  <a:pt x="587" y="0"/>
                  <a:pt x="480" y="108"/>
                  <a:pt x="480" y="240"/>
                </a:cubicBezTo>
                <a:cubicBezTo>
                  <a:pt x="480" y="1440"/>
                  <a:pt x="480" y="1440"/>
                  <a:pt x="480" y="1440"/>
                </a:cubicBezTo>
                <a:cubicBezTo>
                  <a:pt x="480" y="1572"/>
                  <a:pt x="587" y="1680"/>
                  <a:pt x="720" y="1680"/>
                </a:cubicBezTo>
                <a:cubicBezTo>
                  <a:pt x="1920" y="1680"/>
                  <a:pt x="1920" y="1680"/>
                  <a:pt x="1920" y="1680"/>
                </a:cubicBezTo>
                <a:cubicBezTo>
                  <a:pt x="2052" y="1680"/>
                  <a:pt x="2160" y="1572"/>
                  <a:pt x="2160" y="1440"/>
                </a:cubicBezTo>
                <a:cubicBezTo>
                  <a:pt x="2160" y="240"/>
                  <a:pt x="2160" y="240"/>
                  <a:pt x="2160" y="240"/>
                </a:cubicBezTo>
                <a:cubicBezTo>
                  <a:pt x="2160" y="108"/>
                  <a:pt x="2052" y="0"/>
                  <a:pt x="1920" y="0"/>
                </a:cubicBezTo>
                <a:close/>
                <a:moveTo>
                  <a:pt x="1920" y="1440"/>
                </a:moveTo>
                <a:cubicBezTo>
                  <a:pt x="720" y="1440"/>
                  <a:pt x="720" y="1440"/>
                  <a:pt x="720" y="1440"/>
                </a:cubicBezTo>
                <a:cubicBezTo>
                  <a:pt x="720" y="240"/>
                  <a:pt x="720" y="240"/>
                  <a:pt x="720" y="240"/>
                </a:cubicBezTo>
                <a:cubicBezTo>
                  <a:pt x="1920" y="240"/>
                  <a:pt x="1920" y="240"/>
                  <a:pt x="1920" y="240"/>
                </a:cubicBezTo>
                <a:lnTo>
                  <a:pt x="1920" y="1440"/>
                </a:lnTo>
                <a:close/>
                <a:moveTo>
                  <a:pt x="960" y="2160"/>
                </a:moveTo>
                <a:cubicBezTo>
                  <a:pt x="1200" y="2160"/>
                  <a:pt x="1200" y="2160"/>
                  <a:pt x="1200" y="2160"/>
                </a:cubicBezTo>
                <a:cubicBezTo>
                  <a:pt x="1200" y="1920"/>
                  <a:pt x="1200" y="1920"/>
                  <a:pt x="1200" y="1920"/>
                </a:cubicBezTo>
                <a:cubicBezTo>
                  <a:pt x="960" y="1920"/>
                  <a:pt x="960" y="1920"/>
                  <a:pt x="960" y="1920"/>
                </a:cubicBezTo>
                <a:lnTo>
                  <a:pt x="960" y="2160"/>
                </a:lnTo>
                <a:close/>
                <a:moveTo>
                  <a:pt x="480" y="2160"/>
                </a:moveTo>
                <a:cubicBezTo>
                  <a:pt x="720" y="2160"/>
                  <a:pt x="720" y="2160"/>
                  <a:pt x="720" y="2160"/>
                </a:cubicBezTo>
                <a:cubicBezTo>
                  <a:pt x="720" y="1920"/>
                  <a:pt x="720" y="1920"/>
                  <a:pt x="720" y="1920"/>
                </a:cubicBezTo>
                <a:cubicBezTo>
                  <a:pt x="480" y="1920"/>
                  <a:pt x="480" y="1920"/>
                  <a:pt x="480" y="1920"/>
                </a:cubicBezTo>
                <a:lnTo>
                  <a:pt x="480" y="21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179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ave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81848" cy="914400"/>
          </a:xfrm>
          <a:custGeom>
            <a:avLst/>
            <a:gdLst>
              <a:gd name="T0" fmla="*/ 0 w 6014"/>
              <a:gd name="T1" fmla="*/ 5669 h 6236"/>
              <a:gd name="T2" fmla="*/ 3401 w 6014"/>
              <a:gd name="T3" fmla="*/ 5669 h 6236"/>
              <a:gd name="T4" fmla="*/ 3401 w 6014"/>
              <a:gd name="T5" fmla="*/ 6236 h 6236"/>
              <a:gd name="T6" fmla="*/ 0 w 6014"/>
              <a:gd name="T7" fmla="*/ 6236 h 6236"/>
              <a:gd name="T8" fmla="*/ 0 w 6014"/>
              <a:gd name="T9" fmla="*/ 5669 h 6236"/>
              <a:gd name="T10" fmla="*/ 1202 w 6014"/>
              <a:gd name="T11" fmla="*/ 2003 h 6236"/>
              <a:gd name="T12" fmla="*/ 2005 w 6014"/>
              <a:gd name="T13" fmla="*/ 1203 h 6236"/>
              <a:gd name="T14" fmla="*/ 6014 w 6014"/>
              <a:gd name="T15" fmla="*/ 5211 h 6236"/>
              <a:gd name="T16" fmla="*/ 5211 w 6014"/>
              <a:gd name="T17" fmla="*/ 6014 h 6236"/>
              <a:gd name="T18" fmla="*/ 1202 w 6014"/>
              <a:gd name="T19" fmla="*/ 2003 h 6236"/>
              <a:gd name="T20" fmla="*/ 3208 w 6014"/>
              <a:gd name="T21" fmla="*/ 0 h 6236"/>
              <a:gd name="T22" fmla="*/ 4811 w 6014"/>
              <a:gd name="T23" fmla="*/ 1604 h 6236"/>
              <a:gd name="T24" fmla="*/ 4008 w 6014"/>
              <a:gd name="T25" fmla="*/ 2405 h 6236"/>
              <a:gd name="T26" fmla="*/ 2407 w 6014"/>
              <a:gd name="T27" fmla="*/ 801 h 6236"/>
              <a:gd name="T28" fmla="*/ 3208 w 6014"/>
              <a:gd name="T29" fmla="*/ 0 h 6236"/>
              <a:gd name="T30" fmla="*/ 801 w 6014"/>
              <a:gd name="T31" fmla="*/ 2405 h 6236"/>
              <a:gd name="T32" fmla="*/ 2404 w 6014"/>
              <a:gd name="T33" fmla="*/ 4009 h 6236"/>
              <a:gd name="T34" fmla="*/ 1601 w 6014"/>
              <a:gd name="T35" fmla="*/ 4810 h 6236"/>
              <a:gd name="T36" fmla="*/ 0 w 6014"/>
              <a:gd name="T37" fmla="*/ 3208 h 6236"/>
              <a:gd name="T38" fmla="*/ 801 w 6014"/>
              <a:gd name="T39" fmla="*/ 2405 h 6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014" h="6236">
                <a:moveTo>
                  <a:pt x="0" y="5669"/>
                </a:moveTo>
                <a:lnTo>
                  <a:pt x="3401" y="5669"/>
                </a:lnTo>
                <a:lnTo>
                  <a:pt x="3401" y="6236"/>
                </a:lnTo>
                <a:lnTo>
                  <a:pt x="0" y="6236"/>
                </a:lnTo>
                <a:lnTo>
                  <a:pt x="0" y="5669"/>
                </a:lnTo>
                <a:close/>
                <a:moveTo>
                  <a:pt x="1202" y="2003"/>
                </a:moveTo>
                <a:lnTo>
                  <a:pt x="2005" y="1203"/>
                </a:lnTo>
                <a:lnTo>
                  <a:pt x="6014" y="5211"/>
                </a:lnTo>
                <a:lnTo>
                  <a:pt x="5211" y="6014"/>
                </a:lnTo>
                <a:lnTo>
                  <a:pt x="1202" y="2003"/>
                </a:lnTo>
                <a:close/>
                <a:moveTo>
                  <a:pt x="3208" y="0"/>
                </a:moveTo>
                <a:lnTo>
                  <a:pt x="4811" y="1604"/>
                </a:lnTo>
                <a:lnTo>
                  <a:pt x="4008" y="2405"/>
                </a:lnTo>
                <a:lnTo>
                  <a:pt x="2407" y="801"/>
                </a:lnTo>
                <a:lnTo>
                  <a:pt x="3208" y="0"/>
                </a:lnTo>
                <a:close/>
                <a:moveTo>
                  <a:pt x="801" y="2405"/>
                </a:moveTo>
                <a:lnTo>
                  <a:pt x="2404" y="4009"/>
                </a:lnTo>
                <a:lnTo>
                  <a:pt x="1601" y="4810"/>
                </a:lnTo>
                <a:lnTo>
                  <a:pt x="0" y="3208"/>
                </a:lnTo>
                <a:lnTo>
                  <a:pt x="801" y="24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66854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et Ap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52924" cy="914400"/>
          </a:xfrm>
          <a:custGeom>
            <a:avLst/>
            <a:gdLst>
              <a:gd name="T0" fmla="*/ 3968 w 3968"/>
              <a:gd name="T1" fmla="*/ 1701 h 4819"/>
              <a:gd name="T2" fmla="*/ 2834 w 3968"/>
              <a:gd name="T3" fmla="*/ 1701 h 4819"/>
              <a:gd name="T4" fmla="*/ 2834 w 3968"/>
              <a:gd name="T5" fmla="*/ 0 h 4819"/>
              <a:gd name="T6" fmla="*/ 1133 w 3968"/>
              <a:gd name="T7" fmla="*/ 0 h 4819"/>
              <a:gd name="T8" fmla="*/ 1133 w 3968"/>
              <a:gd name="T9" fmla="*/ 1701 h 4819"/>
              <a:gd name="T10" fmla="*/ 0 w 3968"/>
              <a:gd name="T11" fmla="*/ 1701 h 4819"/>
              <a:gd name="T12" fmla="*/ 1984 w 3968"/>
              <a:gd name="T13" fmla="*/ 3685 h 4819"/>
              <a:gd name="T14" fmla="*/ 3968 w 3968"/>
              <a:gd name="T15" fmla="*/ 1701 h 4819"/>
              <a:gd name="T16" fmla="*/ 0 w 3968"/>
              <a:gd name="T17" fmla="*/ 4252 h 4819"/>
              <a:gd name="T18" fmla="*/ 0 w 3968"/>
              <a:gd name="T19" fmla="*/ 4819 h 4819"/>
              <a:gd name="T20" fmla="*/ 3968 w 3968"/>
              <a:gd name="T21" fmla="*/ 4819 h 4819"/>
              <a:gd name="T22" fmla="*/ 3968 w 3968"/>
              <a:gd name="T23" fmla="*/ 4252 h 4819"/>
              <a:gd name="T24" fmla="*/ 0 w 3968"/>
              <a:gd name="T25" fmla="*/ 4252 h 48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968" h="4819">
                <a:moveTo>
                  <a:pt x="3968" y="1701"/>
                </a:moveTo>
                <a:lnTo>
                  <a:pt x="2834" y="1701"/>
                </a:lnTo>
                <a:lnTo>
                  <a:pt x="2834" y="0"/>
                </a:lnTo>
                <a:lnTo>
                  <a:pt x="1133" y="0"/>
                </a:lnTo>
                <a:lnTo>
                  <a:pt x="1133" y="1701"/>
                </a:lnTo>
                <a:lnTo>
                  <a:pt x="0" y="1701"/>
                </a:lnTo>
                <a:lnTo>
                  <a:pt x="1984" y="3685"/>
                </a:lnTo>
                <a:lnTo>
                  <a:pt x="3968" y="1701"/>
                </a:lnTo>
                <a:close/>
                <a:moveTo>
                  <a:pt x="0" y="4252"/>
                </a:moveTo>
                <a:lnTo>
                  <a:pt x="0" y="4819"/>
                </a:lnTo>
                <a:lnTo>
                  <a:pt x="3968" y="4819"/>
                </a:lnTo>
                <a:lnTo>
                  <a:pt x="3968" y="4252"/>
                </a:lnTo>
                <a:lnTo>
                  <a:pt x="0" y="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611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I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391985"/>
          </a:xfrm>
          <a:custGeom>
            <a:avLst/>
            <a:gdLst>
              <a:gd name="T0" fmla="*/ 780 w 1680"/>
              <a:gd name="T1" fmla="*/ 0 h 720"/>
              <a:gd name="T2" fmla="*/ 960 w 1680"/>
              <a:gd name="T3" fmla="*/ 0 h 720"/>
              <a:gd name="T4" fmla="*/ 960 w 1680"/>
              <a:gd name="T5" fmla="*/ 720 h 720"/>
              <a:gd name="T6" fmla="*/ 780 w 1680"/>
              <a:gd name="T7" fmla="*/ 720 h 720"/>
              <a:gd name="T8" fmla="*/ 780 w 1680"/>
              <a:gd name="T9" fmla="*/ 0 h 720"/>
              <a:gd name="T10" fmla="*/ 480 w 1680"/>
              <a:gd name="T11" fmla="*/ 0 h 720"/>
              <a:gd name="T12" fmla="*/ 120 w 1680"/>
              <a:gd name="T13" fmla="*/ 0 h 720"/>
              <a:gd name="T14" fmla="*/ 0 w 1680"/>
              <a:gd name="T15" fmla="*/ 120 h 720"/>
              <a:gd name="T16" fmla="*/ 0 w 1680"/>
              <a:gd name="T17" fmla="*/ 600 h 720"/>
              <a:gd name="T18" fmla="*/ 120 w 1680"/>
              <a:gd name="T19" fmla="*/ 720 h 720"/>
              <a:gd name="T20" fmla="*/ 480 w 1680"/>
              <a:gd name="T21" fmla="*/ 720 h 720"/>
              <a:gd name="T22" fmla="*/ 600 w 1680"/>
              <a:gd name="T23" fmla="*/ 600 h 720"/>
              <a:gd name="T24" fmla="*/ 600 w 1680"/>
              <a:gd name="T25" fmla="*/ 360 h 720"/>
              <a:gd name="T26" fmla="*/ 420 w 1680"/>
              <a:gd name="T27" fmla="*/ 360 h 720"/>
              <a:gd name="T28" fmla="*/ 420 w 1680"/>
              <a:gd name="T29" fmla="*/ 540 h 720"/>
              <a:gd name="T30" fmla="*/ 180 w 1680"/>
              <a:gd name="T31" fmla="*/ 540 h 720"/>
              <a:gd name="T32" fmla="*/ 180 w 1680"/>
              <a:gd name="T33" fmla="*/ 180 h 720"/>
              <a:gd name="T34" fmla="*/ 600 w 1680"/>
              <a:gd name="T35" fmla="*/ 180 h 720"/>
              <a:gd name="T36" fmla="*/ 600 w 1680"/>
              <a:gd name="T37" fmla="*/ 120 h 720"/>
              <a:gd name="T38" fmla="*/ 480 w 1680"/>
              <a:gd name="T39" fmla="*/ 0 h 720"/>
              <a:gd name="T40" fmla="*/ 1680 w 1680"/>
              <a:gd name="T41" fmla="*/ 180 h 720"/>
              <a:gd name="T42" fmla="*/ 1680 w 1680"/>
              <a:gd name="T43" fmla="*/ 0 h 720"/>
              <a:gd name="T44" fmla="*/ 1140 w 1680"/>
              <a:gd name="T45" fmla="*/ 0 h 720"/>
              <a:gd name="T46" fmla="*/ 1140 w 1680"/>
              <a:gd name="T47" fmla="*/ 720 h 720"/>
              <a:gd name="T48" fmla="*/ 1320 w 1680"/>
              <a:gd name="T49" fmla="*/ 720 h 720"/>
              <a:gd name="T50" fmla="*/ 1320 w 1680"/>
              <a:gd name="T51" fmla="*/ 480 h 720"/>
              <a:gd name="T52" fmla="*/ 1560 w 1680"/>
              <a:gd name="T53" fmla="*/ 480 h 720"/>
              <a:gd name="T54" fmla="*/ 1560 w 1680"/>
              <a:gd name="T55" fmla="*/ 300 h 720"/>
              <a:gd name="T56" fmla="*/ 1320 w 1680"/>
              <a:gd name="T57" fmla="*/ 300 h 720"/>
              <a:gd name="T58" fmla="*/ 1320 w 1680"/>
              <a:gd name="T59" fmla="*/ 180 h 720"/>
              <a:gd name="T60" fmla="*/ 1680 w 1680"/>
              <a:gd name="T61" fmla="*/ 18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680" h="720">
                <a:moveTo>
                  <a:pt x="780" y="0"/>
                </a:moveTo>
                <a:cubicBezTo>
                  <a:pt x="960" y="0"/>
                  <a:pt x="960" y="0"/>
                  <a:pt x="960" y="0"/>
                </a:cubicBezTo>
                <a:cubicBezTo>
                  <a:pt x="960" y="720"/>
                  <a:pt x="960" y="720"/>
                  <a:pt x="960" y="720"/>
                </a:cubicBezTo>
                <a:cubicBezTo>
                  <a:pt x="780" y="720"/>
                  <a:pt x="780" y="720"/>
                  <a:pt x="780" y="720"/>
                </a:cubicBezTo>
                <a:lnTo>
                  <a:pt x="780" y="0"/>
                </a:lnTo>
                <a:close/>
                <a:moveTo>
                  <a:pt x="480" y="0"/>
                </a:moveTo>
                <a:cubicBezTo>
                  <a:pt x="120" y="0"/>
                  <a:pt x="120" y="0"/>
                  <a:pt x="120" y="0"/>
                </a:cubicBezTo>
                <a:cubicBezTo>
                  <a:pt x="48" y="0"/>
                  <a:pt x="0" y="60"/>
                  <a:pt x="0" y="120"/>
                </a:cubicBezTo>
                <a:cubicBezTo>
                  <a:pt x="0" y="600"/>
                  <a:pt x="0" y="600"/>
                  <a:pt x="0" y="600"/>
                </a:cubicBezTo>
                <a:cubicBezTo>
                  <a:pt x="0" y="660"/>
                  <a:pt x="48" y="720"/>
                  <a:pt x="120" y="720"/>
                </a:cubicBezTo>
                <a:cubicBezTo>
                  <a:pt x="480" y="720"/>
                  <a:pt x="480" y="720"/>
                  <a:pt x="480" y="720"/>
                </a:cubicBezTo>
                <a:cubicBezTo>
                  <a:pt x="552" y="720"/>
                  <a:pt x="600" y="660"/>
                  <a:pt x="600" y="600"/>
                </a:cubicBezTo>
                <a:cubicBezTo>
                  <a:pt x="600" y="360"/>
                  <a:pt x="600" y="360"/>
                  <a:pt x="600" y="360"/>
                </a:cubicBezTo>
                <a:cubicBezTo>
                  <a:pt x="420" y="360"/>
                  <a:pt x="420" y="360"/>
                  <a:pt x="420" y="360"/>
                </a:cubicBezTo>
                <a:cubicBezTo>
                  <a:pt x="420" y="540"/>
                  <a:pt x="420" y="540"/>
                  <a:pt x="420" y="540"/>
                </a:cubicBezTo>
                <a:cubicBezTo>
                  <a:pt x="180" y="540"/>
                  <a:pt x="180" y="540"/>
                  <a:pt x="180" y="540"/>
                </a:cubicBezTo>
                <a:cubicBezTo>
                  <a:pt x="180" y="180"/>
                  <a:pt x="180" y="180"/>
                  <a:pt x="180" y="180"/>
                </a:cubicBezTo>
                <a:cubicBezTo>
                  <a:pt x="600" y="180"/>
                  <a:pt x="600" y="180"/>
                  <a:pt x="600" y="180"/>
                </a:cubicBezTo>
                <a:cubicBezTo>
                  <a:pt x="600" y="120"/>
                  <a:pt x="600" y="120"/>
                  <a:pt x="600" y="120"/>
                </a:cubicBezTo>
                <a:cubicBezTo>
                  <a:pt x="600" y="60"/>
                  <a:pt x="552" y="0"/>
                  <a:pt x="480" y="0"/>
                </a:cubicBezTo>
                <a:close/>
                <a:moveTo>
                  <a:pt x="1680" y="180"/>
                </a:moveTo>
                <a:cubicBezTo>
                  <a:pt x="1680" y="0"/>
                  <a:pt x="1680" y="0"/>
                  <a:pt x="1680" y="0"/>
                </a:cubicBezTo>
                <a:cubicBezTo>
                  <a:pt x="1140" y="0"/>
                  <a:pt x="1140" y="0"/>
                  <a:pt x="1140" y="0"/>
                </a:cubicBezTo>
                <a:cubicBezTo>
                  <a:pt x="1140" y="720"/>
                  <a:pt x="1140" y="720"/>
                  <a:pt x="1140" y="720"/>
                </a:cubicBezTo>
                <a:cubicBezTo>
                  <a:pt x="1320" y="720"/>
                  <a:pt x="1320" y="720"/>
                  <a:pt x="1320" y="720"/>
                </a:cubicBezTo>
                <a:cubicBezTo>
                  <a:pt x="1320" y="480"/>
                  <a:pt x="1320" y="480"/>
                  <a:pt x="1320" y="480"/>
                </a:cubicBezTo>
                <a:cubicBezTo>
                  <a:pt x="1560" y="480"/>
                  <a:pt x="1560" y="480"/>
                  <a:pt x="1560" y="480"/>
                </a:cubicBezTo>
                <a:cubicBezTo>
                  <a:pt x="1560" y="300"/>
                  <a:pt x="1560" y="300"/>
                  <a:pt x="1560" y="300"/>
                </a:cubicBezTo>
                <a:cubicBezTo>
                  <a:pt x="1320" y="300"/>
                  <a:pt x="1320" y="300"/>
                  <a:pt x="1320" y="300"/>
                </a:cubicBezTo>
                <a:cubicBezTo>
                  <a:pt x="1320" y="180"/>
                  <a:pt x="1320" y="180"/>
                  <a:pt x="1320" y="180"/>
                </a:cubicBezTo>
                <a:lnTo>
                  <a:pt x="1680" y="1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005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d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8591"/>
          </a:xfrm>
          <a:custGeom>
            <a:avLst/>
            <a:gdLst>
              <a:gd name="T0" fmla="*/ 2835 w 5669"/>
              <a:gd name="T1" fmla="*/ 4327 h 5385"/>
              <a:gd name="T2" fmla="*/ 4588 w 5669"/>
              <a:gd name="T3" fmla="*/ 5385 h 5385"/>
              <a:gd name="T4" fmla="*/ 4122 w 5669"/>
              <a:gd name="T5" fmla="*/ 3392 h 5385"/>
              <a:gd name="T6" fmla="*/ 5669 w 5669"/>
              <a:gd name="T7" fmla="*/ 2052 h 5385"/>
              <a:gd name="T8" fmla="*/ 3631 w 5669"/>
              <a:gd name="T9" fmla="*/ 1880 h 5385"/>
              <a:gd name="T10" fmla="*/ 2835 w 5669"/>
              <a:gd name="T11" fmla="*/ 0 h 5385"/>
              <a:gd name="T12" fmla="*/ 2039 w 5669"/>
              <a:gd name="T13" fmla="*/ 1880 h 5385"/>
              <a:gd name="T14" fmla="*/ 0 w 5669"/>
              <a:gd name="T15" fmla="*/ 2052 h 5385"/>
              <a:gd name="T16" fmla="*/ 1547 w 5669"/>
              <a:gd name="T17" fmla="*/ 3392 h 5385"/>
              <a:gd name="T18" fmla="*/ 1082 w 5669"/>
              <a:gd name="T19" fmla="*/ 5385 h 5385"/>
              <a:gd name="T20" fmla="*/ 2835 w 5669"/>
              <a:gd name="T21" fmla="*/ 4327 h 5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69" h="5385">
                <a:moveTo>
                  <a:pt x="2835" y="4327"/>
                </a:moveTo>
                <a:lnTo>
                  <a:pt x="4588" y="5385"/>
                </a:lnTo>
                <a:lnTo>
                  <a:pt x="4122" y="3392"/>
                </a:lnTo>
                <a:lnTo>
                  <a:pt x="5669" y="2052"/>
                </a:lnTo>
                <a:lnTo>
                  <a:pt x="3631" y="1880"/>
                </a:lnTo>
                <a:lnTo>
                  <a:pt x="2835" y="0"/>
                </a:lnTo>
                <a:lnTo>
                  <a:pt x="2039" y="1880"/>
                </a:lnTo>
                <a:lnTo>
                  <a:pt x="0" y="2052"/>
                </a:lnTo>
                <a:lnTo>
                  <a:pt x="1547" y="3392"/>
                </a:lnTo>
                <a:lnTo>
                  <a:pt x="1082" y="5385"/>
                </a:lnTo>
                <a:lnTo>
                  <a:pt x="2835" y="432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086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oup Wor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200 w 2400"/>
              <a:gd name="T1" fmla="*/ 0 h 2400"/>
              <a:gd name="T2" fmla="*/ 0 w 2400"/>
              <a:gd name="T3" fmla="*/ 1200 h 2400"/>
              <a:gd name="T4" fmla="*/ 1200 w 2400"/>
              <a:gd name="T5" fmla="*/ 2400 h 2400"/>
              <a:gd name="T6" fmla="*/ 2400 w 2400"/>
              <a:gd name="T7" fmla="*/ 1200 h 2400"/>
              <a:gd name="T8" fmla="*/ 1200 w 2400"/>
              <a:gd name="T9" fmla="*/ 0 h 2400"/>
              <a:gd name="T10" fmla="*/ 720 w 2400"/>
              <a:gd name="T11" fmla="*/ 1860 h 2400"/>
              <a:gd name="T12" fmla="*/ 420 w 2400"/>
              <a:gd name="T13" fmla="*/ 1560 h 2400"/>
              <a:gd name="T14" fmla="*/ 720 w 2400"/>
              <a:gd name="T15" fmla="*/ 1260 h 2400"/>
              <a:gd name="T16" fmla="*/ 1020 w 2400"/>
              <a:gd name="T17" fmla="*/ 1560 h 2400"/>
              <a:gd name="T18" fmla="*/ 720 w 2400"/>
              <a:gd name="T19" fmla="*/ 1860 h 2400"/>
              <a:gd name="T20" fmla="*/ 900 w 2400"/>
              <a:gd name="T21" fmla="*/ 720 h 2400"/>
              <a:gd name="T22" fmla="*/ 1200 w 2400"/>
              <a:gd name="T23" fmla="*/ 420 h 2400"/>
              <a:gd name="T24" fmla="*/ 1500 w 2400"/>
              <a:gd name="T25" fmla="*/ 720 h 2400"/>
              <a:gd name="T26" fmla="*/ 1200 w 2400"/>
              <a:gd name="T27" fmla="*/ 1020 h 2400"/>
              <a:gd name="T28" fmla="*/ 900 w 2400"/>
              <a:gd name="T29" fmla="*/ 720 h 2400"/>
              <a:gd name="T30" fmla="*/ 1680 w 2400"/>
              <a:gd name="T31" fmla="*/ 1860 h 2400"/>
              <a:gd name="T32" fmla="*/ 1380 w 2400"/>
              <a:gd name="T33" fmla="*/ 1560 h 2400"/>
              <a:gd name="T34" fmla="*/ 1680 w 2400"/>
              <a:gd name="T35" fmla="*/ 1260 h 2400"/>
              <a:gd name="T36" fmla="*/ 1980 w 2400"/>
              <a:gd name="T37" fmla="*/ 1560 h 2400"/>
              <a:gd name="T38" fmla="*/ 1680 w 2400"/>
              <a:gd name="T39" fmla="*/ 186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400" h="2400">
                <a:moveTo>
                  <a:pt x="1200" y="0"/>
                </a:moveTo>
                <a:cubicBezTo>
                  <a:pt x="538" y="0"/>
                  <a:pt x="0" y="538"/>
                  <a:pt x="0" y="1200"/>
                </a:cubicBezTo>
                <a:cubicBezTo>
                  <a:pt x="0" y="1862"/>
                  <a:pt x="538" y="2400"/>
                  <a:pt x="1200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200" y="0"/>
                </a:cubicBezTo>
                <a:close/>
                <a:moveTo>
                  <a:pt x="720" y="1860"/>
                </a:moveTo>
                <a:cubicBezTo>
                  <a:pt x="554" y="1860"/>
                  <a:pt x="420" y="1726"/>
                  <a:pt x="420" y="1560"/>
                </a:cubicBezTo>
                <a:cubicBezTo>
                  <a:pt x="420" y="1394"/>
                  <a:pt x="554" y="1260"/>
                  <a:pt x="720" y="1260"/>
                </a:cubicBezTo>
                <a:cubicBezTo>
                  <a:pt x="886" y="1260"/>
                  <a:pt x="1020" y="1394"/>
                  <a:pt x="1020" y="1560"/>
                </a:cubicBezTo>
                <a:cubicBezTo>
                  <a:pt x="1020" y="1726"/>
                  <a:pt x="886" y="1860"/>
                  <a:pt x="720" y="1860"/>
                </a:cubicBezTo>
                <a:close/>
                <a:moveTo>
                  <a:pt x="900" y="720"/>
                </a:moveTo>
                <a:cubicBezTo>
                  <a:pt x="900" y="554"/>
                  <a:pt x="1034" y="420"/>
                  <a:pt x="1200" y="420"/>
                </a:cubicBezTo>
                <a:cubicBezTo>
                  <a:pt x="1366" y="420"/>
                  <a:pt x="1500" y="554"/>
                  <a:pt x="1500" y="720"/>
                </a:cubicBezTo>
                <a:cubicBezTo>
                  <a:pt x="1500" y="886"/>
                  <a:pt x="1366" y="1020"/>
                  <a:pt x="1200" y="1020"/>
                </a:cubicBezTo>
                <a:cubicBezTo>
                  <a:pt x="1034" y="1020"/>
                  <a:pt x="900" y="886"/>
                  <a:pt x="900" y="720"/>
                </a:cubicBezTo>
                <a:close/>
                <a:moveTo>
                  <a:pt x="1680" y="1860"/>
                </a:moveTo>
                <a:cubicBezTo>
                  <a:pt x="1514" y="1860"/>
                  <a:pt x="1380" y="1726"/>
                  <a:pt x="1380" y="1560"/>
                </a:cubicBezTo>
                <a:cubicBezTo>
                  <a:pt x="1380" y="1394"/>
                  <a:pt x="1514" y="1260"/>
                  <a:pt x="1680" y="1260"/>
                </a:cubicBezTo>
                <a:cubicBezTo>
                  <a:pt x="1846" y="1260"/>
                  <a:pt x="1980" y="1394"/>
                  <a:pt x="1980" y="1560"/>
                </a:cubicBezTo>
                <a:cubicBezTo>
                  <a:pt x="1980" y="1726"/>
                  <a:pt x="1846" y="1860"/>
                  <a:pt x="1680" y="18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5328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l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200 w 2400"/>
              <a:gd name="T1" fmla="*/ 0 h 2400"/>
              <a:gd name="T2" fmla="*/ 0 w 2400"/>
              <a:gd name="T3" fmla="*/ 1200 h 2400"/>
              <a:gd name="T4" fmla="*/ 1200 w 2400"/>
              <a:gd name="T5" fmla="*/ 2400 h 2400"/>
              <a:gd name="T6" fmla="*/ 2400 w 2400"/>
              <a:gd name="T7" fmla="*/ 1200 h 2400"/>
              <a:gd name="T8" fmla="*/ 1200 w 2400"/>
              <a:gd name="T9" fmla="*/ 0 h 2400"/>
              <a:gd name="T10" fmla="*/ 1320 w 2400"/>
              <a:gd name="T11" fmla="*/ 2040 h 2400"/>
              <a:gd name="T12" fmla="*/ 1080 w 2400"/>
              <a:gd name="T13" fmla="*/ 2040 h 2400"/>
              <a:gd name="T14" fmla="*/ 1080 w 2400"/>
              <a:gd name="T15" fmla="*/ 1800 h 2400"/>
              <a:gd name="T16" fmla="*/ 1320 w 2400"/>
              <a:gd name="T17" fmla="*/ 1800 h 2400"/>
              <a:gd name="T18" fmla="*/ 1320 w 2400"/>
              <a:gd name="T19" fmla="*/ 2040 h 2400"/>
              <a:gd name="T20" fmla="*/ 1568 w 2400"/>
              <a:gd name="T21" fmla="*/ 1110 h 2400"/>
              <a:gd name="T22" fmla="*/ 1460 w 2400"/>
              <a:gd name="T23" fmla="*/ 1220 h 2400"/>
              <a:gd name="T24" fmla="*/ 1320 w 2400"/>
              <a:gd name="T25" fmla="*/ 1560 h 2400"/>
              <a:gd name="T26" fmla="*/ 1080 w 2400"/>
              <a:gd name="T27" fmla="*/ 1560 h 2400"/>
              <a:gd name="T28" fmla="*/ 1080 w 2400"/>
              <a:gd name="T29" fmla="*/ 1500 h 2400"/>
              <a:gd name="T30" fmla="*/ 1220 w 2400"/>
              <a:gd name="T31" fmla="*/ 1160 h 2400"/>
              <a:gd name="T32" fmla="*/ 1369 w 2400"/>
              <a:gd name="T33" fmla="*/ 1009 h 2400"/>
              <a:gd name="T34" fmla="*/ 1440 w 2400"/>
              <a:gd name="T35" fmla="*/ 840 h 2400"/>
              <a:gd name="T36" fmla="*/ 1200 w 2400"/>
              <a:gd name="T37" fmla="*/ 600 h 2400"/>
              <a:gd name="T38" fmla="*/ 960 w 2400"/>
              <a:gd name="T39" fmla="*/ 840 h 2400"/>
              <a:gd name="T40" fmla="*/ 720 w 2400"/>
              <a:gd name="T41" fmla="*/ 840 h 2400"/>
              <a:gd name="T42" fmla="*/ 1200 w 2400"/>
              <a:gd name="T43" fmla="*/ 360 h 2400"/>
              <a:gd name="T44" fmla="*/ 1680 w 2400"/>
              <a:gd name="T45" fmla="*/ 840 h 2400"/>
              <a:gd name="T46" fmla="*/ 1568 w 2400"/>
              <a:gd name="T47" fmla="*/ 111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400" h="2400">
                <a:moveTo>
                  <a:pt x="1200" y="0"/>
                </a:moveTo>
                <a:cubicBezTo>
                  <a:pt x="538" y="0"/>
                  <a:pt x="0" y="538"/>
                  <a:pt x="0" y="1200"/>
                </a:cubicBezTo>
                <a:cubicBezTo>
                  <a:pt x="0" y="1862"/>
                  <a:pt x="538" y="2400"/>
                  <a:pt x="1200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200" y="0"/>
                </a:cubicBezTo>
                <a:close/>
                <a:moveTo>
                  <a:pt x="1320" y="2040"/>
                </a:moveTo>
                <a:cubicBezTo>
                  <a:pt x="1080" y="2040"/>
                  <a:pt x="1080" y="2040"/>
                  <a:pt x="1080" y="2040"/>
                </a:cubicBezTo>
                <a:cubicBezTo>
                  <a:pt x="1080" y="1800"/>
                  <a:pt x="1080" y="1800"/>
                  <a:pt x="1080" y="1800"/>
                </a:cubicBezTo>
                <a:cubicBezTo>
                  <a:pt x="1320" y="1800"/>
                  <a:pt x="1320" y="1800"/>
                  <a:pt x="1320" y="1800"/>
                </a:cubicBezTo>
                <a:lnTo>
                  <a:pt x="1320" y="2040"/>
                </a:lnTo>
                <a:close/>
                <a:moveTo>
                  <a:pt x="1568" y="1110"/>
                </a:moveTo>
                <a:cubicBezTo>
                  <a:pt x="1460" y="1220"/>
                  <a:pt x="1460" y="1220"/>
                  <a:pt x="1460" y="1220"/>
                </a:cubicBezTo>
                <a:cubicBezTo>
                  <a:pt x="1374" y="1308"/>
                  <a:pt x="1320" y="1380"/>
                  <a:pt x="1320" y="1560"/>
                </a:cubicBezTo>
                <a:cubicBezTo>
                  <a:pt x="1080" y="1560"/>
                  <a:pt x="1080" y="1560"/>
                  <a:pt x="1080" y="1560"/>
                </a:cubicBezTo>
                <a:cubicBezTo>
                  <a:pt x="1080" y="1500"/>
                  <a:pt x="1080" y="1500"/>
                  <a:pt x="1080" y="1500"/>
                </a:cubicBezTo>
                <a:cubicBezTo>
                  <a:pt x="1080" y="1368"/>
                  <a:pt x="1134" y="1248"/>
                  <a:pt x="1220" y="1160"/>
                </a:cubicBezTo>
                <a:cubicBezTo>
                  <a:pt x="1369" y="1009"/>
                  <a:pt x="1369" y="1009"/>
                  <a:pt x="1369" y="1009"/>
                </a:cubicBezTo>
                <a:cubicBezTo>
                  <a:pt x="1414" y="966"/>
                  <a:pt x="1440" y="906"/>
                  <a:pt x="1440" y="840"/>
                </a:cubicBezTo>
                <a:cubicBezTo>
                  <a:pt x="1440" y="708"/>
                  <a:pt x="1332" y="600"/>
                  <a:pt x="1200" y="600"/>
                </a:cubicBezTo>
                <a:cubicBezTo>
                  <a:pt x="1068" y="600"/>
                  <a:pt x="960" y="708"/>
                  <a:pt x="960" y="840"/>
                </a:cubicBezTo>
                <a:cubicBezTo>
                  <a:pt x="720" y="840"/>
                  <a:pt x="720" y="840"/>
                  <a:pt x="720" y="840"/>
                </a:cubicBezTo>
                <a:cubicBezTo>
                  <a:pt x="720" y="575"/>
                  <a:pt x="935" y="360"/>
                  <a:pt x="1200" y="360"/>
                </a:cubicBezTo>
                <a:cubicBezTo>
                  <a:pt x="1465" y="360"/>
                  <a:pt x="1680" y="575"/>
                  <a:pt x="1680" y="840"/>
                </a:cubicBezTo>
                <a:cubicBezTo>
                  <a:pt x="1680" y="946"/>
                  <a:pt x="1637" y="1042"/>
                  <a:pt x="1568" y="111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868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lp Out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080 w 2400"/>
              <a:gd name="T1" fmla="*/ 1920 h 2400"/>
              <a:gd name="T2" fmla="*/ 1320 w 2400"/>
              <a:gd name="T3" fmla="*/ 1920 h 2400"/>
              <a:gd name="T4" fmla="*/ 1320 w 2400"/>
              <a:gd name="T5" fmla="*/ 1680 h 2400"/>
              <a:gd name="T6" fmla="*/ 1080 w 2400"/>
              <a:gd name="T7" fmla="*/ 1680 h 2400"/>
              <a:gd name="T8" fmla="*/ 1080 w 2400"/>
              <a:gd name="T9" fmla="*/ 1920 h 2400"/>
              <a:gd name="T10" fmla="*/ 1200 w 2400"/>
              <a:gd name="T11" fmla="*/ 0 h 2400"/>
              <a:gd name="T12" fmla="*/ 0 w 2400"/>
              <a:gd name="T13" fmla="*/ 1200 h 2400"/>
              <a:gd name="T14" fmla="*/ 1200 w 2400"/>
              <a:gd name="T15" fmla="*/ 2400 h 2400"/>
              <a:gd name="T16" fmla="*/ 2400 w 2400"/>
              <a:gd name="T17" fmla="*/ 1200 h 2400"/>
              <a:gd name="T18" fmla="*/ 1200 w 2400"/>
              <a:gd name="T19" fmla="*/ 0 h 2400"/>
              <a:gd name="T20" fmla="*/ 1200 w 2400"/>
              <a:gd name="T21" fmla="*/ 2160 h 2400"/>
              <a:gd name="T22" fmla="*/ 240 w 2400"/>
              <a:gd name="T23" fmla="*/ 1200 h 2400"/>
              <a:gd name="T24" fmla="*/ 1200 w 2400"/>
              <a:gd name="T25" fmla="*/ 240 h 2400"/>
              <a:gd name="T26" fmla="*/ 2160 w 2400"/>
              <a:gd name="T27" fmla="*/ 1200 h 2400"/>
              <a:gd name="T28" fmla="*/ 1200 w 2400"/>
              <a:gd name="T29" fmla="*/ 2160 h 2400"/>
              <a:gd name="T30" fmla="*/ 1200 w 2400"/>
              <a:gd name="T31" fmla="*/ 480 h 2400"/>
              <a:gd name="T32" fmla="*/ 720 w 2400"/>
              <a:gd name="T33" fmla="*/ 960 h 2400"/>
              <a:gd name="T34" fmla="*/ 960 w 2400"/>
              <a:gd name="T35" fmla="*/ 960 h 2400"/>
              <a:gd name="T36" fmla="*/ 1200 w 2400"/>
              <a:gd name="T37" fmla="*/ 720 h 2400"/>
              <a:gd name="T38" fmla="*/ 1440 w 2400"/>
              <a:gd name="T39" fmla="*/ 960 h 2400"/>
              <a:gd name="T40" fmla="*/ 1080 w 2400"/>
              <a:gd name="T41" fmla="*/ 1560 h 2400"/>
              <a:gd name="T42" fmla="*/ 1320 w 2400"/>
              <a:gd name="T43" fmla="*/ 1560 h 2400"/>
              <a:gd name="T44" fmla="*/ 1680 w 2400"/>
              <a:gd name="T45" fmla="*/ 960 h 2400"/>
              <a:gd name="T46" fmla="*/ 1200 w 2400"/>
              <a:gd name="T47" fmla="*/ 48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400" h="2400">
                <a:moveTo>
                  <a:pt x="1080" y="1920"/>
                </a:moveTo>
                <a:cubicBezTo>
                  <a:pt x="1320" y="1920"/>
                  <a:pt x="1320" y="1920"/>
                  <a:pt x="1320" y="1920"/>
                </a:cubicBezTo>
                <a:cubicBezTo>
                  <a:pt x="1320" y="1680"/>
                  <a:pt x="1320" y="1680"/>
                  <a:pt x="1320" y="1680"/>
                </a:cubicBezTo>
                <a:cubicBezTo>
                  <a:pt x="1080" y="1680"/>
                  <a:pt x="1080" y="1680"/>
                  <a:pt x="1080" y="1680"/>
                </a:cubicBezTo>
                <a:lnTo>
                  <a:pt x="1080" y="1920"/>
                </a:lnTo>
                <a:close/>
                <a:moveTo>
                  <a:pt x="1200" y="0"/>
                </a:moveTo>
                <a:cubicBezTo>
                  <a:pt x="538" y="0"/>
                  <a:pt x="0" y="538"/>
                  <a:pt x="0" y="1200"/>
                </a:cubicBezTo>
                <a:cubicBezTo>
                  <a:pt x="0" y="1862"/>
                  <a:pt x="538" y="2400"/>
                  <a:pt x="1200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200" y="0"/>
                </a:cubicBezTo>
                <a:close/>
                <a:moveTo>
                  <a:pt x="1200" y="2160"/>
                </a:moveTo>
                <a:cubicBezTo>
                  <a:pt x="671" y="2160"/>
                  <a:pt x="240" y="1729"/>
                  <a:pt x="240" y="1200"/>
                </a:cubicBezTo>
                <a:cubicBezTo>
                  <a:pt x="240" y="671"/>
                  <a:pt x="671" y="240"/>
                  <a:pt x="1200" y="240"/>
                </a:cubicBezTo>
                <a:cubicBezTo>
                  <a:pt x="1729" y="240"/>
                  <a:pt x="2160" y="671"/>
                  <a:pt x="2160" y="1200"/>
                </a:cubicBezTo>
                <a:cubicBezTo>
                  <a:pt x="2160" y="1729"/>
                  <a:pt x="1729" y="2160"/>
                  <a:pt x="1200" y="2160"/>
                </a:cubicBezTo>
                <a:close/>
                <a:moveTo>
                  <a:pt x="1200" y="480"/>
                </a:moveTo>
                <a:cubicBezTo>
                  <a:pt x="935" y="480"/>
                  <a:pt x="720" y="695"/>
                  <a:pt x="720" y="960"/>
                </a:cubicBezTo>
                <a:cubicBezTo>
                  <a:pt x="960" y="960"/>
                  <a:pt x="960" y="960"/>
                  <a:pt x="960" y="960"/>
                </a:cubicBezTo>
                <a:cubicBezTo>
                  <a:pt x="960" y="828"/>
                  <a:pt x="1068" y="720"/>
                  <a:pt x="1200" y="720"/>
                </a:cubicBezTo>
                <a:cubicBezTo>
                  <a:pt x="1332" y="720"/>
                  <a:pt x="1440" y="828"/>
                  <a:pt x="1440" y="960"/>
                </a:cubicBezTo>
                <a:cubicBezTo>
                  <a:pt x="1440" y="1200"/>
                  <a:pt x="1080" y="1170"/>
                  <a:pt x="1080" y="1560"/>
                </a:cubicBezTo>
                <a:cubicBezTo>
                  <a:pt x="1320" y="1560"/>
                  <a:pt x="1320" y="1560"/>
                  <a:pt x="1320" y="1560"/>
                </a:cubicBezTo>
                <a:cubicBezTo>
                  <a:pt x="1320" y="1290"/>
                  <a:pt x="1680" y="1260"/>
                  <a:pt x="1680" y="960"/>
                </a:cubicBezTo>
                <a:cubicBezTo>
                  <a:pt x="1680" y="695"/>
                  <a:pt x="1465" y="480"/>
                  <a:pt x="1200" y="4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25233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ghlight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511 w 2400"/>
              <a:gd name="T1" fmla="*/ 720 h 2400"/>
              <a:gd name="T2" fmla="*/ 1200 w 2400"/>
              <a:gd name="T3" fmla="*/ 1031 h 2400"/>
              <a:gd name="T4" fmla="*/ 889 w 2400"/>
              <a:gd name="T5" fmla="*/ 720 h 2400"/>
              <a:gd name="T6" fmla="*/ 720 w 2400"/>
              <a:gd name="T7" fmla="*/ 889 h 2400"/>
              <a:gd name="T8" fmla="*/ 1031 w 2400"/>
              <a:gd name="T9" fmla="*/ 1200 h 2400"/>
              <a:gd name="T10" fmla="*/ 720 w 2400"/>
              <a:gd name="T11" fmla="*/ 1511 h 2400"/>
              <a:gd name="T12" fmla="*/ 889 w 2400"/>
              <a:gd name="T13" fmla="*/ 1680 h 2400"/>
              <a:gd name="T14" fmla="*/ 1200 w 2400"/>
              <a:gd name="T15" fmla="*/ 1369 h 2400"/>
              <a:gd name="T16" fmla="*/ 1511 w 2400"/>
              <a:gd name="T17" fmla="*/ 1680 h 2400"/>
              <a:gd name="T18" fmla="*/ 1680 w 2400"/>
              <a:gd name="T19" fmla="*/ 1511 h 2400"/>
              <a:gd name="T20" fmla="*/ 1369 w 2400"/>
              <a:gd name="T21" fmla="*/ 1200 h 2400"/>
              <a:gd name="T22" fmla="*/ 1680 w 2400"/>
              <a:gd name="T23" fmla="*/ 889 h 2400"/>
              <a:gd name="T24" fmla="*/ 1511 w 2400"/>
              <a:gd name="T25" fmla="*/ 720 h 2400"/>
              <a:gd name="T26" fmla="*/ 1200 w 2400"/>
              <a:gd name="T27" fmla="*/ 0 h 2400"/>
              <a:gd name="T28" fmla="*/ 0 w 2400"/>
              <a:gd name="T29" fmla="*/ 1200 h 2400"/>
              <a:gd name="T30" fmla="*/ 1200 w 2400"/>
              <a:gd name="T31" fmla="*/ 2400 h 2400"/>
              <a:gd name="T32" fmla="*/ 2400 w 2400"/>
              <a:gd name="T33" fmla="*/ 1200 h 2400"/>
              <a:gd name="T34" fmla="*/ 1200 w 2400"/>
              <a:gd name="T35" fmla="*/ 0 h 2400"/>
              <a:gd name="T36" fmla="*/ 1200 w 2400"/>
              <a:gd name="T37" fmla="*/ 2160 h 2400"/>
              <a:gd name="T38" fmla="*/ 240 w 2400"/>
              <a:gd name="T39" fmla="*/ 1200 h 2400"/>
              <a:gd name="T40" fmla="*/ 1200 w 2400"/>
              <a:gd name="T41" fmla="*/ 240 h 2400"/>
              <a:gd name="T42" fmla="*/ 2160 w 2400"/>
              <a:gd name="T43" fmla="*/ 1200 h 2400"/>
              <a:gd name="T44" fmla="*/ 1200 w 2400"/>
              <a:gd name="T45" fmla="*/ 216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400" h="2400">
                <a:moveTo>
                  <a:pt x="1511" y="720"/>
                </a:moveTo>
                <a:cubicBezTo>
                  <a:pt x="1200" y="1031"/>
                  <a:pt x="1200" y="1031"/>
                  <a:pt x="1200" y="1031"/>
                </a:cubicBezTo>
                <a:cubicBezTo>
                  <a:pt x="889" y="720"/>
                  <a:pt x="889" y="720"/>
                  <a:pt x="889" y="720"/>
                </a:cubicBezTo>
                <a:cubicBezTo>
                  <a:pt x="720" y="889"/>
                  <a:pt x="720" y="889"/>
                  <a:pt x="720" y="889"/>
                </a:cubicBezTo>
                <a:cubicBezTo>
                  <a:pt x="1031" y="1200"/>
                  <a:pt x="1031" y="1200"/>
                  <a:pt x="1031" y="1200"/>
                </a:cubicBezTo>
                <a:cubicBezTo>
                  <a:pt x="720" y="1511"/>
                  <a:pt x="720" y="1511"/>
                  <a:pt x="720" y="1511"/>
                </a:cubicBezTo>
                <a:cubicBezTo>
                  <a:pt x="889" y="1680"/>
                  <a:pt x="889" y="1680"/>
                  <a:pt x="889" y="1680"/>
                </a:cubicBezTo>
                <a:cubicBezTo>
                  <a:pt x="1200" y="1369"/>
                  <a:pt x="1200" y="1369"/>
                  <a:pt x="1200" y="1369"/>
                </a:cubicBezTo>
                <a:cubicBezTo>
                  <a:pt x="1511" y="1680"/>
                  <a:pt x="1511" y="1680"/>
                  <a:pt x="1511" y="1680"/>
                </a:cubicBezTo>
                <a:cubicBezTo>
                  <a:pt x="1680" y="1511"/>
                  <a:pt x="1680" y="1511"/>
                  <a:pt x="1680" y="1511"/>
                </a:cubicBezTo>
                <a:cubicBezTo>
                  <a:pt x="1369" y="1200"/>
                  <a:pt x="1369" y="1200"/>
                  <a:pt x="1369" y="1200"/>
                </a:cubicBezTo>
                <a:cubicBezTo>
                  <a:pt x="1680" y="889"/>
                  <a:pt x="1680" y="889"/>
                  <a:pt x="1680" y="889"/>
                </a:cubicBezTo>
                <a:lnTo>
                  <a:pt x="1511" y="720"/>
                </a:lnTo>
                <a:close/>
                <a:moveTo>
                  <a:pt x="1200" y="0"/>
                </a:moveTo>
                <a:cubicBezTo>
                  <a:pt x="536" y="0"/>
                  <a:pt x="0" y="536"/>
                  <a:pt x="0" y="1200"/>
                </a:cubicBezTo>
                <a:cubicBezTo>
                  <a:pt x="0" y="1864"/>
                  <a:pt x="536" y="2400"/>
                  <a:pt x="1200" y="2400"/>
                </a:cubicBezTo>
                <a:cubicBezTo>
                  <a:pt x="1864" y="2400"/>
                  <a:pt x="2400" y="1864"/>
                  <a:pt x="2400" y="1200"/>
                </a:cubicBezTo>
                <a:cubicBezTo>
                  <a:pt x="2400" y="536"/>
                  <a:pt x="1864" y="0"/>
                  <a:pt x="1200" y="0"/>
                </a:cubicBezTo>
                <a:close/>
                <a:moveTo>
                  <a:pt x="1200" y="2160"/>
                </a:moveTo>
                <a:cubicBezTo>
                  <a:pt x="671" y="2160"/>
                  <a:pt x="240" y="1729"/>
                  <a:pt x="240" y="1200"/>
                </a:cubicBezTo>
                <a:cubicBezTo>
                  <a:pt x="240" y="671"/>
                  <a:pt x="671" y="240"/>
                  <a:pt x="1200" y="240"/>
                </a:cubicBezTo>
                <a:cubicBezTo>
                  <a:pt x="1729" y="240"/>
                  <a:pt x="2160" y="671"/>
                  <a:pt x="2160" y="1200"/>
                </a:cubicBezTo>
                <a:cubicBezTo>
                  <a:pt x="2160" y="1729"/>
                  <a:pt x="1729" y="2160"/>
                  <a:pt x="1200" y="21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711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stor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83815"/>
          </a:xfrm>
          <a:custGeom>
            <a:avLst/>
            <a:gdLst>
              <a:gd name="T0" fmla="*/ 1440 w 2520"/>
              <a:gd name="T1" fmla="*/ 0 h 2160"/>
              <a:gd name="T2" fmla="*/ 360 w 2520"/>
              <a:gd name="T3" fmla="*/ 1080 h 2160"/>
              <a:gd name="T4" fmla="*/ 0 w 2520"/>
              <a:gd name="T5" fmla="*/ 1080 h 2160"/>
              <a:gd name="T6" fmla="*/ 467 w 2520"/>
              <a:gd name="T7" fmla="*/ 1547 h 2160"/>
              <a:gd name="T8" fmla="*/ 475 w 2520"/>
              <a:gd name="T9" fmla="*/ 1564 h 2160"/>
              <a:gd name="T10" fmla="*/ 960 w 2520"/>
              <a:gd name="T11" fmla="*/ 1080 h 2160"/>
              <a:gd name="T12" fmla="*/ 600 w 2520"/>
              <a:gd name="T13" fmla="*/ 1080 h 2160"/>
              <a:gd name="T14" fmla="*/ 1440 w 2520"/>
              <a:gd name="T15" fmla="*/ 240 h 2160"/>
              <a:gd name="T16" fmla="*/ 2280 w 2520"/>
              <a:gd name="T17" fmla="*/ 1080 h 2160"/>
              <a:gd name="T18" fmla="*/ 1440 w 2520"/>
              <a:gd name="T19" fmla="*/ 1920 h 2160"/>
              <a:gd name="T20" fmla="*/ 847 w 2520"/>
              <a:gd name="T21" fmla="*/ 1673 h 2160"/>
              <a:gd name="T22" fmla="*/ 677 w 2520"/>
              <a:gd name="T23" fmla="*/ 1843 h 2160"/>
              <a:gd name="T24" fmla="*/ 1440 w 2520"/>
              <a:gd name="T25" fmla="*/ 2160 h 2160"/>
              <a:gd name="T26" fmla="*/ 2520 w 2520"/>
              <a:gd name="T27" fmla="*/ 1080 h 2160"/>
              <a:gd name="T28" fmla="*/ 1440 w 2520"/>
              <a:gd name="T29" fmla="*/ 0 h 2160"/>
              <a:gd name="T30" fmla="*/ 1320 w 2520"/>
              <a:gd name="T31" fmla="*/ 600 h 2160"/>
              <a:gd name="T32" fmla="*/ 1320 w 2520"/>
              <a:gd name="T33" fmla="*/ 1200 h 2160"/>
              <a:gd name="T34" fmla="*/ 1834 w 2520"/>
              <a:gd name="T35" fmla="*/ 1505 h 2160"/>
              <a:gd name="T36" fmla="*/ 1920 w 2520"/>
              <a:gd name="T37" fmla="*/ 1360 h 2160"/>
              <a:gd name="T38" fmla="*/ 1500 w 2520"/>
              <a:gd name="T39" fmla="*/ 1110 h 2160"/>
              <a:gd name="T40" fmla="*/ 1500 w 2520"/>
              <a:gd name="T41" fmla="*/ 600 h 2160"/>
              <a:gd name="T42" fmla="*/ 1320 w 2520"/>
              <a:gd name="T43" fmla="*/ 60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20" h="2160">
                <a:moveTo>
                  <a:pt x="1440" y="0"/>
                </a:moveTo>
                <a:cubicBezTo>
                  <a:pt x="844" y="0"/>
                  <a:pt x="360" y="484"/>
                  <a:pt x="360" y="1080"/>
                </a:cubicBezTo>
                <a:cubicBezTo>
                  <a:pt x="0" y="1080"/>
                  <a:pt x="0" y="1080"/>
                  <a:pt x="0" y="1080"/>
                </a:cubicBezTo>
                <a:cubicBezTo>
                  <a:pt x="467" y="1547"/>
                  <a:pt x="467" y="1547"/>
                  <a:pt x="467" y="1547"/>
                </a:cubicBezTo>
                <a:cubicBezTo>
                  <a:pt x="475" y="1564"/>
                  <a:pt x="475" y="1564"/>
                  <a:pt x="475" y="1564"/>
                </a:cubicBezTo>
                <a:cubicBezTo>
                  <a:pt x="960" y="1080"/>
                  <a:pt x="960" y="1080"/>
                  <a:pt x="960" y="1080"/>
                </a:cubicBezTo>
                <a:cubicBezTo>
                  <a:pt x="600" y="1080"/>
                  <a:pt x="600" y="1080"/>
                  <a:pt x="600" y="1080"/>
                </a:cubicBezTo>
                <a:cubicBezTo>
                  <a:pt x="600" y="616"/>
                  <a:pt x="976" y="240"/>
                  <a:pt x="1440" y="240"/>
                </a:cubicBezTo>
                <a:cubicBezTo>
                  <a:pt x="1904" y="240"/>
                  <a:pt x="2280" y="616"/>
                  <a:pt x="2280" y="1080"/>
                </a:cubicBezTo>
                <a:cubicBezTo>
                  <a:pt x="2280" y="1544"/>
                  <a:pt x="1904" y="1920"/>
                  <a:pt x="1440" y="1920"/>
                </a:cubicBezTo>
                <a:cubicBezTo>
                  <a:pt x="1208" y="1920"/>
                  <a:pt x="998" y="1825"/>
                  <a:pt x="847" y="1673"/>
                </a:cubicBezTo>
                <a:cubicBezTo>
                  <a:pt x="677" y="1843"/>
                  <a:pt x="677" y="1843"/>
                  <a:pt x="677" y="1843"/>
                </a:cubicBezTo>
                <a:cubicBezTo>
                  <a:pt x="872" y="2039"/>
                  <a:pt x="1141" y="2160"/>
                  <a:pt x="1440" y="2160"/>
                </a:cubicBezTo>
                <a:cubicBezTo>
                  <a:pt x="2036" y="2160"/>
                  <a:pt x="2520" y="1676"/>
                  <a:pt x="2520" y="1080"/>
                </a:cubicBezTo>
                <a:cubicBezTo>
                  <a:pt x="2520" y="484"/>
                  <a:pt x="2036" y="0"/>
                  <a:pt x="1440" y="0"/>
                </a:cubicBezTo>
                <a:close/>
                <a:moveTo>
                  <a:pt x="1320" y="600"/>
                </a:moveTo>
                <a:cubicBezTo>
                  <a:pt x="1320" y="1200"/>
                  <a:pt x="1320" y="1200"/>
                  <a:pt x="1320" y="1200"/>
                </a:cubicBezTo>
                <a:cubicBezTo>
                  <a:pt x="1834" y="1505"/>
                  <a:pt x="1834" y="1505"/>
                  <a:pt x="1834" y="1505"/>
                </a:cubicBezTo>
                <a:cubicBezTo>
                  <a:pt x="1920" y="1360"/>
                  <a:pt x="1920" y="1360"/>
                  <a:pt x="1920" y="1360"/>
                </a:cubicBezTo>
                <a:cubicBezTo>
                  <a:pt x="1500" y="1110"/>
                  <a:pt x="1500" y="1110"/>
                  <a:pt x="1500" y="1110"/>
                </a:cubicBezTo>
                <a:cubicBezTo>
                  <a:pt x="1500" y="600"/>
                  <a:pt x="1500" y="600"/>
                  <a:pt x="1500" y="600"/>
                </a:cubicBezTo>
                <a:lnTo>
                  <a:pt x="1320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03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m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77296"/>
          </a:xfrm>
          <a:custGeom>
            <a:avLst/>
            <a:gdLst>
              <a:gd name="T0" fmla="*/ 2268 w 5669"/>
              <a:gd name="T1" fmla="*/ 4819 h 4819"/>
              <a:gd name="T2" fmla="*/ 2268 w 5669"/>
              <a:gd name="T3" fmla="*/ 3118 h 4819"/>
              <a:gd name="T4" fmla="*/ 3402 w 5669"/>
              <a:gd name="T5" fmla="*/ 3118 h 4819"/>
              <a:gd name="T6" fmla="*/ 3402 w 5669"/>
              <a:gd name="T7" fmla="*/ 4819 h 4819"/>
              <a:gd name="T8" fmla="*/ 4819 w 5669"/>
              <a:gd name="T9" fmla="*/ 4819 h 4819"/>
              <a:gd name="T10" fmla="*/ 4819 w 5669"/>
              <a:gd name="T11" fmla="*/ 2551 h 4819"/>
              <a:gd name="T12" fmla="*/ 5669 w 5669"/>
              <a:gd name="T13" fmla="*/ 2551 h 4819"/>
              <a:gd name="T14" fmla="*/ 2835 w 5669"/>
              <a:gd name="T15" fmla="*/ 0 h 4819"/>
              <a:gd name="T16" fmla="*/ 0 w 5669"/>
              <a:gd name="T17" fmla="*/ 2551 h 4819"/>
              <a:gd name="T18" fmla="*/ 851 w 5669"/>
              <a:gd name="T19" fmla="*/ 2551 h 4819"/>
              <a:gd name="T20" fmla="*/ 851 w 5669"/>
              <a:gd name="T21" fmla="*/ 4819 h 4819"/>
              <a:gd name="T22" fmla="*/ 2268 w 5669"/>
              <a:gd name="T23" fmla="*/ 4819 h 48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669" h="4819">
                <a:moveTo>
                  <a:pt x="2268" y="4819"/>
                </a:moveTo>
                <a:lnTo>
                  <a:pt x="2268" y="3118"/>
                </a:lnTo>
                <a:lnTo>
                  <a:pt x="3402" y="3118"/>
                </a:lnTo>
                <a:lnTo>
                  <a:pt x="3402" y="4819"/>
                </a:lnTo>
                <a:lnTo>
                  <a:pt x="4819" y="4819"/>
                </a:lnTo>
                <a:lnTo>
                  <a:pt x="4819" y="2551"/>
                </a:lnTo>
                <a:lnTo>
                  <a:pt x="5669" y="2551"/>
                </a:lnTo>
                <a:lnTo>
                  <a:pt x="2835" y="0"/>
                </a:lnTo>
                <a:lnTo>
                  <a:pt x="0" y="2551"/>
                </a:lnTo>
                <a:lnTo>
                  <a:pt x="851" y="2551"/>
                </a:lnTo>
                <a:lnTo>
                  <a:pt x="851" y="4819"/>
                </a:lnTo>
                <a:lnTo>
                  <a:pt x="2268" y="481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59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urglass Empt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48737" cy="914400"/>
          </a:xfrm>
          <a:custGeom>
            <a:avLst/>
            <a:gdLst>
              <a:gd name="T0" fmla="*/ 0 w 3402"/>
              <a:gd name="T1" fmla="*/ 0 h 5669"/>
              <a:gd name="T2" fmla="*/ 0 w 3402"/>
              <a:gd name="T3" fmla="*/ 1700 h 5669"/>
              <a:gd name="T4" fmla="*/ 2 w 3402"/>
              <a:gd name="T5" fmla="*/ 1700 h 5669"/>
              <a:gd name="T6" fmla="*/ 0 w 3402"/>
              <a:gd name="T7" fmla="*/ 1703 h 5669"/>
              <a:gd name="T8" fmla="*/ 1134 w 3402"/>
              <a:gd name="T9" fmla="*/ 2834 h 5669"/>
              <a:gd name="T10" fmla="*/ 0 w 3402"/>
              <a:gd name="T11" fmla="*/ 3968 h 5669"/>
              <a:gd name="T12" fmla="*/ 2 w 3402"/>
              <a:gd name="T13" fmla="*/ 3970 h 5669"/>
              <a:gd name="T14" fmla="*/ 0 w 3402"/>
              <a:gd name="T15" fmla="*/ 3970 h 5669"/>
              <a:gd name="T16" fmla="*/ 0 w 3402"/>
              <a:gd name="T17" fmla="*/ 5669 h 5669"/>
              <a:gd name="T18" fmla="*/ 3402 w 3402"/>
              <a:gd name="T19" fmla="*/ 5669 h 5669"/>
              <a:gd name="T20" fmla="*/ 3402 w 3402"/>
              <a:gd name="T21" fmla="*/ 3970 h 5669"/>
              <a:gd name="T22" fmla="*/ 3399 w 3402"/>
              <a:gd name="T23" fmla="*/ 3970 h 5669"/>
              <a:gd name="T24" fmla="*/ 3402 w 3402"/>
              <a:gd name="T25" fmla="*/ 3968 h 5669"/>
              <a:gd name="T26" fmla="*/ 2268 w 3402"/>
              <a:gd name="T27" fmla="*/ 2834 h 5669"/>
              <a:gd name="T28" fmla="*/ 3402 w 3402"/>
              <a:gd name="T29" fmla="*/ 1703 h 5669"/>
              <a:gd name="T30" fmla="*/ 3399 w 3402"/>
              <a:gd name="T31" fmla="*/ 1700 h 5669"/>
              <a:gd name="T32" fmla="*/ 3402 w 3402"/>
              <a:gd name="T33" fmla="*/ 1700 h 5669"/>
              <a:gd name="T34" fmla="*/ 3402 w 3402"/>
              <a:gd name="T35" fmla="*/ 0 h 5669"/>
              <a:gd name="T36" fmla="*/ 0 w 3402"/>
              <a:gd name="T37" fmla="*/ 0 h 5669"/>
              <a:gd name="T38" fmla="*/ 2835 w 3402"/>
              <a:gd name="T39" fmla="*/ 4110 h 5669"/>
              <a:gd name="T40" fmla="*/ 2835 w 3402"/>
              <a:gd name="T41" fmla="*/ 5102 h 5669"/>
              <a:gd name="T42" fmla="*/ 567 w 3402"/>
              <a:gd name="T43" fmla="*/ 5102 h 5669"/>
              <a:gd name="T44" fmla="*/ 567 w 3402"/>
              <a:gd name="T45" fmla="*/ 4110 h 5669"/>
              <a:gd name="T46" fmla="*/ 1701 w 3402"/>
              <a:gd name="T47" fmla="*/ 2976 h 5669"/>
              <a:gd name="T48" fmla="*/ 2835 w 3402"/>
              <a:gd name="T49" fmla="*/ 4110 h 5669"/>
              <a:gd name="T50" fmla="*/ 1701 w 3402"/>
              <a:gd name="T51" fmla="*/ 2692 h 5669"/>
              <a:gd name="T52" fmla="*/ 567 w 3402"/>
              <a:gd name="T53" fmla="*/ 1559 h 5669"/>
              <a:gd name="T54" fmla="*/ 567 w 3402"/>
              <a:gd name="T55" fmla="*/ 567 h 5669"/>
              <a:gd name="T56" fmla="*/ 2835 w 3402"/>
              <a:gd name="T57" fmla="*/ 567 h 5669"/>
              <a:gd name="T58" fmla="*/ 2835 w 3402"/>
              <a:gd name="T59" fmla="*/ 1559 h 5669"/>
              <a:gd name="T60" fmla="*/ 1701 w 3402"/>
              <a:gd name="T61" fmla="*/ 2692 h 56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402" h="5669">
                <a:moveTo>
                  <a:pt x="0" y="0"/>
                </a:moveTo>
                <a:lnTo>
                  <a:pt x="0" y="1700"/>
                </a:lnTo>
                <a:lnTo>
                  <a:pt x="2" y="1700"/>
                </a:lnTo>
                <a:lnTo>
                  <a:pt x="0" y="1703"/>
                </a:lnTo>
                <a:lnTo>
                  <a:pt x="1134" y="2834"/>
                </a:lnTo>
                <a:lnTo>
                  <a:pt x="0" y="3968"/>
                </a:lnTo>
                <a:lnTo>
                  <a:pt x="2" y="3970"/>
                </a:lnTo>
                <a:lnTo>
                  <a:pt x="0" y="3970"/>
                </a:lnTo>
                <a:lnTo>
                  <a:pt x="0" y="5669"/>
                </a:lnTo>
                <a:lnTo>
                  <a:pt x="3402" y="5669"/>
                </a:lnTo>
                <a:lnTo>
                  <a:pt x="3402" y="3970"/>
                </a:lnTo>
                <a:lnTo>
                  <a:pt x="3399" y="3970"/>
                </a:lnTo>
                <a:lnTo>
                  <a:pt x="3402" y="3968"/>
                </a:lnTo>
                <a:lnTo>
                  <a:pt x="2268" y="2834"/>
                </a:lnTo>
                <a:lnTo>
                  <a:pt x="3402" y="1703"/>
                </a:lnTo>
                <a:lnTo>
                  <a:pt x="3399" y="1700"/>
                </a:lnTo>
                <a:lnTo>
                  <a:pt x="3402" y="1700"/>
                </a:lnTo>
                <a:lnTo>
                  <a:pt x="3402" y="0"/>
                </a:lnTo>
                <a:lnTo>
                  <a:pt x="0" y="0"/>
                </a:lnTo>
                <a:close/>
                <a:moveTo>
                  <a:pt x="2835" y="4110"/>
                </a:moveTo>
                <a:lnTo>
                  <a:pt x="2835" y="5102"/>
                </a:lnTo>
                <a:lnTo>
                  <a:pt x="567" y="5102"/>
                </a:lnTo>
                <a:lnTo>
                  <a:pt x="567" y="4110"/>
                </a:lnTo>
                <a:lnTo>
                  <a:pt x="1701" y="2976"/>
                </a:lnTo>
                <a:lnTo>
                  <a:pt x="2835" y="4110"/>
                </a:lnTo>
                <a:close/>
                <a:moveTo>
                  <a:pt x="1701" y="2692"/>
                </a:moveTo>
                <a:lnTo>
                  <a:pt x="567" y="1559"/>
                </a:lnTo>
                <a:lnTo>
                  <a:pt x="567" y="567"/>
                </a:lnTo>
                <a:lnTo>
                  <a:pt x="2835" y="567"/>
                </a:lnTo>
                <a:lnTo>
                  <a:pt x="2835" y="1559"/>
                </a:lnTo>
                <a:lnTo>
                  <a:pt x="1701" y="269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74851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urglass Full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48737" cy="914400"/>
          </a:xfrm>
          <a:custGeom>
            <a:avLst/>
            <a:gdLst>
              <a:gd name="T0" fmla="*/ 0 w 3402"/>
              <a:gd name="T1" fmla="*/ 0 h 5669"/>
              <a:gd name="T2" fmla="*/ 0 w 3402"/>
              <a:gd name="T3" fmla="*/ 1700 h 5669"/>
              <a:gd name="T4" fmla="*/ 2 w 3402"/>
              <a:gd name="T5" fmla="*/ 1700 h 5669"/>
              <a:gd name="T6" fmla="*/ 0 w 3402"/>
              <a:gd name="T7" fmla="*/ 1703 h 5669"/>
              <a:gd name="T8" fmla="*/ 1134 w 3402"/>
              <a:gd name="T9" fmla="*/ 2834 h 5669"/>
              <a:gd name="T10" fmla="*/ 0 w 3402"/>
              <a:gd name="T11" fmla="*/ 3968 h 5669"/>
              <a:gd name="T12" fmla="*/ 2 w 3402"/>
              <a:gd name="T13" fmla="*/ 3970 h 5669"/>
              <a:gd name="T14" fmla="*/ 0 w 3402"/>
              <a:gd name="T15" fmla="*/ 3970 h 5669"/>
              <a:gd name="T16" fmla="*/ 0 w 3402"/>
              <a:gd name="T17" fmla="*/ 5669 h 5669"/>
              <a:gd name="T18" fmla="*/ 3402 w 3402"/>
              <a:gd name="T19" fmla="*/ 5669 h 5669"/>
              <a:gd name="T20" fmla="*/ 3402 w 3402"/>
              <a:gd name="T21" fmla="*/ 3970 h 5669"/>
              <a:gd name="T22" fmla="*/ 3399 w 3402"/>
              <a:gd name="T23" fmla="*/ 3970 h 5669"/>
              <a:gd name="T24" fmla="*/ 3402 w 3402"/>
              <a:gd name="T25" fmla="*/ 3968 h 5669"/>
              <a:gd name="T26" fmla="*/ 2268 w 3402"/>
              <a:gd name="T27" fmla="*/ 2834 h 5669"/>
              <a:gd name="T28" fmla="*/ 3402 w 3402"/>
              <a:gd name="T29" fmla="*/ 1703 h 5669"/>
              <a:gd name="T30" fmla="*/ 3399 w 3402"/>
              <a:gd name="T31" fmla="*/ 1700 h 5669"/>
              <a:gd name="T32" fmla="*/ 3402 w 3402"/>
              <a:gd name="T33" fmla="*/ 1700 h 5669"/>
              <a:gd name="T34" fmla="*/ 3402 w 3402"/>
              <a:gd name="T35" fmla="*/ 0 h 5669"/>
              <a:gd name="T36" fmla="*/ 0 w 3402"/>
              <a:gd name="T37" fmla="*/ 0 h 56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3402" h="5669">
                <a:moveTo>
                  <a:pt x="0" y="0"/>
                </a:moveTo>
                <a:lnTo>
                  <a:pt x="0" y="1700"/>
                </a:lnTo>
                <a:lnTo>
                  <a:pt x="2" y="1700"/>
                </a:lnTo>
                <a:lnTo>
                  <a:pt x="0" y="1703"/>
                </a:lnTo>
                <a:lnTo>
                  <a:pt x="1134" y="2834"/>
                </a:lnTo>
                <a:lnTo>
                  <a:pt x="0" y="3968"/>
                </a:lnTo>
                <a:lnTo>
                  <a:pt x="2" y="3970"/>
                </a:lnTo>
                <a:lnTo>
                  <a:pt x="0" y="3970"/>
                </a:lnTo>
                <a:lnTo>
                  <a:pt x="0" y="5669"/>
                </a:lnTo>
                <a:lnTo>
                  <a:pt x="3402" y="5669"/>
                </a:lnTo>
                <a:lnTo>
                  <a:pt x="3402" y="3970"/>
                </a:lnTo>
                <a:lnTo>
                  <a:pt x="3399" y="3970"/>
                </a:lnTo>
                <a:lnTo>
                  <a:pt x="3402" y="3968"/>
                </a:lnTo>
                <a:lnTo>
                  <a:pt x="2268" y="2834"/>
                </a:lnTo>
                <a:lnTo>
                  <a:pt x="3402" y="1703"/>
                </a:lnTo>
                <a:lnTo>
                  <a:pt x="3399" y="1700"/>
                </a:lnTo>
                <a:lnTo>
                  <a:pt x="3402" y="1700"/>
                </a:lnTo>
                <a:lnTo>
                  <a:pt x="340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802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TT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249422"/>
          </a:xfrm>
          <a:custGeom>
            <a:avLst/>
            <a:gdLst>
              <a:gd name="T0" fmla="*/ 420 w 2640"/>
              <a:gd name="T1" fmla="*/ 240 h 720"/>
              <a:gd name="T2" fmla="*/ 180 w 2640"/>
              <a:gd name="T3" fmla="*/ 240 h 720"/>
              <a:gd name="T4" fmla="*/ 180 w 2640"/>
              <a:gd name="T5" fmla="*/ 0 h 720"/>
              <a:gd name="T6" fmla="*/ 0 w 2640"/>
              <a:gd name="T7" fmla="*/ 0 h 720"/>
              <a:gd name="T8" fmla="*/ 0 w 2640"/>
              <a:gd name="T9" fmla="*/ 720 h 720"/>
              <a:gd name="T10" fmla="*/ 180 w 2640"/>
              <a:gd name="T11" fmla="*/ 720 h 720"/>
              <a:gd name="T12" fmla="*/ 180 w 2640"/>
              <a:gd name="T13" fmla="*/ 420 h 720"/>
              <a:gd name="T14" fmla="*/ 420 w 2640"/>
              <a:gd name="T15" fmla="*/ 420 h 720"/>
              <a:gd name="T16" fmla="*/ 420 w 2640"/>
              <a:gd name="T17" fmla="*/ 720 h 720"/>
              <a:gd name="T18" fmla="*/ 600 w 2640"/>
              <a:gd name="T19" fmla="*/ 720 h 720"/>
              <a:gd name="T20" fmla="*/ 600 w 2640"/>
              <a:gd name="T21" fmla="*/ 0 h 720"/>
              <a:gd name="T22" fmla="*/ 420 w 2640"/>
              <a:gd name="T23" fmla="*/ 0 h 720"/>
              <a:gd name="T24" fmla="*/ 420 w 2640"/>
              <a:gd name="T25" fmla="*/ 240 h 720"/>
              <a:gd name="T26" fmla="*/ 720 w 2640"/>
              <a:gd name="T27" fmla="*/ 180 h 720"/>
              <a:gd name="T28" fmla="*/ 900 w 2640"/>
              <a:gd name="T29" fmla="*/ 180 h 720"/>
              <a:gd name="T30" fmla="*/ 900 w 2640"/>
              <a:gd name="T31" fmla="*/ 720 h 720"/>
              <a:gd name="T32" fmla="*/ 1080 w 2640"/>
              <a:gd name="T33" fmla="*/ 720 h 720"/>
              <a:gd name="T34" fmla="*/ 1080 w 2640"/>
              <a:gd name="T35" fmla="*/ 180 h 720"/>
              <a:gd name="T36" fmla="*/ 1260 w 2640"/>
              <a:gd name="T37" fmla="*/ 180 h 720"/>
              <a:gd name="T38" fmla="*/ 1260 w 2640"/>
              <a:gd name="T39" fmla="*/ 0 h 720"/>
              <a:gd name="T40" fmla="*/ 720 w 2640"/>
              <a:gd name="T41" fmla="*/ 0 h 720"/>
              <a:gd name="T42" fmla="*/ 720 w 2640"/>
              <a:gd name="T43" fmla="*/ 180 h 720"/>
              <a:gd name="T44" fmla="*/ 1380 w 2640"/>
              <a:gd name="T45" fmla="*/ 180 h 720"/>
              <a:gd name="T46" fmla="*/ 1560 w 2640"/>
              <a:gd name="T47" fmla="*/ 180 h 720"/>
              <a:gd name="T48" fmla="*/ 1560 w 2640"/>
              <a:gd name="T49" fmla="*/ 720 h 720"/>
              <a:gd name="T50" fmla="*/ 1740 w 2640"/>
              <a:gd name="T51" fmla="*/ 720 h 720"/>
              <a:gd name="T52" fmla="*/ 1740 w 2640"/>
              <a:gd name="T53" fmla="*/ 180 h 720"/>
              <a:gd name="T54" fmla="*/ 1920 w 2640"/>
              <a:gd name="T55" fmla="*/ 180 h 720"/>
              <a:gd name="T56" fmla="*/ 1920 w 2640"/>
              <a:gd name="T57" fmla="*/ 0 h 720"/>
              <a:gd name="T58" fmla="*/ 1380 w 2640"/>
              <a:gd name="T59" fmla="*/ 0 h 720"/>
              <a:gd name="T60" fmla="*/ 1380 w 2640"/>
              <a:gd name="T61" fmla="*/ 180 h 720"/>
              <a:gd name="T62" fmla="*/ 2460 w 2640"/>
              <a:gd name="T63" fmla="*/ 0 h 720"/>
              <a:gd name="T64" fmla="*/ 2040 w 2640"/>
              <a:gd name="T65" fmla="*/ 0 h 720"/>
              <a:gd name="T66" fmla="*/ 2040 w 2640"/>
              <a:gd name="T67" fmla="*/ 720 h 720"/>
              <a:gd name="T68" fmla="*/ 2220 w 2640"/>
              <a:gd name="T69" fmla="*/ 720 h 720"/>
              <a:gd name="T70" fmla="*/ 2220 w 2640"/>
              <a:gd name="T71" fmla="*/ 480 h 720"/>
              <a:gd name="T72" fmla="*/ 2460 w 2640"/>
              <a:gd name="T73" fmla="*/ 480 h 720"/>
              <a:gd name="T74" fmla="*/ 2640 w 2640"/>
              <a:gd name="T75" fmla="*/ 300 h 720"/>
              <a:gd name="T76" fmla="*/ 2640 w 2640"/>
              <a:gd name="T77" fmla="*/ 180 h 720"/>
              <a:gd name="T78" fmla="*/ 2460 w 2640"/>
              <a:gd name="T79" fmla="*/ 0 h 720"/>
              <a:gd name="T80" fmla="*/ 2460 w 2640"/>
              <a:gd name="T81" fmla="*/ 300 h 720"/>
              <a:gd name="T82" fmla="*/ 2220 w 2640"/>
              <a:gd name="T83" fmla="*/ 300 h 720"/>
              <a:gd name="T84" fmla="*/ 2220 w 2640"/>
              <a:gd name="T85" fmla="*/ 180 h 720"/>
              <a:gd name="T86" fmla="*/ 2460 w 2640"/>
              <a:gd name="T87" fmla="*/ 180 h 720"/>
              <a:gd name="T88" fmla="*/ 2460 w 2640"/>
              <a:gd name="T89" fmla="*/ 300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640" h="720">
                <a:moveTo>
                  <a:pt x="420" y="240"/>
                </a:moveTo>
                <a:cubicBezTo>
                  <a:pt x="180" y="240"/>
                  <a:pt x="180" y="240"/>
                  <a:pt x="180" y="240"/>
                </a:cubicBezTo>
                <a:cubicBezTo>
                  <a:pt x="180" y="0"/>
                  <a:pt x="180" y="0"/>
                  <a:pt x="18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720"/>
                  <a:pt x="0" y="720"/>
                  <a:pt x="0" y="720"/>
                </a:cubicBezTo>
                <a:cubicBezTo>
                  <a:pt x="180" y="720"/>
                  <a:pt x="180" y="720"/>
                  <a:pt x="180" y="720"/>
                </a:cubicBezTo>
                <a:cubicBezTo>
                  <a:pt x="180" y="420"/>
                  <a:pt x="180" y="420"/>
                  <a:pt x="180" y="420"/>
                </a:cubicBezTo>
                <a:cubicBezTo>
                  <a:pt x="420" y="420"/>
                  <a:pt x="420" y="420"/>
                  <a:pt x="420" y="420"/>
                </a:cubicBezTo>
                <a:cubicBezTo>
                  <a:pt x="420" y="720"/>
                  <a:pt x="420" y="720"/>
                  <a:pt x="420" y="720"/>
                </a:cubicBezTo>
                <a:cubicBezTo>
                  <a:pt x="600" y="720"/>
                  <a:pt x="600" y="720"/>
                  <a:pt x="600" y="720"/>
                </a:cubicBezTo>
                <a:cubicBezTo>
                  <a:pt x="600" y="0"/>
                  <a:pt x="600" y="0"/>
                  <a:pt x="600" y="0"/>
                </a:cubicBezTo>
                <a:cubicBezTo>
                  <a:pt x="420" y="0"/>
                  <a:pt x="420" y="0"/>
                  <a:pt x="420" y="0"/>
                </a:cubicBezTo>
                <a:lnTo>
                  <a:pt x="420" y="240"/>
                </a:lnTo>
                <a:close/>
                <a:moveTo>
                  <a:pt x="720" y="180"/>
                </a:moveTo>
                <a:cubicBezTo>
                  <a:pt x="900" y="180"/>
                  <a:pt x="900" y="180"/>
                  <a:pt x="900" y="180"/>
                </a:cubicBezTo>
                <a:cubicBezTo>
                  <a:pt x="900" y="720"/>
                  <a:pt x="900" y="720"/>
                  <a:pt x="900" y="720"/>
                </a:cubicBezTo>
                <a:cubicBezTo>
                  <a:pt x="1080" y="720"/>
                  <a:pt x="1080" y="720"/>
                  <a:pt x="1080" y="720"/>
                </a:cubicBezTo>
                <a:cubicBezTo>
                  <a:pt x="1080" y="180"/>
                  <a:pt x="1080" y="180"/>
                  <a:pt x="1080" y="180"/>
                </a:cubicBezTo>
                <a:cubicBezTo>
                  <a:pt x="1260" y="180"/>
                  <a:pt x="1260" y="180"/>
                  <a:pt x="1260" y="180"/>
                </a:cubicBezTo>
                <a:cubicBezTo>
                  <a:pt x="1260" y="0"/>
                  <a:pt x="1260" y="0"/>
                  <a:pt x="1260" y="0"/>
                </a:cubicBezTo>
                <a:cubicBezTo>
                  <a:pt x="720" y="0"/>
                  <a:pt x="720" y="0"/>
                  <a:pt x="720" y="0"/>
                </a:cubicBezTo>
                <a:lnTo>
                  <a:pt x="720" y="180"/>
                </a:lnTo>
                <a:close/>
                <a:moveTo>
                  <a:pt x="1380" y="180"/>
                </a:moveTo>
                <a:cubicBezTo>
                  <a:pt x="1560" y="180"/>
                  <a:pt x="1560" y="180"/>
                  <a:pt x="1560" y="180"/>
                </a:cubicBezTo>
                <a:cubicBezTo>
                  <a:pt x="1560" y="720"/>
                  <a:pt x="1560" y="720"/>
                  <a:pt x="1560" y="720"/>
                </a:cubicBezTo>
                <a:cubicBezTo>
                  <a:pt x="1740" y="720"/>
                  <a:pt x="1740" y="720"/>
                  <a:pt x="1740" y="720"/>
                </a:cubicBezTo>
                <a:cubicBezTo>
                  <a:pt x="1740" y="180"/>
                  <a:pt x="1740" y="180"/>
                  <a:pt x="1740" y="180"/>
                </a:cubicBezTo>
                <a:cubicBezTo>
                  <a:pt x="1920" y="180"/>
                  <a:pt x="1920" y="180"/>
                  <a:pt x="1920" y="180"/>
                </a:cubicBezTo>
                <a:cubicBezTo>
                  <a:pt x="1920" y="0"/>
                  <a:pt x="1920" y="0"/>
                  <a:pt x="1920" y="0"/>
                </a:cubicBezTo>
                <a:cubicBezTo>
                  <a:pt x="1380" y="0"/>
                  <a:pt x="1380" y="0"/>
                  <a:pt x="1380" y="0"/>
                </a:cubicBezTo>
                <a:lnTo>
                  <a:pt x="1380" y="180"/>
                </a:lnTo>
                <a:close/>
                <a:moveTo>
                  <a:pt x="2460" y="0"/>
                </a:moveTo>
                <a:cubicBezTo>
                  <a:pt x="2040" y="0"/>
                  <a:pt x="2040" y="0"/>
                  <a:pt x="2040" y="0"/>
                </a:cubicBezTo>
                <a:cubicBezTo>
                  <a:pt x="2040" y="720"/>
                  <a:pt x="2040" y="720"/>
                  <a:pt x="2040" y="720"/>
                </a:cubicBezTo>
                <a:cubicBezTo>
                  <a:pt x="2220" y="720"/>
                  <a:pt x="2220" y="720"/>
                  <a:pt x="2220" y="720"/>
                </a:cubicBezTo>
                <a:cubicBezTo>
                  <a:pt x="2220" y="480"/>
                  <a:pt x="2220" y="480"/>
                  <a:pt x="2220" y="480"/>
                </a:cubicBezTo>
                <a:cubicBezTo>
                  <a:pt x="2460" y="480"/>
                  <a:pt x="2460" y="480"/>
                  <a:pt x="2460" y="480"/>
                </a:cubicBezTo>
                <a:cubicBezTo>
                  <a:pt x="2556" y="480"/>
                  <a:pt x="2640" y="396"/>
                  <a:pt x="2640" y="300"/>
                </a:cubicBezTo>
                <a:cubicBezTo>
                  <a:pt x="2640" y="180"/>
                  <a:pt x="2640" y="180"/>
                  <a:pt x="2640" y="180"/>
                </a:cubicBezTo>
                <a:cubicBezTo>
                  <a:pt x="2640" y="84"/>
                  <a:pt x="2556" y="0"/>
                  <a:pt x="2460" y="0"/>
                </a:cubicBezTo>
                <a:close/>
                <a:moveTo>
                  <a:pt x="2460" y="300"/>
                </a:moveTo>
                <a:cubicBezTo>
                  <a:pt x="2220" y="300"/>
                  <a:pt x="2220" y="300"/>
                  <a:pt x="2220" y="300"/>
                </a:cubicBezTo>
                <a:cubicBezTo>
                  <a:pt x="2220" y="180"/>
                  <a:pt x="2220" y="180"/>
                  <a:pt x="2220" y="180"/>
                </a:cubicBezTo>
                <a:cubicBezTo>
                  <a:pt x="2460" y="180"/>
                  <a:pt x="2460" y="180"/>
                  <a:pt x="2460" y="180"/>
                </a:cubicBezTo>
                <a:lnTo>
                  <a:pt x="2460" y="3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85768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TTP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96591" cy="914400"/>
          </a:xfrm>
          <a:custGeom>
            <a:avLst/>
            <a:gdLst>
              <a:gd name="T0" fmla="*/ 1680 w 1920"/>
              <a:gd name="T1" fmla="*/ 840 h 2520"/>
              <a:gd name="T2" fmla="*/ 1560 w 1920"/>
              <a:gd name="T3" fmla="*/ 840 h 2520"/>
              <a:gd name="T4" fmla="*/ 1560 w 1920"/>
              <a:gd name="T5" fmla="*/ 600 h 2520"/>
              <a:gd name="T6" fmla="*/ 960 w 1920"/>
              <a:gd name="T7" fmla="*/ 0 h 2520"/>
              <a:gd name="T8" fmla="*/ 360 w 1920"/>
              <a:gd name="T9" fmla="*/ 600 h 2520"/>
              <a:gd name="T10" fmla="*/ 360 w 1920"/>
              <a:gd name="T11" fmla="*/ 840 h 2520"/>
              <a:gd name="T12" fmla="*/ 240 w 1920"/>
              <a:gd name="T13" fmla="*/ 840 h 2520"/>
              <a:gd name="T14" fmla="*/ 0 w 1920"/>
              <a:gd name="T15" fmla="*/ 1080 h 2520"/>
              <a:gd name="T16" fmla="*/ 0 w 1920"/>
              <a:gd name="T17" fmla="*/ 2280 h 2520"/>
              <a:gd name="T18" fmla="*/ 240 w 1920"/>
              <a:gd name="T19" fmla="*/ 2520 h 2520"/>
              <a:gd name="T20" fmla="*/ 1680 w 1920"/>
              <a:gd name="T21" fmla="*/ 2520 h 2520"/>
              <a:gd name="T22" fmla="*/ 1920 w 1920"/>
              <a:gd name="T23" fmla="*/ 2280 h 2520"/>
              <a:gd name="T24" fmla="*/ 1920 w 1920"/>
              <a:gd name="T25" fmla="*/ 1080 h 2520"/>
              <a:gd name="T26" fmla="*/ 1680 w 1920"/>
              <a:gd name="T27" fmla="*/ 840 h 2520"/>
              <a:gd name="T28" fmla="*/ 960 w 1920"/>
              <a:gd name="T29" fmla="*/ 1920 h 2520"/>
              <a:gd name="T30" fmla="*/ 720 w 1920"/>
              <a:gd name="T31" fmla="*/ 1680 h 2520"/>
              <a:gd name="T32" fmla="*/ 960 w 1920"/>
              <a:gd name="T33" fmla="*/ 1440 h 2520"/>
              <a:gd name="T34" fmla="*/ 1200 w 1920"/>
              <a:gd name="T35" fmla="*/ 1680 h 2520"/>
              <a:gd name="T36" fmla="*/ 960 w 1920"/>
              <a:gd name="T37" fmla="*/ 1920 h 2520"/>
              <a:gd name="T38" fmla="*/ 1332 w 1920"/>
              <a:gd name="T39" fmla="*/ 840 h 2520"/>
              <a:gd name="T40" fmla="*/ 588 w 1920"/>
              <a:gd name="T41" fmla="*/ 840 h 2520"/>
              <a:gd name="T42" fmla="*/ 588 w 1920"/>
              <a:gd name="T43" fmla="*/ 600 h 2520"/>
              <a:gd name="T44" fmla="*/ 960 w 1920"/>
              <a:gd name="T45" fmla="*/ 228 h 2520"/>
              <a:gd name="T46" fmla="*/ 1332 w 1920"/>
              <a:gd name="T47" fmla="*/ 600 h 2520"/>
              <a:gd name="T48" fmla="*/ 1332 w 1920"/>
              <a:gd name="T49" fmla="*/ 840 h 2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920" h="2520">
                <a:moveTo>
                  <a:pt x="1680" y="840"/>
                </a:moveTo>
                <a:cubicBezTo>
                  <a:pt x="1560" y="840"/>
                  <a:pt x="1560" y="840"/>
                  <a:pt x="1560" y="840"/>
                </a:cubicBezTo>
                <a:cubicBezTo>
                  <a:pt x="1560" y="600"/>
                  <a:pt x="1560" y="600"/>
                  <a:pt x="1560" y="600"/>
                </a:cubicBezTo>
                <a:cubicBezTo>
                  <a:pt x="1560" y="269"/>
                  <a:pt x="1291" y="0"/>
                  <a:pt x="960" y="0"/>
                </a:cubicBezTo>
                <a:cubicBezTo>
                  <a:pt x="629" y="0"/>
                  <a:pt x="360" y="269"/>
                  <a:pt x="360" y="600"/>
                </a:cubicBezTo>
                <a:cubicBezTo>
                  <a:pt x="360" y="840"/>
                  <a:pt x="360" y="840"/>
                  <a:pt x="360" y="840"/>
                </a:cubicBezTo>
                <a:cubicBezTo>
                  <a:pt x="240" y="840"/>
                  <a:pt x="240" y="840"/>
                  <a:pt x="240" y="840"/>
                </a:cubicBezTo>
                <a:cubicBezTo>
                  <a:pt x="108" y="840"/>
                  <a:pt x="0" y="948"/>
                  <a:pt x="0" y="1080"/>
                </a:cubicBezTo>
                <a:cubicBezTo>
                  <a:pt x="0" y="2280"/>
                  <a:pt x="0" y="2280"/>
                  <a:pt x="0" y="2280"/>
                </a:cubicBezTo>
                <a:cubicBezTo>
                  <a:pt x="0" y="2412"/>
                  <a:pt x="108" y="2520"/>
                  <a:pt x="240" y="2520"/>
                </a:cubicBezTo>
                <a:cubicBezTo>
                  <a:pt x="1680" y="2520"/>
                  <a:pt x="1680" y="2520"/>
                  <a:pt x="1680" y="2520"/>
                </a:cubicBezTo>
                <a:cubicBezTo>
                  <a:pt x="1812" y="2520"/>
                  <a:pt x="1920" y="2412"/>
                  <a:pt x="1920" y="2280"/>
                </a:cubicBezTo>
                <a:cubicBezTo>
                  <a:pt x="1920" y="1080"/>
                  <a:pt x="1920" y="1080"/>
                  <a:pt x="1920" y="1080"/>
                </a:cubicBezTo>
                <a:cubicBezTo>
                  <a:pt x="1920" y="948"/>
                  <a:pt x="1812" y="840"/>
                  <a:pt x="1680" y="840"/>
                </a:cubicBezTo>
                <a:close/>
                <a:moveTo>
                  <a:pt x="960" y="1920"/>
                </a:moveTo>
                <a:cubicBezTo>
                  <a:pt x="828" y="1920"/>
                  <a:pt x="720" y="1812"/>
                  <a:pt x="720" y="1680"/>
                </a:cubicBezTo>
                <a:cubicBezTo>
                  <a:pt x="720" y="1548"/>
                  <a:pt x="828" y="1440"/>
                  <a:pt x="960" y="1440"/>
                </a:cubicBezTo>
                <a:cubicBezTo>
                  <a:pt x="1092" y="1440"/>
                  <a:pt x="1200" y="1548"/>
                  <a:pt x="1200" y="1680"/>
                </a:cubicBezTo>
                <a:cubicBezTo>
                  <a:pt x="1200" y="1812"/>
                  <a:pt x="1092" y="1920"/>
                  <a:pt x="960" y="1920"/>
                </a:cubicBezTo>
                <a:close/>
                <a:moveTo>
                  <a:pt x="1332" y="840"/>
                </a:moveTo>
                <a:cubicBezTo>
                  <a:pt x="588" y="840"/>
                  <a:pt x="588" y="840"/>
                  <a:pt x="588" y="840"/>
                </a:cubicBezTo>
                <a:cubicBezTo>
                  <a:pt x="588" y="600"/>
                  <a:pt x="588" y="600"/>
                  <a:pt x="588" y="600"/>
                </a:cubicBezTo>
                <a:cubicBezTo>
                  <a:pt x="588" y="395"/>
                  <a:pt x="755" y="228"/>
                  <a:pt x="960" y="228"/>
                </a:cubicBezTo>
                <a:cubicBezTo>
                  <a:pt x="1165" y="228"/>
                  <a:pt x="1332" y="395"/>
                  <a:pt x="1332" y="600"/>
                </a:cubicBezTo>
                <a:lnTo>
                  <a:pt x="1332" y="8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7792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portant Device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61978"/>
          </a:xfrm>
          <a:custGeom>
            <a:avLst/>
            <a:gdLst>
              <a:gd name="T0" fmla="*/ 2760 w 2880"/>
              <a:gd name="T1" fmla="*/ 1081 h 2400"/>
              <a:gd name="T2" fmla="*/ 2160 w 2880"/>
              <a:gd name="T3" fmla="*/ 1080 h 2400"/>
              <a:gd name="T4" fmla="*/ 2040 w 2880"/>
              <a:gd name="T5" fmla="*/ 1200 h 2400"/>
              <a:gd name="T6" fmla="*/ 2040 w 2880"/>
              <a:gd name="T7" fmla="*/ 2280 h 2400"/>
              <a:gd name="T8" fmla="*/ 2160 w 2880"/>
              <a:gd name="T9" fmla="*/ 2400 h 2400"/>
              <a:gd name="T10" fmla="*/ 2760 w 2880"/>
              <a:gd name="T11" fmla="*/ 2400 h 2400"/>
              <a:gd name="T12" fmla="*/ 2880 w 2880"/>
              <a:gd name="T13" fmla="*/ 2280 h 2400"/>
              <a:gd name="T14" fmla="*/ 2880 w 2880"/>
              <a:gd name="T15" fmla="*/ 1200 h 2400"/>
              <a:gd name="T16" fmla="*/ 2760 w 2880"/>
              <a:gd name="T17" fmla="*/ 1081 h 2400"/>
              <a:gd name="T18" fmla="*/ 2760 w 2880"/>
              <a:gd name="T19" fmla="*/ 2160 h 2400"/>
              <a:gd name="T20" fmla="*/ 2160 w 2880"/>
              <a:gd name="T21" fmla="*/ 2160 h 2400"/>
              <a:gd name="T22" fmla="*/ 2160 w 2880"/>
              <a:gd name="T23" fmla="*/ 1320 h 2400"/>
              <a:gd name="T24" fmla="*/ 2760 w 2880"/>
              <a:gd name="T25" fmla="*/ 1320 h 2400"/>
              <a:gd name="T26" fmla="*/ 2760 w 2880"/>
              <a:gd name="T27" fmla="*/ 2160 h 2400"/>
              <a:gd name="T28" fmla="*/ 2400 w 2880"/>
              <a:gd name="T29" fmla="*/ 0 h 2400"/>
              <a:gd name="T30" fmla="*/ 240 w 2880"/>
              <a:gd name="T31" fmla="*/ 0 h 2400"/>
              <a:gd name="T32" fmla="*/ 0 w 2880"/>
              <a:gd name="T33" fmla="*/ 240 h 2400"/>
              <a:gd name="T34" fmla="*/ 0 w 2880"/>
              <a:gd name="T35" fmla="*/ 1680 h 2400"/>
              <a:gd name="T36" fmla="*/ 240 w 2880"/>
              <a:gd name="T37" fmla="*/ 1920 h 2400"/>
              <a:gd name="T38" fmla="*/ 1080 w 2880"/>
              <a:gd name="T39" fmla="*/ 1920 h 2400"/>
              <a:gd name="T40" fmla="*/ 1080 w 2880"/>
              <a:gd name="T41" fmla="*/ 2160 h 2400"/>
              <a:gd name="T42" fmla="*/ 840 w 2880"/>
              <a:gd name="T43" fmla="*/ 2160 h 2400"/>
              <a:gd name="T44" fmla="*/ 840 w 2880"/>
              <a:gd name="T45" fmla="*/ 2400 h 2400"/>
              <a:gd name="T46" fmla="*/ 1800 w 2880"/>
              <a:gd name="T47" fmla="*/ 2400 h 2400"/>
              <a:gd name="T48" fmla="*/ 1800 w 2880"/>
              <a:gd name="T49" fmla="*/ 2160 h 2400"/>
              <a:gd name="T50" fmla="*/ 1560 w 2880"/>
              <a:gd name="T51" fmla="*/ 2160 h 2400"/>
              <a:gd name="T52" fmla="*/ 1560 w 2880"/>
              <a:gd name="T53" fmla="*/ 1920 h 2400"/>
              <a:gd name="T54" fmla="*/ 1800 w 2880"/>
              <a:gd name="T55" fmla="*/ 1920 h 2400"/>
              <a:gd name="T56" fmla="*/ 1800 w 2880"/>
              <a:gd name="T57" fmla="*/ 1680 h 2400"/>
              <a:gd name="T58" fmla="*/ 240 w 2880"/>
              <a:gd name="T59" fmla="*/ 1680 h 2400"/>
              <a:gd name="T60" fmla="*/ 240 w 2880"/>
              <a:gd name="T61" fmla="*/ 240 h 2400"/>
              <a:gd name="T62" fmla="*/ 2400 w 2880"/>
              <a:gd name="T63" fmla="*/ 240 h 2400"/>
              <a:gd name="T64" fmla="*/ 2400 w 2880"/>
              <a:gd name="T65" fmla="*/ 840 h 2400"/>
              <a:gd name="T66" fmla="*/ 2640 w 2880"/>
              <a:gd name="T67" fmla="*/ 840 h 2400"/>
              <a:gd name="T68" fmla="*/ 2640 w 2880"/>
              <a:gd name="T69" fmla="*/ 240 h 2400"/>
              <a:gd name="T70" fmla="*/ 2400 w 2880"/>
              <a:gd name="T71" fmla="*/ 0 h 2400"/>
              <a:gd name="T72" fmla="*/ 1436 w 2880"/>
              <a:gd name="T73" fmla="*/ 840 h 2400"/>
              <a:gd name="T74" fmla="*/ 1320 w 2880"/>
              <a:gd name="T75" fmla="*/ 480 h 2400"/>
              <a:gd name="T76" fmla="*/ 1204 w 2880"/>
              <a:gd name="T77" fmla="*/ 840 h 2400"/>
              <a:gd name="T78" fmla="*/ 840 w 2880"/>
              <a:gd name="T79" fmla="*/ 840 h 2400"/>
              <a:gd name="T80" fmla="*/ 1136 w 2880"/>
              <a:gd name="T81" fmla="*/ 1051 h 2400"/>
              <a:gd name="T82" fmla="*/ 1024 w 2880"/>
              <a:gd name="T83" fmla="*/ 1400 h 2400"/>
              <a:gd name="T84" fmla="*/ 1320 w 2880"/>
              <a:gd name="T85" fmla="*/ 1184 h 2400"/>
              <a:gd name="T86" fmla="*/ 1616 w 2880"/>
              <a:gd name="T87" fmla="*/ 1400 h 2400"/>
              <a:gd name="T88" fmla="*/ 1504 w 2880"/>
              <a:gd name="T89" fmla="*/ 1051 h 2400"/>
              <a:gd name="T90" fmla="*/ 1800 w 2880"/>
              <a:gd name="T91" fmla="*/ 840 h 2400"/>
              <a:gd name="T92" fmla="*/ 1436 w 2880"/>
              <a:gd name="T93" fmla="*/ 84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80" h="2400">
                <a:moveTo>
                  <a:pt x="2760" y="1081"/>
                </a:moveTo>
                <a:cubicBezTo>
                  <a:pt x="2160" y="1080"/>
                  <a:pt x="2160" y="1080"/>
                  <a:pt x="2160" y="1080"/>
                </a:cubicBezTo>
                <a:cubicBezTo>
                  <a:pt x="2094" y="1080"/>
                  <a:pt x="2040" y="1134"/>
                  <a:pt x="2040" y="1200"/>
                </a:cubicBezTo>
                <a:cubicBezTo>
                  <a:pt x="2040" y="2280"/>
                  <a:pt x="2040" y="2280"/>
                  <a:pt x="2040" y="2280"/>
                </a:cubicBezTo>
                <a:cubicBezTo>
                  <a:pt x="2040" y="2346"/>
                  <a:pt x="2094" y="2400"/>
                  <a:pt x="2160" y="2400"/>
                </a:cubicBezTo>
                <a:cubicBezTo>
                  <a:pt x="2760" y="2400"/>
                  <a:pt x="2760" y="2400"/>
                  <a:pt x="2760" y="2400"/>
                </a:cubicBezTo>
                <a:cubicBezTo>
                  <a:pt x="2826" y="2400"/>
                  <a:pt x="2880" y="2346"/>
                  <a:pt x="2880" y="2280"/>
                </a:cubicBezTo>
                <a:cubicBezTo>
                  <a:pt x="2880" y="1200"/>
                  <a:pt x="2880" y="1200"/>
                  <a:pt x="2880" y="1200"/>
                </a:cubicBezTo>
                <a:cubicBezTo>
                  <a:pt x="2880" y="1134"/>
                  <a:pt x="2826" y="1081"/>
                  <a:pt x="2760" y="1081"/>
                </a:cubicBezTo>
                <a:close/>
                <a:moveTo>
                  <a:pt x="2760" y="2160"/>
                </a:moveTo>
                <a:cubicBezTo>
                  <a:pt x="2160" y="2160"/>
                  <a:pt x="2160" y="2160"/>
                  <a:pt x="2160" y="2160"/>
                </a:cubicBezTo>
                <a:cubicBezTo>
                  <a:pt x="2160" y="1320"/>
                  <a:pt x="2160" y="1320"/>
                  <a:pt x="2160" y="1320"/>
                </a:cubicBezTo>
                <a:cubicBezTo>
                  <a:pt x="2760" y="1320"/>
                  <a:pt x="2760" y="1320"/>
                  <a:pt x="2760" y="1320"/>
                </a:cubicBezTo>
                <a:lnTo>
                  <a:pt x="2760" y="2160"/>
                </a:lnTo>
                <a:close/>
                <a:moveTo>
                  <a:pt x="240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0" y="107"/>
                  <a:pt x="0" y="240"/>
                </a:cubicBezTo>
                <a:cubicBezTo>
                  <a:pt x="0" y="1680"/>
                  <a:pt x="0" y="1680"/>
                  <a:pt x="0" y="1680"/>
                </a:cubicBezTo>
                <a:cubicBezTo>
                  <a:pt x="0" y="1812"/>
                  <a:pt x="107" y="1920"/>
                  <a:pt x="240" y="1920"/>
                </a:cubicBezTo>
                <a:cubicBezTo>
                  <a:pt x="1080" y="1920"/>
                  <a:pt x="1080" y="1920"/>
                  <a:pt x="1080" y="1920"/>
                </a:cubicBezTo>
                <a:cubicBezTo>
                  <a:pt x="1080" y="2160"/>
                  <a:pt x="1080" y="2160"/>
                  <a:pt x="1080" y="2160"/>
                </a:cubicBezTo>
                <a:cubicBezTo>
                  <a:pt x="840" y="2160"/>
                  <a:pt x="840" y="2160"/>
                  <a:pt x="840" y="2160"/>
                </a:cubicBezTo>
                <a:cubicBezTo>
                  <a:pt x="840" y="2400"/>
                  <a:pt x="840" y="2400"/>
                  <a:pt x="840" y="2400"/>
                </a:cubicBezTo>
                <a:cubicBezTo>
                  <a:pt x="1800" y="2400"/>
                  <a:pt x="1800" y="2400"/>
                  <a:pt x="1800" y="2400"/>
                </a:cubicBezTo>
                <a:cubicBezTo>
                  <a:pt x="1800" y="2160"/>
                  <a:pt x="1800" y="2160"/>
                  <a:pt x="1800" y="2160"/>
                </a:cubicBezTo>
                <a:cubicBezTo>
                  <a:pt x="1560" y="2160"/>
                  <a:pt x="1560" y="2160"/>
                  <a:pt x="1560" y="2160"/>
                </a:cubicBezTo>
                <a:cubicBezTo>
                  <a:pt x="1560" y="1920"/>
                  <a:pt x="1560" y="1920"/>
                  <a:pt x="1560" y="1920"/>
                </a:cubicBezTo>
                <a:cubicBezTo>
                  <a:pt x="1800" y="1920"/>
                  <a:pt x="1800" y="1920"/>
                  <a:pt x="1800" y="1920"/>
                </a:cubicBezTo>
                <a:cubicBezTo>
                  <a:pt x="1800" y="1680"/>
                  <a:pt x="1800" y="1680"/>
                  <a:pt x="1800" y="1680"/>
                </a:cubicBezTo>
                <a:cubicBezTo>
                  <a:pt x="240" y="1680"/>
                  <a:pt x="240" y="1680"/>
                  <a:pt x="240" y="168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2400" y="240"/>
                  <a:pt x="2400" y="240"/>
                  <a:pt x="2400" y="240"/>
                </a:cubicBezTo>
                <a:cubicBezTo>
                  <a:pt x="2400" y="840"/>
                  <a:pt x="2400" y="840"/>
                  <a:pt x="2400" y="840"/>
                </a:cubicBezTo>
                <a:cubicBezTo>
                  <a:pt x="2640" y="840"/>
                  <a:pt x="2640" y="840"/>
                  <a:pt x="2640" y="840"/>
                </a:cubicBezTo>
                <a:cubicBezTo>
                  <a:pt x="2640" y="240"/>
                  <a:pt x="2640" y="240"/>
                  <a:pt x="2640" y="240"/>
                </a:cubicBezTo>
                <a:cubicBezTo>
                  <a:pt x="2640" y="107"/>
                  <a:pt x="2532" y="0"/>
                  <a:pt x="2400" y="0"/>
                </a:cubicBezTo>
                <a:close/>
                <a:moveTo>
                  <a:pt x="1436" y="840"/>
                </a:moveTo>
                <a:cubicBezTo>
                  <a:pt x="1320" y="480"/>
                  <a:pt x="1320" y="480"/>
                  <a:pt x="1320" y="480"/>
                </a:cubicBezTo>
                <a:cubicBezTo>
                  <a:pt x="1204" y="840"/>
                  <a:pt x="1204" y="840"/>
                  <a:pt x="1204" y="840"/>
                </a:cubicBezTo>
                <a:cubicBezTo>
                  <a:pt x="840" y="840"/>
                  <a:pt x="840" y="840"/>
                  <a:pt x="840" y="840"/>
                </a:cubicBezTo>
                <a:cubicBezTo>
                  <a:pt x="1136" y="1051"/>
                  <a:pt x="1136" y="1051"/>
                  <a:pt x="1136" y="1051"/>
                </a:cubicBezTo>
                <a:cubicBezTo>
                  <a:pt x="1024" y="1400"/>
                  <a:pt x="1024" y="1400"/>
                  <a:pt x="1024" y="1400"/>
                </a:cubicBezTo>
                <a:cubicBezTo>
                  <a:pt x="1320" y="1184"/>
                  <a:pt x="1320" y="1184"/>
                  <a:pt x="1320" y="1184"/>
                </a:cubicBezTo>
                <a:cubicBezTo>
                  <a:pt x="1616" y="1400"/>
                  <a:pt x="1616" y="1400"/>
                  <a:pt x="1616" y="1400"/>
                </a:cubicBezTo>
                <a:cubicBezTo>
                  <a:pt x="1504" y="1051"/>
                  <a:pt x="1504" y="1051"/>
                  <a:pt x="1504" y="1051"/>
                </a:cubicBezTo>
                <a:cubicBezTo>
                  <a:pt x="1800" y="840"/>
                  <a:pt x="1800" y="840"/>
                  <a:pt x="1800" y="840"/>
                </a:cubicBezTo>
                <a:lnTo>
                  <a:pt x="1436" y="8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80916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f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200 w 2400"/>
              <a:gd name="T1" fmla="*/ 0 h 2400"/>
              <a:gd name="T2" fmla="*/ 0 w 2400"/>
              <a:gd name="T3" fmla="*/ 1200 h 2400"/>
              <a:gd name="T4" fmla="*/ 1200 w 2400"/>
              <a:gd name="T5" fmla="*/ 2400 h 2400"/>
              <a:gd name="T6" fmla="*/ 2400 w 2400"/>
              <a:gd name="T7" fmla="*/ 1200 h 2400"/>
              <a:gd name="T8" fmla="*/ 1200 w 2400"/>
              <a:gd name="T9" fmla="*/ 0 h 2400"/>
              <a:gd name="T10" fmla="*/ 1320 w 2400"/>
              <a:gd name="T11" fmla="*/ 1800 h 2400"/>
              <a:gd name="T12" fmla="*/ 1080 w 2400"/>
              <a:gd name="T13" fmla="*/ 1800 h 2400"/>
              <a:gd name="T14" fmla="*/ 1080 w 2400"/>
              <a:gd name="T15" fmla="*/ 1080 h 2400"/>
              <a:gd name="T16" fmla="*/ 1320 w 2400"/>
              <a:gd name="T17" fmla="*/ 1080 h 2400"/>
              <a:gd name="T18" fmla="*/ 1320 w 2400"/>
              <a:gd name="T19" fmla="*/ 1800 h 2400"/>
              <a:gd name="T20" fmla="*/ 1320 w 2400"/>
              <a:gd name="T21" fmla="*/ 840 h 2400"/>
              <a:gd name="T22" fmla="*/ 1080 w 2400"/>
              <a:gd name="T23" fmla="*/ 840 h 2400"/>
              <a:gd name="T24" fmla="*/ 1080 w 2400"/>
              <a:gd name="T25" fmla="*/ 600 h 2400"/>
              <a:gd name="T26" fmla="*/ 1320 w 2400"/>
              <a:gd name="T27" fmla="*/ 600 h 2400"/>
              <a:gd name="T28" fmla="*/ 1320 w 2400"/>
              <a:gd name="T29" fmla="*/ 84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400" h="2400">
                <a:moveTo>
                  <a:pt x="1200" y="0"/>
                </a:moveTo>
                <a:cubicBezTo>
                  <a:pt x="538" y="0"/>
                  <a:pt x="0" y="538"/>
                  <a:pt x="0" y="1200"/>
                </a:cubicBezTo>
                <a:cubicBezTo>
                  <a:pt x="0" y="1862"/>
                  <a:pt x="538" y="2400"/>
                  <a:pt x="1200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200" y="0"/>
                </a:cubicBezTo>
                <a:close/>
                <a:moveTo>
                  <a:pt x="1320" y="1800"/>
                </a:moveTo>
                <a:cubicBezTo>
                  <a:pt x="1080" y="1800"/>
                  <a:pt x="1080" y="1800"/>
                  <a:pt x="1080" y="1800"/>
                </a:cubicBezTo>
                <a:cubicBezTo>
                  <a:pt x="1080" y="1080"/>
                  <a:pt x="1080" y="1080"/>
                  <a:pt x="1080" y="1080"/>
                </a:cubicBezTo>
                <a:cubicBezTo>
                  <a:pt x="1320" y="1080"/>
                  <a:pt x="1320" y="1080"/>
                  <a:pt x="1320" y="1080"/>
                </a:cubicBezTo>
                <a:lnTo>
                  <a:pt x="1320" y="1800"/>
                </a:lnTo>
                <a:close/>
                <a:moveTo>
                  <a:pt x="1320" y="840"/>
                </a:moveTo>
                <a:cubicBezTo>
                  <a:pt x="1080" y="840"/>
                  <a:pt x="1080" y="840"/>
                  <a:pt x="1080" y="840"/>
                </a:cubicBezTo>
                <a:cubicBezTo>
                  <a:pt x="1080" y="600"/>
                  <a:pt x="1080" y="600"/>
                  <a:pt x="1080" y="600"/>
                </a:cubicBezTo>
                <a:cubicBezTo>
                  <a:pt x="1320" y="600"/>
                  <a:pt x="1320" y="600"/>
                  <a:pt x="1320" y="600"/>
                </a:cubicBezTo>
                <a:lnTo>
                  <a:pt x="1320" y="8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803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fo Out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080 w 2400"/>
              <a:gd name="T1" fmla="*/ 1800 h 2400"/>
              <a:gd name="T2" fmla="*/ 1320 w 2400"/>
              <a:gd name="T3" fmla="*/ 1800 h 2400"/>
              <a:gd name="T4" fmla="*/ 1320 w 2400"/>
              <a:gd name="T5" fmla="*/ 1080 h 2400"/>
              <a:gd name="T6" fmla="*/ 1080 w 2400"/>
              <a:gd name="T7" fmla="*/ 1080 h 2400"/>
              <a:gd name="T8" fmla="*/ 1080 w 2400"/>
              <a:gd name="T9" fmla="*/ 1800 h 2400"/>
              <a:gd name="T10" fmla="*/ 1200 w 2400"/>
              <a:gd name="T11" fmla="*/ 0 h 2400"/>
              <a:gd name="T12" fmla="*/ 0 w 2400"/>
              <a:gd name="T13" fmla="*/ 1200 h 2400"/>
              <a:gd name="T14" fmla="*/ 1200 w 2400"/>
              <a:gd name="T15" fmla="*/ 2400 h 2400"/>
              <a:gd name="T16" fmla="*/ 2400 w 2400"/>
              <a:gd name="T17" fmla="*/ 1200 h 2400"/>
              <a:gd name="T18" fmla="*/ 1200 w 2400"/>
              <a:gd name="T19" fmla="*/ 0 h 2400"/>
              <a:gd name="T20" fmla="*/ 1200 w 2400"/>
              <a:gd name="T21" fmla="*/ 2160 h 2400"/>
              <a:gd name="T22" fmla="*/ 240 w 2400"/>
              <a:gd name="T23" fmla="*/ 1200 h 2400"/>
              <a:gd name="T24" fmla="*/ 1200 w 2400"/>
              <a:gd name="T25" fmla="*/ 240 h 2400"/>
              <a:gd name="T26" fmla="*/ 2160 w 2400"/>
              <a:gd name="T27" fmla="*/ 1200 h 2400"/>
              <a:gd name="T28" fmla="*/ 1200 w 2400"/>
              <a:gd name="T29" fmla="*/ 2160 h 2400"/>
              <a:gd name="T30" fmla="*/ 1080 w 2400"/>
              <a:gd name="T31" fmla="*/ 840 h 2400"/>
              <a:gd name="T32" fmla="*/ 1320 w 2400"/>
              <a:gd name="T33" fmla="*/ 840 h 2400"/>
              <a:gd name="T34" fmla="*/ 1320 w 2400"/>
              <a:gd name="T35" fmla="*/ 600 h 2400"/>
              <a:gd name="T36" fmla="*/ 1080 w 2400"/>
              <a:gd name="T37" fmla="*/ 600 h 2400"/>
              <a:gd name="T38" fmla="*/ 1080 w 2400"/>
              <a:gd name="T39" fmla="*/ 84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400" h="2400">
                <a:moveTo>
                  <a:pt x="1080" y="1800"/>
                </a:moveTo>
                <a:cubicBezTo>
                  <a:pt x="1320" y="1800"/>
                  <a:pt x="1320" y="1800"/>
                  <a:pt x="1320" y="1800"/>
                </a:cubicBezTo>
                <a:cubicBezTo>
                  <a:pt x="1320" y="1080"/>
                  <a:pt x="1320" y="1080"/>
                  <a:pt x="1320" y="1080"/>
                </a:cubicBezTo>
                <a:cubicBezTo>
                  <a:pt x="1080" y="1080"/>
                  <a:pt x="1080" y="1080"/>
                  <a:pt x="1080" y="1080"/>
                </a:cubicBezTo>
                <a:lnTo>
                  <a:pt x="1080" y="1800"/>
                </a:lnTo>
                <a:close/>
                <a:moveTo>
                  <a:pt x="1200" y="0"/>
                </a:moveTo>
                <a:cubicBezTo>
                  <a:pt x="538" y="0"/>
                  <a:pt x="0" y="538"/>
                  <a:pt x="0" y="1200"/>
                </a:cubicBezTo>
                <a:cubicBezTo>
                  <a:pt x="0" y="1862"/>
                  <a:pt x="538" y="2400"/>
                  <a:pt x="1200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200" y="0"/>
                </a:cubicBezTo>
                <a:close/>
                <a:moveTo>
                  <a:pt x="1200" y="2160"/>
                </a:moveTo>
                <a:cubicBezTo>
                  <a:pt x="671" y="2160"/>
                  <a:pt x="240" y="1729"/>
                  <a:pt x="240" y="1200"/>
                </a:cubicBezTo>
                <a:cubicBezTo>
                  <a:pt x="240" y="671"/>
                  <a:pt x="671" y="240"/>
                  <a:pt x="1200" y="240"/>
                </a:cubicBezTo>
                <a:cubicBezTo>
                  <a:pt x="1729" y="240"/>
                  <a:pt x="2160" y="671"/>
                  <a:pt x="2160" y="1200"/>
                </a:cubicBezTo>
                <a:cubicBezTo>
                  <a:pt x="2160" y="1729"/>
                  <a:pt x="1729" y="2160"/>
                  <a:pt x="1200" y="2160"/>
                </a:cubicBezTo>
                <a:close/>
                <a:moveTo>
                  <a:pt x="1080" y="840"/>
                </a:moveTo>
                <a:cubicBezTo>
                  <a:pt x="1320" y="840"/>
                  <a:pt x="1320" y="840"/>
                  <a:pt x="1320" y="840"/>
                </a:cubicBezTo>
                <a:cubicBezTo>
                  <a:pt x="1320" y="600"/>
                  <a:pt x="1320" y="600"/>
                  <a:pt x="1320" y="600"/>
                </a:cubicBezTo>
                <a:cubicBezTo>
                  <a:pt x="1080" y="600"/>
                  <a:pt x="1080" y="600"/>
                  <a:pt x="1080" y="600"/>
                </a:cubicBezTo>
                <a:lnTo>
                  <a:pt x="1080" y="8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9115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pu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7532"/>
          </a:xfrm>
          <a:custGeom>
            <a:avLst/>
            <a:gdLst>
              <a:gd name="T0" fmla="*/ 2400 w 2640"/>
              <a:gd name="T1" fmla="*/ 0 h 2158"/>
              <a:gd name="T2" fmla="*/ 240 w 2640"/>
              <a:gd name="T3" fmla="*/ 0 h 2158"/>
              <a:gd name="T4" fmla="*/ 0 w 2640"/>
              <a:gd name="T5" fmla="*/ 240 h 2158"/>
              <a:gd name="T6" fmla="*/ 0 w 2640"/>
              <a:gd name="T7" fmla="*/ 719 h 2158"/>
              <a:gd name="T8" fmla="*/ 240 w 2640"/>
              <a:gd name="T9" fmla="*/ 719 h 2158"/>
              <a:gd name="T10" fmla="*/ 240 w 2640"/>
              <a:gd name="T11" fmla="*/ 238 h 2158"/>
              <a:gd name="T12" fmla="*/ 2400 w 2640"/>
              <a:gd name="T13" fmla="*/ 238 h 2158"/>
              <a:gd name="T14" fmla="*/ 2400 w 2640"/>
              <a:gd name="T15" fmla="*/ 1921 h 2158"/>
              <a:gd name="T16" fmla="*/ 240 w 2640"/>
              <a:gd name="T17" fmla="*/ 1921 h 2158"/>
              <a:gd name="T18" fmla="*/ 240 w 2640"/>
              <a:gd name="T19" fmla="*/ 1439 h 2158"/>
              <a:gd name="T20" fmla="*/ 0 w 2640"/>
              <a:gd name="T21" fmla="*/ 1439 h 2158"/>
              <a:gd name="T22" fmla="*/ 0 w 2640"/>
              <a:gd name="T23" fmla="*/ 1920 h 2158"/>
              <a:gd name="T24" fmla="*/ 240 w 2640"/>
              <a:gd name="T25" fmla="*/ 2158 h 2158"/>
              <a:gd name="T26" fmla="*/ 2400 w 2640"/>
              <a:gd name="T27" fmla="*/ 2158 h 2158"/>
              <a:gd name="T28" fmla="*/ 2640 w 2640"/>
              <a:gd name="T29" fmla="*/ 1920 h 2158"/>
              <a:gd name="T30" fmla="*/ 2640 w 2640"/>
              <a:gd name="T31" fmla="*/ 240 h 2158"/>
              <a:gd name="T32" fmla="*/ 2400 w 2640"/>
              <a:gd name="T33" fmla="*/ 0 h 2158"/>
              <a:gd name="T34" fmla="*/ 1200 w 2640"/>
              <a:gd name="T35" fmla="*/ 1559 h 2158"/>
              <a:gd name="T36" fmla="*/ 1680 w 2640"/>
              <a:gd name="T37" fmla="*/ 1079 h 2158"/>
              <a:gd name="T38" fmla="*/ 1200 w 2640"/>
              <a:gd name="T39" fmla="*/ 599 h 2158"/>
              <a:gd name="T40" fmla="*/ 1200 w 2640"/>
              <a:gd name="T41" fmla="*/ 959 h 2158"/>
              <a:gd name="T42" fmla="*/ 0 w 2640"/>
              <a:gd name="T43" fmla="*/ 959 h 2158"/>
              <a:gd name="T44" fmla="*/ 0 w 2640"/>
              <a:gd name="T45" fmla="*/ 1199 h 2158"/>
              <a:gd name="T46" fmla="*/ 1200 w 2640"/>
              <a:gd name="T47" fmla="*/ 1199 h 2158"/>
              <a:gd name="T48" fmla="*/ 1200 w 2640"/>
              <a:gd name="T49" fmla="*/ 1559 h 2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640" h="2158">
                <a:moveTo>
                  <a:pt x="240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719"/>
                  <a:pt x="0" y="719"/>
                  <a:pt x="0" y="719"/>
                </a:cubicBezTo>
                <a:cubicBezTo>
                  <a:pt x="240" y="719"/>
                  <a:pt x="240" y="719"/>
                  <a:pt x="240" y="719"/>
                </a:cubicBezTo>
                <a:cubicBezTo>
                  <a:pt x="240" y="238"/>
                  <a:pt x="240" y="238"/>
                  <a:pt x="240" y="238"/>
                </a:cubicBezTo>
                <a:cubicBezTo>
                  <a:pt x="2400" y="238"/>
                  <a:pt x="2400" y="238"/>
                  <a:pt x="2400" y="238"/>
                </a:cubicBezTo>
                <a:cubicBezTo>
                  <a:pt x="2400" y="1921"/>
                  <a:pt x="2400" y="1921"/>
                  <a:pt x="2400" y="1921"/>
                </a:cubicBezTo>
                <a:cubicBezTo>
                  <a:pt x="240" y="1921"/>
                  <a:pt x="240" y="1921"/>
                  <a:pt x="240" y="1921"/>
                </a:cubicBezTo>
                <a:cubicBezTo>
                  <a:pt x="240" y="1439"/>
                  <a:pt x="240" y="1439"/>
                  <a:pt x="240" y="1439"/>
                </a:cubicBezTo>
                <a:cubicBezTo>
                  <a:pt x="0" y="1439"/>
                  <a:pt x="0" y="1439"/>
                  <a:pt x="0" y="1439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8" y="2158"/>
                  <a:pt x="240" y="2158"/>
                </a:cubicBezTo>
                <a:cubicBezTo>
                  <a:pt x="2400" y="2158"/>
                  <a:pt x="2400" y="2158"/>
                  <a:pt x="2400" y="2158"/>
                </a:cubicBezTo>
                <a:cubicBezTo>
                  <a:pt x="2532" y="2158"/>
                  <a:pt x="2640" y="2052"/>
                  <a:pt x="2640" y="1920"/>
                </a:cubicBezTo>
                <a:cubicBezTo>
                  <a:pt x="2640" y="240"/>
                  <a:pt x="2640" y="240"/>
                  <a:pt x="2640" y="240"/>
                </a:cubicBezTo>
                <a:cubicBezTo>
                  <a:pt x="2640" y="107"/>
                  <a:pt x="2532" y="0"/>
                  <a:pt x="2400" y="0"/>
                </a:cubicBezTo>
                <a:close/>
                <a:moveTo>
                  <a:pt x="1200" y="1559"/>
                </a:moveTo>
                <a:cubicBezTo>
                  <a:pt x="1680" y="1079"/>
                  <a:pt x="1680" y="1079"/>
                  <a:pt x="1680" y="1079"/>
                </a:cubicBezTo>
                <a:cubicBezTo>
                  <a:pt x="1200" y="599"/>
                  <a:pt x="1200" y="599"/>
                  <a:pt x="1200" y="599"/>
                </a:cubicBezTo>
                <a:cubicBezTo>
                  <a:pt x="1200" y="959"/>
                  <a:pt x="1200" y="959"/>
                  <a:pt x="1200" y="959"/>
                </a:cubicBezTo>
                <a:cubicBezTo>
                  <a:pt x="0" y="959"/>
                  <a:pt x="0" y="959"/>
                  <a:pt x="0" y="959"/>
                </a:cubicBezTo>
                <a:cubicBezTo>
                  <a:pt x="0" y="1199"/>
                  <a:pt x="0" y="1199"/>
                  <a:pt x="0" y="1199"/>
                </a:cubicBezTo>
                <a:cubicBezTo>
                  <a:pt x="1200" y="1199"/>
                  <a:pt x="1200" y="1199"/>
                  <a:pt x="1200" y="1199"/>
                </a:cubicBezTo>
                <a:lnTo>
                  <a:pt x="1200" y="155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64948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vert Color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31576" cy="914400"/>
          </a:xfrm>
          <a:custGeom>
            <a:avLst/>
            <a:gdLst>
              <a:gd name="T0" fmla="*/ 1733 w 2108"/>
              <a:gd name="T1" fmla="*/ 680 h 2318"/>
              <a:gd name="T2" fmla="*/ 1054 w 2108"/>
              <a:gd name="T3" fmla="*/ 0 h 2318"/>
              <a:gd name="T4" fmla="*/ 375 w 2108"/>
              <a:gd name="T5" fmla="*/ 680 h 2318"/>
              <a:gd name="T6" fmla="*/ 375 w 2108"/>
              <a:gd name="T7" fmla="*/ 2037 h 2318"/>
              <a:gd name="T8" fmla="*/ 1054 w 2108"/>
              <a:gd name="T9" fmla="*/ 2318 h 2318"/>
              <a:gd name="T10" fmla="*/ 1733 w 2108"/>
              <a:gd name="T11" fmla="*/ 2037 h 2318"/>
              <a:gd name="T12" fmla="*/ 1733 w 2108"/>
              <a:gd name="T13" fmla="*/ 680 h 2318"/>
              <a:gd name="T14" fmla="*/ 1054 w 2108"/>
              <a:gd name="T15" fmla="*/ 2079 h 2318"/>
              <a:gd name="T16" fmla="*/ 545 w 2108"/>
              <a:gd name="T17" fmla="*/ 1868 h 2318"/>
              <a:gd name="T18" fmla="*/ 334 w 2108"/>
              <a:gd name="T19" fmla="*/ 1359 h 2318"/>
              <a:gd name="T20" fmla="*/ 545 w 2108"/>
              <a:gd name="T21" fmla="*/ 850 h 2318"/>
              <a:gd name="T22" fmla="*/ 1054 w 2108"/>
              <a:gd name="T23" fmla="*/ 340 h 2318"/>
              <a:gd name="T24" fmla="*/ 1054 w 2108"/>
              <a:gd name="T25" fmla="*/ 2079 h 2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08" h="2318">
                <a:moveTo>
                  <a:pt x="1733" y="680"/>
                </a:moveTo>
                <a:cubicBezTo>
                  <a:pt x="1054" y="0"/>
                  <a:pt x="1054" y="0"/>
                  <a:pt x="1054" y="0"/>
                </a:cubicBezTo>
                <a:cubicBezTo>
                  <a:pt x="375" y="680"/>
                  <a:pt x="375" y="680"/>
                  <a:pt x="375" y="680"/>
                </a:cubicBezTo>
                <a:cubicBezTo>
                  <a:pt x="0" y="1054"/>
                  <a:pt x="0" y="1662"/>
                  <a:pt x="375" y="2037"/>
                </a:cubicBezTo>
                <a:cubicBezTo>
                  <a:pt x="562" y="2224"/>
                  <a:pt x="808" y="2318"/>
                  <a:pt x="1054" y="2318"/>
                </a:cubicBezTo>
                <a:cubicBezTo>
                  <a:pt x="1300" y="2318"/>
                  <a:pt x="1546" y="2224"/>
                  <a:pt x="1733" y="2037"/>
                </a:cubicBezTo>
                <a:cubicBezTo>
                  <a:pt x="2108" y="1662"/>
                  <a:pt x="2108" y="1054"/>
                  <a:pt x="1733" y="680"/>
                </a:cubicBezTo>
                <a:close/>
                <a:moveTo>
                  <a:pt x="1054" y="2079"/>
                </a:moveTo>
                <a:cubicBezTo>
                  <a:pt x="862" y="2079"/>
                  <a:pt x="681" y="2004"/>
                  <a:pt x="545" y="1868"/>
                </a:cubicBezTo>
                <a:cubicBezTo>
                  <a:pt x="408" y="1731"/>
                  <a:pt x="334" y="1551"/>
                  <a:pt x="334" y="1359"/>
                </a:cubicBezTo>
                <a:cubicBezTo>
                  <a:pt x="334" y="1167"/>
                  <a:pt x="408" y="986"/>
                  <a:pt x="545" y="850"/>
                </a:cubicBezTo>
                <a:cubicBezTo>
                  <a:pt x="1054" y="340"/>
                  <a:pt x="1054" y="340"/>
                  <a:pt x="1054" y="340"/>
                </a:cubicBezTo>
                <a:lnTo>
                  <a:pt x="1054" y="20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86080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abel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73786"/>
          </a:xfrm>
          <a:custGeom>
            <a:avLst/>
            <a:gdLst>
              <a:gd name="T0" fmla="*/ 1756 w 2280"/>
              <a:gd name="T1" fmla="*/ 101 h 1680"/>
              <a:gd name="T2" fmla="*/ 1560 w 2280"/>
              <a:gd name="T3" fmla="*/ 0 h 1680"/>
              <a:gd name="T4" fmla="*/ 240 w 2280"/>
              <a:gd name="T5" fmla="*/ 1 h 1680"/>
              <a:gd name="T6" fmla="*/ 0 w 2280"/>
              <a:gd name="T7" fmla="*/ 240 h 1680"/>
              <a:gd name="T8" fmla="*/ 0 w 2280"/>
              <a:gd name="T9" fmla="*/ 1440 h 1680"/>
              <a:gd name="T10" fmla="*/ 240 w 2280"/>
              <a:gd name="T11" fmla="*/ 1679 h 1680"/>
              <a:gd name="T12" fmla="*/ 1560 w 2280"/>
              <a:gd name="T13" fmla="*/ 1680 h 1680"/>
              <a:gd name="T14" fmla="*/ 1756 w 2280"/>
              <a:gd name="T15" fmla="*/ 1579 h 1680"/>
              <a:gd name="T16" fmla="*/ 2280 w 2280"/>
              <a:gd name="T17" fmla="*/ 840 h 1680"/>
              <a:gd name="T18" fmla="*/ 1756 w 2280"/>
              <a:gd name="T19" fmla="*/ 101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280" h="1680">
                <a:moveTo>
                  <a:pt x="1756" y="101"/>
                </a:moveTo>
                <a:cubicBezTo>
                  <a:pt x="1712" y="40"/>
                  <a:pt x="1640" y="0"/>
                  <a:pt x="1560" y="0"/>
                </a:cubicBezTo>
                <a:cubicBezTo>
                  <a:pt x="240" y="1"/>
                  <a:pt x="240" y="1"/>
                  <a:pt x="240" y="1"/>
                </a:cubicBezTo>
                <a:cubicBezTo>
                  <a:pt x="108" y="1"/>
                  <a:pt x="0" y="108"/>
                  <a:pt x="0" y="240"/>
                </a:cubicBezTo>
                <a:cubicBezTo>
                  <a:pt x="0" y="1440"/>
                  <a:pt x="0" y="1440"/>
                  <a:pt x="0" y="1440"/>
                </a:cubicBezTo>
                <a:cubicBezTo>
                  <a:pt x="0" y="1572"/>
                  <a:pt x="108" y="1679"/>
                  <a:pt x="240" y="1679"/>
                </a:cubicBezTo>
                <a:cubicBezTo>
                  <a:pt x="1560" y="1680"/>
                  <a:pt x="1560" y="1680"/>
                  <a:pt x="1560" y="1680"/>
                </a:cubicBezTo>
                <a:cubicBezTo>
                  <a:pt x="1640" y="1680"/>
                  <a:pt x="1712" y="1640"/>
                  <a:pt x="1756" y="1579"/>
                </a:cubicBezTo>
                <a:cubicBezTo>
                  <a:pt x="2280" y="840"/>
                  <a:pt x="2280" y="840"/>
                  <a:pt x="2280" y="840"/>
                </a:cubicBezTo>
                <a:lnTo>
                  <a:pt x="1756" y="1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4510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abel Out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73786"/>
          </a:xfrm>
          <a:custGeom>
            <a:avLst/>
            <a:gdLst>
              <a:gd name="T0" fmla="*/ 1756 w 2280"/>
              <a:gd name="T1" fmla="*/ 101 h 1680"/>
              <a:gd name="T2" fmla="*/ 1560 w 2280"/>
              <a:gd name="T3" fmla="*/ 0 h 1680"/>
              <a:gd name="T4" fmla="*/ 240 w 2280"/>
              <a:gd name="T5" fmla="*/ 1 h 1680"/>
              <a:gd name="T6" fmla="*/ 0 w 2280"/>
              <a:gd name="T7" fmla="*/ 240 h 1680"/>
              <a:gd name="T8" fmla="*/ 0 w 2280"/>
              <a:gd name="T9" fmla="*/ 1440 h 1680"/>
              <a:gd name="T10" fmla="*/ 240 w 2280"/>
              <a:gd name="T11" fmla="*/ 1679 h 1680"/>
              <a:gd name="T12" fmla="*/ 1560 w 2280"/>
              <a:gd name="T13" fmla="*/ 1680 h 1680"/>
              <a:gd name="T14" fmla="*/ 1756 w 2280"/>
              <a:gd name="T15" fmla="*/ 1579 h 1680"/>
              <a:gd name="T16" fmla="*/ 2280 w 2280"/>
              <a:gd name="T17" fmla="*/ 840 h 1680"/>
              <a:gd name="T18" fmla="*/ 1756 w 2280"/>
              <a:gd name="T19" fmla="*/ 101 h 1680"/>
              <a:gd name="T20" fmla="*/ 1560 w 2280"/>
              <a:gd name="T21" fmla="*/ 1440 h 1680"/>
              <a:gd name="T22" fmla="*/ 240 w 2280"/>
              <a:gd name="T23" fmla="*/ 1440 h 1680"/>
              <a:gd name="T24" fmla="*/ 240 w 2280"/>
              <a:gd name="T25" fmla="*/ 240 h 1680"/>
              <a:gd name="T26" fmla="*/ 1560 w 2280"/>
              <a:gd name="T27" fmla="*/ 240 h 1680"/>
              <a:gd name="T28" fmla="*/ 1986 w 2280"/>
              <a:gd name="T29" fmla="*/ 840 h 1680"/>
              <a:gd name="T30" fmla="*/ 1560 w 2280"/>
              <a:gd name="T31" fmla="*/ 1440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80" h="1680">
                <a:moveTo>
                  <a:pt x="1756" y="101"/>
                </a:moveTo>
                <a:cubicBezTo>
                  <a:pt x="1712" y="40"/>
                  <a:pt x="1640" y="0"/>
                  <a:pt x="1560" y="0"/>
                </a:cubicBezTo>
                <a:cubicBezTo>
                  <a:pt x="240" y="1"/>
                  <a:pt x="240" y="1"/>
                  <a:pt x="240" y="1"/>
                </a:cubicBezTo>
                <a:cubicBezTo>
                  <a:pt x="108" y="1"/>
                  <a:pt x="0" y="108"/>
                  <a:pt x="0" y="240"/>
                </a:cubicBezTo>
                <a:cubicBezTo>
                  <a:pt x="0" y="1440"/>
                  <a:pt x="0" y="1440"/>
                  <a:pt x="0" y="1440"/>
                </a:cubicBezTo>
                <a:cubicBezTo>
                  <a:pt x="0" y="1572"/>
                  <a:pt x="108" y="1679"/>
                  <a:pt x="240" y="1679"/>
                </a:cubicBezTo>
                <a:cubicBezTo>
                  <a:pt x="1560" y="1680"/>
                  <a:pt x="1560" y="1680"/>
                  <a:pt x="1560" y="1680"/>
                </a:cubicBezTo>
                <a:cubicBezTo>
                  <a:pt x="1640" y="1680"/>
                  <a:pt x="1712" y="1640"/>
                  <a:pt x="1756" y="1579"/>
                </a:cubicBezTo>
                <a:cubicBezTo>
                  <a:pt x="2280" y="840"/>
                  <a:pt x="2280" y="840"/>
                  <a:pt x="2280" y="840"/>
                </a:cubicBezTo>
                <a:lnTo>
                  <a:pt x="1756" y="101"/>
                </a:lnTo>
                <a:close/>
                <a:moveTo>
                  <a:pt x="1560" y="1440"/>
                </a:moveTo>
                <a:cubicBezTo>
                  <a:pt x="240" y="1440"/>
                  <a:pt x="240" y="1440"/>
                  <a:pt x="240" y="144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560" y="240"/>
                  <a:pt x="1560" y="240"/>
                  <a:pt x="1560" y="240"/>
                </a:cubicBezTo>
                <a:cubicBezTo>
                  <a:pt x="1986" y="840"/>
                  <a:pt x="1986" y="840"/>
                  <a:pt x="1986" y="840"/>
                </a:cubicBezTo>
                <a:lnTo>
                  <a:pt x="1560" y="14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6571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anguag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199 w 2400"/>
              <a:gd name="T1" fmla="*/ 0 h 2400"/>
              <a:gd name="T2" fmla="*/ 0 w 2400"/>
              <a:gd name="T3" fmla="*/ 1200 h 2400"/>
              <a:gd name="T4" fmla="*/ 1199 w 2400"/>
              <a:gd name="T5" fmla="*/ 2400 h 2400"/>
              <a:gd name="T6" fmla="*/ 2400 w 2400"/>
              <a:gd name="T7" fmla="*/ 1200 h 2400"/>
              <a:gd name="T8" fmla="*/ 1199 w 2400"/>
              <a:gd name="T9" fmla="*/ 0 h 2400"/>
              <a:gd name="T10" fmla="*/ 2030 w 2400"/>
              <a:gd name="T11" fmla="*/ 720 h 2400"/>
              <a:gd name="T12" fmla="*/ 1676 w 2400"/>
              <a:gd name="T13" fmla="*/ 720 h 2400"/>
              <a:gd name="T14" fmla="*/ 1511 w 2400"/>
              <a:gd name="T15" fmla="*/ 293 h 2400"/>
              <a:gd name="T16" fmla="*/ 2030 w 2400"/>
              <a:gd name="T17" fmla="*/ 720 h 2400"/>
              <a:gd name="T18" fmla="*/ 1200 w 2400"/>
              <a:gd name="T19" fmla="*/ 245 h 2400"/>
              <a:gd name="T20" fmla="*/ 1429 w 2400"/>
              <a:gd name="T21" fmla="*/ 720 h 2400"/>
              <a:gd name="T22" fmla="*/ 971 w 2400"/>
              <a:gd name="T23" fmla="*/ 720 h 2400"/>
              <a:gd name="T24" fmla="*/ 1200 w 2400"/>
              <a:gd name="T25" fmla="*/ 245 h 2400"/>
              <a:gd name="T26" fmla="*/ 271 w 2400"/>
              <a:gd name="T27" fmla="*/ 1440 h 2400"/>
              <a:gd name="T28" fmla="*/ 240 w 2400"/>
              <a:gd name="T29" fmla="*/ 1200 h 2400"/>
              <a:gd name="T30" fmla="*/ 271 w 2400"/>
              <a:gd name="T31" fmla="*/ 960 h 2400"/>
              <a:gd name="T32" fmla="*/ 677 w 2400"/>
              <a:gd name="T33" fmla="*/ 960 h 2400"/>
              <a:gd name="T34" fmla="*/ 660 w 2400"/>
              <a:gd name="T35" fmla="*/ 1200 h 2400"/>
              <a:gd name="T36" fmla="*/ 677 w 2400"/>
              <a:gd name="T37" fmla="*/ 1440 h 2400"/>
              <a:gd name="T38" fmla="*/ 271 w 2400"/>
              <a:gd name="T39" fmla="*/ 1440 h 2400"/>
              <a:gd name="T40" fmla="*/ 370 w 2400"/>
              <a:gd name="T41" fmla="*/ 1680 h 2400"/>
              <a:gd name="T42" fmla="*/ 724 w 2400"/>
              <a:gd name="T43" fmla="*/ 1680 h 2400"/>
              <a:gd name="T44" fmla="*/ 889 w 2400"/>
              <a:gd name="T45" fmla="*/ 2107 h 2400"/>
              <a:gd name="T46" fmla="*/ 370 w 2400"/>
              <a:gd name="T47" fmla="*/ 1680 h 2400"/>
              <a:gd name="T48" fmla="*/ 724 w 2400"/>
              <a:gd name="T49" fmla="*/ 720 h 2400"/>
              <a:gd name="T50" fmla="*/ 370 w 2400"/>
              <a:gd name="T51" fmla="*/ 720 h 2400"/>
              <a:gd name="T52" fmla="*/ 889 w 2400"/>
              <a:gd name="T53" fmla="*/ 293 h 2400"/>
              <a:gd name="T54" fmla="*/ 724 w 2400"/>
              <a:gd name="T55" fmla="*/ 720 h 2400"/>
              <a:gd name="T56" fmla="*/ 1200 w 2400"/>
              <a:gd name="T57" fmla="*/ 2155 h 2400"/>
              <a:gd name="T58" fmla="*/ 971 w 2400"/>
              <a:gd name="T59" fmla="*/ 1680 h 2400"/>
              <a:gd name="T60" fmla="*/ 1429 w 2400"/>
              <a:gd name="T61" fmla="*/ 1680 h 2400"/>
              <a:gd name="T62" fmla="*/ 1200 w 2400"/>
              <a:gd name="T63" fmla="*/ 2155 h 2400"/>
              <a:gd name="T64" fmla="*/ 1481 w 2400"/>
              <a:gd name="T65" fmla="*/ 1440 h 2400"/>
              <a:gd name="T66" fmla="*/ 919 w 2400"/>
              <a:gd name="T67" fmla="*/ 1440 h 2400"/>
              <a:gd name="T68" fmla="*/ 900 w 2400"/>
              <a:gd name="T69" fmla="*/ 1200 h 2400"/>
              <a:gd name="T70" fmla="*/ 919 w 2400"/>
              <a:gd name="T71" fmla="*/ 960 h 2400"/>
              <a:gd name="T72" fmla="*/ 1481 w 2400"/>
              <a:gd name="T73" fmla="*/ 960 h 2400"/>
              <a:gd name="T74" fmla="*/ 1500 w 2400"/>
              <a:gd name="T75" fmla="*/ 1200 h 2400"/>
              <a:gd name="T76" fmla="*/ 1481 w 2400"/>
              <a:gd name="T77" fmla="*/ 1440 h 2400"/>
              <a:gd name="T78" fmla="*/ 1511 w 2400"/>
              <a:gd name="T79" fmla="*/ 2107 h 2400"/>
              <a:gd name="T80" fmla="*/ 1676 w 2400"/>
              <a:gd name="T81" fmla="*/ 1680 h 2400"/>
              <a:gd name="T82" fmla="*/ 2030 w 2400"/>
              <a:gd name="T83" fmla="*/ 1680 h 2400"/>
              <a:gd name="T84" fmla="*/ 1511 w 2400"/>
              <a:gd name="T85" fmla="*/ 2107 h 2400"/>
              <a:gd name="T86" fmla="*/ 1723 w 2400"/>
              <a:gd name="T87" fmla="*/ 1440 h 2400"/>
              <a:gd name="T88" fmla="*/ 1740 w 2400"/>
              <a:gd name="T89" fmla="*/ 1200 h 2400"/>
              <a:gd name="T90" fmla="*/ 1723 w 2400"/>
              <a:gd name="T91" fmla="*/ 960 h 2400"/>
              <a:gd name="T92" fmla="*/ 2129 w 2400"/>
              <a:gd name="T93" fmla="*/ 960 h 2400"/>
              <a:gd name="T94" fmla="*/ 2160 w 2400"/>
              <a:gd name="T95" fmla="*/ 1200 h 2400"/>
              <a:gd name="T96" fmla="*/ 2129 w 2400"/>
              <a:gd name="T97" fmla="*/ 1440 h 2400"/>
              <a:gd name="T98" fmla="*/ 1723 w 2400"/>
              <a:gd name="T99" fmla="*/ 144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2400" h="2400">
                <a:moveTo>
                  <a:pt x="1199" y="0"/>
                </a:moveTo>
                <a:cubicBezTo>
                  <a:pt x="536" y="0"/>
                  <a:pt x="0" y="538"/>
                  <a:pt x="0" y="1200"/>
                </a:cubicBezTo>
                <a:cubicBezTo>
                  <a:pt x="0" y="1862"/>
                  <a:pt x="536" y="2400"/>
                  <a:pt x="1199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199" y="0"/>
                </a:cubicBezTo>
                <a:close/>
                <a:moveTo>
                  <a:pt x="2030" y="720"/>
                </a:moveTo>
                <a:cubicBezTo>
                  <a:pt x="1676" y="720"/>
                  <a:pt x="1676" y="720"/>
                  <a:pt x="1676" y="720"/>
                </a:cubicBezTo>
                <a:cubicBezTo>
                  <a:pt x="1638" y="570"/>
                  <a:pt x="1583" y="426"/>
                  <a:pt x="1511" y="293"/>
                </a:cubicBezTo>
                <a:cubicBezTo>
                  <a:pt x="1732" y="368"/>
                  <a:pt x="1915" y="522"/>
                  <a:pt x="2030" y="720"/>
                </a:cubicBezTo>
                <a:close/>
                <a:moveTo>
                  <a:pt x="1200" y="245"/>
                </a:moveTo>
                <a:cubicBezTo>
                  <a:pt x="1300" y="389"/>
                  <a:pt x="1378" y="548"/>
                  <a:pt x="1429" y="720"/>
                </a:cubicBezTo>
                <a:cubicBezTo>
                  <a:pt x="971" y="720"/>
                  <a:pt x="971" y="720"/>
                  <a:pt x="971" y="720"/>
                </a:cubicBezTo>
                <a:cubicBezTo>
                  <a:pt x="1022" y="548"/>
                  <a:pt x="1100" y="389"/>
                  <a:pt x="1200" y="245"/>
                </a:cubicBezTo>
                <a:close/>
                <a:moveTo>
                  <a:pt x="271" y="1440"/>
                </a:moveTo>
                <a:cubicBezTo>
                  <a:pt x="252" y="1363"/>
                  <a:pt x="240" y="1283"/>
                  <a:pt x="240" y="1200"/>
                </a:cubicBezTo>
                <a:cubicBezTo>
                  <a:pt x="240" y="1117"/>
                  <a:pt x="252" y="1037"/>
                  <a:pt x="271" y="960"/>
                </a:cubicBezTo>
                <a:cubicBezTo>
                  <a:pt x="677" y="960"/>
                  <a:pt x="677" y="960"/>
                  <a:pt x="677" y="960"/>
                </a:cubicBezTo>
                <a:cubicBezTo>
                  <a:pt x="667" y="1039"/>
                  <a:pt x="660" y="1118"/>
                  <a:pt x="660" y="1200"/>
                </a:cubicBezTo>
                <a:cubicBezTo>
                  <a:pt x="660" y="1282"/>
                  <a:pt x="667" y="1361"/>
                  <a:pt x="677" y="1440"/>
                </a:cubicBezTo>
                <a:lnTo>
                  <a:pt x="271" y="1440"/>
                </a:lnTo>
                <a:close/>
                <a:moveTo>
                  <a:pt x="370" y="1680"/>
                </a:moveTo>
                <a:cubicBezTo>
                  <a:pt x="724" y="1680"/>
                  <a:pt x="724" y="1680"/>
                  <a:pt x="724" y="1680"/>
                </a:cubicBezTo>
                <a:cubicBezTo>
                  <a:pt x="762" y="1830"/>
                  <a:pt x="817" y="1974"/>
                  <a:pt x="889" y="2107"/>
                </a:cubicBezTo>
                <a:cubicBezTo>
                  <a:pt x="668" y="2032"/>
                  <a:pt x="485" y="1879"/>
                  <a:pt x="370" y="1680"/>
                </a:cubicBezTo>
                <a:close/>
                <a:moveTo>
                  <a:pt x="724" y="720"/>
                </a:moveTo>
                <a:cubicBezTo>
                  <a:pt x="370" y="720"/>
                  <a:pt x="370" y="720"/>
                  <a:pt x="370" y="720"/>
                </a:cubicBezTo>
                <a:cubicBezTo>
                  <a:pt x="485" y="521"/>
                  <a:pt x="668" y="368"/>
                  <a:pt x="889" y="293"/>
                </a:cubicBezTo>
                <a:cubicBezTo>
                  <a:pt x="817" y="426"/>
                  <a:pt x="762" y="570"/>
                  <a:pt x="724" y="720"/>
                </a:cubicBezTo>
                <a:close/>
                <a:moveTo>
                  <a:pt x="1200" y="2155"/>
                </a:moveTo>
                <a:cubicBezTo>
                  <a:pt x="1100" y="2011"/>
                  <a:pt x="1022" y="1852"/>
                  <a:pt x="971" y="1680"/>
                </a:cubicBezTo>
                <a:cubicBezTo>
                  <a:pt x="1429" y="1680"/>
                  <a:pt x="1429" y="1680"/>
                  <a:pt x="1429" y="1680"/>
                </a:cubicBezTo>
                <a:cubicBezTo>
                  <a:pt x="1378" y="1852"/>
                  <a:pt x="1300" y="2011"/>
                  <a:pt x="1200" y="2155"/>
                </a:cubicBezTo>
                <a:close/>
                <a:moveTo>
                  <a:pt x="1481" y="1440"/>
                </a:moveTo>
                <a:cubicBezTo>
                  <a:pt x="919" y="1440"/>
                  <a:pt x="919" y="1440"/>
                  <a:pt x="919" y="1440"/>
                </a:cubicBezTo>
                <a:cubicBezTo>
                  <a:pt x="908" y="1361"/>
                  <a:pt x="900" y="1282"/>
                  <a:pt x="900" y="1200"/>
                </a:cubicBezTo>
                <a:cubicBezTo>
                  <a:pt x="900" y="1118"/>
                  <a:pt x="908" y="1038"/>
                  <a:pt x="919" y="960"/>
                </a:cubicBezTo>
                <a:cubicBezTo>
                  <a:pt x="1481" y="960"/>
                  <a:pt x="1481" y="960"/>
                  <a:pt x="1481" y="960"/>
                </a:cubicBezTo>
                <a:cubicBezTo>
                  <a:pt x="1492" y="1038"/>
                  <a:pt x="1500" y="1118"/>
                  <a:pt x="1500" y="1200"/>
                </a:cubicBezTo>
                <a:cubicBezTo>
                  <a:pt x="1500" y="1282"/>
                  <a:pt x="1492" y="1361"/>
                  <a:pt x="1481" y="1440"/>
                </a:cubicBezTo>
                <a:close/>
                <a:moveTo>
                  <a:pt x="1511" y="2107"/>
                </a:moveTo>
                <a:cubicBezTo>
                  <a:pt x="1583" y="1974"/>
                  <a:pt x="1638" y="1830"/>
                  <a:pt x="1676" y="1680"/>
                </a:cubicBezTo>
                <a:cubicBezTo>
                  <a:pt x="2030" y="1680"/>
                  <a:pt x="2030" y="1680"/>
                  <a:pt x="2030" y="1680"/>
                </a:cubicBezTo>
                <a:cubicBezTo>
                  <a:pt x="1915" y="1878"/>
                  <a:pt x="1732" y="2032"/>
                  <a:pt x="1511" y="2107"/>
                </a:cubicBezTo>
                <a:close/>
                <a:moveTo>
                  <a:pt x="1723" y="1440"/>
                </a:moveTo>
                <a:cubicBezTo>
                  <a:pt x="1733" y="1361"/>
                  <a:pt x="1740" y="1282"/>
                  <a:pt x="1740" y="1200"/>
                </a:cubicBezTo>
                <a:cubicBezTo>
                  <a:pt x="1740" y="1118"/>
                  <a:pt x="1733" y="1039"/>
                  <a:pt x="1723" y="960"/>
                </a:cubicBezTo>
                <a:cubicBezTo>
                  <a:pt x="2129" y="960"/>
                  <a:pt x="2129" y="960"/>
                  <a:pt x="2129" y="960"/>
                </a:cubicBezTo>
                <a:cubicBezTo>
                  <a:pt x="2148" y="1037"/>
                  <a:pt x="2160" y="1117"/>
                  <a:pt x="2160" y="1200"/>
                </a:cubicBezTo>
                <a:cubicBezTo>
                  <a:pt x="2160" y="1283"/>
                  <a:pt x="2148" y="1363"/>
                  <a:pt x="2129" y="1440"/>
                </a:cubicBezTo>
                <a:lnTo>
                  <a:pt x="1723" y="14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58378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aunch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920 w 2160"/>
              <a:gd name="T1" fmla="*/ 1920 h 2160"/>
              <a:gd name="T2" fmla="*/ 240 w 2160"/>
              <a:gd name="T3" fmla="*/ 1920 h 2160"/>
              <a:gd name="T4" fmla="*/ 240 w 2160"/>
              <a:gd name="T5" fmla="*/ 240 h 2160"/>
              <a:gd name="T6" fmla="*/ 1080 w 2160"/>
              <a:gd name="T7" fmla="*/ 240 h 2160"/>
              <a:gd name="T8" fmla="*/ 1080 w 2160"/>
              <a:gd name="T9" fmla="*/ 0 h 2160"/>
              <a:gd name="T10" fmla="*/ 240 w 2160"/>
              <a:gd name="T11" fmla="*/ 0 h 2160"/>
              <a:gd name="T12" fmla="*/ 0 w 2160"/>
              <a:gd name="T13" fmla="*/ 240 h 2160"/>
              <a:gd name="T14" fmla="*/ 0 w 2160"/>
              <a:gd name="T15" fmla="*/ 1920 h 2160"/>
              <a:gd name="T16" fmla="*/ 240 w 2160"/>
              <a:gd name="T17" fmla="*/ 2160 h 2160"/>
              <a:gd name="T18" fmla="*/ 1920 w 2160"/>
              <a:gd name="T19" fmla="*/ 2160 h 2160"/>
              <a:gd name="T20" fmla="*/ 2160 w 2160"/>
              <a:gd name="T21" fmla="*/ 1920 h 2160"/>
              <a:gd name="T22" fmla="*/ 2160 w 2160"/>
              <a:gd name="T23" fmla="*/ 1080 h 2160"/>
              <a:gd name="T24" fmla="*/ 1920 w 2160"/>
              <a:gd name="T25" fmla="*/ 1080 h 2160"/>
              <a:gd name="T26" fmla="*/ 1920 w 2160"/>
              <a:gd name="T27" fmla="*/ 1920 h 2160"/>
              <a:gd name="T28" fmla="*/ 1320 w 2160"/>
              <a:gd name="T29" fmla="*/ 0 h 2160"/>
              <a:gd name="T30" fmla="*/ 1320 w 2160"/>
              <a:gd name="T31" fmla="*/ 240 h 2160"/>
              <a:gd name="T32" fmla="*/ 1751 w 2160"/>
              <a:gd name="T33" fmla="*/ 240 h 2160"/>
              <a:gd name="T34" fmla="*/ 571 w 2160"/>
              <a:gd name="T35" fmla="*/ 1420 h 2160"/>
              <a:gd name="T36" fmla="*/ 740 w 2160"/>
              <a:gd name="T37" fmla="*/ 1589 h 2160"/>
              <a:gd name="T38" fmla="*/ 1920 w 2160"/>
              <a:gd name="T39" fmla="*/ 409 h 2160"/>
              <a:gd name="T40" fmla="*/ 1920 w 2160"/>
              <a:gd name="T41" fmla="*/ 840 h 2160"/>
              <a:gd name="T42" fmla="*/ 2160 w 2160"/>
              <a:gd name="T43" fmla="*/ 840 h 2160"/>
              <a:gd name="T44" fmla="*/ 2160 w 2160"/>
              <a:gd name="T45" fmla="*/ 0 h 2160"/>
              <a:gd name="T46" fmla="*/ 1320 w 2160"/>
              <a:gd name="T47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60" h="2160">
                <a:moveTo>
                  <a:pt x="1920" y="1920"/>
                </a:moveTo>
                <a:cubicBezTo>
                  <a:pt x="240" y="1920"/>
                  <a:pt x="240" y="1920"/>
                  <a:pt x="240" y="192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080" y="240"/>
                  <a:pt x="1080" y="240"/>
                  <a:pt x="1080" y="240"/>
                </a:cubicBezTo>
                <a:cubicBezTo>
                  <a:pt x="1080" y="0"/>
                  <a:pt x="1080" y="0"/>
                  <a:pt x="1080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0" y="108"/>
                  <a:pt x="0" y="24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7" y="2160"/>
                  <a:pt x="240" y="2160"/>
                </a:cubicBezTo>
                <a:cubicBezTo>
                  <a:pt x="1920" y="2160"/>
                  <a:pt x="1920" y="2160"/>
                  <a:pt x="1920" y="2160"/>
                </a:cubicBezTo>
                <a:cubicBezTo>
                  <a:pt x="2052" y="2160"/>
                  <a:pt x="2160" y="2052"/>
                  <a:pt x="2160" y="1920"/>
                </a:cubicBezTo>
                <a:cubicBezTo>
                  <a:pt x="2160" y="1080"/>
                  <a:pt x="2160" y="1080"/>
                  <a:pt x="2160" y="1080"/>
                </a:cubicBezTo>
                <a:cubicBezTo>
                  <a:pt x="1920" y="1080"/>
                  <a:pt x="1920" y="1080"/>
                  <a:pt x="1920" y="1080"/>
                </a:cubicBezTo>
                <a:lnTo>
                  <a:pt x="1920" y="1920"/>
                </a:lnTo>
                <a:close/>
                <a:moveTo>
                  <a:pt x="1320" y="0"/>
                </a:moveTo>
                <a:cubicBezTo>
                  <a:pt x="1320" y="240"/>
                  <a:pt x="1320" y="240"/>
                  <a:pt x="1320" y="240"/>
                </a:cubicBezTo>
                <a:cubicBezTo>
                  <a:pt x="1751" y="240"/>
                  <a:pt x="1751" y="240"/>
                  <a:pt x="1751" y="240"/>
                </a:cubicBezTo>
                <a:cubicBezTo>
                  <a:pt x="571" y="1420"/>
                  <a:pt x="571" y="1420"/>
                  <a:pt x="571" y="1420"/>
                </a:cubicBezTo>
                <a:cubicBezTo>
                  <a:pt x="740" y="1589"/>
                  <a:pt x="740" y="1589"/>
                  <a:pt x="740" y="1589"/>
                </a:cubicBezTo>
                <a:cubicBezTo>
                  <a:pt x="1920" y="409"/>
                  <a:pt x="1920" y="409"/>
                  <a:pt x="1920" y="409"/>
                </a:cubicBezTo>
                <a:cubicBezTo>
                  <a:pt x="1920" y="840"/>
                  <a:pt x="1920" y="840"/>
                  <a:pt x="1920" y="840"/>
                </a:cubicBezTo>
                <a:cubicBezTo>
                  <a:pt x="2160" y="840"/>
                  <a:pt x="2160" y="840"/>
                  <a:pt x="2160" y="840"/>
                </a:cubicBezTo>
                <a:cubicBezTo>
                  <a:pt x="2160" y="0"/>
                  <a:pt x="2160" y="0"/>
                  <a:pt x="2160" y="0"/>
                </a:cubicBezTo>
                <a:lnTo>
                  <a:pt x="132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9910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ghtbulb Out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40032" cy="914400"/>
          </a:xfrm>
          <a:custGeom>
            <a:avLst/>
            <a:gdLst>
              <a:gd name="T0" fmla="*/ 480 w 1680"/>
              <a:gd name="T1" fmla="*/ 2280 h 2400"/>
              <a:gd name="T2" fmla="*/ 600 w 1680"/>
              <a:gd name="T3" fmla="*/ 2400 h 2400"/>
              <a:gd name="T4" fmla="*/ 1080 w 1680"/>
              <a:gd name="T5" fmla="*/ 2400 h 2400"/>
              <a:gd name="T6" fmla="*/ 1200 w 1680"/>
              <a:gd name="T7" fmla="*/ 2280 h 2400"/>
              <a:gd name="T8" fmla="*/ 1200 w 1680"/>
              <a:gd name="T9" fmla="*/ 2160 h 2400"/>
              <a:gd name="T10" fmla="*/ 480 w 1680"/>
              <a:gd name="T11" fmla="*/ 2160 h 2400"/>
              <a:gd name="T12" fmla="*/ 480 w 1680"/>
              <a:gd name="T13" fmla="*/ 2280 h 2400"/>
              <a:gd name="T14" fmla="*/ 840 w 1680"/>
              <a:gd name="T15" fmla="*/ 0 h 2400"/>
              <a:gd name="T16" fmla="*/ 0 w 1680"/>
              <a:gd name="T17" fmla="*/ 840 h 2400"/>
              <a:gd name="T18" fmla="*/ 360 w 1680"/>
              <a:gd name="T19" fmla="*/ 1529 h 2400"/>
              <a:gd name="T20" fmla="*/ 360 w 1680"/>
              <a:gd name="T21" fmla="*/ 1800 h 2400"/>
              <a:gd name="T22" fmla="*/ 480 w 1680"/>
              <a:gd name="T23" fmla="*/ 1920 h 2400"/>
              <a:gd name="T24" fmla="*/ 1200 w 1680"/>
              <a:gd name="T25" fmla="*/ 1920 h 2400"/>
              <a:gd name="T26" fmla="*/ 1320 w 1680"/>
              <a:gd name="T27" fmla="*/ 1800 h 2400"/>
              <a:gd name="T28" fmla="*/ 1320 w 1680"/>
              <a:gd name="T29" fmla="*/ 1529 h 2400"/>
              <a:gd name="T30" fmla="*/ 1680 w 1680"/>
              <a:gd name="T31" fmla="*/ 840 h 2400"/>
              <a:gd name="T32" fmla="*/ 840 w 1680"/>
              <a:gd name="T33" fmla="*/ 0 h 2400"/>
              <a:gd name="T34" fmla="*/ 1182 w 1680"/>
              <a:gd name="T35" fmla="*/ 1332 h 2400"/>
              <a:gd name="T36" fmla="*/ 1080 w 1680"/>
              <a:gd name="T37" fmla="*/ 1404 h 2400"/>
              <a:gd name="T38" fmla="*/ 1080 w 1680"/>
              <a:gd name="T39" fmla="*/ 1680 h 2400"/>
              <a:gd name="T40" fmla="*/ 600 w 1680"/>
              <a:gd name="T41" fmla="*/ 1680 h 2400"/>
              <a:gd name="T42" fmla="*/ 600 w 1680"/>
              <a:gd name="T43" fmla="*/ 1404 h 2400"/>
              <a:gd name="T44" fmla="*/ 498 w 1680"/>
              <a:gd name="T45" fmla="*/ 1332 h 2400"/>
              <a:gd name="T46" fmla="*/ 240 w 1680"/>
              <a:gd name="T47" fmla="*/ 840 h 2400"/>
              <a:gd name="T48" fmla="*/ 840 w 1680"/>
              <a:gd name="T49" fmla="*/ 240 h 2400"/>
              <a:gd name="T50" fmla="*/ 1440 w 1680"/>
              <a:gd name="T51" fmla="*/ 840 h 2400"/>
              <a:gd name="T52" fmla="*/ 1182 w 1680"/>
              <a:gd name="T53" fmla="*/ 1332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680" h="2400">
                <a:moveTo>
                  <a:pt x="480" y="2280"/>
                </a:moveTo>
                <a:cubicBezTo>
                  <a:pt x="480" y="2346"/>
                  <a:pt x="534" y="2400"/>
                  <a:pt x="600" y="2400"/>
                </a:cubicBezTo>
                <a:cubicBezTo>
                  <a:pt x="1080" y="2400"/>
                  <a:pt x="1080" y="2400"/>
                  <a:pt x="1080" y="2400"/>
                </a:cubicBezTo>
                <a:cubicBezTo>
                  <a:pt x="1146" y="2400"/>
                  <a:pt x="1200" y="2346"/>
                  <a:pt x="1200" y="2280"/>
                </a:cubicBezTo>
                <a:cubicBezTo>
                  <a:pt x="1200" y="2160"/>
                  <a:pt x="1200" y="2160"/>
                  <a:pt x="1200" y="2160"/>
                </a:cubicBezTo>
                <a:cubicBezTo>
                  <a:pt x="480" y="2160"/>
                  <a:pt x="480" y="2160"/>
                  <a:pt x="480" y="2160"/>
                </a:cubicBezTo>
                <a:lnTo>
                  <a:pt x="480" y="2280"/>
                </a:lnTo>
                <a:close/>
                <a:moveTo>
                  <a:pt x="840" y="0"/>
                </a:moveTo>
                <a:cubicBezTo>
                  <a:pt x="377" y="0"/>
                  <a:pt x="0" y="377"/>
                  <a:pt x="0" y="840"/>
                </a:cubicBezTo>
                <a:cubicBezTo>
                  <a:pt x="0" y="1126"/>
                  <a:pt x="143" y="1376"/>
                  <a:pt x="360" y="1529"/>
                </a:cubicBezTo>
                <a:cubicBezTo>
                  <a:pt x="360" y="1800"/>
                  <a:pt x="360" y="1800"/>
                  <a:pt x="360" y="1800"/>
                </a:cubicBezTo>
                <a:cubicBezTo>
                  <a:pt x="360" y="1866"/>
                  <a:pt x="414" y="1920"/>
                  <a:pt x="480" y="1920"/>
                </a:cubicBezTo>
                <a:cubicBezTo>
                  <a:pt x="1200" y="1920"/>
                  <a:pt x="1200" y="1920"/>
                  <a:pt x="1200" y="1920"/>
                </a:cubicBezTo>
                <a:cubicBezTo>
                  <a:pt x="1266" y="1920"/>
                  <a:pt x="1320" y="1866"/>
                  <a:pt x="1320" y="1800"/>
                </a:cubicBezTo>
                <a:cubicBezTo>
                  <a:pt x="1320" y="1529"/>
                  <a:pt x="1320" y="1529"/>
                  <a:pt x="1320" y="1529"/>
                </a:cubicBezTo>
                <a:cubicBezTo>
                  <a:pt x="1537" y="1376"/>
                  <a:pt x="1680" y="1126"/>
                  <a:pt x="1680" y="840"/>
                </a:cubicBezTo>
                <a:cubicBezTo>
                  <a:pt x="1680" y="377"/>
                  <a:pt x="1303" y="0"/>
                  <a:pt x="840" y="0"/>
                </a:cubicBezTo>
                <a:close/>
                <a:moveTo>
                  <a:pt x="1182" y="1332"/>
                </a:moveTo>
                <a:cubicBezTo>
                  <a:pt x="1080" y="1404"/>
                  <a:pt x="1080" y="1404"/>
                  <a:pt x="1080" y="1404"/>
                </a:cubicBezTo>
                <a:cubicBezTo>
                  <a:pt x="1080" y="1680"/>
                  <a:pt x="1080" y="1680"/>
                  <a:pt x="1080" y="1680"/>
                </a:cubicBezTo>
                <a:cubicBezTo>
                  <a:pt x="600" y="1680"/>
                  <a:pt x="600" y="1680"/>
                  <a:pt x="600" y="1680"/>
                </a:cubicBezTo>
                <a:cubicBezTo>
                  <a:pt x="600" y="1404"/>
                  <a:pt x="600" y="1404"/>
                  <a:pt x="600" y="1404"/>
                </a:cubicBezTo>
                <a:cubicBezTo>
                  <a:pt x="498" y="1332"/>
                  <a:pt x="498" y="1332"/>
                  <a:pt x="498" y="1332"/>
                </a:cubicBezTo>
                <a:cubicBezTo>
                  <a:pt x="336" y="1219"/>
                  <a:pt x="240" y="1036"/>
                  <a:pt x="240" y="840"/>
                </a:cubicBezTo>
                <a:cubicBezTo>
                  <a:pt x="240" y="509"/>
                  <a:pt x="509" y="240"/>
                  <a:pt x="840" y="240"/>
                </a:cubicBezTo>
                <a:cubicBezTo>
                  <a:pt x="1171" y="240"/>
                  <a:pt x="1440" y="509"/>
                  <a:pt x="1440" y="840"/>
                </a:cubicBezTo>
                <a:cubicBezTo>
                  <a:pt x="1440" y="1036"/>
                  <a:pt x="1344" y="1219"/>
                  <a:pt x="1182" y="133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56180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Sty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2780"/>
          </a:xfrm>
          <a:custGeom>
            <a:avLst/>
            <a:gdLst>
              <a:gd name="T0" fmla="*/ 0 w 5102"/>
              <a:gd name="T1" fmla="*/ 3401 h 4535"/>
              <a:gd name="T2" fmla="*/ 1417 w 5102"/>
              <a:gd name="T3" fmla="*/ 3401 h 4535"/>
              <a:gd name="T4" fmla="*/ 1417 w 5102"/>
              <a:gd name="T5" fmla="*/ 2834 h 4535"/>
              <a:gd name="T6" fmla="*/ 0 w 5102"/>
              <a:gd name="T7" fmla="*/ 2834 h 4535"/>
              <a:gd name="T8" fmla="*/ 0 w 5102"/>
              <a:gd name="T9" fmla="*/ 3401 h 4535"/>
              <a:gd name="T10" fmla="*/ 1842 w 5102"/>
              <a:gd name="T11" fmla="*/ 3401 h 4535"/>
              <a:gd name="T12" fmla="*/ 3259 w 5102"/>
              <a:gd name="T13" fmla="*/ 3401 h 4535"/>
              <a:gd name="T14" fmla="*/ 3259 w 5102"/>
              <a:gd name="T15" fmla="*/ 2834 h 4535"/>
              <a:gd name="T16" fmla="*/ 1842 w 5102"/>
              <a:gd name="T17" fmla="*/ 2834 h 4535"/>
              <a:gd name="T18" fmla="*/ 1842 w 5102"/>
              <a:gd name="T19" fmla="*/ 3401 h 4535"/>
              <a:gd name="T20" fmla="*/ 3685 w 5102"/>
              <a:gd name="T21" fmla="*/ 3401 h 4535"/>
              <a:gd name="T22" fmla="*/ 5102 w 5102"/>
              <a:gd name="T23" fmla="*/ 3401 h 4535"/>
              <a:gd name="T24" fmla="*/ 5102 w 5102"/>
              <a:gd name="T25" fmla="*/ 2834 h 4535"/>
              <a:gd name="T26" fmla="*/ 3685 w 5102"/>
              <a:gd name="T27" fmla="*/ 2834 h 4535"/>
              <a:gd name="T28" fmla="*/ 3685 w 5102"/>
              <a:gd name="T29" fmla="*/ 3401 h 4535"/>
              <a:gd name="T30" fmla="*/ 0 w 5102"/>
              <a:gd name="T31" fmla="*/ 4535 h 4535"/>
              <a:gd name="T32" fmla="*/ 567 w 5102"/>
              <a:gd name="T33" fmla="*/ 4535 h 4535"/>
              <a:gd name="T34" fmla="*/ 567 w 5102"/>
              <a:gd name="T35" fmla="*/ 3968 h 4535"/>
              <a:gd name="T36" fmla="*/ 0 w 5102"/>
              <a:gd name="T37" fmla="*/ 3968 h 4535"/>
              <a:gd name="T38" fmla="*/ 0 w 5102"/>
              <a:gd name="T39" fmla="*/ 4535 h 4535"/>
              <a:gd name="T40" fmla="*/ 1134 w 5102"/>
              <a:gd name="T41" fmla="*/ 4535 h 4535"/>
              <a:gd name="T42" fmla="*/ 1700 w 5102"/>
              <a:gd name="T43" fmla="*/ 4535 h 4535"/>
              <a:gd name="T44" fmla="*/ 1700 w 5102"/>
              <a:gd name="T45" fmla="*/ 3968 h 4535"/>
              <a:gd name="T46" fmla="*/ 1134 w 5102"/>
              <a:gd name="T47" fmla="*/ 3968 h 4535"/>
              <a:gd name="T48" fmla="*/ 1134 w 5102"/>
              <a:gd name="T49" fmla="*/ 4535 h 4535"/>
              <a:gd name="T50" fmla="*/ 2267 w 5102"/>
              <a:gd name="T51" fmla="*/ 4535 h 4535"/>
              <a:gd name="T52" fmla="*/ 2834 w 5102"/>
              <a:gd name="T53" fmla="*/ 4535 h 4535"/>
              <a:gd name="T54" fmla="*/ 2834 w 5102"/>
              <a:gd name="T55" fmla="*/ 3968 h 4535"/>
              <a:gd name="T56" fmla="*/ 2267 w 5102"/>
              <a:gd name="T57" fmla="*/ 3968 h 4535"/>
              <a:gd name="T58" fmla="*/ 2267 w 5102"/>
              <a:gd name="T59" fmla="*/ 4535 h 4535"/>
              <a:gd name="T60" fmla="*/ 3401 w 5102"/>
              <a:gd name="T61" fmla="*/ 4535 h 4535"/>
              <a:gd name="T62" fmla="*/ 3968 w 5102"/>
              <a:gd name="T63" fmla="*/ 4535 h 4535"/>
              <a:gd name="T64" fmla="*/ 3968 w 5102"/>
              <a:gd name="T65" fmla="*/ 3968 h 4535"/>
              <a:gd name="T66" fmla="*/ 3401 w 5102"/>
              <a:gd name="T67" fmla="*/ 3968 h 4535"/>
              <a:gd name="T68" fmla="*/ 3401 w 5102"/>
              <a:gd name="T69" fmla="*/ 4535 h 4535"/>
              <a:gd name="T70" fmla="*/ 4535 w 5102"/>
              <a:gd name="T71" fmla="*/ 4535 h 4535"/>
              <a:gd name="T72" fmla="*/ 5102 w 5102"/>
              <a:gd name="T73" fmla="*/ 4535 h 4535"/>
              <a:gd name="T74" fmla="*/ 5102 w 5102"/>
              <a:gd name="T75" fmla="*/ 3968 h 4535"/>
              <a:gd name="T76" fmla="*/ 4535 w 5102"/>
              <a:gd name="T77" fmla="*/ 3968 h 4535"/>
              <a:gd name="T78" fmla="*/ 4535 w 5102"/>
              <a:gd name="T79" fmla="*/ 4535 h 4535"/>
              <a:gd name="T80" fmla="*/ 0 w 5102"/>
              <a:gd name="T81" fmla="*/ 2267 h 4535"/>
              <a:gd name="T82" fmla="*/ 2267 w 5102"/>
              <a:gd name="T83" fmla="*/ 2267 h 4535"/>
              <a:gd name="T84" fmla="*/ 2267 w 5102"/>
              <a:gd name="T85" fmla="*/ 1700 h 4535"/>
              <a:gd name="T86" fmla="*/ 0 w 5102"/>
              <a:gd name="T87" fmla="*/ 1700 h 4535"/>
              <a:gd name="T88" fmla="*/ 0 w 5102"/>
              <a:gd name="T89" fmla="*/ 2267 h 4535"/>
              <a:gd name="T90" fmla="*/ 2834 w 5102"/>
              <a:gd name="T91" fmla="*/ 2267 h 4535"/>
              <a:gd name="T92" fmla="*/ 5102 w 5102"/>
              <a:gd name="T93" fmla="*/ 2267 h 4535"/>
              <a:gd name="T94" fmla="*/ 5102 w 5102"/>
              <a:gd name="T95" fmla="*/ 1700 h 4535"/>
              <a:gd name="T96" fmla="*/ 2834 w 5102"/>
              <a:gd name="T97" fmla="*/ 1700 h 4535"/>
              <a:gd name="T98" fmla="*/ 2834 w 5102"/>
              <a:gd name="T99" fmla="*/ 2267 h 4535"/>
              <a:gd name="T100" fmla="*/ 0 w 5102"/>
              <a:gd name="T101" fmla="*/ 0 h 4535"/>
              <a:gd name="T102" fmla="*/ 0 w 5102"/>
              <a:gd name="T103" fmla="*/ 1133 h 4535"/>
              <a:gd name="T104" fmla="*/ 5102 w 5102"/>
              <a:gd name="T105" fmla="*/ 1133 h 4535"/>
              <a:gd name="T106" fmla="*/ 5102 w 5102"/>
              <a:gd name="T107" fmla="*/ 0 h 4535"/>
              <a:gd name="T108" fmla="*/ 0 w 5102"/>
              <a:gd name="T109" fmla="*/ 0 h 4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102" h="4535">
                <a:moveTo>
                  <a:pt x="0" y="3401"/>
                </a:moveTo>
                <a:lnTo>
                  <a:pt x="1417" y="3401"/>
                </a:lnTo>
                <a:lnTo>
                  <a:pt x="1417" y="2834"/>
                </a:lnTo>
                <a:lnTo>
                  <a:pt x="0" y="2834"/>
                </a:lnTo>
                <a:lnTo>
                  <a:pt x="0" y="3401"/>
                </a:lnTo>
                <a:close/>
                <a:moveTo>
                  <a:pt x="1842" y="3401"/>
                </a:moveTo>
                <a:lnTo>
                  <a:pt x="3259" y="3401"/>
                </a:lnTo>
                <a:lnTo>
                  <a:pt x="3259" y="2834"/>
                </a:lnTo>
                <a:lnTo>
                  <a:pt x="1842" y="2834"/>
                </a:lnTo>
                <a:lnTo>
                  <a:pt x="1842" y="3401"/>
                </a:lnTo>
                <a:close/>
                <a:moveTo>
                  <a:pt x="3685" y="3401"/>
                </a:moveTo>
                <a:lnTo>
                  <a:pt x="5102" y="3401"/>
                </a:lnTo>
                <a:lnTo>
                  <a:pt x="5102" y="2834"/>
                </a:lnTo>
                <a:lnTo>
                  <a:pt x="3685" y="2834"/>
                </a:lnTo>
                <a:lnTo>
                  <a:pt x="3685" y="3401"/>
                </a:lnTo>
                <a:close/>
                <a:moveTo>
                  <a:pt x="0" y="4535"/>
                </a:moveTo>
                <a:lnTo>
                  <a:pt x="567" y="4535"/>
                </a:lnTo>
                <a:lnTo>
                  <a:pt x="567" y="3968"/>
                </a:lnTo>
                <a:lnTo>
                  <a:pt x="0" y="3968"/>
                </a:lnTo>
                <a:lnTo>
                  <a:pt x="0" y="4535"/>
                </a:lnTo>
                <a:close/>
                <a:moveTo>
                  <a:pt x="1134" y="4535"/>
                </a:moveTo>
                <a:lnTo>
                  <a:pt x="1700" y="4535"/>
                </a:lnTo>
                <a:lnTo>
                  <a:pt x="1700" y="3968"/>
                </a:lnTo>
                <a:lnTo>
                  <a:pt x="1134" y="3968"/>
                </a:lnTo>
                <a:lnTo>
                  <a:pt x="1134" y="4535"/>
                </a:lnTo>
                <a:close/>
                <a:moveTo>
                  <a:pt x="2267" y="4535"/>
                </a:moveTo>
                <a:lnTo>
                  <a:pt x="2834" y="4535"/>
                </a:lnTo>
                <a:lnTo>
                  <a:pt x="2834" y="3968"/>
                </a:lnTo>
                <a:lnTo>
                  <a:pt x="2267" y="3968"/>
                </a:lnTo>
                <a:lnTo>
                  <a:pt x="2267" y="4535"/>
                </a:lnTo>
                <a:close/>
                <a:moveTo>
                  <a:pt x="3401" y="4535"/>
                </a:moveTo>
                <a:lnTo>
                  <a:pt x="3968" y="4535"/>
                </a:lnTo>
                <a:lnTo>
                  <a:pt x="3968" y="3968"/>
                </a:lnTo>
                <a:lnTo>
                  <a:pt x="3401" y="3968"/>
                </a:lnTo>
                <a:lnTo>
                  <a:pt x="3401" y="4535"/>
                </a:lnTo>
                <a:close/>
                <a:moveTo>
                  <a:pt x="4535" y="4535"/>
                </a:moveTo>
                <a:lnTo>
                  <a:pt x="5102" y="4535"/>
                </a:lnTo>
                <a:lnTo>
                  <a:pt x="5102" y="3968"/>
                </a:lnTo>
                <a:lnTo>
                  <a:pt x="4535" y="3968"/>
                </a:lnTo>
                <a:lnTo>
                  <a:pt x="4535" y="4535"/>
                </a:lnTo>
                <a:close/>
                <a:moveTo>
                  <a:pt x="0" y="2267"/>
                </a:moveTo>
                <a:lnTo>
                  <a:pt x="2267" y="2267"/>
                </a:lnTo>
                <a:lnTo>
                  <a:pt x="2267" y="1700"/>
                </a:lnTo>
                <a:lnTo>
                  <a:pt x="0" y="1700"/>
                </a:lnTo>
                <a:lnTo>
                  <a:pt x="0" y="2267"/>
                </a:lnTo>
                <a:close/>
                <a:moveTo>
                  <a:pt x="2834" y="2267"/>
                </a:moveTo>
                <a:lnTo>
                  <a:pt x="5102" y="2267"/>
                </a:lnTo>
                <a:lnTo>
                  <a:pt x="5102" y="1700"/>
                </a:lnTo>
                <a:lnTo>
                  <a:pt x="2834" y="1700"/>
                </a:lnTo>
                <a:lnTo>
                  <a:pt x="2834" y="2267"/>
                </a:lnTo>
                <a:close/>
                <a:moveTo>
                  <a:pt x="0" y="0"/>
                </a:moveTo>
                <a:lnTo>
                  <a:pt x="0" y="1133"/>
                </a:lnTo>
                <a:lnTo>
                  <a:pt x="5102" y="1133"/>
                </a:lnTo>
                <a:lnTo>
                  <a:pt x="510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606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Weigh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2780"/>
          </a:xfrm>
          <a:custGeom>
            <a:avLst/>
            <a:gdLst>
              <a:gd name="T0" fmla="*/ 0 w 5102"/>
              <a:gd name="T1" fmla="*/ 3685 h 4535"/>
              <a:gd name="T2" fmla="*/ 5102 w 5102"/>
              <a:gd name="T3" fmla="*/ 3685 h 4535"/>
              <a:gd name="T4" fmla="*/ 5102 w 5102"/>
              <a:gd name="T5" fmla="*/ 3118 h 4535"/>
              <a:gd name="T6" fmla="*/ 0 w 5102"/>
              <a:gd name="T7" fmla="*/ 3118 h 4535"/>
              <a:gd name="T8" fmla="*/ 0 w 5102"/>
              <a:gd name="T9" fmla="*/ 3685 h 4535"/>
              <a:gd name="T10" fmla="*/ 0 w 5102"/>
              <a:gd name="T11" fmla="*/ 4535 h 4535"/>
              <a:gd name="T12" fmla="*/ 5102 w 5102"/>
              <a:gd name="T13" fmla="*/ 4535 h 4535"/>
              <a:gd name="T14" fmla="*/ 5102 w 5102"/>
              <a:gd name="T15" fmla="*/ 4251 h 4535"/>
              <a:gd name="T16" fmla="*/ 0 w 5102"/>
              <a:gd name="T17" fmla="*/ 4251 h 4535"/>
              <a:gd name="T18" fmla="*/ 0 w 5102"/>
              <a:gd name="T19" fmla="*/ 4535 h 4535"/>
              <a:gd name="T20" fmla="*/ 0 w 5102"/>
              <a:gd name="T21" fmla="*/ 2551 h 4535"/>
              <a:gd name="T22" fmla="*/ 5102 w 5102"/>
              <a:gd name="T23" fmla="*/ 2551 h 4535"/>
              <a:gd name="T24" fmla="*/ 5102 w 5102"/>
              <a:gd name="T25" fmla="*/ 1700 h 4535"/>
              <a:gd name="T26" fmla="*/ 0 w 5102"/>
              <a:gd name="T27" fmla="*/ 1700 h 4535"/>
              <a:gd name="T28" fmla="*/ 0 w 5102"/>
              <a:gd name="T29" fmla="*/ 2551 h 4535"/>
              <a:gd name="T30" fmla="*/ 0 w 5102"/>
              <a:gd name="T31" fmla="*/ 0 h 4535"/>
              <a:gd name="T32" fmla="*/ 0 w 5102"/>
              <a:gd name="T33" fmla="*/ 1133 h 4535"/>
              <a:gd name="T34" fmla="*/ 5102 w 5102"/>
              <a:gd name="T35" fmla="*/ 1133 h 4535"/>
              <a:gd name="T36" fmla="*/ 5102 w 5102"/>
              <a:gd name="T37" fmla="*/ 0 h 4535"/>
              <a:gd name="T38" fmla="*/ 0 w 5102"/>
              <a:gd name="T39" fmla="*/ 0 h 4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102" h="4535">
                <a:moveTo>
                  <a:pt x="0" y="3685"/>
                </a:moveTo>
                <a:lnTo>
                  <a:pt x="5102" y="3685"/>
                </a:lnTo>
                <a:lnTo>
                  <a:pt x="5102" y="3118"/>
                </a:lnTo>
                <a:lnTo>
                  <a:pt x="0" y="3118"/>
                </a:lnTo>
                <a:lnTo>
                  <a:pt x="0" y="3685"/>
                </a:lnTo>
                <a:close/>
                <a:moveTo>
                  <a:pt x="0" y="4535"/>
                </a:moveTo>
                <a:lnTo>
                  <a:pt x="5102" y="4535"/>
                </a:lnTo>
                <a:lnTo>
                  <a:pt x="5102" y="4251"/>
                </a:lnTo>
                <a:lnTo>
                  <a:pt x="0" y="4251"/>
                </a:lnTo>
                <a:lnTo>
                  <a:pt x="0" y="4535"/>
                </a:lnTo>
                <a:close/>
                <a:moveTo>
                  <a:pt x="0" y="2551"/>
                </a:moveTo>
                <a:lnTo>
                  <a:pt x="5102" y="2551"/>
                </a:lnTo>
                <a:lnTo>
                  <a:pt x="5102" y="1700"/>
                </a:lnTo>
                <a:lnTo>
                  <a:pt x="0" y="1700"/>
                </a:lnTo>
                <a:lnTo>
                  <a:pt x="0" y="2551"/>
                </a:lnTo>
                <a:close/>
                <a:moveTo>
                  <a:pt x="0" y="0"/>
                </a:moveTo>
                <a:lnTo>
                  <a:pt x="0" y="1133"/>
                </a:lnTo>
                <a:lnTo>
                  <a:pt x="5102" y="1133"/>
                </a:lnTo>
                <a:lnTo>
                  <a:pt x="510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96327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s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08100"/>
          </a:xfrm>
          <a:custGeom>
            <a:avLst/>
            <a:gdLst>
              <a:gd name="T0" fmla="*/ 0 w 5102"/>
              <a:gd name="T1" fmla="*/ 1701 h 2835"/>
              <a:gd name="T2" fmla="*/ 567 w 5102"/>
              <a:gd name="T3" fmla="*/ 1701 h 2835"/>
              <a:gd name="T4" fmla="*/ 567 w 5102"/>
              <a:gd name="T5" fmla="*/ 1134 h 2835"/>
              <a:gd name="T6" fmla="*/ 0 w 5102"/>
              <a:gd name="T7" fmla="*/ 1134 h 2835"/>
              <a:gd name="T8" fmla="*/ 0 w 5102"/>
              <a:gd name="T9" fmla="*/ 1701 h 2835"/>
              <a:gd name="T10" fmla="*/ 0 w 5102"/>
              <a:gd name="T11" fmla="*/ 2835 h 2835"/>
              <a:gd name="T12" fmla="*/ 567 w 5102"/>
              <a:gd name="T13" fmla="*/ 2835 h 2835"/>
              <a:gd name="T14" fmla="*/ 567 w 5102"/>
              <a:gd name="T15" fmla="*/ 2268 h 2835"/>
              <a:gd name="T16" fmla="*/ 0 w 5102"/>
              <a:gd name="T17" fmla="*/ 2268 h 2835"/>
              <a:gd name="T18" fmla="*/ 0 w 5102"/>
              <a:gd name="T19" fmla="*/ 2835 h 2835"/>
              <a:gd name="T20" fmla="*/ 0 w 5102"/>
              <a:gd name="T21" fmla="*/ 567 h 2835"/>
              <a:gd name="T22" fmla="*/ 567 w 5102"/>
              <a:gd name="T23" fmla="*/ 567 h 2835"/>
              <a:gd name="T24" fmla="*/ 567 w 5102"/>
              <a:gd name="T25" fmla="*/ 0 h 2835"/>
              <a:gd name="T26" fmla="*/ 0 w 5102"/>
              <a:gd name="T27" fmla="*/ 0 h 2835"/>
              <a:gd name="T28" fmla="*/ 0 w 5102"/>
              <a:gd name="T29" fmla="*/ 567 h 2835"/>
              <a:gd name="T30" fmla="*/ 1134 w 5102"/>
              <a:gd name="T31" fmla="*/ 1701 h 2835"/>
              <a:gd name="T32" fmla="*/ 5102 w 5102"/>
              <a:gd name="T33" fmla="*/ 1701 h 2835"/>
              <a:gd name="T34" fmla="*/ 5102 w 5102"/>
              <a:gd name="T35" fmla="*/ 1134 h 2835"/>
              <a:gd name="T36" fmla="*/ 1134 w 5102"/>
              <a:gd name="T37" fmla="*/ 1134 h 2835"/>
              <a:gd name="T38" fmla="*/ 1134 w 5102"/>
              <a:gd name="T39" fmla="*/ 1701 h 2835"/>
              <a:gd name="T40" fmla="*/ 1134 w 5102"/>
              <a:gd name="T41" fmla="*/ 2835 h 2835"/>
              <a:gd name="T42" fmla="*/ 5102 w 5102"/>
              <a:gd name="T43" fmla="*/ 2835 h 2835"/>
              <a:gd name="T44" fmla="*/ 5102 w 5102"/>
              <a:gd name="T45" fmla="*/ 2268 h 2835"/>
              <a:gd name="T46" fmla="*/ 1134 w 5102"/>
              <a:gd name="T47" fmla="*/ 2268 h 2835"/>
              <a:gd name="T48" fmla="*/ 1134 w 5102"/>
              <a:gd name="T49" fmla="*/ 2835 h 2835"/>
              <a:gd name="T50" fmla="*/ 1134 w 5102"/>
              <a:gd name="T51" fmla="*/ 0 h 2835"/>
              <a:gd name="T52" fmla="*/ 1134 w 5102"/>
              <a:gd name="T53" fmla="*/ 567 h 2835"/>
              <a:gd name="T54" fmla="*/ 5102 w 5102"/>
              <a:gd name="T55" fmla="*/ 567 h 2835"/>
              <a:gd name="T56" fmla="*/ 5102 w 5102"/>
              <a:gd name="T57" fmla="*/ 0 h 2835"/>
              <a:gd name="T58" fmla="*/ 1134 w 5102"/>
              <a:gd name="T59" fmla="*/ 0 h 28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5102" h="2835">
                <a:moveTo>
                  <a:pt x="0" y="1701"/>
                </a:moveTo>
                <a:lnTo>
                  <a:pt x="567" y="1701"/>
                </a:lnTo>
                <a:lnTo>
                  <a:pt x="567" y="1134"/>
                </a:lnTo>
                <a:lnTo>
                  <a:pt x="0" y="1134"/>
                </a:lnTo>
                <a:lnTo>
                  <a:pt x="0" y="1701"/>
                </a:lnTo>
                <a:close/>
                <a:moveTo>
                  <a:pt x="0" y="2835"/>
                </a:moveTo>
                <a:lnTo>
                  <a:pt x="567" y="2835"/>
                </a:lnTo>
                <a:lnTo>
                  <a:pt x="567" y="2268"/>
                </a:lnTo>
                <a:lnTo>
                  <a:pt x="0" y="2268"/>
                </a:lnTo>
                <a:lnTo>
                  <a:pt x="0" y="2835"/>
                </a:lnTo>
                <a:close/>
                <a:moveTo>
                  <a:pt x="0" y="567"/>
                </a:moveTo>
                <a:lnTo>
                  <a:pt x="567" y="567"/>
                </a:lnTo>
                <a:lnTo>
                  <a:pt x="567" y="0"/>
                </a:lnTo>
                <a:lnTo>
                  <a:pt x="0" y="0"/>
                </a:lnTo>
                <a:lnTo>
                  <a:pt x="0" y="567"/>
                </a:lnTo>
                <a:close/>
                <a:moveTo>
                  <a:pt x="1134" y="1701"/>
                </a:moveTo>
                <a:lnTo>
                  <a:pt x="5102" y="1701"/>
                </a:lnTo>
                <a:lnTo>
                  <a:pt x="5102" y="1134"/>
                </a:lnTo>
                <a:lnTo>
                  <a:pt x="1134" y="1134"/>
                </a:lnTo>
                <a:lnTo>
                  <a:pt x="1134" y="1701"/>
                </a:lnTo>
                <a:close/>
                <a:moveTo>
                  <a:pt x="1134" y="2835"/>
                </a:moveTo>
                <a:lnTo>
                  <a:pt x="5102" y="2835"/>
                </a:lnTo>
                <a:lnTo>
                  <a:pt x="5102" y="2268"/>
                </a:lnTo>
                <a:lnTo>
                  <a:pt x="1134" y="2268"/>
                </a:lnTo>
                <a:lnTo>
                  <a:pt x="1134" y="2835"/>
                </a:lnTo>
                <a:close/>
                <a:moveTo>
                  <a:pt x="1134" y="0"/>
                </a:moveTo>
                <a:lnTo>
                  <a:pt x="1134" y="567"/>
                </a:lnTo>
                <a:lnTo>
                  <a:pt x="5102" y="567"/>
                </a:lnTo>
                <a:lnTo>
                  <a:pt x="5102" y="0"/>
                </a:lnTo>
                <a:lnTo>
                  <a:pt x="11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6057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96591" cy="914400"/>
          </a:xfrm>
          <a:custGeom>
            <a:avLst/>
            <a:gdLst>
              <a:gd name="T0" fmla="*/ 1680 w 1920"/>
              <a:gd name="T1" fmla="*/ 840 h 2520"/>
              <a:gd name="T2" fmla="*/ 1560 w 1920"/>
              <a:gd name="T3" fmla="*/ 840 h 2520"/>
              <a:gd name="T4" fmla="*/ 1560 w 1920"/>
              <a:gd name="T5" fmla="*/ 600 h 2520"/>
              <a:gd name="T6" fmla="*/ 960 w 1920"/>
              <a:gd name="T7" fmla="*/ 0 h 2520"/>
              <a:gd name="T8" fmla="*/ 360 w 1920"/>
              <a:gd name="T9" fmla="*/ 600 h 2520"/>
              <a:gd name="T10" fmla="*/ 360 w 1920"/>
              <a:gd name="T11" fmla="*/ 840 h 2520"/>
              <a:gd name="T12" fmla="*/ 240 w 1920"/>
              <a:gd name="T13" fmla="*/ 840 h 2520"/>
              <a:gd name="T14" fmla="*/ 0 w 1920"/>
              <a:gd name="T15" fmla="*/ 1080 h 2520"/>
              <a:gd name="T16" fmla="*/ 0 w 1920"/>
              <a:gd name="T17" fmla="*/ 2280 h 2520"/>
              <a:gd name="T18" fmla="*/ 240 w 1920"/>
              <a:gd name="T19" fmla="*/ 2520 h 2520"/>
              <a:gd name="T20" fmla="*/ 1680 w 1920"/>
              <a:gd name="T21" fmla="*/ 2520 h 2520"/>
              <a:gd name="T22" fmla="*/ 1920 w 1920"/>
              <a:gd name="T23" fmla="*/ 2280 h 2520"/>
              <a:gd name="T24" fmla="*/ 1920 w 1920"/>
              <a:gd name="T25" fmla="*/ 1080 h 2520"/>
              <a:gd name="T26" fmla="*/ 1680 w 1920"/>
              <a:gd name="T27" fmla="*/ 840 h 2520"/>
              <a:gd name="T28" fmla="*/ 960 w 1920"/>
              <a:gd name="T29" fmla="*/ 1920 h 2520"/>
              <a:gd name="T30" fmla="*/ 720 w 1920"/>
              <a:gd name="T31" fmla="*/ 1680 h 2520"/>
              <a:gd name="T32" fmla="*/ 960 w 1920"/>
              <a:gd name="T33" fmla="*/ 1440 h 2520"/>
              <a:gd name="T34" fmla="*/ 1200 w 1920"/>
              <a:gd name="T35" fmla="*/ 1680 h 2520"/>
              <a:gd name="T36" fmla="*/ 960 w 1920"/>
              <a:gd name="T37" fmla="*/ 1920 h 2520"/>
              <a:gd name="T38" fmla="*/ 1332 w 1920"/>
              <a:gd name="T39" fmla="*/ 840 h 2520"/>
              <a:gd name="T40" fmla="*/ 588 w 1920"/>
              <a:gd name="T41" fmla="*/ 840 h 2520"/>
              <a:gd name="T42" fmla="*/ 588 w 1920"/>
              <a:gd name="T43" fmla="*/ 600 h 2520"/>
              <a:gd name="T44" fmla="*/ 960 w 1920"/>
              <a:gd name="T45" fmla="*/ 228 h 2520"/>
              <a:gd name="T46" fmla="*/ 1332 w 1920"/>
              <a:gd name="T47" fmla="*/ 600 h 2520"/>
              <a:gd name="T48" fmla="*/ 1332 w 1920"/>
              <a:gd name="T49" fmla="*/ 840 h 2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920" h="2520">
                <a:moveTo>
                  <a:pt x="1680" y="840"/>
                </a:moveTo>
                <a:cubicBezTo>
                  <a:pt x="1560" y="840"/>
                  <a:pt x="1560" y="840"/>
                  <a:pt x="1560" y="840"/>
                </a:cubicBezTo>
                <a:cubicBezTo>
                  <a:pt x="1560" y="600"/>
                  <a:pt x="1560" y="600"/>
                  <a:pt x="1560" y="600"/>
                </a:cubicBezTo>
                <a:cubicBezTo>
                  <a:pt x="1560" y="269"/>
                  <a:pt x="1291" y="0"/>
                  <a:pt x="960" y="0"/>
                </a:cubicBezTo>
                <a:cubicBezTo>
                  <a:pt x="629" y="0"/>
                  <a:pt x="360" y="269"/>
                  <a:pt x="360" y="600"/>
                </a:cubicBezTo>
                <a:cubicBezTo>
                  <a:pt x="360" y="840"/>
                  <a:pt x="360" y="840"/>
                  <a:pt x="360" y="840"/>
                </a:cubicBezTo>
                <a:cubicBezTo>
                  <a:pt x="240" y="840"/>
                  <a:pt x="240" y="840"/>
                  <a:pt x="240" y="840"/>
                </a:cubicBezTo>
                <a:cubicBezTo>
                  <a:pt x="108" y="840"/>
                  <a:pt x="0" y="948"/>
                  <a:pt x="0" y="1080"/>
                </a:cubicBezTo>
                <a:cubicBezTo>
                  <a:pt x="0" y="2280"/>
                  <a:pt x="0" y="2280"/>
                  <a:pt x="0" y="2280"/>
                </a:cubicBezTo>
                <a:cubicBezTo>
                  <a:pt x="0" y="2412"/>
                  <a:pt x="108" y="2520"/>
                  <a:pt x="240" y="2520"/>
                </a:cubicBezTo>
                <a:cubicBezTo>
                  <a:pt x="1680" y="2520"/>
                  <a:pt x="1680" y="2520"/>
                  <a:pt x="1680" y="2520"/>
                </a:cubicBezTo>
                <a:cubicBezTo>
                  <a:pt x="1812" y="2520"/>
                  <a:pt x="1920" y="2412"/>
                  <a:pt x="1920" y="2280"/>
                </a:cubicBezTo>
                <a:cubicBezTo>
                  <a:pt x="1920" y="1080"/>
                  <a:pt x="1920" y="1080"/>
                  <a:pt x="1920" y="1080"/>
                </a:cubicBezTo>
                <a:cubicBezTo>
                  <a:pt x="1920" y="948"/>
                  <a:pt x="1812" y="840"/>
                  <a:pt x="1680" y="840"/>
                </a:cubicBezTo>
                <a:close/>
                <a:moveTo>
                  <a:pt x="960" y="1920"/>
                </a:moveTo>
                <a:cubicBezTo>
                  <a:pt x="828" y="1920"/>
                  <a:pt x="720" y="1812"/>
                  <a:pt x="720" y="1680"/>
                </a:cubicBezTo>
                <a:cubicBezTo>
                  <a:pt x="720" y="1548"/>
                  <a:pt x="828" y="1440"/>
                  <a:pt x="960" y="1440"/>
                </a:cubicBezTo>
                <a:cubicBezTo>
                  <a:pt x="1092" y="1440"/>
                  <a:pt x="1200" y="1548"/>
                  <a:pt x="1200" y="1680"/>
                </a:cubicBezTo>
                <a:cubicBezTo>
                  <a:pt x="1200" y="1812"/>
                  <a:pt x="1092" y="1920"/>
                  <a:pt x="960" y="1920"/>
                </a:cubicBezTo>
                <a:close/>
                <a:moveTo>
                  <a:pt x="1332" y="840"/>
                </a:moveTo>
                <a:cubicBezTo>
                  <a:pt x="588" y="840"/>
                  <a:pt x="588" y="840"/>
                  <a:pt x="588" y="840"/>
                </a:cubicBezTo>
                <a:cubicBezTo>
                  <a:pt x="588" y="600"/>
                  <a:pt x="588" y="600"/>
                  <a:pt x="588" y="600"/>
                </a:cubicBezTo>
                <a:cubicBezTo>
                  <a:pt x="588" y="395"/>
                  <a:pt x="755" y="228"/>
                  <a:pt x="960" y="228"/>
                </a:cubicBezTo>
                <a:cubicBezTo>
                  <a:pt x="1165" y="228"/>
                  <a:pt x="1332" y="395"/>
                  <a:pt x="1332" y="600"/>
                </a:cubicBezTo>
                <a:lnTo>
                  <a:pt x="1332" y="8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01586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k Ope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96591" cy="914400"/>
          </a:xfrm>
          <a:custGeom>
            <a:avLst/>
            <a:gdLst>
              <a:gd name="T0" fmla="*/ 960 w 1920"/>
              <a:gd name="T1" fmla="*/ 1920 h 2520"/>
              <a:gd name="T2" fmla="*/ 1200 w 1920"/>
              <a:gd name="T3" fmla="*/ 1680 h 2520"/>
              <a:gd name="T4" fmla="*/ 960 w 1920"/>
              <a:gd name="T5" fmla="*/ 1440 h 2520"/>
              <a:gd name="T6" fmla="*/ 720 w 1920"/>
              <a:gd name="T7" fmla="*/ 1680 h 2520"/>
              <a:gd name="T8" fmla="*/ 960 w 1920"/>
              <a:gd name="T9" fmla="*/ 1920 h 2520"/>
              <a:gd name="T10" fmla="*/ 1680 w 1920"/>
              <a:gd name="T11" fmla="*/ 840 h 2520"/>
              <a:gd name="T12" fmla="*/ 1560 w 1920"/>
              <a:gd name="T13" fmla="*/ 840 h 2520"/>
              <a:gd name="T14" fmla="*/ 1560 w 1920"/>
              <a:gd name="T15" fmla="*/ 600 h 2520"/>
              <a:gd name="T16" fmla="*/ 960 w 1920"/>
              <a:gd name="T17" fmla="*/ 0 h 2520"/>
              <a:gd name="T18" fmla="*/ 360 w 1920"/>
              <a:gd name="T19" fmla="*/ 600 h 2520"/>
              <a:gd name="T20" fmla="*/ 588 w 1920"/>
              <a:gd name="T21" fmla="*/ 600 h 2520"/>
              <a:gd name="T22" fmla="*/ 960 w 1920"/>
              <a:gd name="T23" fmla="*/ 228 h 2520"/>
              <a:gd name="T24" fmla="*/ 1332 w 1920"/>
              <a:gd name="T25" fmla="*/ 600 h 2520"/>
              <a:gd name="T26" fmla="*/ 1332 w 1920"/>
              <a:gd name="T27" fmla="*/ 840 h 2520"/>
              <a:gd name="T28" fmla="*/ 240 w 1920"/>
              <a:gd name="T29" fmla="*/ 840 h 2520"/>
              <a:gd name="T30" fmla="*/ 0 w 1920"/>
              <a:gd name="T31" fmla="*/ 1080 h 2520"/>
              <a:gd name="T32" fmla="*/ 0 w 1920"/>
              <a:gd name="T33" fmla="*/ 2280 h 2520"/>
              <a:gd name="T34" fmla="*/ 240 w 1920"/>
              <a:gd name="T35" fmla="*/ 2520 h 2520"/>
              <a:gd name="T36" fmla="*/ 1680 w 1920"/>
              <a:gd name="T37" fmla="*/ 2520 h 2520"/>
              <a:gd name="T38" fmla="*/ 1920 w 1920"/>
              <a:gd name="T39" fmla="*/ 2280 h 2520"/>
              <a:gd name="T40" fmla="*/ 1920 w 1920"/>
              <a:gd name="T41" fmla="*/ 1080 h 2520"/>
              <a:gd name="T42" fmla="*/ 1680 w 1920"/>
              <a:gd name="T43" fmla="*/ 840 h 2520"/>
              <a:gd name="T44" fmla="*/ 1680 w 1920"/>
              <a:gd name="T45" fmla="*/ 2280 h 2520"/>
              <a:gd name="T46" fmla="*/ 240 w 1920"/>
              <a:gd name="T47" fmla="*/ 2280 h 2520"/>
              <a:gd name="T48" fmla="*/ 240 w 1920"/>
              <a:gd name="T49" fmla="*/ 1080 h 2520"/>
              <a:gd name="T50" fmla="*/ 1680 w 1920"/>
              <a:gd name="T51" fmla="*/ 1080 h 2520"/>
              <a:gd name="T52" fmla="*/ 1680 w 1920"/>
              <a:gd name="T53" fmla="*/ 2280 h 2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920" h="2520">
                <a:moveTo>
                  <a:pt x="960" y="1920"/>
                </a:moveTo>
                <a:cubicBezTo>
                  <a:pt x="1092" y="1920"/>
                  <a:pt x="1200" y="1812"/>
                  <a:pt x="1200" y="1680"/>
                </a:cubicBezTo>
                <a:cubicBezTo>
                  <a:pt x="1200" y="1548"/>
                  <a:pt x="1092" y="1440"/>
                  <a:pt x="960" y="1440"/>
                </a:cubicBezTo>
                <a:cubicBezTo>
                  <a:pt x="828" y="1440"/>
                  <a:pt x="720" y="1548"/>
                  <a:pt x="720" y="1680"/>
                </a:cubicBezTo>
                <a:cubicBezTo>
                  <a:pt x="720" y="1812"/>
                  <a:pt x="828" y="1920"/>
                  <a:pt x="960" y="1920"/>
                </a:cubicBezTo>
                <a:close/>
                <a:moveTo>
                  <a:pt x="1680" y="840"/>
                </a:moveTo>
                <a:cubicBezTo>
                  <a:pt x="1560" y="840"/>
                  <a:pt x="1560" y="840"/>
                  <a:pt x="1560" y="840"/>
                </a:cubicBezTo>
                <a:cubicBezTo>
                  <a:pt x="1560" y="600"/>
                  <a:pt x="1560" y="600"/>
                  <a:pt x="1560" y="600"/>
                </a:cubicBezTo>
                <a:cubicBezTo>
                  <a:pt x="1560" y="269"/>
                  <a:pt x="1291" y="0"/>
                  <a:pt x="960" y="0"/>
                </a:cubicBezTo>
                <a:cubicBezTo>
                  <a:pt x="629" y="0"/>
                  <a:pt x="360" y="269"/>
                  <a:pt x="360" y="600"/>
                </a:cubicBezTo>
                <a:cubicBezTo>
                  <a:pt x="588" y="600"/>
                  <a:pt x="588" y="600"/>
                  <a:pt x="588" y="600"/>
                </a:cubicBezTo>
                <a:cubicBezTo>
                  <a:pt x="588" y="395"/>
                  <a:pt x="755" y="228"/>
                  <a:pt x="960" y="228"/>
                </a:cubicBezTo>
                <a:cubicBezTo>
                  <a:pt x="1165" y="228"/>
                  <a:pt x="1332" y="395"/>
                  <a:pt x="1332" y="600"/>
                </a:cubicBezTo>
                <a:cubicBezTo>
                  <a:pt x="1332" y="840"/>
                  <a:pt x="1332" y="840"/>
                  <a:pt x="1332" y="840"/>
                </a:cubicBezTo>
                <a:cubicBezTo>
                  <a:pt x="240" y="840"/>
                  <a:pt x="240" y="840"/>
                  <a:pt x="240" y="840"/>
                </a:cubicBezTo>
                <a:cubicBezTo>
                  <a:pt x="108" y="840"/>
                  <a:pt x="0" y="948"/>
                  <a:pt x="0" y="1080"/>
                </a:cubicBezTo>
                <a:cubicBezTo>
                  <a:pt x="0" y="2280"/>
                  <a:pt x="0" y="2280"/>
                  <a:pt x="0" y="2280"/>
                </a:cubicBezTo>
                <a:cubicBezTo>
                  <a:pt x="0" y="2412"/>
                  <a:pt x="108" y="2520"/>
                  <a:pt x="240" y="2520"/>
                </a:cubicBezTo>
                <a:cubicBezTo>
                  <a:pt x="1680" y="2520"/>
                  <a:pt x="1680" y="2520"/>
                  <a:pt x="1680" y="2520"/>
                </a:cubicBezTo>
                <a:cubicBezTo>
                  <a:pt x="1812" y="2520"/>
                  <a:pt x="1920" y="2412"/>
                  <a:pt x="1920" y="2280"/>
                </a:cubicBezTo>
                <a:cubicBezTo>
                  <a:pt x="1920" y="1080"/>
                  <a:pt x="1920" y="1080"/>
                  <a:pt x="1920" y="1080"/>
                </a:cubicBezTo>
                <a:cubicBezTo>
                  <a:pt x="1920" y="948"/>
                  <a:pt x="1812" y="840"/>
                  <a:pt x="1680" y="840"/>
                </a:cubicBezTo>
                <a:close/>
                <a:moveTo>
                  <a:pt x="1680" y="2280"/>
                </a:moveTo>
                <a:cubicBezTo>
                  <a:pt x="240" y="2280"/>
                  <a:pt x="240" y="2280"/>
                  <a:pt x="240" y="2280"/>
                </a:cubicBezTo>
                <a:cubicBezTo>
                  <a:pt x="240" y="1080"/>
                  <a:pt x="240" y="1080"/>
                  <a:pt x="240" y="1080"/>
                </a:cubicBezTo>
                <a:cubicBezTo>
                  <a:pt x="1680" y="1080"/>
                  <a:pt x="1680" y="1080"/>
                  <a:pt x="1680" y="1080"/>
                </a:cubicBezTo>
                <a:lnTo>
                  <a:pt x="1680" y="22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6824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k Out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96591" cy="914400"/>
          </a:xfrm>
          <a:custGeom>
            <a:avLst/>
            <a:gdLst>
              <a:gd name="T0" fmla="*/ 960 w 1920"/>
              <a:gd name="T1" fmla="*/ 1920 h 2520"/>
              <a:gd name="T2" fmla="*/ 1200 w 1920"/>
              <a:gd name="T3" fmla="*/ 1680 h 2520"/>
              <a:gd name="T4" fmla="*/ 960 w 1920"/>
              <a:gd name="T5" fmla="*/ 1440 h 2520"/>
              <a:gd name="T6" fmla="*/ 720 w 1920"/>
              <a:gd name="T7" fmla="*/ 1680 h 2520"/>
              <a:gd name="T8" fmla="*/ 960 w 1920"/>
              <a:gd name="T9" fmla="*/ 1920 h 2520"/>
              <a:gd name="T10" fmla="*/ 1680 w 1920"/>
              <a:gd name="T11" fmla="*/ 840 h 2520"/>
              <a:gd name="T12" fmla="*/ 1560 w 1920"/>
              <a:gd name="T13" fmla="*/ 840 h 2520"/>
              <a:gd name="T14" fmla="*/ 1560 w 1920"/>
              <a:gd name="T15" fmla="*/ 600 h 2520"/>
              <a:gd name="T16" fmla="*/ 960 w 1920"/>
              <a:gd name="T17" fmla="*/ 0 h 2520"/>
              <a:gd name="T18" fmla="*/ 360 w 1920"/>
              <a:gd name="T19" fmla="*/ 600 h 2520"/>
              <a:gd name="T20" fmla="*/ 360 w 1920"/>
              <a:gd name="T21" fmla="*/ 840 h 2520"/>
              <a:gd name="T22" fmla="*/ 240 w 1920"/>
              <a:gd name="T23" fmla="*/ 840 h 2520"/>
              <a:gd name="T24" fmla="*/ 0 w 1920"/>
              <a:gd name="T25" fmla="*/ 1080 h 2520"/>
              <a:gd name="T26" fmla="*/ 0 w 1920"/>
              <a:gd name="T27" fmla="*/ 2280 h 2520"/>
              <a:gd name="T28" fmla="*/ 240 w 1920"/>
              <a:gd name="T29" fmla="*/ 2520 h 2520"/>
              <a:gd name="T30" fmla="*/ 1680 w 1920"/>
              <a:gd name="T31" fmla="*/ 2520 h 2520"/>
              <a:gd name="T32" fmla="*/ 1920 w 1920"/>
              <a:gd name="T33" fmla="*/ 2280 h 2520"/>
              <a:gd name="T34" fmla="*/ 1920 w 1920"/>
              <a:gd name="T35" fmla="*/ 1080 h 2520"/>
              <a:gd name="T36" fmla="*/ 1680 w 1920"/>
              <a:gd name="T37" fmla="*/ 840 h 2520"/>
              <a:gd name="T38" fmla="*/ 588 w 1920"/>
              <a:gd name="T39" fmla="*/ 600 h 2520"/>
              <a:gd name="T40" fmla="*/ 960 w 1920"/>
              <a:gd name="T41" fmla="*/ 228 h 2520"/>
              <a:gd name="T42" fmla="*/ 1332 w 1920"/>
              <a:gd name="T43" fmla="*/ 600 h 2520"/>
              <a:gd name="T44" fmla="*/ 1332 w 1920"/>
              <a:gd name="T45" fmla="*/ 840 h 2520"/>
              <a:gd name="T46" fmla="*/ 588 w 1920"/>
              <a:gd name="T47" fmla="*/ 840 h 2520"/>
              <a:gd name="T48" fmla="*/ 588 w 1920"/>
              <a:gd name="T49" fmla="*/ 600 h 2520"/>
              <a:gd name="T50" fmla="*/ 1680 w 1920"/>
              <a:gd name="T51" fmla="*/ 2280 h 2520"/>
              <a:gd name="T52" fmla="*/ 240 w 1920"/>
              <a:gd name="T53" fmla="*/ 2280 h 2520"/>
              <a:gd name="T54" fmla="*/ 240 w 1920"/>
              <a:gd name="T55" fmla="*/ 1080 h 2520"/>
              <a:gd name="T56" fmla="*/ 1680 w 1920"/>
              <a:gd name="T57" fmla="*/ 1080 h 2520"/>
              <a:gd name="T58" fmla="*/ 1680 w 1920"/>
              <a:gd name="T59" fmla="*/ 2280 h 2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920" h="2520">
                <a:moveTo>
                  <a:pt x="960" y="1920"/>
                </a:moveTo>
                <a:cubicBezTo>
                  <a:pt x="1092" y="1920"/>
                  <a:pt x="1200" y="1812"/>
                  <a:pt x="1200" y="1680"/>
                </a:cubicBezTo>
                <a:cubicBezTo>
                  <a:pt x="1200" y="1548"/>
                  <a:pt x="1092" y="1440"/>
                  <a:pt x="960" y="1440"/>
                </a:cubicBezTo>
                <a:cubicBezTo>
                  <a:pt x="828" y="1440"/>
                  <a:pt x="720" y="1548"/>
                  <a:pt x="720" y="1680"/>
                </a:cubicBezTo>
                <a:cubicBezTo>
                  <a:pt x="720" y="1812"/>
                  <a:pt x="828" y="1920"/>
                  <a:pt x="960" y="1920"/>
                </a:cubicBezTo>
                <a:close/>
                <a:moveTo>
                  <a:pt x="1680" y="840"/>
                </a:moveTo>
                <a:cubicBezTo>
                  <a:pt x="1560" y="840"/>
                  <a:pt x="1560" y="840"/>
                  <a:pt x="1560" y="840"/>
                </a:cubicBezTo>
                <a:cubicBezTo>
                  <a:pt x="1560" y="600"/>
                  <a:pt x="1560" y="600"/>
                  <a:pt x="1560" y="600"/>
                </a:cubicBezTo>
                <a:cubicBezTo>
                  <a:pt x="1560" y="269"/>
                  <a:pt x="1291" y="0"/>
                  <a:pt x="960" y="0"/>
                </a:cubicBezTo>
                <a:cubicBezTo>
                  <a:pt x="629" y="0"/>
                  <a:pt x="360" y="269"/>
                  <a:pt x="360" y="600"/>
                </a:cubicBezTo>
                <a:cubicBezTo>
                  <a:pt x="360" y="840"/>
                  <a:pt x="360" y="840"/>
                  <a:pt x="360" y="840"/>
                </a:cubicBezTo>
                <a:cubicBezTo>
                  <a:pt x="240" y="840"/>
                  <a:pt x="240" y="840"/>
                  <a:pt x="240" y="840"/>
                </a:cubicBezTo>
                <a:cubicBezTo>
                  <a:pt x="108" y="840"/>
                  <a:pt x="0" y="948"/>
                  <a:pt x="0" y="1080"/>
                </a:cubicBezTo>
                <a:cubicBezTo>
                  <a:pt x="0" y="2280"/>
                  <a:pt x="0" y="2280"/>
                  <a:pt x="0" y="2280"/>
                </a:cubicBezTo>
                <a:cubicBezTo>
                  <a:pt x="0" y="2412"/>
                  <a:pt x="108" y="2520"/>
                  <a:pt x="240" y="2520"/>
                </a:cubicBezTo>
                <a:cubicBezTo>
                  <a:pt x="1680" y="2520"/>
                  <a:pt x="1680" y="2520"/>
                  <a:pt x="1680" y="2520"/>
                </a:cubicBezTo>
                <a:cubicBezTo>
                  <a:pt x="1812" y="2520"/>
                  <a:pt x="1920" y="2412"/>
                  <a:pt x="1920" y="2280"/>
                </a:cubicBezTo>
                <a:cubicBezTo>
                  <a:pt x="1920" y="1080"/>
                  <a:pt x="1920" y="1080"/>
                  <a:pt x="1920" y="1080"/>
                </a:cubicBezTo>
                <a:cubicBezTo>
                  <a:pt x="1920" y="948"/>
                  <a:pt x="1812" y="840"/>
                  <a:pt x="1680" y="840"/>
                </a:cubicBezTo>
                <a:close/>
                <a:moveTo>
                  <a:pt x="588" y="600"/>
                </a:moveTo>
                <a:cubicBezTo>
                  <a:pt x="588" y="395"/>
                  <a:pt x="755" y="228"/>
                  <a:pt x="960" y="228"/>
                </a:cubicBezTo>
                <a:cubicBezTo>
                  <a:pt x="1165" y="228"/>
                  <a:pt x="1332" y="395"/>
                  <a:pt x="1332" y="600"/>
                </a:cubicBezTo>
                <a:cubicBezTo>
                  <a:pt x="1332" y="840"/>
                  <a:pt x="1332" y="840"/>
                  <a:pt x="1332" y="840"/>
                </a:cubicBezTo>
                <a:cubicBezTo>
                  <a:pt x="588" y="840"/>
                  <a:pt x="588" y="840"/>
                  <a:pt x="588" y="840"/>
                </a:cubicBezTo>
                <a:lnTo>
                  <a:pt x="588" y="600"/>
                </a:lnTo>
                <a:close/>
                <a:moveTo>
                  <a:pt x="1680" y="2280"/>
                </a:moveTo>
                <a:cubicBezTo>
                  <a:pt x="240" y="2280"/>
                  <a:pt x="240" y="2280"/>
                  <a:pt x="240" y="2280"/>
                </a:cubicBezTo>
                <a:cubicBezTo>
                  <a:pt x="240" y="1080"/>
                  <a:pt x="240" y="1080"/>
                  <a:pt x="240" y="1080"/>
                </a:cubicBezTo>
                <a:cubicBezTo>
                  <a:pt x="1680" y="1080"/>
                  <a:pt x="1680" y="1080"/>
                  <a:pt x="1680" y="1080"/>
                </a:cubicBezTo>
                <a:lnTo>
                  <a:pt x="1680" y="22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2337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yalt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329 w 2400"/>
              <a:gd name="T1" fmla="*/ 1150 h 2400"/>
              <a:gd name="T2" fmla="*/ 1249 w 2400"/>
              <a:gd name="T3" fmla="*/ 70 h 2400"/>
              <a:gd name="T4" fmla="*/ 1080 w 2400"/>
              <a:gd name="T5" fmla="*/ 0 h 2400"/>
              <a:gd name="T6" fmla="*/ 240 w 2400"/>
              <a:gd name="T7" fmla="*/ 0 h 2400"/>
              <a:gd name="T8" fmla="*/ 0 w 2400"/>
              <a:gd name="T9" fmla="*/ 240 h 2400"/>
              <a:gd name="T10" fmla="*/ 0 w 2400"/>
              <a:gd name="T11" fmla="*/ 1080 h 2400"/>
              <a:gd name="T12" fmla="*/ 71 w 2400"/>
              <a:gd name="T13" fmla="*/ 1250 h 2400"/>
              <a:gd name="T14" fmla="*/ 1151 w 2400"/>
              <a:gd name="T15" fmla="*/ 2330 h 2400"/>
              <a:gd name="T16" fmla="*/ 1320 w 2400"/>
              <a:gd name="T17" fmla="*/ 2400 h 2400"/>
              <a:gd name="T18" fmla="*/ 1489 w 2400"/>
              <a:gd name="T19" fmla="*/ 2329 h 2400"/>
              <a:gd name="T20" fmla="*/ 2329 w 2400"/>
              <a:gd name="T21" fmla="*/ 1489 h 2400"/>
              <a:gd name="T22" fmla="*/ 2400 w 2400"/>
              <a:gd name="T23" fmla="*/ 1320 h 2400"/>
              <a:gd name="T24" fmla="*/ 2329 w 2400"/>
              <a:gd name="T25" fmla="*/ 1150 h 2400"/>
              <a:gd name="T26" fmla="*/ 420 w 2400"/>
              <a:gd name="T27" fmla="*/ 600 h 2400"/>
              <a:gd name="T28" fmla="*/ 240 w 2400"/>
              <a:gd name="T29" fmla="*/ 420 h 2400"/>
              <a:gd name="T30" fmla="*/ 420 w 2400"/>
              <a:gd name="T31" fmla="*/ 240 h 2400"/>
              <a:gd name="T32" fmla="*/ 600 w 2400"/>
              <a:gd name="T33" fmla="*/ 420 h 2400"/>
              <a:gd name="T34" fmla="*/ 420 w 2400"/>
              <a:gd name="T35" fmla="*/ 600 h 2400"/>
              <a:gd name="T36" fmla="*/ 1832 w 2400"/>
              <a:gd name="T37" fmla="*/ 1592 h 2400"/>
              <a:gd name="T38" fmla="*/ 1320 w 2400"/>
              <a:gd name="T39" fmla="*/ 2105 h 2400"/>
              <a:gd name="T40" fmla="*/ 808 w 2400"/>
              <a:gd name="T41" fmla="*/ 1592 h 2400"/>
              <a:gd name="T42" fmla="*/ 720 w 2400"/>
              <a:gd name="T43" fmla="*/ 1380 h 2400"/>
              <a:gd name="T44" fmla="*/ 1020 w 2400"/>
              <a:gd name="T45" fmla="*/ 1080 h 2400"/>
              <a:gd name="T46" fmla="*/ 1232 w 2400"/>
              <a:gd name="T47" fmla="*/ 1169 h 2400"/>
              <a:gd name="T48" fmla="*/ 1320 w 2400"/>
              <a:gd name="T49" fmla="*/ 1255 h 2400"/>
              <a:gd name="T50" fmla="*/ 1408 w 2400"/>
              <a:gd name="T51" fmla="*/ 1168 h 2400"/>
              <a:gd name="T52" fmla="*/ 1620 w 2400"/>
              <a:gd name="T53" fmla="*/ 1080 h 2400"/>
              <a:gd name="T54" fmla="*/ 1920 w 2400"/>
              <a:gd name="T55" fmla="*/ 1380 h 2400"/>
              <a:gd name="T56" fmla="*/ 1832 w 2400"/>
              <a:gd name="T57" fmla="*/ 1592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400" h="2400">
                <a:moveTo>
                  <a:pt x="2329" y="1150"/>
                </a:moveTo>
                <a:cubicBezTo>
                  <a:pt x="1249" y="70"/>
                  <a:pt x="1249" y="70"/>
                  <a:pt x="1249" y="70"/>
                </a:cubicBezTo>
                <a:cubicBezTo>
                  <a:pt x="1206" y="26"/>
                  <a:pt x="1146" y="0"/>
                  <a:pt x="1080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1080"/>
                  <a:pt x="0" y="1080"/>
                  <a:pt x="0" y="1080"/>
                </a:cubicBezTo>
                <a:cubicBezTo>
                  <a:pt x="0" y="1146"/>
                  <a:pt x="26" y="1206"/>
                  <a:pt x="71" y="1250"/>
                </a:cubicBezTo>
                <a:cubicBezTo>
                  <a:pt x="1151" y="2330"/>
                  <a:pt x="1151" y="2330"/>
                  <a:pt x="1151" y="2330"/>
                </a:cubicBezTo>
                <a:cubicBezTo>
                  <a:pt x="1194" y="2374"/>
                  <a:pt x="1254" y="2400"/>
                  <a:pt x="1320" y="2400"/>
                </a:cubicBezTo>
                <a:cubicBezTo>
                  <a:pt x="1386" y="2400"/>
                  <a:pt x="1446" y="2374"/>
                  <a:pt x="1489" y="2329"/>
                </a:cubicBezTo>
                <a:cubicBezTo>
                  <a:pt x="2329" y="1489"/>
                  <a:pt x="2329" y="1489"/>
                  <a:pt x="2329" y="1489"/>
                </a:cubicBezTo>
                <a:cubicBezTo>
                  <a:pt x="2374" y="1446"/>
                  <a:pt x="2400" y="1386"/>
                  <a:pt x="2400" y="1320"/>
                </a:cubicBezTo>
                <a:cubicBezTo>
                  <a:pt x="2400" y="1254"/>
                  <a:pt x="2372" y="1193"/>
                  <a:pt x="2329" y="1150"/>
                </a:cubicBezTo>
                <a:close/>
                <a:moveTo>
                  <a:pt x="420" y="600"/>
                </a:moveTo>
                <a:cubicBezTo>
                  <a:pt x="320" y="600"/>
                  <a:pt x="240" y="520"/>
                  <a:pt x="240" y="420"/>
                </a:cubicBezTo>
                <a:cubicBezTo>
                  <a:pt x="240" y="320"/>
                  <a:pt x="320" y="240"/>
                  <a:pt x="420" y="240"/>
                </a:cubicBezTo>
                <a:cubicBezTo>
                  <a:pt x="520" y="240"/>
                  <a:pt x="600" y="320"/>
                  <a:pt x="600" y="420"/>
                </a:cubicBezTo>
                <a:cubicBezTo>
                  <a:pt x="600" y="520"/>
                  <a:pt x="520" y="600"/>
                  <a:pt x="420" y="600"/>
                </a:cubicBezTo>
                <a:close/>
                <a:moveTo>
                  <a:pt x="1832" y="1592"/>
                </a:moveTo>
                <a:cubicBezTo>
                  <a:pt x="1320" y="2105"/>
                  <a:pt x="1320" y="2105"/>
                  <a:pt x="1320" y="2105"/>
                </a:cubicBezTo>
                <a:cubicBezTo>
                  <a:pt x="808" y="1592"/>
                  <a:pt x="808" y="1592"/>
                  <a:pt x="808" y="1592"/>
                </a:cubicBezTo>
                <a:cubicBezTo>
                  <a:pt x="754" y="1537"/>
                  <a:pt x="720" y="1463"/>
                  <a:pt x="720" y="1380"/>
                </a:cubicBezTo>
                <a:cubicBezTo>
                  <a:pt x="720" y="1214"/>
                  <a:pt x="854" y="1080"/>
                  <a:pt x="1020" y="1080"/>
                </a:cubicBezTo>
                <a:cubicBezTo>
                  <a:pt x="1103" y="1080"/>
                  <a:pt x="1178" y="1114"/>
                  <a:pt x="1232" y="1169"/>
                </a:cubicBezTo>
                <a:cubicBezTo>
                  <a:pt x="1320" y="1255"/>
                  <a:pt x="1320" y="1255"/>
                  <a:pt x="1320" y="1255"/>
                </a:cubicBezTo>
                <a:cubicBezTo>
                  <a:pt x="1408" y="1168"/>
                  <a:pt x="1408" y="1168"/>
                  <a:pt x="1408" y="1168"/>
                </a:cubicBezTo>
                <a:cubicBezTo>
                  <a:pt x="1462" y="1114"/>
                  <a:pt x="1537" y="1080"/>
                  <a:pt x="1620" y="1080"/>
                </a:cubicBezTo>
                <a:cubicBezTo>
                  <a:pt x="1786" y="1080"/>
                  <a:pt x="1920" y="1214"/>
                  <a:pt x="1920" y="1380"/>
                </a:cubicBezTo>
                <a:cubicBezTo>
                  <a:pt x="1920" y="1463"/>
                  <a:pt x="1886" y="1538"/>
                  <a:pt x="1832" y="159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93188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kunread Mailbox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31259" cy="914400"/>
          </a:xfrm>
          <a:custGeom>
            <a:avLst/>
            <a:gdLst>
              <a:gd name="T0" fmla="*/ 2160 w 2400"/>
              <a:gd name="T1" fmla="*/ 720 h 2640"/>
              <a:gd name="T2" fmla="*/ 960 w 2400"/>
              <a:gd name="T3" fmla="*/ 720 h 2640"/>
              <a:gd name="T4" fmla="*/ 960 w 2400"/>
              <a:gd name="T5" fmla="*/ 1440 h 2640"/>
              <a:gd name="T6" fmla="*/ 720 w 2400"/>
              <a:gd name="T7" fmla="*/ 1440 h 2640"/>
              <a:gd name="T8" fmla="*/ 720 w 2400"/>
              <a:gd name="T9" fmla="*/ 480 h 2640"/>
              <a:gd name="T10" fmla="*/ 1440 w 2400"/>
              <a:gd name="T11" fmla="*/ 480 h 2640"/>
              <a:gd name="T12" fmla="*/ 1440 w 2400"/>
              <a:gd name="T13" fmla="*/ 0 h 2640"/>
              <a:gd name="T14" fmla="*/ 480 w 2400"/>
              <a:gd name="T15" fmla="*/ 0 h 2640"/>
              <a:gd name="T16" fmla="*/ 480 w 2400"/>
              <a:gd name="T17" fmla="*/ 720 h 2640"/>
              <a:gd name="T18" fmla="*/ 240 w 2400"/>
              <a:gd name="T19" fmla="*/ 720 h 2640"/>
              <a:gd name="T20" fmla="*/ 0 w 2400"/>
              <a:gd name="T21" fmla="*/ 960 h 2640"/>
              <a:gd name="T22" fmla="*/ 0 w 2400"/>
              <a:gd name="T23" fmla="*/ 2400 h 2640"/>
              <a:gd name="T24" fmla="*/ 240 w 2400"/>
              <a:gd name="T25" fmla="*/ 2640 h 2640"/>
              <a:gd name="T26" fmla="*/ 2160 w 2400"/>
              <a:gd name="T27" fmla="*/ 2640 h 2640"/>
              <a:gd name="T28" fmla="*/ 2400 w 2400"/>
              <a:gd name="T29" fmla="*/ 2400 h 2640"/>
              <a:gd name="T30" fmla="*/ 2400 w 2400"/>
              <a:gd name="T31" fmla="*/ 960 h 2640"/>
              <a:gd name="T32" fmla="*/ 2160 w 2400"/>
              <a:gd name="T33" fmla="*/ 720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400" h="2640">
                <a:moveTo>
                  <a:pt x="2160" y="720"/>
                </a:moveTo>
                <a:cubicBezTo>
                  <a:pt x="960" y="720"/>
                  <a:pt x="960" y="720"/>
                  <a:pt x="960" y="720"/>
                </a:cubicBezTo>
                <a:cubicBezTo>
                  <a:pt x="960" y="1440"/>
                  <a:pt x="960" y="1440"/>
                  <a:pt x="960" y="1440"/>
                </a:cubicBezTo>
                <a:cubicBezTo>
                  <a:pt x="720" y="1440"/>
                  <a:pt x="720" y="1440"/>
                  <a:pt x="720" y="1440"/>
                </a:cubicBezTo>
                <a:cubicBezTo>
                  <a:pt x="720" y="480"/>
                  <a:pt x="720" y="480"/>
                  <a:pt x="720" y="480"/>
                </a:cubicBezTo>
                <a:cubicBezTo>
                  <a:pt x="1440" y="480"/>
                  <a:pt x="1440" y="480"/>
                  <a:pt x="1440" y="480"/>
                </a:cubicBezTo>
                <a:cubicBezTo>
                  <a:pt x="1440" y="0"/>
                  <a:pt x="1440" y="0"/>
                  <a:pt x="1440" y="0"/>
                </a:cubicBezTo>
                <a:cubicBezTo>
                  <a:pt x="480" y="0"/>
                  <a:pt x="480" y="0"/>
                  <a:pt x="480" y="0"/>
                </a:cubicBezTo>
                <a:cubicBezTo>
                  <a:pt x="480" y="720"/>
                  <a:pt x="480" y="720"/>
                  <a:pt x="480" y="720"/>
                </a:cubicBezTo>
                <a:cubicBezTo>
                  <a:pt x="240" y="720"/>
                  <a:pt x="240" y="720"/>
                  <a:pt x="240" y="720"/>
                </a:cubicBezTo>
                <a:cubicBezTo>
                  <a:pt x="108" y="720"/>
                  <a:pt x="0" y="828"/>
                  <a:pt x="0" y="960"/>
                </a:cubicBezTo>
                <a:cubicBezTo>
                  <a:pt x="0" y="2400"/>
                  <a:pt x="0" y="2400"/>
                  <a:pt x="0" y="2400"/>
                </a:cubicBezTo>
                <a:cubicBezTo>
                  <a:pt x="0" y="2532"/>
                  <a:pt x="108" y="2640"/>
                  <a:pt x="240" y="2640"/>
                </a:cubicBezTo>
                <a:cubicBezTo>
                  <a:pt x="2160" y="2640"/>
                  <a:pt x="2160" y="2640"/>
                  <a:pt x="2160" y="2640"/>
                </a:cubicBezTo>
                <a:cubicBezTo>
                  <a:pt x="2292" y="2640"/>
                  <a:pt x="2400" y="2532"/>
                  <a:pt x="2400" y="2400"/>
                </a:cubicBezTo>
                <a:cubicBezTo>
                  <a:pt x="2400" y="960"/>
                  <a:pt x="2400" y="960"/>
                  <a:pt x="2400" y="960"/>
                </a:cubicBezTo>
                <a:cubicBezTo>
                  <a:pt x="2400" y="828"/>
                  <a:pt x="2292" y="720"/>
                  <a:pt x="2160" y="7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2073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torcyc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33344"/>
          </a:xfrm>
          <a:custGeom>
            <a:avLst/>
            <a:gdLst>
              <a:gd name="T0" fmla="*/ 2333 w 2880"/>
              <a:gd name="T1" fmla="*/ 484 h 1680"/>
              <a:gd name="T2" fmla="*/ 1849 w 2880"/>
              <a:gd name="T3" fmla="*/ 0 h 1680"/>
              <a:gd name="T4" fmla="*/ 1320 w 2880"/>
              <a:gd name="T5" fmla="*/ 0 h 1680"/>
              <a:gd name="T6" fmla="*/ 1320 w 2880"/>
              <a:gd name="T7" fmla="*/ 240 h 1680"/>
              <a:gd name="T8" fmla="*/ 1751 w 2880"/>
              <a:gd name="T9" fmla="*/ 240 h 1680"/>
              <a:gd name="T10" fmla="*/ 1991 w 2880"/>
              <a:gd name="T11" fmla="*/ 480 h 1680"/>
              <a:gd name="T12" fmla="*/ 600 w 2880"/>
              <a:gd name="T13" fmla="*/ 480 h 1680"/>
              <a:gd name="T14" fmla="*/ 0 w 2880"/>
              <a:gd name="T15" fmla="*/ 1080 h 1680"/>
              <a:gd name="T16" fmla="*/ 600 w 2880"/>
              <a:gd name="T17" fmla="*/ 1680 h 1680"/>
              <a:gd name="T18" fmla="*/ 1188 w 2880"/>
              <a:gd name="T19" fmla="*/ 1200 h 1680"/>
              <a:gd name="T20" fmla="*/ 1386 w 2880"/>
              <a:gd name="T21" fmla="*/ 1200 h 1680"/>
              <a:gd name="T22" fmla="*/ 1718 w 2880"/>
              <a:gd name="T23" fmla="*/ 868 h 1680"/>
              <a:gd name="T24" fmla="*/ 1680 w 2880"/>
              <a:gd name="T25" fmla="*/ 1080 h 1680"/>
              <a:gd name="T26" fmla="*/ 2280 w 2880"/>
              <a:gd name="T27" fmla="*/ 1680 h 1680"/>
              <a:gd name="T28" fmla="*/ 2880 w 2880"/>
              <a:gd name="T29" fmla="*/ 1080 h 1680"/>
              <a:gd name="T30" fmla="*/ 2333 w 2880"/>
              <a:gd name="T31" fmla="*/ 484 h 1680"/>
              <a:gd name="T32" fmla="*/ 938 w 2880"/>
              <a:gd name="T33" fmla="*/ 1200 h 1680"/>
              <a:gd name="T34" fmla="*/ 600 w 2880"/>
              <a:gd name="T35" fmla="*/ 1440 h 1680"/>
              <a:gd name="T36" fmla="*/ 240 w 2880"/>
              <a:gd name="T37" fmla="*/ 1080 h 1680"/>
              <a:gd name="T38" fmla="*/ 600 w 2880"/>
              <a:gd name="T39" fmla="*/ 720 h 1680"/>
              <a:gd name="T40" fmla="*/ 938 w 2880"/>
              <a:gd name="T41" fmla="*/ 960 h 1680"/>
              <a:gd name="T42" fmla="*/ 600 w 2880"/>
              <a:gd name="T43" fmla="*/ 960 h 1680"/>
              <a:gd name="T44" fmla="*/ 600 w 2880"/>
              <a:gd name="T45" fmla="*/ 1200 h 1680"/>
              <a:gd name="T46" fmla="*/ 938 w 2880"/>
              <a:gd name="T47" fmla="*/ 1200 h 1680"/>
              <a:gd name="T48" fmla="*/ 2280 w 2880"/>
              <a:gd name="T49" fmla="*/ 1440 h 1680"/>
              <a:gd name="T50" fmla="*/ 1920 w 2880"/>
              <a:gd name="T51" fmla="*/ 1080 h 1680"/>
              <a:gd name="T52" fmla="*/ 2280 w 2880"/>
              <a:gd name="T53" fmla="*/ 720 h 1680"/>
              <a:gd name="T54" fmla="*/ 2640 w 2880"/>
              <a:gd name="T55" fmla="*/ 1080 h 1680"/>
              <a:gd name="T56" fmla="*/ 2280 w 2880"/>
              <a:gd name="T57" fmla="*/ 1440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880" h="1680">
                <a:moveTo>
                  <a:pt x="2333" y="484"/>
                </a:moveTo>
                <a:cubicBezTo>
                  <a:pt x="1849" y="0"/>
                  <a:pt x="1849" y="0"/>
                  <a:pt x="1849" y="0"/>
                </a:cubicBezTo>
                <a:cubicBezTo>
                  <a:pt x="1320" y="0"/>
                  <a:pt x="1320" y="0"/>
                  <a:pt x="1320" y="0"/>
                </a:cubicBezTo>
                <a:cubicBezTo>
                  <a:pt x="1320" y="240"/>
                  <a:pt x="1320" y="240"/>
                  <a:pt x="1320" y="240"/>
                </a:cubicBezTo>
                <a:cubicBezTo>
                  <a:pt x="1751" y="240"/>
                  <a:pt x="1751" y="240"/>
                  <a:pt x="1751" y="240"/>
                </a:cubicBezTo>
                <a:cubicBezTo>
                  <a:pt x="1991" y="480"/>
                  <a:pt x="1991" y="480"/>
                  <a:pt x="1991" y="480"/>
                </a:cubicBezTo>
                <a:cubicBezTo>
                  <a:pt x="600" y="480"/>
                  <a:pt x="600" y="480"/>
                  <a:pt x="600" y="480"/>
                </a:cubicBezTo>
                <a:cubicBezTo>
                  <a:pt x="264" y="480"/>
                  <a:pt x="0" y="744"/>
                  <a:pt x="0" y="1080"/>
                </a:cubicBezTo>
                <a:cubicBezTo>
                  <a:pt x="0" y="1416"/>
                  <a:pt x="264" y="1680"/>
                  <a:pt x="600" y="1680"/>
                </a:cubicBezTo>
                <a:cubicBezTo>
                  <a:pt x="895" y="1680"/>
                  <a:pt x="1134" y="1477"/>
                  <a:pt x="1188" y="1200"/>
                </a:cubicBezTo>
                <a:cubicBezTo>
                  <a:pt x="1386" y="1200"/>
                  <a:pt x="1386" y="1200"/>
                  <a:pt x="1386" y="1200"/>
                </a:cubicBezTo>
                <a:cubicBezTo>
                  <a:pt x="1718" y="868"/>
                  <a:pt x="1718" y="868"/>
                  <a:pt x="1718" y="868"/>
                </a:cubicBezTo>
                <a:cubicBezTo>
                  <a:pt x="1693" y="932"/>
                  <a:pt x="1680" y="1004"/>
                  <a:pt x="1680" y="1080"/>
                </a:cubicBezTo>
                <a:cubicBezTo>
                  <a:pt x="1680" y="1416"/>
                  <a:pt x="1944" y="1680"/>
                  <a:pt x="2280" y="1680"/>
                </a:cubicBezTo>
                <a:cubicBezTo>
                  <a:pt x="2616" y="1680"/>
                  <a:pt x="2880" y="1416"/>
                  <a:pt x="2880" y="1080"/>
                </a:cubicBezTo>
                <a:cubicBezTo>
                  <a:pt x="2880" y="762"/>
                  <a:pt x="2644" y="508"/>
                  <a:pt x="2333" y="484"/>
                </a:cubicBezTo>
                <a:close/>
                <a:moveTo>
                  <a:pt x="938" y="1200"/>
                </a:moveTo>
                <a:cubicBezTo>
                  <a:pt x="888" y="1338"/>
                  <a:pt x="754" y="1440"/>
                  <a:pt x="600" y="1440"/>
                </a:cubicBezTo>
                <a:cubicBezTo>
                  <a:pt x="404" y="1440"/>
                  <a:pt x="240" y="1276"/>
                  <a:pt x="240" y="1080"/>
                </a:cubicBezTo>
                <a:cubicBezTo>
                  <a:pt x="240" y="884"/>
                  <a:pt x="404" y="720"/>
                  <a:pt x="600" y="720"/>
                </a:cubicBezTo>
                <a:cubicBezTo>
                  <a:pt x="754" y="720"/>
                  <a:pt x="888" y="822"/>
                  <a:pt x="938" y="960"/>
                </a:cubicBezTo>
                <a:cubicBezTo>
                  <a:pt x="600" y="960"/>
                  <a:pt x="600" y="960"/>
                  <a:pt x="600" y="960"/>
                </a:cubicBezTo>
                <a:cubicBezTo>
                  <a:pt x="600" y="1200"/>
                  <a:pt x="600" y="1200"/>
                  <a:pt x="600" y="1200"/>
                </a:cubicBezTo>
                <a:lnTo>
                  <a:pt x="938" y="1200"/>
                </a:lnTo>
                <a:close/>
                <a:moveTo>
                  <a:pt x="2280" y="1440"/>
                </a:moveTo>
                <a:cubicBezTo>
                  <a:pt x="2081" y="1440"/>
                  <a:pt x="1920" y="1279"/>
                  <a:pt x="1920" y="1080"/>
                </a:cubicBezTo>
                <a:cubicBezTo>
                  <a:pt x="1920" y="881"/>
                  <a:pt x="2081" y="720"/>
                  <a:pt x="2280" y="720"/>
                </a:cubicBezTo>
                <a:cubicBezTo>
                  <a:pt x="2479" y="720"/>
                  <a:pt x="2640" y="881"/>
                  <a:pt x="2640" y="1080"/>
                </a:cubicBezTo>
                <a:cubicBezTo>
                  <a:pt x="2640" y="1279"/>
                  <a:pt x="2479" y="1440"/>
                  <a:pt x="2280" y="14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9788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 Ad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488" cy="914400"/>
          </a:xfrm>
          <a:custGeom>
            <a:avLst/>
            <a:gdLst>
              <a:gd name="T0" fmla="*/ 1200 w 1920"/>
              <a:gd name="T1" fmla="*/ 0 h 2400"/>
              <a:gd name="T2" fmla="*/ 240 w 1920"/>
              <a:gd name="T3" fmla="*/ 0 h 2400"/>
              <a:gd name="T4" fmla="*/ 1 w 1920"/>
              <a:gd name="T5" fmla="*/ 240 h 2400"/>
              <a:gd name="T6" fmla="*/ 0 w 1920"/>
              <a:gd name="T7" fmla="*/ 2160 h 2400"/>
              <a:gd name="T8" fmla="*/ 239 w 1920"/>
              <a:gd name="T9" fmla="*/ 2400 h 2400"/>
              <a:gd name="T10" fmla="*/ 1680 w 1920"/>
              <a:gd name="T11" fmla="*/ 2400 h 2400"/>
              <a:gd name="T12" fmla="*/ 1920 w 1920"/>
              <a:gd name="T13" fmla="*/ 2160 h 2400"/>
              <a:gd name="T14" fmla="*/ 1920 w 1920"/>
              <a:gd name="T15" fmla="*/ 720 h 2400"/>
              <a:gd name="T16" fmla="*/ 1200 w 1920"/>
              <a:gd name="T17" fmla="*/ 0 h 2400"/>
              <a:gd name="T18" fmla="*/ 1440 w 1920"/>
              <a:gd name="T19" fmla="*/ 1680 h 2400"/>
              <a:gd name="T20" fmla="*/ 1080 w 1920"/>
              <a:gd name="T21" fmla="*/ 1680 h 2400"/>
              <a:gd name="T22" fmla="*/ 1080 w 1920"/>
              <a:gd name="T23" fmla="*/ 2040 h 2400"/>
              <a:gd name="T24" fmla="*/ 840 w 1920"/>
              <a:gd name="T25" fmla="*/ 2040 h 2400"/>
              <a:gd name="T26" fmla="*/ 840 w 1920"/>
              <a:gd name="T27" fmla="*/ 1680 h 2400"/>
              <a:gd name="T28" fmla="*/ 480 w 1920"/>
              <a:gd name="T29" fmla="*/ 1680 h 2400"/>
              <a:gd name="T30" fmla="*/ 480 w 1920"/>
              <a:gd name="T31" fmla="*/ 1440 h 2400"/>
              <a:gd name="T32" fmla="*/ 840 w 1920"/>
              <a:gd name="T33" fmla="*/ 1440 h 2400"/>
              <a:gd name="T34" fmla="*/ 840 w 1920"/>
              <a:gd name="T35" fmla="*/ 1080 h 2400"/>
              <a:gd name="T36" fmla="*/ 1080 w 1920"/>
              <a:gd name="T37" fmla="*/ 1080 h 2400"/>
              <a:gd name="T38" fmla="*/ 1080 w 1920"/>
              <a:gd name="T39" fmla="*/ 1440 h 2400"/>
              <a:gd name="T40" fmla="*/ 1440 w 1920"/>
              <a:gd name="T41" fmla="*/ 1440 h 2400"/>
              <a:gd name="T42" fmla="*/ 1440 w 1920"/>
              <a:gd name="T43" fmla="*/ 1680 h 2400"/>
              <a:gd name="T44" fmla="*/ 1080 w 1920"/>
              <a:gd name="T45" fmla="*/ 840 h 2400"/>
              <a:gd name="T46" fmla="*/ 1080 w 1920"/>
              <a:gd name="T47" fmla="*/ 180 h 2400"/>
              <a:gd name="T48" fmla="*/ 1740 w 1920"/>
              <a:gd name="T49" fmla="*/ 840 h 2400"/>
              <a:gd name="T50" fmla="*/ 1080 w 1920"/>
              <a:gd name="T51" fmla="*/ 84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920" h="2400">
                <a:moveTo>
                  <a:pt x="120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1" y="108"/>
                  <a:pt x="1" y="24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7" y="2400"/>
                  <a:pt x="239" y="2400"/>
                </a:cubicBezTo>
                <a:cubicBezTo>
                  <a:pt x="1680" y="2400"/>
                  <a:pt x="1680" y="2400"/>
                  <a:pt x="1680" y="2400"/>
                </a:cubicBezTo>
                <a:cubicBezTo>
                  <a:pt x="1812" y="2400"/>
                  <a:pt x="1920" y="2292"/>
                  <a:pt x="1920" y="2160"/>
                </a:cubicBezTo>
                <a:cubicBezTo>
                  <a:pt x="1920" y="720"/>
                  <a:pt x="1920" y="720"/>
                  <a:pt x="1920" y="720"/>
                </a:cubicBezTo>
                <a:lnTo>
                  <a:pt x="1200" y="0"/>
                </a:lnTo>
                <a:close/>
                <a:moveTo>
                  <a:pt x="1440" y="1680"/>
                </a:moveTo>
                <a:cubicBezTo>
                  <a:pt x="1080" y="1680"/>
                  <a:pt x="1080" y="1680"/>
                  <a:pt x="1080" y="1680"/>
                </a:cubicBezTo>
                <a:cubicBezTo>
                  <a:pt x="1080" y="2040"/>
                  <a:pt x="1080" y="2040"/>
                  <a:pt x="1080" y="2040"/>
                </a:cubicBezTo>
                <a:cubicBezTo>
                  <a:pt x="840" y="2040"/>
                  <a:pt x="840" y="2040"/>
                  <a:pt x="840" y="2040"/>
                </a:cubicBezTo>
                <a:cubicBezTo>
                  <a:pt x="840" y="1680"/>
                  <a:pt x="840" y="1680"/>
                  <a:pt x="840" y="1680"/>
                </a:cubicBezTo>
                <a:cubicBezTo>
                  <a:pt x="480" y="1680"/>
                  <a:pt x="480" y="1680"/>
                  <a:pt x="480" y="1680"/>
                </a:cubicBezTo>
                <a:cubicBezTo>
                  <a:pt x="480" y="1440"/>
                  <a:pt x="480" y="1440"/>
                  <a:pt x="480" y="1440"/>
                </a:cubicBezTo>
                <a:cubicBezTo>
                  <a:pt x="840" y="1440"/>
                  <a:pt x="840" y="1440"/>
                  <a:pt x="840" y="1440"/>
                </a:cubicBezTo>
                <a:cubicBezTo>
                  <a:pt x="840" y="1080"/>
                  <a:pt x="840" y="1080"/>
                  <a:pt x="840" y="1080"/>
                </a:cubicBezTo>
                <a:cubicBezTo>
                  <a:pt x="1080" y="1080"/>
                  <a:pt x="1080" y="1080"/>
                  <a:pt x="1080" y="1080"/>
                </a:cubicBezTo>
                <a:cubicBezTo>
                  <a:pt x="1080" y="1440"/>
                  <a:pt x="1080" y="1440"/>
                  <a:pt x="1080" y="1440"/>
                </a:cubicBezTo>
                <a:cubicBezTo>
                  <a:pt x="1440" y="1440"/>
                  <a:pt x="1440" y="1440"/>
                  <a:pt x="1440" y="1440"/>
                </a:cubicBezTo>
                <a:lnTo>
                  <a:pt x="1440" y="1680"/>
                </a:lnTo>
                <a:close/>
                <a:moveTo>
                  <a:pt x="1080" y="840"/>
                </a:moveTo>
                <a:cubicBezTo>
                  <a:pt x="1080" y="180"/>
                  <a:pt x="1080" y="180"/>
                  <a:pt x="1080" y="180"/>
                </a:cubicBezTo>
                <a:cubicBezTo>
                  <a:pt x="1740" y="840"/>
                  <a:pt x="1740" y="840"/>
                  <a:pt x="1740" y="840"/>
                </a:cubicBezTo>
                <a:lnTo>
                  <a:pt x="1080" y="8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4016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ffline Pi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200 w 2400"/>
              <a:gd name="T1" fmla="*/ 0 h 2400"/>
              <a:gd name="T2" fmla="*/ 0 w 2400"/>
              <a:gd name="T3" fmla="*/ 1200 h 2400"/>
              <a:gd name="T4" fmla="*/ 1200 w 2400"/>
              <a:gd name="T5" fmla="*/ 2400 h 2400"/>
              <a:gd name="T6" fmla="*/ 2400 w 2400"/>
              <a:gd name="T7" fmla="*/ 1200 h 2400"/>
              <a:gd name="T8" fmla="*/ 1200 w 2400"/>
              <a:gd name="T9" fmla="*/ 0 h 2400"/>
              <a:gd name="T10" fmla="*/ 1800 w 2400"/>
              <a:gd name="T11" fmla="*/ 1920 h 2400"/>
              <a:gd name="T12" fmla="*/ 600 w 2400"/>
              <a:gd name="T13" fmla="*/ 1920 h 2400"/>
              <a:gd name="T14" fmla="*/ 600 w 2400"/>
              <a:gd name="T15" fmla="*/ 1680 h 2400"/>
              <a:gd name="T16" fmla="*/ 1800 w 2400"/>
              <a:gd name="T17" fmla="*/ 1680 h 2400"/>
              <a:gd name="T18" fmla="*/ 1800 w 2400"/>
              <a:gd name="T19" fmla="*/ 1920 h 2400"/>
              <a:gd name="T20" fmla="*/ 996 w 2400"/>
              <a:gd name="T21" fmla="*/ 1440 h 2400"/>
              <a:gd name="T22" fmla="*/ 600 w 2400"/>
              <a:gd name="T23" fmla="*/ 1044 h 2400"/>
              <a:gd name="T24" fmla="*/ 768 w 2400"/>
              <a:gd name="T25" fmla="*/ 876 h 2400"/>
              <a:gd name="T26" fmla="*/ 996 w 2400"/>
              <a:gd name="T27" fmla="*/ 1104 h 2400"/>
              <a:gd name="T28" fmla="*/ 1632 w 2400"/>
              <a:gd name="T29" fmla="*/ 468 h 2400"/>
              <a:gd name="T30" fmla="*/ 1800 w 2400"/>
              <a:gd name="T31" fmla="*/ 636 h 2400"/>
              <a:gd name="T32" fmla="*/ 996 w 2400"/>
              <a:gd name="T33" fmla="*/ 144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400" h="2400">
                <a:moveTo>
                  <a:pt x="1200" y="0"/>
                </a:moveTo>
                <a:cubicBezTo>
                  <a:pt x="540" y="0"/>
                  <a:pt x="0" y="540"/>
                  <a:pt x="0" y="1200"/>
                </a:cubicBezTo>
                <a:cubicBezTo>
                  <a:pt x="0" y="1860"/>
                  <a:pt x="540" y="2400"/>
                  <a:pt x="1200" y="2400"/>
                </a:cubicBezTo>
                <a:cubicBezTo>
                  <a:pt x="1860" y="2400"/>
                  <a:pt x="2400" y="1860"/>
                  <a:pt x="2400" y="1200"/>
                </a:cubicBezTo>
                <a:cubicBezTo>
                  <a:pt x="2400" y="540"/>
                  <a:pt x="1860" y="0"/>
                  <a:pt x="1200" y="0"/>
                </a:cubicBezTo>
                <a:close/>
                <a:moveTo>
                  <a:pt x="1800" y="1920"/>
                </a:moveTo>
                <a:cubicBezTo>
                  <a:pt x="600" y="1920"/>
                  <a:pt x="600" y="1920"/>
                  <a:pt x="600" y="1920"/>
                </a:cubicBezTo>
                <a:cubicBezTo>
                  <a:pt x="600" y="1680"/>
                  <a:pt x="600" y="1680"/>
                  <a:pt x="600" y="1680"/>
                </a:cubicBezTo>
                <a:cubicBezTo>
                  <a:pt x="1800" y="1680"/>
                  <a:pt x="1800" y="1680"/>
                  <a:pt x="1800" y="1680"/>
                </a:cubicBezTo>
                <a:lnTo>
                  <a:pt x="1800" y="1920"/>
                </a:lnTo>
                <a:close/>
                <a:moveTo>
                  <a:pt x="996" y="1440"/>
                </a:moveTo>
                <a:cubicBezTo>
                  <a:pt x="600" y="1044"/>
                  <a:pt x="600" y="1044"/>
                  <a:pt x="600" y="1044"/>
                </a:cubicBezTo>
                <a:cubicBezTo>
                  <a:pt x="768" y="876"/>
                  <a:pt x="768" y="876"/>
                  <a:pt x="768" y="876"/>
                </a:cubicBezTo>
                <a:cubicBezTo>
                  <a:pt x="996" y="1104"/>
                  <a:pt x="996" y="1104"/>
                  <a:pt x="996" y="1104"/>
                </a:cubicBezTo>
                <a:cubicBezTo>
                  <a:pt x="1632" y="468"/>
                  <a:pt x="1632" y="468"/>
                  <a:pt x="1632" y="468"/>
                </a:cubicBezTo>
                <a:cubicBezTo>
                  <a:pt x="1800" y="636"/>
                  <a:pt x="1800" y="636"/>
                  <a:pt x="1800" y="636"/>
                </a:cubicBezTo>
                <a:lnTo>
                  <a:pt x="996" y="14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1578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pacit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57684" cy="914400"/>
          </a:xfrm>
          <a:custGeom>
            <a:avLst/>
            <a:gdLst>
              <a:gd name="T0" fmla="*/ 1639 w 1920"/>
              <a:gd name="T1" fmla="*/ 678 h 2317"/>
              <a:gd name="T2" fmla="*/ 960 w 1920"/>
              <a:gd name="T3" fmla="*/ 0 h 2317"/>
              <a:gd name="T4" fmla="*/ 281 w 1920"/>
              <a:gd name="T5" fmla="*/ 678 h 2317"/>
              <a:gd name="T6" fmla="*/ 0 w 1920"/>
              <a:gd name="T7" fmla="*/ 1355 h 2317"/>
              <a:gd name="T8" fmla="*/ 281 w 1920"/>
              <a:gd name="T9" fmla="*/ 2035 h 2317"/>
              <a:gd name="T10" fmla="*/ 960 w 1920"/>
              <a:gd name="T11" fmla="*/ 2317 h 2317"/>
              <a:gd name="T12" fmla="*/ 1639 w 1920"/>
              <a:gd name="T13" fmla="*/ 2035 h 2317"/>
              <a:gd name="T14" fmla="*/ 1920 w 1920"/>
              <a:gd name="T15" fmla="*/ 1355 h 2317"/>
              <a:gd name="T16" fmla="*/ 1639 w 1920"/>
              <a:gd name="T17" fmla="*/ 678 h 2317"/>
              <a:gd name="T18" fmla="*/ 240 w 1920"/>
              <a:gd name="T19" fmla="*/ 1398 h 2317"/>
              <a:gd name="T20" fmla="*/ 451 w 1920"/>
              <a:gd name="T21" fmla="*/ 870 h 2317"/>
              <a:gd name="T22" fmla="*/ 960 w 1920"/>
              <a:gd name="T23" fmla="*/ 350 h 2317"/>
              <a:gd name="T24" fmla="*/ 1469 w 1920"/>
              <a:gd name="T25" fmla="*/ 876 h 2317"/>
              <a:gd name="T26" fmla="*/ 1680 w 1920"/>
              <a:gd name="T27" fmla="*/ 1398 h 2317"/>
              <a:gd name="T28" fmla="*/ 240 w 1920"/>
              <a:gd name="T29" fmla="*/ 1398 h 2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920" h="2317">
                <a:moveTo>
                  <a:pt x="1639" y="678"/>
                </a:moveTo>
                <a:cubicBezTo>
                  <a:pt x="960" y="0"/>
                  <a:pt x="960" y="0"/>
                  <a:pt x="960" y="0"/>
                </a:cubicBezTo>
                <a:cubicBezTo>
                  <a:pt x="281" y="678"/>
                  <a:pt x="281" y="678"/>
                  <a:pt x="281" y="678"/>
                </a:cubicBezTo>
                <a:cubicBezTo>
                  <a:pt x="94" y="865"/>
                  <a:pt x="0" y="1115"/>
                  <a:pt x="0" y="1355"/>
                </a:cubicBezTo>
                <a:cubicBezTo>
                  <a:pt x="0" y="1595"/>
                  <a:pt x="94" y="1848"/>
                  <a:pt x="281" y="2035"/>
                </a:cubicBezTo>
                <a:cubicBezTo>
                  <a:pt x="468" y="2222"/>
                  <a:pt x="714" y="2317"/>
                  <a:pt x="960" y="2317"/>
                </a:cubicBezTo>
                <a:cubicBezTo>
                  <a:pt x="1206" y="2317"/>
                  <a:pt x="1452" y="2222"/>
                  <a:pt x="1639" y="2035"/>
                </a:cubicBezTo>
                <a:cubicBezTo>
                  <a:pt x="1826" y="1848"/>
                  <a:pt x="1920" y="1595"/>
                  <a:pt x="1920" y="1355"/>
                </a:cubicBezTo>
                <a:cubicBezTo>
                  <a:pt x="1920" y="1115"/>
                  <a:pt x="1826" y="865"/>
                  <a:pt x="1639" y="678"/>
                </a:cubicBezTo>
                <a:close/>
                <a:moveTo>
                  <a:pt x="240" y="1398"/>
                </a:moveTo>
                <a:cubicBezTo>
                  <a:pt x="241" y="1158"/>
                  <a:pt x="314" y="1006"/>
                  <a:pt x="451" y="870"/>
                </a:cubicBezTo>
                <a:cubicBezTo>
                  <a:pt x="960" y="350"/>
                  <a:pt x="960" y="350"/>
                  <a:pt x="960" y="350"/>
                </a:cubicBezTo>
                <a:cubicBezTo>
                  <a:pt x="1469" y="876"/>
                  <a:pt x="1469" y="876"/>
                  <a:pt x="1469" y="876"/>
                </a:cubicBezTo>
                <a:cubicBezTo>
                  <a:pt x="1606" y="1010"/>
                  <a:pt x="1679" y="1158"/>
                  <a:pt x="1680" y="1398"/>
                </a:cubicBezTo>
                <a:lnTo>
                  <a:pt x="240" y="13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85184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pen In Brows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2780"/>
          </a:xfrm>
          <a:custGeom>
            <a:avLst/>
            <a:gdLst>
              <a:gd name="T0" fmla="*/ 1920 w 2160"/>
              <a:gd name="T1" fmla="*/ 0 h 1920"/>
              <a:gd name="T2" fmla="*/ 240 w 2160"/>
              <a:gd name="T3" fmla="*/ 0 h 1920"/>
              <a:gd name="T4" fmla="*/ 0 w 2160"/>
              <a:gd name="T5" fmla="*/ 240 h 1920"/>
              <a:gd name="T6" fmla="*/ 0 w 2160"/>
              <a:gd name="T7" fmla="*/ 1680 h 1920"/>
              <a:gd name="T8" fmla="*/ 240 w 2160"/>
              <a:gd name="T9" fmla="*/ 1920 h 1920"/>
              <a:gd name="T10" fmla="*/ 720 w 2160"/>
              <a:gd name="T11" fmla="*/ 1920 h 1920"/>
              <a:gd name="T12" fmla="*/ 720 w 2160"/>
              <a:gd name="T13" fmla="*/ 1680 h 1920"/>
              <a:gd name="T14" fmla="*/ 240 w 2160"/>
              <a:gd name="T15" fmla="*/ 1680 h 1920"/>
              <a:gd name="T16" fmla="*/ 240 w 2160"/>
              <a:gd name="T17" fmla="*/ 480 h 1920"/>
              <a:gd name="T18" fmla="*/ 1920 w 2160"/>
              <a:gd name="T19" fmla="*/ 480 h 1920"/>
              <a:gd name="T20" fmla="*/ 1920 w 2160"/>
              <a:gd name="T21" fmla="*/ 1680 h 1920"/>
              <a:gd name="T22" fmla="*/ 1440 w 2160"/>
              <a:gd name="T23" fmla="*/ 1680 h 1920"/>
              <a:gd name="T24" fmla="*/ 1440 w 2160"/>
              <a:gd name="T25" fmla="*/ 1920 h 1920"/>
              <a:gd name="T26" fmla="*/ 1920 w 2160"/>
              <a:gd name="T27" fmla="*/ 1920 h 1920"/>
              <a:gd name="T28" fmla="*/ 2160 w 2160"/>
              <a:gd name="T29" fmla="*/ 1680 h 1920"/>
              <a:gd name="T30" fmla="*/ 2160 w 2160"/>
              <a:gd name="T31" fmla="*/ 240 h 1920"/>
              <a:gd name="T32" fmla="*/ 1920 w 2160"/>
              <a:gd name="T33" fmla="*/ 0 h 1920"/>
              <a:gd name="T34" fmla="*/ 1080 w 2160"/>
              <a:gd name="T35" fmla="*/ 720 h 1920"/>
              <a:gd name="T36" fmla="*/ 600 w 2160"/>
              <a:gd name="T37" fmla="*/ 1200 h 1920"/>
              <a:gd name="T38" fmla="*/ 960 w 2160"/>
              <a:gd name="T39" fmla="*/ 1200 h 1920"/>
              <a:gd name="T40" fmla="*/ 960 w 2160"/>
              <a:gd name="T41" fmla="*/ 1920 h 1920"/>
              <a:gd name="T42" fmla="*/ 1200 w 2160"/>
              <a:gd name="T43" fmla="*/ 1920 h 1920"/>
              <a:gd name="T44" fmla="*/ 1200 w 2160"/>
              <a:gd name="T45" fmla="*/ 1200 h 1920"/>
              <a:gd name="T46" fmla="*/ 1560 w 2160"/>
              <a:gd name="T47" fmla="*/ 1200 h 1920"/>
              <a:gd name="T48" fmla="*/ 1080 w 2160"/>
              <a:gd name="T49" fmla="*/ 720 h 1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160" h="1920">
                <a:moveTo>
                  <a:pt x="192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0" y="108"/>
                  <a:pt x="0" y="240"/>
                </a:cubicBezTo>
                <a:cubicBezTo>
                  <a:pt x="0" y="1680"/>
                  <a:pt x="0" y="1680"/>
                  <a:pt x="0" y="1680"/>
                </a:cubicBezTo>
                <a:cubicBezTo>
                  <a:pt x="0" y="1812"/>
                  <a:pt x="107" y="1920"/>
                  <a:pt x="240" y="1920"/>
                </a:cubicBezTo>
                <a:cubicBezTo>
                  <a:pt x="720" y="1920"/>
                  <a:pt x="720" y="1920"/>
                  <a:pt x="720" y="1920"/>
                </a:cubicBezTo>
                <a:cubicBezTo>
                  <a:pt x="720" y="1680"/>
                  <a:pt x="720" y="1680"/>
                  <a:pt x="720" y="1680"/>
                </a:cubicBezTo>
                <a:cubicBezTo>
                  <a:pt x="240" y="1680"/>
                  <a:pt x="240" y="1680"/>
                  <a:pt x="240" y="1680"/>
                </a:cubicBezTo>
                <a:cubicBezTo>
                  <a:pt x="240" y="480"/>
                  <a:pt x="240" y="480"/>
                  <a:pt x="240" y="480"/>
                </a:cubicBezTo>
                <a:cubicBezTo>
                  <a:pt x="1920" y="480"/>
                  <a:pt x="1920" y="480"/>
                  <a:pt x="1920" y="480"/>
                </a:cubicBezTo>
                <a:cubicBezTo>
                  <a:pt x="1920" y="1680"/>
                  <a:pt x="1920" y="1680"/>
                  <a:pt x="1920" y="1680"/>
                </a:cubicBezTo>
                <a:cubicBezTo>
                  <a:pt x="1440" y="1680"/>
                  <a:pt x="1440" y="1680"/>
                  <a:pt x="1440" y="1680"/>
                </a:cubicBezTo>
                <a:cubicBezTo>
                  <a:pt x="1440" y="1920"/>
                  <a:pt x="1440" y="1920"/>
                  <a:pt x="1440" y="1920"/>
                </a:cubicBezTo>
                <a:cubicBezTo>
                  <a:pt x="1920" y="1920"/>
                  <a:pt x="1920" y="1920"/>
                  <a:pt x="1920" y="1920"/>
                </a:cubicBezTo>
                <a:cubicBezTo>
                  <a:pt x="2052" y="1920"/>
                  <a:pt x="2160" y="1812"/>
                  <a:pt x="2160" y="1680"/>
                </a:cubicBezTo>
                <a:cubicBezTo>
                  <a:pt x="2160" y="240"/>
                  <a:pt x="2160" y="240"/>
                  <a:pt x="2160" y="240"/>
                </a:cubicBezTo>
                <a:cubicBezTo>
                  <a:pt x="2160" y="108"/>
                  <a:pt x="2053" y="0"/>
                  <a:pt x="1920" y="0"/>
                </a:cubicBezTo>
                <a:close/>
                <a:moveTo>
                  <a:pt x="1080" y="720"/>
                </a:moveTo>
                <a:cubicBezTo>
                  <a:pt x="600" y="1200"/>
                  <a:pt x="600" y="1200"/>
                  <a:pt x="600" y="1200"/>
                </a:cubicBezTo>
                <a:cubicBezTo>
                  <a:pt x="960" y="1200"/>
                  <a:pt x="960" y="1200"/>
                  <a:pt x="960" y="1200"/>
                </a:cubicBezTo>
                <a:cubicBezTo>
                  <a:pt x="960" y="1920"/>
                  <a:pt x="960" y="1920"/>
                  <a:pt x="960" y="1920"/>
                </a:cubicBezTo>
                <a:cubicBezTo>
                  <a:pt x="1200" y="1920"/>
                  <a:pt x="1200" y="1920"/>
                  <a:pt x="1200" y="1920"/>
                </a:cubicBezTo>
                <a:cubicBezTo>
                  <a:pt x="1200" y="1200"/>
                  <a:pt x="1200" y="1200"/>
                  <a:pt x="1200" y="1200"/>
                </a:cubicBezTo>
                <a:cubicBezTo>
                  <a:pt x="1560" y="1200"/>
                  <a:pt x="1560" y="1200"/>
                  <a:pt x="1560" y="1200"/>
                </a:cubicBezTo>
                <a:lnTo>
                  <a:pt x="1080" y="7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5863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pen In New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920 w 2160"/>
              <a:gd name="T1" fmla="*/ 1920 h 2160"/>
              <a:gd name="T2" fmla="*/ 240 w 2160"/>
              <a:gd name="T3" fmla="*/ 1920 h 2160"/>
              <a:gd name="T4" fmla="*/ 240 w 2160"/>
              <a:gd name="T5" fmla="*/ 240 h 2160"/>
              <a:gd name="T6" fmla="*/ 1080 w 2160"/>
              <a:gd name="T7" fmla="*/ 240 h 2160"/>
              <a:gd name="T8" fmla="*/ 1080 w 2160"/>
              <a:gd name="T9" fmla="*/ 0 h 2160"/>
              <a:gd name="T10" fmla="*/ 240 w 2160"/>
              <a:gd name="T11" fmla="*/ 0 h 2160"/>
              <a:gd name="T12" fmla="*/ 0 w 2160"/>
              <a:gd name="T13" fmla="*/ 240 h 2160"/>
              <a:gd name="T14" fmla="*/ 0 w 2160"/>
              <a:gd name="T15" fmla="*/ 1920 h 2160"/>
              <a:gd name="T16" fmla="*/ 240 w 2160"/>
              <a:gd name="T17" fmla="*/ 2160 h 2160"/>
              <a:gd name="T18" fmla="*/ 1920 w 2160"/>
              <a:gd name="T19" fmla="*/ 2160 h 2160"/>
              <a:gd name="T20" fmla="*/ 2160 w 2160"/>
              <a:gd name="T21" fmla="*/ 1920 h 2160"/>
              <a:gd name="T22" fmla="*/ 2160 w 2160"/>
              <a:gd name="T23" fmla="*/ 1080 h 2160"/>
              <a:gd name="T24" fmla="*/ 1920 w 2160"/>
              <a:gd name="T25" fmla="*/ 1080 h 2160"/>
              <a:gd name="T26" fmla="*/ 1920 w 2160"/>
              <a:gd name="T27" fmla="*/ 1920 h 2160"/>
              <a:gd name="T28" fmla="*/ 1320 w 2160"/>
              <a:gd name="T29" fmla="*/ 0 h 2160"/>
              <a:gd name="T30" fmla="*/ 1320 w 2160"/>
              <a:gd name="T31" fmla="*/ 240 h 2160"/>
              <a:gd name="T32" fmla="*/ 1751 w 2160"/>
              <a:gd name="T33" fmla="*/ 240 h 2160"/>
              <a:gd name="T34" fmla="*/ 571 w 2160"/>
              <a:gd name="T35" fmla="*/ 1420 h 2160"/>
              <a:gd name="T36" fmla="*/ 740 w 2160"/>
              <a:gd name="T37" fmla="*/ 1589 h 2160"/>
              <a:gd name="T38" fmla="*/ 1920 w 2160"/>
              <a:gd name="T39" fmla="*/ 409 h 2160"/>
              <a:gd name="T40" fmla="*/ 1920 w 2160"/>
              <a:gd name="T41" fmla="*/ 840 h 2160"/>
              <a:gd name="T42" fmla="*/ 2160 w 2160"/>
              <a:gd name="T43" fmla="*/ 840 h 2160"/>
              <a:gd name="T44" fmla="*/ 2160 w 2160"/>
              <a:gd name="T45" fmla="*/ 0 h 2160"/>
              <a:gd name="T46" fmla="*/ 1320 w 2160"/>
              <a:gd name="T47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60" h="2160">
                <a:moveTo>
                  <a:pt x="1920" y="1920"/>
                </a:moveTo>
                <a:cubicBezTo>
                  <a:pt x="240" y="1920"/>
                  <a:pt x="240" y="1920"/>
                  <a:pt x="240" y="192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080" y="240"/>
                  <a:pt x="1080" y="240"/>
                  <a:pt x="1080" y="240"/>
                </a:cubicBezTo>
                <a:cubicBezTo>
                  <a:pt x="1080" y="0"/>
                  <a:pt x="1080" y="0"/>
                  <a:pt x="1080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0" y="108"/>
                  <a:pt x="0" y="24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7" y="2160"/>
                  <a:pt x="240" y="2160"/>
                </a:cubicBezTo>
                <a:cubicBezTo>
                  <a:pt x="1920" y="2160"/>
                  <a:pt x="1920" y="2160"/>
                  <a:pt x="1920" y="2160"/>
                </a:cubicBezTo>
                <a:cubicBezTo>
                  <a:pt x="2052" y="2160"/>
                  <a:pt x="2160" y="2052"/>
                  <a:pt x="2160" y="1920"/>
                </a:cubicBezTo>
                <a:cubicBezTo>
                  <a:pt x="2160" y="1080"/>
                  <a:pt x="2160" y="1080"/>
                  <a:pt x="2160" y="1080"/>
                </a:cubicBezTo>
                <a:cubicBezTo>
                  <a:pt x="1920" y="1080"/>
                  <a:pt x="1920" y="1080"/>
                  <a:pt x="1920" y="1080"/>
                </a:cubicBezTo>
                <a:lnTo>
                  <a:pt x="1920" y="1920"/>
                </a:lnTo>
                <a:close/>
                <a:moveTo>
                  <a:pt x="1320" y="0"/>
                </a:moveTo>
                <a:cubicBezTo>
                  <a:pt x="1320" y="240"/>
                  <a:pt x="1320" y="240"/>
                  <a:pt x="1320" y="240"/>
                </a:cubicBezTo>
                <a:cubicBezTo>
                  <a:pt x="1751" y="240"/>
                  <a:pt x="1751" y="240"/>
                  <a:pt x="1751" y="240"/>
                </a:cubicBezTo>
                <a:cubicBezTo>
                  <a:pt x="571" y="1420"/>
                  <a:pt x="571" y="1420"/>
                  <a:pt x="571" y="1420"/>
                </a:cubicBezTo>
                <a:cubicBezTo>
                  <a:pt x="740" y="1589"/>
                  <a:pt x="740" y="1589"/>
                  <a:pt x="740" y="1589"/>
                </a:cubicBezTo>
                <a:cubicBezTo>
                  <a:pt x="1920" y="409"/>
                  <a:pt x="1920" y="409"/>
                  <a:pt x="1920" y="409"/>
                </a:cubicBezTo>
                <a:cubicBezTo>
                  <a:pt x="1920" y="840"/>
                  <a:pt x="1920" y="840"/>
                  <a:pt x="1920" y="840"/>
                </a:cubicBezTo>
                <a:cubicBezTo>
                  <a:pt x="2160" y="840"/>
                  <a:pt x="2160" y="840"/>
                  <a:pt x="2160" y="840"/>
                </a:cubicBezTo>
                <a:cubicBezTo>
                  <a:pt x="2160" y="0"/>
                  <a:pt x="2160" y="0"/>
                  <a:pt x="2160" y="0"/>
                </a:cubicBezTo>
                <a:lnTo>
                  <a:pt x="132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3564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pen With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551 w 6236"/>
              <a:gd name="T1" fmla="*/ 2268 h 6236"/>
              <a:gd name="T2" fmla="*/ 3685 w 6236"/>
              <a:gd name="T3" fmla="*/ 2268 h 6236"/>
              <a:gd name="T4" fmla="*/ 3685 w 6236"/>
              <a:gd name="T5" fmla="*/ 1417 h 6236"/>
              <a:gd name="T6" fmla="*/ 4535 w 6236"/>
              <a:gd name="T7" fmla="*/ 1417 h 6236"/>
              <a:gd name="T8" fmla="*/ 3118 w 6236"/>
              <a:gd name="T9" fmla="*/ 0 h 6236"/>
              <a:gd name="T10" fmla="*/ 1701 w 6236"/>
              <a:gd name="T11" fmla="*/ 1417 h 6236"/>
              <a:gd name="T12" fmla="*/ 2551 w 6236"/>
              <a:gd name="T13" fmla="*/ 1417 h 6236"/>
              <a:gd name="T14" fmla="*/ 2551 w 6236"/>
              <a:gd name="T15" fmla="*/ 2268 h 6236"/>
              <a:gd name="T16" fmla="*/ 2267 w 6236"/>
              <a:gd name="T17" fmla="*/ 2551 h 6236"/>
              <a:gd name="T18" fmla="*/ 1417 w 6236"/>
              <a:gd name="T19" fmla="*/ 2551 h 6236"/>
              <a:gd name="T20" fmla="*/ 1417 w 6236"/>
              <a:gd name="T21" fmla="*/ 1701 h 6236"/>
              <a:gd name="T22" fmla="*/ 0 w 6236"/>
              <a:gd name="T23" fmla="*/ 3118 h 6236"/>
              <a:gd name="T24" fmla="*/ 1417 w 6236"/>
              <a:gd name="T25" fmla="*/ 4536 h 6236"/>
              <a:gd name="T26" fmla="*/ 1417 w 6236"/>
              <a:gd name="T27" fmla="*/ 3685 h 6236"/>
              <a:gd name="T28" fmla="*/ 2267 w 6236"/>
              <a:gd name="T29" fmla="*/ 3685 h 6236"/>
              <a:gd name="T30" fmla="*/ 2267 w 6236"/>
              <a:gd name="T31" fmla="*/ 2551 h 6236"/>
              <a:gd name="T32" fmla="*/ 6236 w 6236"/>
              <a:gd name="T33" fmla="*/ 3118 h 6236"/>
              <a:gd name="T34" fmla="*/ 4819 w 6236"/>
              <a:gd name="T35" fmla="*/ 1701 h 6236"/>
              <a:gd name="T36" fmla="*/ 4819 w 6236"/>
              <a:gd name="T37" fmla="*/ 2551 h 6236"/>
              <a:gd name="T38" fmla="*/ 3968 w 6236"/>
              <a:gd name="T39" fmla="*/ 2551 h 6236"/>
              <a:gd name="T40" fmla="*/ 3968 w 6236"/>
              <a:gd name="T41" fmla="*/ 3685 h 6236"/>
              <a:gd name="T42" fmla="*/ 4819 w 6236"/>
              <a:gd name="T43" fmla="*/ 3685 h 6236"/>
              <a:gd name="T44" fmla="*/ 4819 w 6236"/>
              <a:gd name="T45" fmla="*/ 4536 h 6236"/>
              <a:gd name="T46" fmla="*/ 6236 w 6236"/>
              <a:gd name="T47" fmla="*/ 3118 h 6236"/>
              <a:gd name="T48" fmla="*/ 3685 w 6236"/>
              <a:gd name="T49" fmla="*/ 3969 h 6236"/>
              <a:gd name="T50" fmla="*/ 2551 w 6236"/>
              <a:gd name="T51" fmla="*/ 3969 h 6236"/>
              <a:gd name="T52" fmla="*/ 2551 w 6236"/>
              <a:gd name="T53" fmla="*/ 4819 h 6236"/>
              <a:gd name="T54" fmla="*/ 1701 w 6236"/>
              <a:gd name="T55" fmla="*/ 4819 h 6236"/>
              <a:gd name="T56" fmla="*/ 3118 w 6236"/>
              <a:gd name="T57" fmla="*/ 6236 h 6236"/>
              <a:gd name="T58" fmla="*/ 4535 w 6236"/>
              <a:gd name="T59" fmla="*/ 4819 h 6236"/>
              <a:gd name="T60" fmla="*/ 3685 w 6236"/>
              <a:gd name="T61" fmla="*/ 4819 h 6236"/>
              <a:gd name="T62" fmla="*/ 3685 w 6236"/>
              <a:gd name="T63" fmla="*/ 3969 h 6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236" h="6236">
                <a:moveTo>
                  <a:pt x="2551" y="2268"/>
                </a:moveTo>
                <a:lnTo>
                  <a:pt x="3685" y="2268"/>
                </a:lnTo>
                <a:lnTo>
                  <a:pt x="3685" y="1417"/>
                </a:lnTo>
                <a:lnTo>
                  <a:pt x="4535" y="1417"/>
                </a:lnTo>
                <a:lnTo>
                  <a:pt x="3118" y="0"/>
                </a:lnTo>
                <a:lnTo>
                  <a:pt x="1701" y="1417"/>
                </a:lnTo>
                <a:lnTo>
                  <a:pt x="2551" y="1417"/>
                </a:lnTo>
                <a:lnTo>
                  <a:pt x="2551" y="2268"/>
                </a:lnTo>
                <a:close/>
                <a:moveTo>
                  <a:pt x="2267" y="2551"/>
                </a:moveTo>
                <a:lnTo>
                  <a:pt x="1417" y="2551"/>
                </a:lnTo>
                <a:lnTo>
                  <a:pt x="1417" y="1701"/>
                </a:lnTo>
                <a:lnTo>
                  <a:pt x="0" y="3118"/>
                </a:lnTo>
                <a:lnTo>
                  <a:pt x="1417" y="4536"/>
                </a:lnTo>
                <a:lnTo>
                  <a:pt x="1417" y="3685"/>
                </a:lnTo>
                <a:lnTo>
                  <a:pt x="2267" y="3685"/>
                </a:lnTo>
                <a:lnTo>
                  <a:pt x="2267" y="2551"/>
                </a:lnTo>
                <a:close/>
                <a:moveTo>
                  <a:pt x="6236" y="3118"/>
                </a:moveTo>
                <a:lnTo>
                  <a:pt x="4819" y="1701"/>
                </a:lnTo>
                <a:lnTo>
                  <a:pt x="4819" y="2551"/>
                </a:lnTo>
                <a:lnTo>
                  <a:pt x="3968" y="2551"/>
                </a:lnTo>
                <a:lnTo>
                  <a:pt x="3968" y="3685"/>
                </a:lnTo>
                <a:lnTo>
                  <a:pt x="4819" y="3685"/>
                </a:lnTo>
                <a:lnTo>
                  <a:pt x="4819" y="4536"/>
                </a:lnTo>
                <a:lnTo>
                  <a:pt x="6236" y="3118"/>
                </a:lnTo>
                <a:close/>
                <a:moveTo>
                  <a:pt x="3685" y="3969"/>
                </a:moveTo>
                <a:lnTo>
                  <a:pt x="2551" y="3969"/>
                </a:lnTo>
                <a:lnTo>
                  <a:pt x="2551" y="4819"/>
                </a:lnTo>
                <a:lnTo>
                  <a:pt x="1701" y="4819"/>
                </a:lnTo>
                <a:lnTo>
                  <a:pt x="3118" y="6236"/>
                </a:lnTo>
                <a:lnTo>
                  <a:pt x="4535" y="4819"/>
                </a:lnTo>
                <a:lnTo>
                  <a:pt x="3685" y="4819"/>
                </a:lnTo>
                <a:lnTo>
                  <a:pt x="3685" y="39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95759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view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1488"/>
          </a:xfrm>
          <a:custGeom>
            <a:avLst/>
            <a:gdLst>
              <a:gd name="T0" fmla="*/ 1140 w 2400"/>
              <a:gd name="T1" fmla="*/ 600 h 1920"/>
              <a:gd name="T2" fmla="*/ 840 w 2400"/>
              <a:gd name="T3" fmla="*/ 900 h 1920"/>
              <a:gd name="T4" fmla="*/ 1140 w 2400"/>
              <a:gd name="T5" fmla="*/ 1200 h 1920"/>
              <a:gd name="T6" fmla="*/ 1440 w 2400"/>
              <a:gd name="T7" fmla="*/ 900 h 1920"/>
              <a:gd name="T8" fmla="*/ 1140 w 2400"/>
              <a:gd name="T9" fmla="*/ 600 h 1920"/>
              <a:gd name="T10" fmla="*/ 2160 w 2400"/>
              <a:gd name="T11" fmla="*/ 0 h 1920"/>
              <a:gd name="T12" fmla="*/ 240 w 2400"/>
              <a:gd name="T13" fmla="*/ 0 h 1920"/>
              <a:gd name="T14" fmla="*/ 0 w 2400"/>
              <a:gd name="T15" fmla="*/ 240 h 1920"/>
              <a:gd name="T16" fmla="*/ 0 w 2400"/>
              <a:gd name="T17" fmla="*/ 1680 h 1920"/>
              <a:gd name="T18" fmla="*/ 240 w 2400"/>
              <a:gd name="T19" fmla="*/ 1920 h 1920"/>
              <a:gd name="T20" fmla="*/ 2160 w 2400"/>
              <a:gd name="T21" fmla="*/ 1920 h 1920"/>
              <a:gd name="T22" fmla="*/ 2400 w 2400"/>
              <a:gd name="T23" fmla="*/ 1680 h 1920"/>
              <a:gd name="T24" fmla="*/ 2400 w 2400"/>
              <a:gd name="T25" fmla="*/ 240 h 1920"/>
              <a:gd name="T26" fmla="*/ 2160 w 2400"/>
              <a:gd name="T27" fmla="*/ 0 h 1920"/>
              <a:gd name="T28" fmla="*/ 1775 w 2400"/>
              <a:gd name="T29" fmla="*/ 1705 h 1920"/>
              <a:gd name="T30" fmla="*/ 1426 w 2400"/>
              <a:gd name="T31" fmla="*/ 1356 h 1920"/>
              <a:gd name="T32" fmla="*/ 1139 w 2400"/>
              <a:gd name="T33" fmla="*/ 1440 h 1920"/>
              <a:gd name="T34" fmla="*/ 600 w 2400"/>
              <a:gd name="T35" fmla="*/ 900 h 1920"/>
              <a:gd name="T36" fmla="*/ 1140 w 2400"/>
              <a:gd name="T37" fmla="*/ 360 h 1920"/>
              <a:gd name="T38" fmla="*/ 1680 w 2400"/>
              <a:gd name="T39" fmla="*/ 900 h 1920"/>
              <a:gd name="T40" fmla="*/ 1596 w 2400"/>
              <a:gd name="T41" fmla="*/ 1187 h 1920"/>
              <a:gd name="T42" fmla="*/ 1945 w 2400"/>
              <a:gd name="T43" fmla="*/ 1535 h 1920"/>
              <a:gd name="T44" fmla="*/ 1775 w 2400"/>
              <a:gd name="T45" fmla="*/ 1705 h 1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400" h="1920">
                <a:moveTo>
                  <a:pt x="1140" y="600"/>
                </a:moveTo>
                <a:cubicBezTo>
                  <a:pt x="974" y="600"/>
                  <a:pt x="840" y="734"/>
                  <a:pt x="840" y="900"/>
                </a:cubicBezTo>
                <a:cubicBezTo>
                  <a:pt x="840" y="1066"/>
                  <a:pt x="974" y="1200"/>
                  <a:pt x="1140" y="1200"/>
                </a:cubicBezTo>
                <a:cubicBezTo>
                  <a:pt x="1306" y="1200"/>
                  <a:pt x="1440" y="1066"/>
                  <a:pt x="1440" y="900"/>
                </a:cubicBezTo>
                <a:cubicBezTo>
                  <a:pt x="1440" y="734"/>
                  <a:pt x="1306" y="600"/>
                  <a:pt x="1140" y="600"/>
                </a:cubicBezTo>
                <a:close/>
                <a:moveTo>
                  <a:pt x="216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1680"/>
                  <a:pt x="0" y="1680"/>
                  <a:pt x="0" y="1680"/>
                </a:cubicBezTo>
                <a:cubicBezTo>
                  <a:pt x="0" y="1812"/>
                  <a:pt x="108" y="1920"/>
                  <a:pt x="240" y="1920"/>
                </a:cubicBezTo>
                <a:cubicBezTo>
                  <a:pt x="2160" y="1920"/>
                  <a:pt x="2160" y="1920"/>
                  <a:pt x="2160" y="1920"/>
                </a:cubicBezTo>
                <a:cubicBezTo>
                  <a:pt x="2292" y="1920"/>
                  <a:pt x="2400" y="1812"/>
                  <a:pt x="2400" y="1680"/>
                </a:cubicBezTo>
                <a:cubicBezTo>
                  <a:pt x="2400" y="240"/>
                  <a:pt x="2400" y="240"/>
                  <a:pt x="2400" y="240"/>
                </a:cubicBezTo>
                <a:cubicBezTo>
                  <a:pt x="2400" y="108"/>
                  <a:pt x="2292" y="0"/>
                  <a:pt x="2160" y="0"/>
                </a:cubicBezTo>
                <a:close/>
                <a:moveTo>
                  <a:pt x="1775" y="1705"/>
                </a:moveTo>
                <a:cubicBezTo>
                  <a:pt x="1426" y="1356"/>
                  <a:pt x="1426" y="1356"/>
                  <a:pt x="1426" y="1356"/>
                </a:cubicBezTo>
                <a:cubicBezTo>
                  <a:pt x="1343" y="1409"/>
                  <a:pt x="1244" y="1440"/>
                  <a:pt x="1139" y="1440"/>
                </a:cubicBezTo>
                <a:cubicBezTo>
                  <a:pt x="841" y="1440"/>
                  <a:pt x="600" y="1199"/>
                  <a:pt x="600" y="900"/>
                </a:cubicBezTo>
                <a:cubicBezTo>
                  <a:pt x="600" y="601"/>
                  <a:pt x="841" y="360"/>
                  <a:pt x="1140" y="360"/>
                </a:cubicBezTo>
                <a:cubicBezTo>
                  <a:pt x="1439" y="360"/>
                  <a:pt x="1680" y="601"/>
                  <a:pt x="1680" y="900"/>
                </a:cubicBezTo>
                <a:cubicBezTo>
                  <a:pt x="1680" y="1006"/>
                  <a:pt x="1649" y="1103"/>
                  <a:pt x="1596" y="1187"/>
                </a:cubicBezTo>
                <a:cubicBezTo>
                  <a:pt x="1945" y="1535"/>
                  <a:pt x="1945" y="1535"/>
                  <a:pt x="1945" y="1535"/>
                </a:cubicBezTo>
                <a:lnTo>
                  <a:pt x="1775" y="17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91486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n Tool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38189" cy="914400"/>
          </a:xfrm>
          <a:custGeom>
            <a:avLst/>
            <a:gdLst>
              <a:gd name="T0" fmla="*/ 2640 w 2640"/>
              <a:gd name="T1" fmla="*/ 660 h 2880"/>
              <a:gd name="T2" fmla="*/ 2640 w 2640"/>
              <a:gd name="T3" fmla="*/ 2400 h 2880"/>
              <a:gd name="T4" fmla="*/ 2160 w 2640"/>
              <a:gd name="T5" fmla="*/ 2880 h 2880"/>
              <a:gd name="T6" fmla="*/ 1284 w 2640"/>
              <a:gd name="T7" fmla="*/ 2880 h 2880"/>
              <a:gd name="T8" fmla="*/ 942 w 2640"/>
              <a:gd name="T9" fmla="*/ 2737 h 2880"/>
              <a:gd name="T10" fmla="*/ 0 w 2640"/>
              <a:gd name="T11" fmla="*/ 1780 h 2880"/>
              <a:gd name="T12" fmla="*/ 156 w 2640"/>
              <a:gd name="T13" fmla="*/ 1630 h 2880"/>
              <a:gd name="T14" fmla="*/ 251 w 2640"/>
              <a:gd name="T15" fmla="*/ 1595 h 2880"/>
              <a:gd name="T16" fmla="*/ 323 w 2640"/>
              <a:gd name="T17" fmla="*/ 1614 h 2880"/>
              <a:gd name="T18" fmla="*/ 840 w 2640"/>
              <a:gd name="T19" fmla="*/ 1909 h 2880"/>
              <a:gd name="T20" fmla="*/ 840 w 2640"/>
              <a:gd name="T21" fmla="*/ 480 h 2880"/>
              <a:gd name="T22" fmla="*/ 1020 w 2640"/>
              <a:gd name="T23" fmla="*/ 300 h 2880"/>
              <a:gd name="T24" fmla="*/ 1200 w 2640"/>
              <a:gd name="T25" fmla="*/ 480 h 2880"/>
              <a:gd name="T26" fmla="*/ 1200 w 2640"/>
              <a:gd name="T27" fmla="*/ 1320 h 2880"/>
              <a:gd name="T28" fmla="*/ 1320 w 2640"/>
              <a:gd name="T29" fmla="*/ 1320 h 2880"/>
              <a:gd name="T30" fmla="*/ 1320 w 2640"/>
              <a:gd name="T31" fmla="*/ 180 h 2880"/>
              <a:gd name="T32" fmla="*/ 1500 w 2640"/>
              <a:gd name="T33" fmla="*/ 0 h 2880"/>
              <a:gd name="T34" fmla="*/ 1680 w 2640"/>
              <a:gd name="T35" fmla="*/ 180 h 2880"/>
              <a:gd name="T36" fmla="*/ 1680 w 2640"/>
              <a:gd name="T37" fmla="*/ 1320 h 2880"/>
              <a:gd name="T38" fmla="*/ 1800 w 2640"/>
              <a:gd name="T39" fmla="*/ 1320 h 2880"/>
              <a:gd name="T40" fmla="*/ 1800 w 2640"/>
              <a:gd name="T41" fmla="*/ 300 h 2880"/>
              <a:gd name="T42" fmla="*/ 1980 w 2640"/>
              <a:gd name="T43" fmla="*/ 120 h 2880"/>
              <a:gd name="T44" fmla="*/ 2160 w 2640"/>
              <a:gd name="T45" fmla="*/ 300 h 2880"/>
              <a:gd name="T46" fmla="*/ 2160 w 2640"/>
              <a:gd name="T47" fmla="*/ 1320 h 2880"/>
              <a:gd name="T48" fmla="*/ 2280 w 2640"/>
              <a:gd name="T49" fmla="*/ 1320 h 2880"/>
              <a:gd name="T50" fmla="*/ 2280 w 2640"/>
              <a:gd name="T51" fmla="*/ 660 h 2880"/>
              <a:gd name="T52" fmla="*/ 2460 w 2640"/>
              <a:gd name="T53" fmla="*/ 480 h 2880"/>
              <a:gd name="T54" fmla="*/ 2640 w 2640"/>
              <a:gd name="T55" fmla="*/ 660 h 28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640" h="2880">
                <a:moveTo>
                  <a:pt x="2640" y="660"/>
                </a:moveTo>
                <a:cubicBezTo>
                  <a:pt x="2640" y="2400"/>
                  <a:pt x="2640" y="2400"/>
                  <a:pt x="2640" y="2400"/>
                </a:cubicBezTo>
                <a:cubicBezTo>
                  <a:pt x="2640" y="2664"/>
                  <a:pt x="2424" y="2880"/>
                  <a:pt x="2160" y="2880"/>
                </a:cubicBezTo>
                <a:cubicBezTo>
                  <a:pt x="1284" y="2880"/>
                  <a:pt x="1284" y="2880"/>
                  <a:pt x="1284" y="2880"/>
                </a:cubicBezTo>
                <a:cubicBezTo>
                  <a:pt x="1154" y="2880"/>
                  <a:pt x="1032" y="2828"/>
                  <a:pt x="942" y="2737"/>
                </a:cubicBezTo>
                <a:cubicBezTo>
                  <a:pt x="0" y="1780"/>
                  <a:pt x="0" y="1780"/>
                  <a:pt x="0" y="1780"/>
                </a:cubicBezTo>
                <a:cubicBezTo>
                  <a:pt x="0" y="1780"/>
                  <a:pt x="151" y="1632"/>
                  <a:pt x="156" y="1630"/>
                </a:cubicBezTo>
                <a:cubicBezTo>
                  <a:pt x="182" y="1607"/>
                  <a:pt x="215" y="1595"/>
                  <a:pt x="251" y="1595"/>
                </a:cubicBezTo>
                <a:cubicBezTo>
                  <a:pt x="277" y="1595"/>
                  <a:pt x="301" y="1602"/>
                  <a:pt x="323" y="1614"/>
                </a:cubicBezTo>
                <a:cubicBezTo>
                  <a:pt x="328" y="1615"/>
                  <a:pt x="840" y="1909"/>
                  <a:pt x="840" y="1909"/>
                </a:cubicBezTo>
                <a:cubicBezTo>
                  <a:pt x="840" y="480"/>
                  <a:pt x="840" y="480"/>
                  <a:pt x="840" y="480"/>
                </a:cubicBezTo>
                <a:cubicBezTo>
                  <a:pt x="840" y="380"/>
                  <a:pt x="920" y="300"/>
                  <a:pt x="1020" y="300"/>
                </a:cubicBezTo>
                <a:cubicBezTo>
                  <a:pt x="1120" y="300"/>
                  <a:pt x="1200" y="380"/>
                  <a:pt x="1200" y="480"/>
                </a:cubicBezTo>
                <a:cubicBezTo>
                  <a:pt x="1200" y="1320"/>
                  <a:pt x="1200" y="1320"/>
                  <a:pt x="1200" y="1320"/>
                </a:cubicBezTo>
                <a:cubicBezTo>
                  <a:pt x="1320" y="1320"/>
                  <a:pt x="1320" y="1320"/>
                  <a:pt x="1320" y="1320"/>
                </a:cubicBezTo>
                <a:cubicBezTo>
                  <a:pt x="1320" y="180"/>
                  <a:pt x="1320" y="180"/>
                  <a:pt x="1320" y="180"/>
                </a:cubicBezTo>
                <a:cubicBezTo>
                  <a:pt x="1320" y="80"/>
                  <a:pt x="1400" y="0"/>
                  <a:pt x="1500" y="0"/>
                </a:cubicBezTo>
                <a:cubicBezTo>
                  <a:pt x="1600" y="0"/>
                  <a:pt x="1680" y="80"/>
                  <a:pt x="1680" y="180"/>
                </a:cubicBezTo>
                <a:cubicBezTo>
                  <a:pt x="1680" y="1320"/>
                  <a:pt x="1680" y="1320"/>
                  <a:pt x="1680" y="1320"/>
                </a:cubicBezTo>
                <a:cubicBezTo>
                  <a:pt x="1800" y="1320"/>
                  <a:pt x="1800" y="1320"/>
                  <a:pt x="1800" y="1320"/>
                </a:cubicBezTo>
                <a:cubicBezTo>
                  <a:pt x="1800" y="300"/>
                  <a:pt x="1800" y="300"/>
                  <a:pt x="1800" y="300"/>
                </a:cubicBezTo>
                <a:cubicBezTo>
                  <a:pt x="1800" y="200"/>
                  <a:pt x="1880" y="120"/>
                  <a:pt x="1980" y="120"/>
                </a:cubicBezTo>
                <a:cubicBezTo>
                  <a:pt x="2080" y="120"/>
                  <a:pt x="2160" y="200"/>
                  <a:pt x="2160" y="300"/>
                </a:cubicBezTo>
                <a:cubicBezTo>
                  <a:pt x="2160" y="1320"/>
                  <a:pt x="2160" y="1320"/>
                  <a:pt x="2160" y="1320"/>
                </a:cubicBezTo>
                <a:cubicBezTo>
                  <a:pt x="2280" y="1320"/>
                  <a:pt x="2280" y="1320"/>
                  <a:pt x="2280" y="1320"/>
                </a:cubicBezTo>
                <a:cubicBezTo>
                  <a:pt x="2280" y="660"/>
                  <a:pt x="2280" y="660"/>
                  <a:pt x="2280" y="660"/>
                </a:cubicBezTo>
                <a:cubicBezTo>
                  <a:pt x="2280" y="560"/>
                  <a:pt x="2360" y="480"/>
                  <a:pt x="2460" y="480"/>
                </a:cubicBezTo>
                <a:cubicBezTo>
                  <a:pt x="2560" y="480"/>
                  <a:pt x="2640" y="560"/>
                  <a:pt x="2640" y="6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0123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yme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1488"/>
          </a:xfrm>
          <a:custGeom>
            <a:avLst/>
            <a:gdLst>
              <a:gd name="T0" fmla="*/ 2160 w 2400"/>
              <a:gd name="T1" fmla="*/ 0 h 1920"/>
              <a:gd name="T2" fmla="*/ 240 w 2400"/>
              <a:gd name="T3" fmla="*/ 0 h 1920"/>
              <a:gd name="T4" fmla="*/ 1 w 2400"/>
              <a:gd name="T5" fmla="*/ 240 h 1920"/>
              <a:gd name="T6" fmla="*/ 0 w 2400"/>
              <a:gd name="T7" fmla="*/ 1680 h 1920"/>
              <a:gd name="T8" fmla="*/ 240 w 2400"/>
              <a:gd name="T9" fmla="*/ 1920 h 1920"/>
              <a:gd name="T10" fmla="*/ 2160 w 2400"/>
              <a:gd name="T11" fmla="*/ 1920 h 1920"/>
              <a:gd name="T12" fmla="*/ 2400 w 2400"/>
              <a:gd name="T13" fmla="*/ 1680 h 1920"/>
              <a:gd name="T14" fmla="*/ 2400 w 2400"/>
              <a:gd name="T15" fmla="*/ 240 h 1920"/>
              <a:gd name="T16" fmla="*/ 2160 w 2400"/>
              <a:gd name="T17" fmla="*/ 0 h 1920"/>
              <a:gd name="T18" fmla="*/ 2160 w 2400"/>
              <a:gd name="T19" fmla="*/ 1680 h 1920"/>
              <a:gd name="T20" fmla="*/ 240 w 2400"/>
              <a:gd name="T21" fmla="*/ 1680 h 1920"/>
              <a:gd name="T22" fmla="*/ 240 w 2400"/>
              <a:gd name="T23" fmla="*/ 960 h 1920"/>
              <a:gd name="T24" fmla="*/ 2160 w 2400"/>
              <a:gd name="T25" fmla="*/ 960 h 1920"/>
              <a:gd name="T26" fmla="*/ 2160 w 2400"/>
              <a:gd name="T27" fmla="*/ 1680 h 1920"/>
              <a:gd name="T28" fmla="*/ 2160 w 2400"/>
              <a:gd name="T29" fmla="*/ 480 h 1920"/>
              <a:gd name="T30" fmla="*/ 240 w 2400"/>
              <a:gd name="T31" fmla="*/ 480 h 1920"/>
              <a:gd name="T32" fmla="*/ 240 w 2400"/>
              <a:gd name="T33" fmla="*/ 240 h 1920"/>
              <a:gd name="T34" fmla="*/ 2160 w 2400"/>
              <a:gd name="T35" fmla="*/ 240 h 1920"/>
              <a:gd name="T36" fmla="*/ 2160 w 2400"/>
              <a:gd name="T37" fmla="*/ 480 h 1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400" h="1920">
                <a:moveTo>
                  <a:pt x="216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1" y="107"/>
                  <a:pt x="1" y="240"/>
                </a:cubicBezTo>
                <a:cubicBezTo>
                  <a:pt x="0" y="1680"/>
                  <a:pt x="0" y="1680"/>
                  <a:pt x="0" y="1680"/>
                </a:cubicBezTo>
                <a:cubicBezTo>
                  <a:pt x="0" y="1813"/>
                  <a:pt x="107" y="1920"/>
                  <a:pt x="240" y="1920"/>
                </a:cubicBezTo>
                <a:cubicBezTo>
                  <a:pt x="2160" y="1920"/>
                  <a:pt x="2160" y="1920"/>
                  <a:pt x="2160" y="1920"/>
                </a:cubicBezTo>
                <a:cubicBezTo>
                  <a:pt x="2293" y="1920"/>
                  <a:pt x="2400" y="1813"/>
                  <a:pt x="2400" y="1680"/>
                </a:cubicBezTo>
                <a:cubicBezTo>
                  <a:pt x="2400" y="240"/>
                  <a:pt x="2400" y="240"/>
                  <a:pt x="2400" y="240"/>
                </a:cubicBezTo>
                <a:cubicBezTo>
                  <a:pt x="2400" y="107"/>
                  <a:pt x="2293" y="0"/>
                  <a:pt x="2160" y="0"/>
                </a:cubicBezTo>
                <a:close/>
                <a:moveTo>
                  <a:pt x="2160" y="1680"/>
                </a:moveTo>
                <a:cubicBezTo>
                  <a:pt x="240" y="1680"/>
                  <a:pt x="240" y="1680"/>
                  <a:pt x="240" y="1680"/>
                </a:cubicBezTo>
                <a:cubicBezTo>
                  <a:pt x="240" y="960"/>
                  <a:pt x="240" y="960"/>
                  <a:pt x="240" y="960"/>
                </a:cubicBezTo>
                <a:cubicBezTo>
                  <a:pt x="2160" y="960"/>
                  <a:pt x="2160" y="960"/>
                  <a:pt x="2160" y="960"/>
                </a:cubicBezTo>
                <a:lnTo>
                  <a:pt x="2160" y="1680"/>
                </a:lnTo>
                <a:close/>
                <a:moveTo>
                  <a:pt x="2160" y="480"/>
                </a:moveTo>
                <a:cubicBezTo>
                  <a:pt x="240" y="480"/>
                  <a:pt x="240" y="480"/>
                  <a:pt x="240" y="48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2160" y="240"/>
                  <a:pt x="2160" y="240"/>
                  <a:pt x="2160" y="240"/>
                </a:cubicBezTo>
                <a:lnTo>
                  <a:pt x="2160" y="4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11648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m Camera Mic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944"/>
          </a:xfrm>
          <a:custGeom>
            <a:avLst/>
            <a:gdLst>
              <a:gd name="T0" fmla="*/ 2160 w 2400"/>
              <a:gd name="T1" fmla="*/ 240 h 2160"/>
              <a:gd name="T2" fmla="*/ 1780 w 2400"/>
              <a:gd name="T3" fmla="*/ 240 h 2160"/>
              <a:gd name="T4" fmla="*/ 1560 w 2400"/>
              <a:gd name="T5" fmla="*/ 0 h 2160"/>
              <a:gd name="T6" fmla="*/ 840 w 2400"/>
              <a:gd name="T7" fmla="*/ 0 h 2160"/>
              <a:gd name="T8" fmla="*/ 620 w 2400"/>
              <a:gd name="T9" fmla="*/ 240 h 2160"/>
              <a:gd name="T10" fmla="*/ 240 w 2400"/>
              <a:gd name="T11" fmla="*/ 240 h 2160"/>
              <a:gd name="T12" fmla="*/ 0 w 2400"/>
              <a:gd name="T13" fmla="*/ 480 h 2160"/>
              <a:gd name="T14" fmla="*/ 0 w 2400"/>
              <a:gd name="T15" fmla="*/ 1920 h 2160"/>
              <a:gd name="T16" fmla="*/ 240 w 2400"/>
              <a:gd name="T17" fmla="*/ 2160 h 2160"/>
              <a:gd name="T18" fmla="*/ 1080 w 2400"/>
              <a:gd name="T19" fmla="*/ 2160 h 2160"/>
              <a:gd name="T20" fmla="*/ 1080 w 2400"/>
              <a:gd name="T21" fmla="*/ 1909 h 2160"/>
              <a:gd name="T22" fmla="*/ 480 w 2400"/>
              <a:gd name="T23" fmla="*/ 1200 h 2160"/>
              <a:gd name="T24" fmla="*/ 720 w 2400"/>
              <a:gd name="T25" fmla="*/ 1200 h 2160"/>
              <a:gd name="T26" fmla="*/ 1200 w 2400"/>
              <a:gd name="T27" fmla="*/ 1680 h 2160"/>
              <a:gd name="T28" fmla="*/ 1680 w 2400"/>
              <a:gd name="T29" fmla="*/ 1200 h 2160"/>
              <a:gd name="T30" fmla="*/ 1920 w 2400"/>
              <a:gd name="T31" fmla="*/ 1200 h 2160"/>
              <a:gd name="T32" fmla="*/ 1320 w 2400"/>
              <a:gd name="T33" fmla="*/ 1909 h 2160"/>
              <a:gd name="T34" fmla="*/ 1320 w 2400"/>
              <a:gd name="T35" fmla="*/ 2160 h 2160"/>
              <a:gd name="T36" fmla="*/ 2160 w 2400"/>
              <a:gd name="T37" fmla="*/ 2160 h 2160"/>
              <a:gd name="T38" fmla="*/ 2400 w 2400"/>
              <a:gd name="T39" fmla="*/ 1920 h 2160"/>
              <a:gd name="T40" fmla="*/ 2400 w 2400"/>
              <a:gd name="T41" fmla="*/ 480 h 2160"/>
              <a:gd name="T42" fmla="*/ 2160 w 2400"/>
              <a:gd name="T43" fmla="*/ 240 h 2160"/>
              <a:gd name="T44" fmla="*/ 1440 w 2400"/>
              <a:gd name="T45" fmla="*/ 1200 h 2160"/>
              <a:gd name="T46" fmla="*/ 1200 w 2400"/>
              <a:gd name="T47" fmla="*/ 1440 h 2160"/>
              <a:gd name="T48" fmla="*/ 960 w 2400"/>
              <a:gd name="T49" fmla="*/ 1200 h 2160"/>
              <a:gd name="T50" fmla="*/ 960 w 2400"/>
              <a:gd name="T51" fmla="*/ 720 h 2160"/>
              <a:gd name="T52" fmla="*/ 1200 w 2400"/>
              <a:gd name="T53" fmla="*/ 480 h 2160"/>
              <a:gd name="T54" fmla="*/ 1440 w 2400"/>
              <a:gd name="T55" fmla="*/ 720 h 2160"/>
              <a:gd name="T56" fmla="*/ 1440 w 2400"/>
              <a:gd name="T57" fmla="*/ 120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400" h="2160">
                <a:moveTo>
                  <a:pt x="2160" y="240"/>
                </a:moveTo>
                <a:cubicBezTo>
                  <a:pt x="1780" y="240"/>
                  <a:pt x="1780" y="240"/>
                  <a:pt x="1780" y="240"/>
                </a:cubicBezTo>
                <a:cubicBezTo>
                  <a:pt x="1560" y="0"/>
                  <a:pt x="1560" y="0"/>
                  <a:pt x="1560" y="0"/>
                </a:cubicBezTo>
                <a:cubicBezTo>
                  <a:pt x="840" y="0"/>
                  <a:pt x="840" y="0"/>
                  <a:pt x="840" y="0"/>
                </a:cubicBezTo>
                <a:cubicBezTo>
                  <a:pt x="620" y="240"/>
                  <a:pt x="620" y="240"/>
                  <a:pt x="620" y="24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08" y="240"/>
                  <a:pt x="0" y="348"/>
                  <a:pt x="0" y="48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8" y="2160"/>
                  <a:pt x="240" y="2160"/>
                </a:cubicBezTo>
                <a:cubicBezTo>
                  <a:pt x="1080" y="2160"/>
                  <a:pt x="1080" y="2160"/>
                  <a:pt x="1080" y="2160"/>
                </a:cubicBezTo>
                <a:cubicBezTo>
                  <a:pt x="1080" y="1909"/>
                  <a:pt x="1080" y="1909"/>
                  <a:pt x="1080" y="1909"/>
                </a:cubicBezTo>
                <a:cubicBezTo>
                  <a:pt x="740" y="1852"/>
                  <a:pt x="480" y="1556"/>
                  <a:pt x="480" y="1200"/>
                </a:cubicBezTo>
                <a:cubicBezTo>
                  <a:pt x="720" y="1200"/>
                  <a:pt x="720" y="1200"/>
                  <a:pt x="720" y="1200"/>
                </a:cubicBezTo>
                <a:cubicBezTo>
                  <a:pt x="720" y="1465"/>
                  <a:pt x="935" y="1680"/>
                  <a:pt x="1200" y="1680"/>
                </a:cubicBezTo>
                <a:cubicBezTo>
                  <a:pt x="1465" y="1680"/>
                  <a:pt x="1680" y="1465"/>
                  <a:pt x="1680" y="1200"/>
                </a:cubicBezTo>
                <a:cubicBezTo>
                  <a:pt x="1920" y="1200"/>
                  <a:pt x="1920" y="1200"/>
                  <a:pt x="1920" y="1200"/>
                </a:cubicBezTo>
                <a:cubicBezTo>
                  <a:pt x="1920" y="1556"/>
                  <a:pt x="1660" y="1852"/>
                  <a:pt x="1320" y="1909"/>
                </a:cubicBezTo>
                <a:cubicBezTo>
                  <a:pt x="1320" y="2160"/>
                  <a:pt x="1320" y="2160"/>
                  <a:pt x="1320" y="2160"/>
                </a:cubicBezTo>
                <a:cubicBezTo>
                  <a:pt x="2160" y="2160"/>
                  <a:pt x="2160" y="2160"/>
                  <a:pt x="2160" y="2160"/>
                </a:cubicBezTo>
                <a:cubicBezTo>
                  <a:pt x="2292" y="2160"/>
                  <a:pt x="2400" y="2052"/>
                  <a:pt x="2400" y="1920"/>
                </a:cubicBezTo>
                <a:cubicBezTo>
                  <a:pt x="2400" y="480"/>
                  <a:pt x="2400" y="480"/>
                  <a:pt x="2400" y="480"/>
                </a:cubicBezTo>
                <a:cubicBezTo>
                  <a:pt x="2400" y="348"/>
                  <a:pt x="2292" y="240"/>
                  <a:pt x="2160" y="240"/>
                </a:cubicBezTo>
                <a:close/>
                <a:moveTo>
                  <a:pt x="1440" y="1200"/>
                </a:moveTo>
                <a:cubicBezTo>
                  <a:pt x="1440" y="1332"/>
                  <a:pt x="1332" y="1440"/>
                  <a:pt x="1200" y="1440"/>
                </a:cubicBezTo>
                <a:cubicBezTo>
                  <a:pt x="1068" y="1440"/>
                  <a:pt x="960" y="1332"/>
                  <a:pt x="960" y="1200"/>
                </a:cubicBezTo>
                <a:cubicBezTo>
                  <a:pt x="960" y="720"/>
                  <a:pt x="960" y="720"/>
                  <a:pt x="960" y="720"/>
                </a:cubicBezTo>
                <a:cubicBezTo>
                  <a:pt x="960" y="588"/>
                  <a:pt x="1068" y="480"/>
                  <a:pt x="1200" y="480"/>
                </a:cubicBezTo>
                <a:cubicBezTo>
                  <a:pt x="1332" y="480"/>
                  <a:pt x="1440" y="588"/>
                  <a:pt x="1440" y="720"/>
                </a:cubicBezTo>
                <a:lnTo>
                  <a:pt x="1440" y="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0149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m Contact Calneda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944" cy="914400"/>
          </a:xfrm>
          <a:custGeom>
            <a:avLst/>
            <a:gdLst>
              <a:gd name="T0" fmla="*/ 1920 w 2160"/>
              <a:gd name="T1" fmla="*/ 240 h 2400"/>
              <a:gd name="T2" fmla="*/ 1800 w 2160"/>
              <a:gd name="T3" fmla="*/ 240 h 2400"/>
              <a:gd name="T4" fmla="*/ 1800 w 2160"/>
              <a:gd name="T5" fmla="*/ 0 h 2400"/>
              <a:gd name="T6" fmla="*/ 1560 w 2160"/>
              <a:gd name="T7" fmla="*/ 0 h 2400"/>
              <a:gd name="T8" fmla="*/ 1560 w 2160"/>
              <a:gd name="T9" fmla="*/ 240 h 2400"/>
              <a:gd name="T10" fmla="*/ 600 w 2160"/>
              <a:gd name="T11" fmla="*/ 240 h 2400"/>
              <a:gd name="T12" fmla="*/ 600 w 2160"/>
              <a:gd name="T13" fmla="*/ 0 h 2400"/>
              <a:gd name="T14" fmla="*/ 360 w 2160"/>
              <a:gd name="T15" fmla="*/ 0 h 2400"/>
              <a:gd name="T16" fmla="*/ 360 w 2160"/>
              <a:gd name="T17" fmla="*/ 240 h 2400"/>
              <a:gd name="T18" fmla="*/ 240 w 2160"/>
              <a:gd name="T19" fmla="*/ 240 h 2400"/>
              <a:gd name="T20" fmla="*/ 0 w 2160"/>
              <a:gd name="T21" fmla="*/ 480 h 2400"/>
              <a:gd name="T22" fmla="*/ 0 w 2160"/>
              <a:gd name="T23" fmla="*/ 2160 h 2400"/>
              <a:gd name="T24" fmla="*/ 240 w 2160"/>
              <a:gd name="T25" fmla="*/ 2400 h 2400"/>
              <a:gd name="T26" fmla="*/ 1920 w 2160"/>
              <a:gd name="T27" fmla="*/ 2400 h 2400"/>
              <a:gd name="T28" fmla="*/ 2160 w 2160"/>
              <a:gd name="T29" fmla="*/ 2160 h 2400"/>
              <a:gd name="T30" fmla="*/ 2160 w 2160"/>
              <a:gd name="T31" fmla="*/ 480 h 2400"/>
              <a:gd name="T32" fmla="*/ 1920 w 2160"/>
              <a:gd name="T33" fmla="*/ 240 h 2400"/>
              <a:gd name="T34" fmla="*/ 1080 w 2160"/>
              <a:gd name="T35" fmla="*/ 600 h 2400"/>
              <a:gd name="T36" fmla="*/ 1440 w 2160"/>
              <a:gd name="T37" fmla="*/ 960 h 2400"/>
              <a:gd name="T38" fmla="*/ 1080 w 2160"/>
              <a:gd name="T39" fmla="*/ 1320 h 2400"/>
              <a:gd name="T40" fmla="*/ 720 w 2160"/>
              <a:gd name="T41" fmla="*/ 960 h 2400"/>
              <a:gd name="T42" fmla="*/ 1080 w 2160"/>
              <a:gd name="T43" fmla="*/ 600 h 2400"/>
              <a:gd name="T44" fmla="*/ 1800 w 2160"/>
              <a:gd name="T45" fmla="*/ 2040 h 2400"/>
              <a:gd name="T46" fmla="*/ 360 w 2160"/>
              <a:gd name="T47" fmla="*/ 2040 h 2400"/>
              <a:gd name="T48" fmla="*/ 360 w 2160"/>
              <a:gd name="T49" fmla="*/ 1920 h 2400"/>
              <a:gd name="T50" fmla="*/ 1080 w 2160"/>
              <a:gd name="T51" fmla="*/ 1548 h 2400"/>
              <a:gd name="T52" fmla="*/ 1800 w 2160"/>
              <a:gd name="T53" fmla="*/ 1920 h 2400"/>
              <a:gd name="T54" fmla="*/ 1800 w 2160"/>
              <a:gd name="T55" fmla="*/ 204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60" h="2400">
                <a:moveTo>
                  <a:pt x="1920" y="240"/>
                </a:moveTo>
                <a:cubicBezTo>
                  <a:pt x="1800" y="240"/>
                  <a:pt x="1800" y="240"/>
                  <a:pt x="1800" y="240"/>
                </a:cubicBezTo>
                <a:cubicBezTo>
                  <a:pt x="1800" y="0"/>
                  <a:pt x="1800" y="0"/>
                  <a:pt x="1800" y="0"/>
                </a:cubicBezTo>
                <a:cubicBezTo>
                  <a:pt x="1560" y="0"/>
                  <a:pt x="1560" y="0"/>
                  <a:pt x="1560" y="0"/>
                </a:cubicBezTo>
                <a:cubicBezTo>
                  <a:pt x="1560" y="240"/>
                  <a:pt x="1560" y="240"/>
                  <a:pt x="1560" y="240"/>
                </a:cubicBezTo>
                <a:cubicBezTo>
                  <a:pt x="600" y="240"/>
                  <a:pt x="600" y="240"/>
                  <a:pt x="600" y="240"/>
                </a:cubicBezTo>
                <a:cubicBezTo>
                  <a:pt x="600" y="0"/>
                  <a:pt x="600" y="0"/>
                  <a:pt x="600" y="0"/>
                </a:cubicBezTo>
                <a:cubicBezTo>
                  <a:pt x="360" y="0"/>
                  <a:pt x="360" y="0"/>
                  <a:pt x="360" y="0"/>
                </a:cubicBezTo>
                <a:cubicBezTo>
                  <a:pt x="360" y="240"/>
                  <a:pt x="360" y="240"/>
                  <a:pt x="360" y="24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07" y="240"/>
                  <a:pt x="0" y="348"/>
                  <a:pt x="0" y="48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7" y="2400"/>
                  <a:pt x="240" y="2400"/>
                </a:cubicBezTo>
                <a:cubicBezTo>
                  <a:pt x="1920" y="2400"/>
                  <a:pt x="1920" y="2400"/>
                  <a:pt x="1920" y="2400"/>
                </a:cubicBezTo>
                <a:cubicBezTo>
                  <a:pt x="2052" y="2400"/>
                  <a:pt x="2160" y="2292"/>
                  <a:pt x="2160" y="2160"/>
                </a:cubicBezTo>
                <a:cubicBezTo>
                  <a:pt x="2160" y="480"/>
                  <a:pt x="2160" y="480"/>
                  <a:pt x="2160" y="480"/>
                </a:cubicBezTo>
                <a:cubicBezTo>
                  <a:pt x="2160" y="348"/>
                  <a:pt x="2052" y="240"/>
                  <a:pt x="1920" y="240"/>
                </a:cubicBezTo>
                <a:close/>
                <a:moveTo>
                  <a:pt x="1080" y="600"/>
                </a:moveTo>
                <a:cubicBezTo>
                  <a:pt x="1279" y="600"/>
                  <a:pt x="1440" y="761"/>
                  <a:pt x="1440" y="960"/>
                </a:cubicBezTo>
                <a:cubicBezTo>
                  <a:pt x="1440" y="1159"/>
                  <a:pt x="1279" y="1320"/>
                  <a:pt x="1080" y="1320"/>
                </a:cubicBezTo>
                <a:cubicBezTo>
                  <a:pt x="881" y="1320"/>
                  <a:pt x="720" y="1159"/>
                  <a:pt x="720" y="960"/>
                </a:cubicBezTo>
                <a:cubicBezTo>
                  <a:pt x="720" y="761"/>
                  <a:pt x="881" y="600"/>
                  <a:pt x="1080" y="600"/>
                </a:cubicBezTo>
                <a:close/>
                <a:moveTo>
                  <a:pt x="1800" y="2040"/>
                </a:moveTo>
                <a:cubicBezTo>
                  <a:pt x="360" y="2040"/>
                  <a:pt x="360" y="2040"/>
                  <a:pt x="360" y="2040"/>
                </a:cubicBezTo>
                <a:cubicBezTo>
                  <a:pt x="360" y="1920"/>
                  <a:pt x="360" y="1920"/>
                  <a:pt x="360" y="1920"/>
                </a:cubicBezTo>
                <a:cubicBezTo>
                  <a:pt x="360" y="1680"/>
                  <a:pt x="840" y="1548"/>
                  <a:pt x="1080" y="1548"/>
                </a:cubicBezTo>
                <a:cubicBezTo>
                  <a:pt x="1320" y="1548"/>
                  <a:pt x="1800" y="1680"/>
                  <a:pt x="1800" y="1920"/>
                </a:cubicBezTo>
                <a:lnTo>
                  <a:pt x="1800" y="20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1690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m Data Setti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0368" cy="914400"/>
          </a:xfrm>
          <a:custGeom>
            <a:avLst/>
            <a:gdLst>
              <a:gd name="T0" fmla="*/ 2279 w 2867"/>
              <a:gd name="T1" fmla="*/ 1380 h 2880"/>
              <a:gd name="T2" fmla="*/ 2399 w 2867"/>
              <a:gd name="T3" fmla="*/ 1388 h 2880"/>
              <a:gd name="T4" fmla="*/ 2400 w 2867"/>
              <a:gd name="T5" fmla="*/ 0 h 2880"/>
              <a:gd name="T6" fmla="*/ 0 w 2867"/>
              <a:gd name="T7" fmla="*/ 2400 h 2880"/>
              <a:gd name="T8" fmla="*/ 1387 w 2867"/>
              <a:gd name="T9" fmla="*/ 2400 h 2880"/>
              <a:gd name="T10" fmla="*/ 1379 w 2867"/>
              <a:gd name="T11" fmla="*/ 2280 h 2880"/>
              <a:gd name="T12" fmla="*/ 2279 w 2867"/>
              <a:gd name="T13" fmla="*/ 1380 h 2880"/>
              <a:gd name="T14" fmla="*/ 2724 w 2867"/>
              <a:gd name="T15" fmla="*/ 2339 h 2880"/>
              <a:gd name="T16" fmla="*/ 2729 w 2867"/>
              <a:gd name="T17" fmla="*/ 2280 h 2880"/>
              <a:gd name="T18" fmla="*/ 2724 w 2867"/>
              <a:gd name="T19" fmla="*/ 2221 h 2880"/>
              <a:gd name="T20" fmla="*/ 2851 w 2867"/>
              <a:gd name="T21" fmla="*/ 2122 h 2880"/>
              <a:gd name="T22" fmla="*/ 2858 w 2867"/>
              <a:gd name="T23" fmla="*/ 2083 h 2880"/>
              <a:gd name="T24" fmla="*/ 2738 w 2867"/>
              <a:gd name="T25" fmla="*/ 1876 h 2880"/>
              <a:gd name="T26" fmla="*/ 2701 w 2867"/>
              <a:gd name="T27" fmla="*/ 1862 h 2880"/>
              <a:gd name="T28" fmla="*/ 2552 w 2867"/>
              <a:gd name="T29" fmla="*/ 1922 h 2880"/>
              <a:gd name="T30" fmla="*/ 2450 w 2867"/>
              <a:gd name="T31" fmla="*/ 1864 h 2880"/>
              <a:gd name="T32" fmla="*/ 2428 w 2867"/>
              <a:gd name="T33" fmla="*/ 1705 h 2880"/>
              <a:gd name="T34" fmla="*/ 2399 w 2867"/>
              <a:gd name="T35" fmla="*/ 1680 h 2880"/>
              <a:gd name="T36" fmla="*/ 2159 w 2867"/>
              <a:gd name="T37" fmla="*/ 1680 h 2880"/>
              <a:gd name="T38" fmla="*/ 2129 w 2867"/>
              <a:gd name="T39" fmla="*/ 1705 h 2880"/>
              <a:gd name="T40" fmla="*/ 2106 w 2867"/>
              <a:gd name="T41" fmla="*/ 1864 h 2880"/>
              <a:gd name="T42" fmla="*/ 2004 w 2867"/>
              <a:gd name="T43" fmla="*/ 1922 h 2880"/>
              <a:gd name="T44" fmla="*/ 1855 w 2867"/>
              <a:gd name="T45" fmla="*/ 1862 h 2880"/>
              <a:gd name="T46" fmla="*/ 1818 w 2867"/>
              <a:gd name="T47" fmla="*/ 1876 h 2880"/>
              <a:gd name="T48" fmla="*/ 1698 w 2867"/>
              <a:gd name="T49" fmla="*/ 2083 h 2880"/>
              <a:gd name="T50" fmla="*/ 1705 w 2867"/>
              <a:gd name="T51" fmla="*/ 2122 h 2880"/>
              <a:gd name="T52" fmla="*/ 1832 w 2867"/>
              <a:gd name="T53" fmla="*/ 2221 h 2880"/>
              <a:gd name="T54" fmla="*/ 1829 w 2867"/>
              <a:gd name="T55" fmla="*/ 2280 h 2880"/>
              <a:gd name="T56" fmla="*/ 1832 w 2867"/>
              <a:gd name="T57" fmla="*/ 2339 h 2880"/>
              <a:gd name="T58" fmla="*/ 1705 w 2867"/>
              <a:gd name="T59" fmla="*/ 2438 h 2880"/>
              <a:gd name="T60" fmla="*/ 1698 w 2867"/>
              <a:gd name="T61" fmla="*/ 2477 h 2880"/>
              <a:gd name="T62" fmla="*/ 1818 w 2867"/>
              <a:gd name="T63" fmla="*/ 2684 h 2880"/>
              <a:gd name="T64" fmla="*/ 1855 w 2867"/>
              <a:gd name="T65" fmla="*/ 2698 h 2880"/>
              <a:gd name="T66" fmla="*/ 2004 w 2867"/>
              <a:gd name="T67" fmla="*/ 2638 h 2880"/>
              <a:gd name="T68" fmla="*/ 2106 w 2867"/>
              <a:gd name="T69" fmla="*/ 2696 h 2880"/>
              <a:gd name="T70" fmla="*/ 2129 w 2867"/>
              <a:gd name="T71" fmla="*/ 2855 h 2880"/>
              <a:gd name="T72" fmla="*/ 2159 w 2867"/>
              <a:gd name="T73" fmla="*/ 2880 h 2880"/>
              <a:gd name="T74" fmla="*/ 2399 w 2867"/>
              <a:gd name="T75" fmla="*/ 2880 h 2880"/>
              <a:gd name="T76" fmla="*/ 2429 w 2867"/>
              <a:gd name="T77" fmla="*/ 2855 h 2880"/>
              <a:gd name="T78" fmla="*/ 2452 w 2867"/>
              <a:gd name="T79" fmla="*/ 2696 h 2880"/>
              <a:gd name="T80" fmla="*/ 2552 w 2867"/>
              <a:gd name="T81" fmla="*/ 2638 h 2880"/>
              <a:gd name="T82" fmla="*/ 2702 w 2867"/>
              <a:gd name="T83" fmla="*/ 2698 h 2880"/>
              <a:gd name="T84" fmla="*/ 2740 w 2867"/>
              <a:gd name="T85" fmla="*/ 2684 h 2880"/>
              <a:gd name="T86" fmla="*/ 2860 w 2867"/>
              <a:gd name="T87" fmla="*/ 2477 h 2880"/>
              <a:gd name="T88" fmla="*/ 2852 w 2867"/>
              <a:gd name="T89" fmla="*/ 2438 h 2880"/>
              <a:gd name="T90" fmla="*/ 2724 w 2867"/>
              <a:gd name="T91" fmla="*/ 2339 h 2880"/>
              <a:gd name="T92" fmla="*/ 2279 w 2867"/>
              <a:gd name="T93" fmla="*/ 2460 h 2880"/>
              <a:gd name="T94" fmla="*/ 2099 w 2867"/>
              <a:gd name="T95" fmla="*/ 2280 h 2880"/>
              <a:gd name="T96" fmla="*/ 2279 w 2867"/>
              <a:gd name="T97" fmla="*/ 2100 h 2880"/>
              <a:gd name="T98" fmla="*/ 2459 w 2867"/>
              <a:gd name="T99" fmla="*/ 2280 h 2880"/>
              <a:gd name="T100" fmla="*/ 2279 w 2867"/>
              <a:gd name="T101" fmla="*/ 2460 h 28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2867" h="2880">
                <a:moveTo>
                  <a:pt x="2279" y="1380"/>
                </a:moveTo>
                <a:cubicBezTo>
                  <a:pt x="2320" y="1380"/>
                  <a:pt x="2359" y="1384"/>
                  <a:pt x="2399" y="1388"/>
                </a:cubicBezTo>
                <a:cubicBezTo>
                  <a:pt x="2400" y="0"/>
                  <a:pt x="2400" y="0"/>
                  <a:pt x="2400" y="0"/>
                </a:cubicBezTo>
                <a:cubicBezTo>
                  <a:pt x="0" y="2400"/>
                  <a:pt x="0" y="2400"/>
                  <a:pt x="0" y="2400"/>
                </a:cubicBezTo>
                <a:cubicBezTo>
                  <a:pt x="1387" y="2400"/>
                  <a:pt x="1387" y="2400"/>
                  <a:pt x="1387" y="2400"/>
                </a:cubicBezTo>
                <a:cubicBezTo>
                  <a:pt x="1382" y="2360"/>
                  <a:pt x="1379" y="2321"/>
                  <a:pt x="1379" y="2280"/>
                </a:cubicBezTo>
                <a:cubicBezTo>
                  <a:pt x="1379" y="1783"/>
                  <a:pt x="1782" y="1380"/>
                  <a:pt x="2279" y="1380"/>
                </a:cubicBezTo>
                <a:close/>
                <a:moveTo>
                  <a:pt x="2724" y="2339"/>
                </a:moveTo>
                <a:cubicBezTo>
                  <a:pt x="2726" y="2320"/>
                  <a:pt x="2729" y="2300"/>
                  <a:pt x="2729" y="2280"/>
                </a:cubicBezTo>
                <a:cubicBezTo>
                  <a:pt x="2729" y="2260"/>
                  <a:pt x="2728" y="2240"/>
                  <a:pt x="2724" y="2221"/>
                </a:cubicBezTo>
                <a:cubicBezTo>
                  <a:pt x="2851" y="2122"/>
                  <a:pt x="2851" y="2122"/>
                  <a:pt x="2851" y="2122"/>
                </a:cubicBezTo>
                <a:cubicBezTo>
                  <a:pt x="2862" y="2112"/>
                  <a:pt x="2866" y="2096"/>
                  <a:pt x="2858" y="2083"/>
                </a:cubicBezTo>
                <a:cubicBezTo>
                  <a:pt x="2738" y="1876"/>
                  <a:pt x="2738" y="1876"/>
                  <a:pt x="2738" y="1876"/>
                </a:cubicBezTo>
                <a:cubicBezTo>
                  <a:pt x="2731" y="1862"/>
                  <a:pt x="2716" y="1858"/>
                  <a:pt x="2701" y="1862"/>
                </a:cubicBezTo>
                <a:cubicBezTo>
                  <a:pt x="2552" y="1922"/>
                  <a:pt x="2552" y="1922"/>
                  <a:pt x="2552" y="1922"/>
                </a:cubicBezTo>
                <a:cubicBezTo>
                  <a:pt x="2521" y="1898"/>
                  <a:pt x="2488" y="1878"/>
                  <a:pt x="2450" y="1864"/>
                </a:cubicBezTo>
                <a:cubicBezTo>
                  <a:pt x="2428" y="1705"/>
                  <a:pt x="2428" y="1705"/>
                  <a:pt x="2428" y="1705"/>
                </a:cubicBezTo>
                <a:cubicBezTo>
                  <a:pt x="2426" y="1691"/>
                  <a:pt x="2413" y="1680"/>
                  <a:pt x="2399" y="1680"/>
                </a:cubicBezTo>
                <a:cubicBezTo>
                  <a:pt x="2159" y="1680"/>
                  <a:pt x="2159" y="1680"/>
                  <a:pt x="2159" y="1680"/>
                </a:cubicBezTo>
                <a:cubicBezTo>
                  <a:pt x="2144" y="1680"/>
                  <a:pt x="2131" y="1691"/>
                  <a:pt x="2129" y="1705"/>
                </a:cubicBezTo>
                <a:cubicBezTo>
                  <a:pt x="2106" y="1864"/>
                  <a:pt x="2106" y="1864"/>
                  <a:pt x="2106" y="1864"/>
                </a:cubicBezTo>
                <a:cubicBezTo>
                  <a:pt x="2070" y="1879"/>
                  <a:pt x="2035" y="1898"/>
                  <a:pt x="2004" y="1922"/>
                </a:cubicBezTo>
                <a:cubicBezTo>
                  <a:pt x="1855" y="1862"/>
                  <a:pt x="1855" y="1862"/>
                  <a:pt x="1855" y="1862"/>
                </a:cubicBezTo>
                <a:cubicBezTo>
                  <a:pt x="1842" y="1858"/>
                  <a:pt x="1826" y="1862"/>
                  <a:pt x="1818" y="1876"/>
                </a:cubicBezTo>
                <a:cubicBezTo>
                  <a:pt x="1698" y="2083"/>
                  <a:pt x="1698" y="2083"/>
                  <a:pt x="1698" y="2083"/>
                </a:cubicBezTo>
                <a:cubicBezTo>
                  <a:pt x="1691" y="2096"/>
                  <a:pt x="1693" y="2112"/>
                  <a:pt x="1705" y="2122"/>
                </a:cubicBezTo>
                <a:cubicBezTo>
                  <a:pt x="1832" y="2221"/>
                  <a:pt x="1832" y="2221"/>
                  <a:pt x="1832" y="2221"/>
                </a:cubicBezTo>
                <a:cubicBezTo>
                  <a:pt x="1830" y="2240"/>
                  <a:pt x="1829" y="2260"/>
                  <a:pt x="1829" y="2280"/>
                </a:cubicBezTo>
                <a:cubicBezTo>
                  <a:pt x="1829" y="2300"/>
                  <a:pt x="1830" y="2320"/>
                  <a:pt x="1832" y="2339"/>
                </a:cubicBezTo>
                <a:cubicBezTo>
                  <a:pt x="1705" y="2438"/>
                  <a:pt x="1705" y="2438"/>
                  <a:pt x="1705" y="2438"/>
                </a:cubicBezTo>
                <a:cubicBezTo>
                  <a:pt x="1694" y="2448"/>
                  <a:pt x="1691" y="2464"/>
                  <a:pt x="1698" y="2477"/>
                </a:cubicBezTo>
                <a:cubicBezTo>
                  <a:pt x="1818" y="2684"/>
                  <a:pt x="1818" y="2684"/>
                  <a:pt x="1818" y="2684"/>
                </a:cubicBezTo>
                <a:cubicBezTo>
                  <a:pt x="1825" y="2698"/>
                  <a:pt x="1841" y="2702"/>
                  <a:pt x="1855" y="2698"/>
                </a:cubicBezTo>
                <a:cubicBezTo>
                  <a:pt x="2004" y="2638"/>
                  <a:pt x="2004" y="2638"/>
                  <a:pt x="2004" y="2638"/>
                </a:cubicBezTo>
                <a:cubicBezTo>
                  <a:pt x="2035" y="2662"/>
                  <a:pt x="2069" y="2682"/>
                  <a:pt x="2106" y="2696"/>
                </a:cubicBezTo>
                <a:cubicBezTo>
                  <a:pt x="2129" y="2855"/>
                  <a:pt x="2129" y="2855"/>
                  <a:pt x="2129" y="2855"/>
                </a:cubicBezTo>
                <a:cubicBezTo>
                  <a:pt x="2131" y="2869"/>
                  <a:pt x="2143" y="2880"/>
                  <a:pt x="2159" y="2880"/>
                </a:cubicBezTo>
                <a:cubicBezTo>
                  <a:pt x="2399" y="2880"/>
                  <a:pt x="2399" y="2880"/>
                  <a:pt x="2399" y="2880"/>
                </a:cubicBezTo>
                <a:cubicBezTo>
                  <a:pt x="2413" y="2880"/>
                  <a:pt x="2426" y="2869"/>
                  <a:pt x="2429" y="2855"/>
                </a:cubicBezTo>
                <a:cubicBezTo>
                  <a:pt x="2452" y="2696"/>
                  <a:pt x="2452" y="2696"/>
                  <a:pt x="2452" y="2696"/>
                </a:cubicBezTo>
                <a:cubicBezTo>
                  <a:pt x="2488" y="2681"/>
                  <a:pt x="2522" y="2662"/>
                  <a:pt x="2552" y="2638"/>
                </a:cubicBezTo>
                <a:cubicBezTo>
                  <a:pt x="2702" y="2698"/>
                  <a:pt x="2702" y="2698"/>
                  <a:pt x="2702" y="2698"/>
                </a:cubicBezTo>
                <a:cubicBezTo>
                  <a:pt x="2716" y="2702"/>
                  <a:pt x="2731" y="2698"/>
                  <a:pt x="2740" y="2684"/>
                </a:cubicBezTo>
                <a:cubicBezTo>
                  <a:pt x="2860" y="2477"/>
                  <a:pt x="2860" y="2477"/>
                  <a:pt x="2860" y="2477"/>
                </a:cubicBezTo>
                <a:cubicBezTo>
                  <a:pt x="2867" y="2464"/>
                  <a:pt x="2863" y="2448"/>
                  <a:pt x="2852" y="2438"/>
                </a:cubicBezTo>
                <a:lnTo>
                  <a:pt x="2724" y="2339"/>
                </a:lnTo>
                <a:close/>
                <a:moveTo>
                  <a:pt x="2279" y="2460"/>
                </a:moveTo>
                <a:cubicBezTo>
                  <a:pt x="2179" y="2460"/>
                  <a:pt x="2099" y="2380"/>
                  <a:pt x="2099" y="2280"/>
                </a:cubicBezTo>
                <a:cubicBezTo>
                  <a:pt x="2099" y="2180"/>
                  <a:pt x="2179" y="2100"/>
                  <a:pt x="2279" y="2100"/>
                </a:cubicBezTo>
                <a:cubicBezTo>
                  <a:pt x="2378" y="2100"/>
                  <a:pt x="2459" y="2180"/>
                  <a:pt x="2459" y="2280"/>
                </a:cubicBezTo>
                <a:cubicBezTo>
                  <a:pt x="2459" y="2380"/>
                  <a:pt x="2378" y="2460"/>
                  <a:pt x="2279" y="24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03812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m Device Informati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81838" cy="914400"/>
          </a:xfrm>
          <a:custGeom>
            <a:avLst/>
            <a:gdLst>
              <a:gd name="T0" fmla="*/ 960 w 1680"/>
              <a:gd name="T1" fmla="*/ 720 h 2640"/>
              <a:gd name="T2" fmla="*/ 720 w 1680"/>
              <a:gd name="T3" fmla="*/ 720 h 2640"/>
              <a:gd name="T4" fmla="*/ 720 w 1680"/>
              <a:gd name="T5" fmla="*/ 960 h 2640"/>
              <a:gd name="T6" fmla="*/ 960 w 1680"/>
              <a:gd name="T7" fmla="*/ 960 h 2640"/>
              <a:gd name="T8" fmla="*/ 960 w 1680"/>
              <a:gd name="T9" fmla="*/ 720 h 2640"/>
              <a:gd name="T10" fmla="*/ 960 w 1680"/>
              <a:gd name="T11" fmla="*/ 1200 h 2640"/>
              <a:gd name="T12" fmla="*/ 720 w 1680"/>
              <a:gd name="T13" fmla="*/ 1200 h 2640"/>
              <a:gd name="T14" fmla="*/ 720 w 1680"/>
              <a:gd name="T15" fmla="*/ 1920 h 2640"/>
              <a:gd name="T16" fmla="*/ 960 w 1680"/>
              <a:gd name="T17" fmla="*/ 1920 h 2640"/>
              <a:gd name="T18" fmla="*/ 960 w 1680"/>
              <a:gd name="T19" fmla="*/ 1200 h 2640"/>
              <a:gd name="T20" fmla="*/ 1440 w 1680"/>
              <a:gd name="T21" fmla="*/ 1 h 2640"/>
              <a:gd name="T22" fmla="*/ 240 w 1680"/>
              <a:gd name="T23" fmla="*/ 0 h 2640"/>
              <a:gd name="T24" fmla="*/ 0 w 1680"/>
              <a:gd name="T25" fmla="*/ 240 h 2640"/>
              <a:gd name="T26" fmla="*/ 0 w 1680"/>
              <a:gd name="T27" fmla="*/ 2400 h 2640"/>
              <a:gd name="T28" fmla="*/ 240 w 1680"/>
              <a:gd name="T29" fmla="*/ 2640 h 2640"/>
              <a:gd name="T30" fmla="*/ 1440 w 1680"/>
              <a:gd name="T31" fmla="*/ 2640 h 2640"/>
              <a:gd name="T32" fmla="*/ 1680 w 1680"/>
              <a:gd name="T33" fmla="*/ 2400 h 2640"/>
              <a:gd name="T34" fmla="*/ 1680 w 1680"/>
              <a:gd name="T35" fmla="*/ 240 h 2640"/>
              <a:gd name="T36" fmla="*/ 1440 w 1680"/>
              <a:gd name="T37" fmla="*/ 1 h 2640"/>
              <a:gd name="T38" fmla="*/ 1440 w 1680"/>
              <a:gd name="T39" fmla="*/ 2160 h 2640"/>
              <a:gd name="T40" fmla="*/ 240 w 1680"/>
              <a:gd name="T41" fmla="*/ 2160 h 2640"/>
              <a:gd name="T42" fmla="*/ 240 w 1680"/>
              <a:gd name="T43" fmla="*/ 480 h 2640"/>
              <a:gd name="T44" fmla="*/ 1440 w 1680"/>
              <a:gd name="T45" fmla="*/ 480 h 2640"/>
              <a:gd name="T46" fmla="*/ 1440 w 1680"/>
              <a:gd name="T47" fmla="*/ 2160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680" h="2640">
                <a:moveTo>
                  <a:pt x="960" y="720"/>
                </a:moveTo>
                <a:cubicBezTo>
                  <a:pt x="720" y="720"/>
                  <a:pt x="720" y="720"/>
                  <a:pt x="720" y="720"/>
                </a:cubicBezTo>
                <a:cubicBezTo>
                  <a:pt x="720" y="960"/>
                  <a:pt x="720" y="960"/>
                  <a:pt x="720" y="960"/>
                </a:cubicBezTo>
                <a:cubicBezTo>
                  <a:pt x="960" y="960"/>
                  <a:pt x="960" y="960"/>
                  <a:pt x="960" y="960"/>
                </a:cubicBezTo>
                <a:lnTo>
                  <a:pt x="960" y="720"/>
                </a:lnTo>
                <a:close/>
                <a:moveTo>
                  <a:pt x="960" y="1200"/>
                </a:moveTo>
                <a:cubicBezTo>
                  <a:pt x="720" y="1200"/>
                  <a:pt x="720" y="1200"/>
                  <a:pt x="720" y="1200"/>
                </a:cubicBezTo>
                <a:cubicBezTo>
                  <a:pt x="720" y="1920"/>
                  <a:pt x="720" y="1920"/>
                  <a:pt x="720" y="1920"/>
                </a:cubicBezTo>
                <a:cubicBezTo>
                  <a:pt x="960" y="1920"/>
                  <a:pt x="960" y="1920"/>
                  <a:pt x="960" y="1920"/>
                </a:cubicBezTo>
                <a:lnTo>
                  <a:pt x="960" y="1200"/>
                </a:lnTo>
                <a:close/>
                <a:moveTo>
                  <a:pt x="1440" y="1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2400"/>
                  <a:pt x="0" y="2400"/>
                  <a:pt x="0" y="2400"/>
                </a:cubicBezTo>
                <a:cubicBezTo>
                  <a:pt x="0" y="2532"/>
                  <a:pt x="108" y="2640"/>
                  <a:pt x="240" y="2640"/>
                </a:cubicBezTo>
                <a:cubicBezTo>
                  <a:pt x="1440" y="2640"/>
                  <a:pt x="1440" y="2640"/>
                  <a:pt x="1440" y="2640"/>
                </a:cubicBezTo>
                <a:cubicBezTo>
                  <a:pt x="1572" y="2640"/>
                  <a:pt x="1680" y="2532"/>
                  <a:pt x="1680" y="2400"/>
                </a:cubicBezTo>
                <a:cubicBezTo>
                  <a:pt x="1680" y="240"/>
                  <a:pt x="1680" y="240"/>
                  <a:pt x="1680" y="240"/>
                </a:cubicBezTo>
                <a:cubicBezTo>
                  <a:pt x="1680" y="108"/>
                  <a:pt x="1572" y="1"/>
                  <a:pt x="1440" y="1"/>
                </a:cubicBezTo>
                <a:close/>
                <a:moveTo>
                  <a:pt x="1440" y="2160"/>
                </a:moveTo>
                <a:cubicBezTo>
                  <a:pt x="240" y="2160"/>
                  <a:pt x="240" y="2160"/>
                  <a:pt x="240" y="2160"/>
                </a:cubicBezTo>
                <a:cubicBezTo>
                  <a:pt x="240" y="480"/>
                  <a:pt x="240" y="480"/>
                  <a:pt x="240" y="480"/>
                </a:cubicBezTo>
                <a:cubicBezTo>
                  <a:pt x="1440" y="480"/>
                  <a:pt x="1440" y="480"/>
                  <a:pt x="1440" y="480"/>
                </a:cubicBezTo>
                <a:lnTo>
                  <a:pt x="1440" y="21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3221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m Identit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960 w 1920"/>
              <a:gd name="T1" fmla="*/ 228 h 1920"/>
              <a:gd name="T2" fmla="*/ 1212 w 1920"/>
              <a:gd name="T3" fmla="*/ 480 h 1920"/>
              <a:gd name="T4" fmla="*/ 960 w 1920"/>
              <a:gd name="T5" fmla="*/ 732 h 1920"/>
              <a:gd name="T6" fmla="*/ 708 w 1920"/>
              <a:gd name="T7" fmla="*/ 480 h 1920"/>
              <a:gd name="T8" fmla="*/ 960 w 1920"/>
              <a:gd name="T9" fmla="*/ 228 h 1920"/>
              <a:gd name="T10" fmla="*/ 960 w 1920"/>
              <a:gd name="T11" fmla="*/ 1308 h 1920"/>
              <a:gd name="T12" fmla="*/ 1692 w 1920"/>
              <a:gd name="T13" fmla="*/ 1560 h 1920"/>
              <a:gd name="T14" fmla="*/ 1692 w 1920"/>
              <a:gd name="T15" fmla="*/ 1692 h 1920"/>
              <a:gd name="T16" fmla="*/ 228 w 1920"/>
              <a:gd name="T17" fmla="*/ 1692 h 1920"/>
              <a:gd name="T18" fmla="*/ 228 w 1920"/>
              <a:gd name="T19" fmla="*/ 1560 h 1920"/>
              <a:gd name="T20" fmla="*/ 960 w 1920"/>
              <a:gd name="T21" fmla="*/ 1308 h 1920"/>
              <a:gd name="T22" fmla="*/ 960 w 1920"/>
              <a:gd name="T23" fmla="*/ 0 h 1920"/>
              <a:gd name="T24" fmla="*/ 480 w 1920"/>
              <a:gd name="T25" fmla="*/ 480 h 1920"/>
              <a:gd name="T26" fmla="*/ 960 w 1920"/>
              <a:gd name="T27" fmla="*/ 960 h 1920"/>
              <a:gd name="T28" fmla="*/ 1440 w 1920"/>
              <a:gd name="T29" fmla="*/ 480 h 1920"/>
              <a:gd name="T30" fmla="*/ 960 w 1920"/>
              <a:gd name="T31" fmla="*/ 0 h 1920"/>
              <a:gd name="T32" fmla="*/ 960 w 1920"/>
              <a:gd name="T33" fmla="*/ 1080 h 1920"/>
              <a:gd name="T34" fmla="*/ 0 w 1920"/>
              <a:gd name="T35" fmla="*/ 1560 h 1920"/>
              <a:gd name="T36" fmla="*/ 0 w 1920"/>
              <a:gd name="T37" fmla="*/ 1920 h 1920"/>
              <a:gd name="T38" fmla="*/ 1920 w 1920"/>
              <a:gd name="T39" fmla="*/ 1920 h 1920"/>
              <a:gd name="T40" fmla="*/ 1920 w 1920"/>
              <a:gd name="T41" fmla="*/ 1560 h 1920"/>
              <a:gd name="T42" fmla="*/ 960 w 1920"/>
              <a:gd name="T43" fmla="*/ 1080 h 1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920" h="1920">
                <a:moveTo>
                  <a:pt x="960" y="228"/>
                </a:moveTo>
                <a:cubicBezTo>
                  <a:pt x="1099" y="228"/>
                  <a:pt x="1212" y="341"/>
                  <a:pt x="1212" y="480"/>
                </a:cubicBezTo>
                <a:cubicBezTo>
                  <a:pt x="1212" y="619"/>
                  <a:pt x="1099" y="732"/>
                  <a:pt x="960" y="732"/>
                </a:cubicBezTo>
                <a:cubicBezTo>
                  <a:pt x="821" y="732"/>
                  <a:pt x="708" y="619"/>
                  <a:pt x="708" y="480"/>
                </a:cubicBezTo>
                <a:cubicBezTo>
                  <a:pt x="708" y="341"/>
                  <a:pt x="821" y="228"/>
                  <a:pt x="960" y="228"/>
                </a:cubicBezTo>
                <a:moveTo>
                  <a:pt x="960" y="1308"/>
                </a:moveTo>
                <a:cubicBezTo>
                  <a:pt x="1316" y="1308"/>
                  <a:pt x="1692" y="1483"/>
                  <a:pt x="1692" y="1560"/>
                </a:cubicBezTo>
                <a:cubicBezTo>
                  <a:pt x="1692" y="1692"/>
                  <a:pt x="1692" y="1692"/>
                  <a:pt x="1692" y="1692"/>
                </a:cubicBezTo>
                <a:cubicBezTo>
                  <a:pt x="228" y="1692"/>
                  <a:pt x="228" y="1692"/>
                  <a:pt x="228" y="1692"/>
                </a:cubicBezTo>
                <a:cubicBezTo>
                  <a:pt x="228" y="1560"/>
                  <a:pt x="228" y="1560"/>
                  <a:pt x="228" y="1560"/>
                </a:cubicBezTo>
                <a:cubicBezTo>
                  <a:pt x="228" y="1483"/>
                  <a:pt x="604" y="1308"/>
                  <a:pt x="960" y="1308"/>
                </a:cubicBezTo>
                <a:moveTo>
                  <a:pt x="960" y="0"/>
                </a:moveTo>
                <a:cubicBezTo>
                  <a:pt x="695" y="0"/>
                  <a:pt x="480" y="215"/>
                  <a:pt x="480" y="480"/>
                </a:cubicBezTo>
                <a:cubicBezTo>
                  <a:pt x="480" y="745"/>
                  <a:pt x="695" y="960"/>
                  <a:pt x="960" y="960"/>
                </a:cubicBezTo>
                <a:cubicBezTo>
                  <a:pt x="1225" y="960"/>
                  <a:pt x="1440" y="745"/>
                  <a:pt x="1440" y="480"/>
                </a:cubicBezTo>
                <a:cubicBezTo>
                  <a:pt x="1440" y="215"/>
                  <a:pt x="1225" y="0"/>
                  <a:pt x="960" y="0"/>
                </a:cubicBezTo>
                <a:close/>
                <a:moveTo>
                  <a:pt x="960" y="1080"/>
                </a:moveTo>
                <a:cubicBezTo>
                  <a:pt x="640" y="1080"/>
                  <a:pt x="0" y="1241"/>
                  <a:pt x="0" y="156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1920" y="1920"/>
                  <a:pt x="1920" y="1920"/>
                  <a:pt x="1920" y="1920"/>
                </a:cubicBezTo>
                <a:cubicBezTo>
                  <a:pt x="1920" y="1560"/>
                  <a:pt x="1920" y="1560"/>
                  <a:pt x="1920" y="1560"/>
                </a:cubicBezTo>
                <a:cubicBezTo>
                  <a:pt x="1920" y="1241"/>
                  <a:pt x="1280" y="1080"/>
                  <a:pt x="960" y="10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94793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m Media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61978"/>
          </a:xfrm>
          <a:custGeom>
            <a:avLst/>
            <a:gdLst>
              <a:gd name="T0" fmla="*/ 240 w 2880"/>
              <a:gd name="T1" fmla="*/ 480 h 2400"/>
              <a:gd name="T2" fmla="*/ 0 w 2880"/>
              <a:gd name="T3" fmla="*/ 480 h 2400"/>
              <a:gd name="T4" fmla="*/ 0 w 2880"/>
              <a:gd name="T5" fmla="*/ 1080 h 2400"/>
              <a:gd name="T6" fmla="*/ 1 w 2880"/>
              <a:gd name="T7" fmla="*/ 1080 h 2400"/>
              <a:gd name="T8" fmla="*/ 0 w 2880"/>
              <a:gd name="T9" fmla="*/ 2160 h 2400"/>
              <a:gd name="T10" fmla="*/ 240 w 2880"/>
              <a:gd name="T11" fmla="*/ 2400 h 2400"/>
              <a:gd name="T12" fmla="*/ 2400 w 2880"/>
              <a:gd name="T13" fmla="*/ 2400 h 2400"/>
              <a:gd name="T14" fmla="*/ 2400 w 2880"/>
              <a:gd name="T15" fmla="*/ 2160 h 2400"/>
              <a:gd name="T16" fmla="*/ 240 w 2880"/>
              <a:gd name="T17" fmla="*/ 2160 h 2400"/>
              <a:gd name="T18" fmla="*/ 240 w 2880"/>
              <a:gd name="T19" fmla="*/ 480 h 2400"/>
              <a:gd name="T20" fmla="*/ 2640 w 2880"/>
              <a:gd name="T21" fmla="*/ 240 h 2400"/>
              <a:gd name="T22" fmla="*/ 1680 w 2880"/>
              <a:gd name="T23" fmla="*/ 240 h 2400"/>
              <a:gd name="T24" fmla="*/ 1440 w 2880"/>
              <a:gd name="T25" fmla="*/ 0 h 2400"/>
              <a:gd name="T26" fmla="*/ 720 w 2880"/>
              <a:gd name="T27" fmla="*/ 0 h 2400"/>
              <a:gd name="T28" fmla="*/ 481 w 2880"/>
              <a:gd name="T29" fmla="*/ 240 h 2400"/>
              <a:gd name="T30" fmla="*/ 480 w 2880"/>
              <a:gd name="T31" fmla="*/ 1680 h 2400"/>
              <a:gd name="T32" fmla="*/ 720 w 2880"/>
              <a:gd name="T33" fmla="*/ 1920 h 2400"/>
              <a:gd name="T34" fmla="*/ 2640 w 2880"/>
              <a:gd name="T35" fmla="*/ 1920 h 2400"/>
              <a:gd name="T36" fmla="*/ 2880 w 2880"/>
              <a:gd name="T37" fmla="*/ 1680 h 2400"/>
              <a:gd name="T38" fmla="*/ 2880 w 2880"/>
              <a:gd name="T39" fmla="*/ 480 h 2400"/>
              <a:gd name="T40" fmla="*/ 2640 w 2880"/>
              <a:gd name="T41" fmla="*/ 240 h 2400"/>
              <a:gd name="T42" fmla="*/ 840 w 2880"/>
              <a:gd name="T43" fmla="*/ 1560 h 2400"/>
              <a:gd name="T44" fmla="*/ 1380 w 2880"/>
              <a:gd name="T45" fmla="*/ 840 h 2400"/>
              <a:gd name="T46" fmla="*/ 1800 w 2880"/>
              <a:gd name="T47" fmla="*/ 1381 h 2400"/>
              <a:gd name="T48" fmla="*/ 2100 w 2880"/>
              <a:gd name="T49" fmla="*/ 1020 h 2400"/>
              <a:gd name="T50" fmla="*/ 2520 w 2880"/>
              <a:gd name="T51" fmla="*/ 1560 h 2400"/>
              <a:gd name="T52" fmla="*/ 840 w 2880"/>
              <a:gd name="T53" fmla="*/ 156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880" h="2400">
                <a:moveTo>
                  <a:pt x="240" y="480"/>
                </a:moveTo>
                <a:cubicBezTo>
                  <a:pt x="0" y="480"/>
                  <a:pt x="0" y="480"/>
                  <a:pt x="0" y="480"/>
                </a:cubicBezTo>
                <a:cubicBezTo>
                  <a:pt x="0" y="1080"/>
                  <a:pt x="0" y="1080"/>
                  <a:pt x="0" y="1080"/>
                </a:cubicBezTo>
                <a:cubicBezTo>
                  <a:pt x="1" y="1080"/>
                  <a:pt x="1" y="1080"/>
                  <a:pt x="1" y="108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8" y="2400"/>
                  <a:pt x="240" y="2400"/>
                </a:cubicBezTo>
                <a:cubicBezTo>
                  <a:pt x="2400" y="2400"/>
                  <a:pt x="2400" y="2400"/>
                  <a:pt x="2400" y="2400"/>
                </a:cubicBezTo>
                <a:cubicBezTo>
                  <a:pt x="2400" y="2160"/>
                  <a:pt x="2400" y="2160"/>
                  <a:pt x="2400" y="2160"/>
                </a:cubicBezTo>
                <a:cubicBezTo>
                  <a:pt x="240" y="2160"/>
                  <a:pt x="240" y="2160"/>
                  <a:pt x="240" y="2160"/>
                </a:cubicBezTo>
                <a:lnTo>
                  <a:pt x="240" y="480"/>
                </a:lnTo>
                <a:close/>
                <a:moveTo>
                  <a:pt x="2640" y="240"/>
                </a:moveTo>
                <a:cubicBezTo>
                  <a:pt x="1680" y="240"/>
                  <a:pt x="1680" y="240"/>
                  <a:pt x="1680" y="240"/>
                </a:cubicBezTo>
                <a:cubicBezTo>
                  <a:pt x="1440" y="0"/>
                  <a:pt x="1440" y="0"/>
                  <a:pt x="1440" y="0"/>
                </a:cubicBezTo>
                <a:cubicBezTo>
                  <a:pt x="720" y="0"/>
                  <a:pt x="720" y="0"/>
                  <a:pt x="720" y="0"/>
                </a:cubicBezTo>
                <a:cubicBezTo>
                  <a:pt x="588" y="0"/>
                  <a:pt x="481" y="108"/>
                  <a:pt x="481" y="240"/>
                </a:cubicBezTo>
                <a:cubicBezTo>
                  <a:pt x="480" y="1680"/>
                  <a:pt x="480" y="1680"/>
                  <a:pt x="480" y="1680"/>
                </a:cubicBezTo>
                <a:cubicBezTo>
                  <a:pt x="480" y="1812"/>
                  <a:pt x="588" y="1920"/>
                  <a:pt x="720" y="1920"/>
                </a:cubicBezTo>
                <a:cubicBezTo>
                  <a:pt x="2640" y="1920"/>
                  <a:pt x="2640" y="1920"/>
                  <a:pt x="2640" y="1920"/>
                </a:cubicBezTo>
                <a:cubicBezTo>
                  <a:pt x="2772" y="1920"/>
                  <a:pt x="2880" y="1812"/>
                  <a:pt x="2880" y="1680"/>
                </a:cubicBezTo>
                <a:cubicBezTo>
                  <a:pt x="2880" y="480"/>
                  <a:pt x="2880" y="480"/>
                  <a:pt x="2880" y="480"/>
                </a:cubicBezTo>
                <a:cubicBezTo>
                  <a:pt x="2880" y="348"/>
                  <a:pt x="2772" y="240"/>
                  <a:pt x="2640" y="240"/>
                </a:cubicBezTo>
                <a:close/>
                <a:moveTo>
                  <a:pt x="840" y="1560"/>
                </a:moveTo>
                <a:cubicBezTo>
                  <a:pt x="1380" y="840"/>
                  <a:pt x="1380" y="840"/>
                  <a:pt x="1380" y="840"/>
                </a:cubicBezTo>
                <a:cubicBezTo>
                  <a:pt x="1800" y="1381"/>
                  <a:pt x="1800" y="1381"/>
                  <a:pt x="1800" y="1381"/>
                </a:cubicBezTo>
                <a:cubicBezTo>
                  <a:pt x="2100" y="1020"/>
                  <a:pt x="2100" y="1020"/>
                  <a:pt x="2100" y="1020"/>
                </a:cubicBezTo>
                <a:cubicBezTo>
                  <a:pt x="2520" y="1560"/>
                  <a:pt x="2520" y="1560"/>
                  <a:pt x="2520" y="1560"/>
                </a:cubicBezTo>
                <a:lnTo>
                  <a:pt x="840" y="15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923861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m Phone Messag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040 w 2160"/>
              <a:gd name="T1" fmla="*/ 1500 h 2160"/>
              <a:gd name="T2" fmla="*/ 1612 w 2160"/>
              <a:gd name="T3" fmla="*/ 1432 h 2160"/>
              <a:gd name="T4" fmla="*/ 1489 w 2160"/>
              <a:gd name="T5" fmla="*/ 1460 h 2160"/>
              <a:gd name="T6" fmla="*/ 1225 w 2160"/>
              <a:gd name="T7" fmla="*/ 1724 h 2160"/>
              <a:gd name="T8" fmla="*/ 434 w 2160"/>
              <a:gd name="T9" fmla="*/ 935 h 2160"/>
              <a:gd name="T10" fmla="*/ 698 w 2160"/>
              <a:gd name="T11" fmla="*/ 670 h 2160"/>
              <a:gd name="T12" fmla="*/ 728 w 2160"/>
              <a:gd name="T13" fmla="*/ 548 h 2160"/>
              <a:gd name="T14" fmla="*/ 660 w 2160"/>
              <a:gd name="T15" fmla="*/ 120 h 2160"/>
              <a:gd name="T16" fmla="*/ 540 w 2160"/>
              <a:gd name="T17" fmla="*/ 0 h 2160"/>
              <a:gd name="T18" fmla="*/ 120 w 2160"/>
              <a:gd name="T19" fmla="*/ 0 h 2160"/>
              <a:gd name="T20" fmla="*/ 0 w 2160"/>
              <a:gd name="T21" fmla="*/ 120 h 2160"/>
              <a:gd name="T22" fmla="*/ 2040 w 2160"/>
              <a:gd name="T23" fmla="*/ 2160 h 2160"/>
              <a:gd name="T24" fmla="*/ 2160 w 2160"/>
              <a:gd name="T25" fmla="*/ 2040 h 2160"/>
              <a:gd name="T26" fmla="*/ 2160 w 2160"/>
              <a:gd name="T27" fmla="*/ 1620 h 2160"/>
              <a:gd name="T28" fmla="*/ 2040 w 2160"/>
              <a:gd name="T29" fmla="*/ 1500 h 2160"/>
              <a:gd name="T30" fmla="*/ 1080 w 2160"/>
              <a:gd name="T31" fmla="*/ 0 h 2160"/>
              <a:gd name="T32" fmla="*/ 1080 w 2160"/>
              <a:gd name="T33" fmla="*/ 1200 h 2160"/>
              <a:gd name="T34" fmla="*/ 1440 w 2160"/>
              <a:gd name="T35" fmla="*/ 840 h 2160"/>
              <a:gd name="T36" fmla="*/ 2160 w 2160"/>
              <a:gd name="T37" fmla="*/ 840 h 2160"/>
              <a:gd name="T38" fmla="*/ 2160 w 2160"/>
              <a:gd name="T39" fmla="*/ 0 h 2160"/>
              <a:gd name="T40" fmla="*/ 1080 w 2160"/>
              <a:gd name="T41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0" h="2160">
                <a:moveTo>
                  <a:pt x="2040" y="1500"/>
                </a:moveTo>
                <a:cubicBezTo>
                  <a:pt x="1890" y="1500"/>
                  <a:pt x="1746" y="1476"/>
                  <a:pt x="1612" y="1432"/>
                </a:cubicBezTo>
                <a:cubicBezTo>
                  <a:pt x="1570" y="1418"/>
                  <a:pt x="1523" y="1428"/>
                  <a:pt x="1489" y="1460"/>
                </a:cubicBezTo>
                <a:cubicBezTo>
                  <a:pt x="1225" y="1724"/>
                  <a:pt x="1225" y="1724"/>
                  <a:pt x="1225" y="1724"/>
                </a:cubicBezTo>
                <a:cubicBezTo>
                  <a:pt x="886" y="1552"/>
                  <a:pt x="607" y="1274"/>
                  <a:pt x="434" y="935"/>
                </a:cubicBezTo>
                <a:cubicBezTo>
                  <a:pt x="698" y="670"/>
                  <a:pt x="698" y="670"/>
                  <a:pt x="698" y="670"/>
                </a:cubicBezTo>
                <a:cubicBezTo>
                  <a:pt x="732" y="637"/>
                  <a:pt x="742" y="590"/>
                  <a:pt x="728" y="548"/>
                </a:cubicBezTo>
                <a:cubicBezTo>
                  <a:pt x="684" y="414"/>
                  <a:pt x="660" y="270"/>
                  <a:pt x="660" y="120"/>
                </a:cubicBezTo>
                <a:cubicBezTo>
                  <a:pt x="660" y="54"/>
                  <a:pt x="606" y="0"/>
                  <a:pt x="540" y="0"/>
                </a:cubicBezTo>
                <a:cubicBezTo>
                  <a:pt x="120" y="0"/>
                  <a:pt x="120" y="0"/>
                  <a:pt x="120" y="0"/>
                </a:cubicBezTo>
                <a:cubicBezTo>
                  <a:pt x="54" y="0"/>
                  <a:pt x="0" y="54"/>
                  <a:pt x="0" y="120"/>
                </a:cubicBezTo>
                <a:cubicBezTo>
                  <a:pt x="0" y="1247"/>
                  <a:pt x="913" y="2160"/>
                  <a:pt x="2040" y="2160"/>
                </a:cubicBezTo>
                <a:cubicBezTo>
                  <a:pt x="2106" y="2160"/>
                  <a:pt x="2160" y="2106"/>
                  <a:pt x="2160" y="2040"/>
                </a:cubicBezTo>
                <a:cubicBezTo>
                  <a:pt x="2160" y="1620"/>
                  <a:pt x="2160" y="1620"/>
                  <a:pt x="2160" y="1620"/>
                </a:cubicBezTo>
                <a:cubicBezTo>
                  <a:pt x="2160" y="1554"/>
                  <a:pt x="2106" y="1500"/>
                  <a:pt x="2040" y="1500"/>
                </a:cubicBezTo>
                <a:close/>
                <a:moveTo>
                  <a:pt x="1080" y="0"/>
                </a:moveTo>
                <a:cubicBezTo>
                  <a:pt x="1080" y="1200"/>
                  <a:pt x="1080" y="1200"/>
                  <a:pt x="1080" y="1200"/>
                </a:cubicBezTo>
                <a:cubicBezTo>
                  <a:pt x="1440" y="840"/>
                  <a:pt x="1440" y="840"/>
                  <a:pt x="1440" y="840"/>
                </a:cubicBezTo>
                <a:cubicBezTo>
                  <a:pt x="2160" y="840"/>
                  <a:pt x="2160" y="840"/>
                  <a:pt x="2160" y="840"/>
                </a:cubicBezTo>
                <a:cubicBezTo>
                  <a:pt x="2160" y="0"/>
                  <a:pt x="2160" y="0"/>
                  <a:pt x="2160" y="0"/>
                </a:cubicBezTo>
                <a:lnTo>
                  <a:pt x="108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3467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m Scan Wifi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23939"/>
          </a:xfrm>
          <a:custGeom>
            <a:avLst/>
            <a:gdLst>
              <a:gd name="T0" fmla="*/ 1440 w 2880"/>
              <a:gd name="T1" fmla="*/ 0 h 2280"/>
              <a:gd name="T2" fmla="*/ 0 w 2880"/>
              <a:gd name="T3" fmla="*/ 508 h 2280"/>
              <a:gd name="T4" fmla="*/ 1440 w 2880"/>
              <a:gd name="T5" fmla="*/ 2280 h 2280"/>
              <a:gd name="T6" fmla="*/ 2880 w 2880"/>
              <a:gd name="T7" fmla="*/ 510 h 2280"/>
              <a:gd name="T8" fmla="*/ 1440 w 2880"/>
              <a:gd name="T9" fmla="*/ 0 h 2280"/>
              <a:gd name="T10" fmla="*/ 1560 w 2880"/>
              <a:gd name="T11" fmla="*/ 1560 h 2280"/>
              <a:gd name="T12" fmla="*/ 1320 w 2880"/>
              <a:gd name="T13" fmla="*/ 1560 h 2280"/>
              <a:gd name="T14" fmla="*/ 1320 w 2880"/>
              <a:gd name="T15" fmla="*/ 840 h 2280"/>
              <a:gd name="T16" fmla="*/ 1560 w 2880"/>
              <a:gd name="T17" fmla="*/ 840 h 2280"/>
              <a:gd name="T18" fmla="*/ 1560 w 2880"/>
              <a:gd name="T19" fmla="*/ 1560 h 2280"/>
              <a:gd name="T20" fmla="*/ 1320 w 2880"/>
              <a:gd name="T21" fmla="*/ 600 h 2280"/>
              <a:gd name="T22" fmla="*/ 1320 w 2880"/>
              <a:gd name="T23" fmla="*/ 360 h 2280"/>
              <a:gd name="T24" fmla="*/ 1560 w 2880"/>
              <a:gd name="T25" fmla="*/ 360 h 2280"/>
              <a:gd name="T26" fmla="*/ 1560 w 2880"/>
              <a:gd name="T27" fmla="*/ 600 h 2280"/>
              <a:gd name="T28" fmla="*/ 1320 w 2880"/>
              <a:gd name="T29" fmla="*/ 600 h 2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880" h="2280">
                <a:moveTo>
                  <a:pt x="1440" y="0"/>
                </a:moveTo>
                <a:cubicBezTo>
                  <a:pt x="834" y="0"/>
                  <a:pt x="378" y="222"/>
                  <a:pt x="0" y="508"/>
                </a:cubicBezTo>
                <a:cubicBezTo>
                  <a:pt x="1440" y="2280"/>
                  <a:pt x="1440" y="2280"/>
                  <a:pt x="1440" y="2280"/>
                </a:cubicBezTo>
                <a:cubicBezTo>
                  <a:pt x="2880" y="510"/>
                  <a:pt x="2880" y="510"/>
                  <a:pt x="2880" y="510"/>
                </a:cubicBezTo>
                <a:cubicBezTo>
                  <a:pt x="2502" y="224"/>
                  <a:pt x="2046" y="0"/>
                  <a:pt x="1440" y="0"/>
                </a:cubicBezTo>
                <a:close/>
                <a:moveTo>
                  <a:pt x="1560" y="1560"/>
                </a:moveTo>
                <a:cubicBezTo>
                  <a:pt x="1320" y="1560"/>
                  <a:pt x="1320" y="1560"/>
                  <a:pt x="1320" y="1560"/>
                </a:cubicBezTo>
                <a:cubicBezTo>
                  <a:pt x="1320" y="840"/>
                  <a:pt x="1320" y="840"/>
                  <a:pt x="1320" y="840"/>
                </a:cubicBezTo>
                <a:cubicBezTo>
                  <a:pt x="1560" y="840"/>
                  <a:pt x="1560" y="840"/>
                  <a:pt x="1560" y="840"/>
                </a:cubicBezTo>
                <a:lnTo>
                  <a:pt x="1560" y="1560"/>
                </a:lnTo>
                <a:close/>
                <a:moveTo>
                  <a:pt x="1320" y="600"/>
                </a:moveTo>
                <a:cubicBezTo>
                  <a:pt x="1320" y="360"/>
                  <a:pt x="1320" y="360"/>
                  <a:pt x="1320" y="360"/>
                </a:cubicBezTo>
                <a:cubicBezTo>
                  <a:pt x="1560" y="360"/>
                  <a:pt x="1560" y="360"/>
                  <a:pt x="1560" y="360"/>
                </a:cubicBezTo>
                <a:cubicBezTo>
                  <a:pt x="1560" y="600"/>
                  <a:pt x="1560" y="600"/>
                  <a:pt x="1560" y="600"/>
                </a:cubicBezTo>
                <a:lnTo>
                  <a:pt x="1320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2809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et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74721"/>
          </a:xfrm>
          <a:custGeom>
            <a:avLst/>
            <a:gdLst>
              <a:gd name="T0" fmla="*/ 300 w 2400"/>
              <a:gd name="T1" fmla="*/ 480 h 2296"/>
              <a:gd name="T2" fmla="*/ 600 w 2400"/>
              <a:gd name="T3" fmla="*/ 780 h 2296"/>
              <a:gd name="T4" fmla="*/ 300 w 2400"/>
              <a:gd name="T5" fmla="*/ 1080 h 2296"/>
              <a:gd name="T6" fmla="*/ 0 w 2400"/>
              <a:gd name="T7" fmla="*/ 780 h 2296"/>
              <a:gd name="T8" fmla="*/ 300 w 2400"/>
              <a:gd name="T9" fmla="*/ 480 h 2296"/>
              <a:gd name="T10" fmla="*/ 840 w 2400"/>
              <a:gd name="T11" fmla="*/ 0 h 2296"/>
              <a:gd name="T12" fmla="*/ 1140 w 2400"/>
              <a:gd name="T13" fmla="*/ 300 h 2296"/>
              <a:gd name="T14" fmla="*/ 840 w 2400"/>
              <a:gd name="T15" fmla="*/ 600 h 2296"/>
              <a:gd name="T16" fmla="*/ 540 w 2400"/>
              <a:gd name="T17" fmla="*/ 300 h 2296"/>
              <a:gd name="T18" fmla="*/ 840 w 2400"/>
              <a:gd name="T19" fmla="*/ 0 h 2296"/>
              <a:gd name="T20" fmla="*/ 1560 w 2400"/>
              <a:gd name="T21" fmla="*/ 0 h 2296"/>
              <a:gd name="T22" fmla="*/ 1860 w 2400"/>
              <a:gd name="T23" fmla="*/ 300 h 2296"/>
              <a:gd name="T24" fmla="*/ 1560 w 2400"/>
              <a:gd name="T25" fmla="*/ 600 h 2296"/>
              <a:gd name="T26" fmla="*/ 1260 w 2400"/>
              <a:gd name="T27" fmla="*/ 300 h 2296"/>
              <a:gd name="T28" fmla="*/ 1560 w 2400"/>
              <a:gd name="T29" fmla="*/ 0 h 2296"/>
              <a:gd name="T30" fmla="*/ 2100 w 2400"/>
              <a:gd name="T31" fmla="*/ 480 h 2296"/>
              <a:gd name="T32" fmla="*/ 2400 w 2400"/>
              <a:gd name="T33" fmla="*/ 780 h 2296"/>
              <a:gd name="T34" fmla="*/ 2100 w 2400"/>
              <a:gd name="T35" fmla="*/ 1080 h 2296"/>
              <a:gd name="T36" fmla="*/ 1800 w 2400"/>
              <a:gd name="T37" fmla="*/ 780 h 2296"/>
              <a:gd name="T38" fmla="*/ 2100 w 2400"/>
              <a:gd name="T39" fmla="*/ 480 h 2296"/>
              <a:gd name="T40" fmla="*/ 1841 w 2400"/>
              <a:gd name="T41" fmla="*/ 1423 h 2296"/>
              <a:gd name="T42" fmla="*/ 1543 w 2400"/>
              <a:gd name="T43" fmla="*/ 1074 h 2296"/>
              <a:gd name="T44" fmla="*/ 1333 w 2400"/>
              <a:gd name="T45" fmla="*/ 916 h 2296"/>
              <a:gd name="T46" fmla="*/ 1294 w 2400"/>
              <a:gd name="T47" fmla="*/ 905 h 2296"/>
              <a:gd name="T48" fmla="*/ 1200 w 2400"/>
              <a:gd name="T49" fmla="*/ 900 h 2296"/>
              <a:gd name="T50" fmla="*/ 1105 w 2400"/>
              <a:gd name="T51" fmla="*/ 906 h 2296"/>
              <a:gd name="T52" fmla="*/ 1066 w 2400"/>
              <a:gd name="T53" fmla="*/ 917 h 2296"/>
              <a:gd name="T54" fmla="*/ 856 w 2400"/>
              <a:gd name="T55" fmla="*/ 1075 h 2296"/>
              <a:gd name="T56" fmla="*/ 558 w 2400"/>
              <a:gd name="T57" fmla="*/ 1424 h 2296"/>
              <a:gd name="T58" fmla="*/ 244 w 2400"/>
              <a:gd name="T59" fmla="*/ 1999 h 2296"/>
              <a:gd name="T60" fmla="*/ 523 w 2400"/>
              <a:gd name="T61" fmla="*/ 2278 h 2296"/>
              <a:gd name="T62" fmla="*/ 1188 w 2400"/>
              <a:gd name="T63" fmla="*/ 2225 h 2296"/>
              <a:gd name="T64" fmla="*/ 1210 w 2400"/>
              <a:gd name="T65" fmla="*/ 2225 h 2296"/>
              <a:gd name="T66" fmla="*/ 1874 w 2400"/>
              <a:gd name="T67" fmla="*/ 2278 h 2296"/>
              <a:gd name="T68" fmla="*/ 2154 w 2400"/>
              <a:gd name="T69" fmla="*/ 1999 h 2296"/>
              <a:gd name="T70" fmla="*/ 1841 w 2400"/>
              <a:gd name="T71" fmla="*/ 1423 h 2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400" h="2296">
                <a:moveTo>
                  <a:pt x="300" y="480"/>
                </a:moveTo>
                <a:cubicBezTo>
                  <a:pt x="466" y="480"/>
                  <a:pt x="600" y="614"/>
                  <a:pt x="600" y="780"/>
                </a:cubicBezTo>
                <a:cubicBezTo>
                  <a:pt x="600" y="946"/>
                  <a:pt x="466" y="1080"/>
                  <a:pt x="300" y="1080"/>
                </a:cubicBezTo>
                <a:cubicBezTo>
                  <a:pt x="134" y="1080"/>
                  <a:pt x="0" y="946"/>
                  <a:pt x="0" y="780"/>
                </a:cubicBezTo>
                <a:cubicBezTo>
                  <a:pt x="0" y="614"/>
                  <a:pt x="134" y="480"/>
                  <a:pt x="300" y="480"/>
                </a:cubicBezTo>
                <a:close/>
                <a:moveTo>
                  <a:pt x="840" y="0"/>
                </a:moveTo>
                <a:cubicBezTo>
                  <a:pt x="1006" y="0"/>
                  <a:pt x="1140" y="134"/>
                  <a:pt x="1140" y="300"/>
                </a:cubicBezTo>
                <a:cubicBezTo>
                  <a:pt x="1140" y="466"/>
                  <a:pt x="1006" y="600"/>
                  <a:pt x="840" y="600"/>
                </a:cubicBezTo>
                <a:cubicBezTo>
                  <a:pt x="674" y="600"/>
                  <a:pt x="540" y="466"/>
                  <a:pt x="540" y="300"/>
                </a:cubicBezTo>
                <a:cubicBezTo>
                  <a:pt x="540" y="134"/>
                  <a:pt x="674" y="0"/>
                  <a:pt x="840" y="0"/>
                </a:cubicBezTo>
                <a:close/>
                <a:moveTo>
                  <a:pt x="1560" y="0"/>
                </a:moveTo>
                <a:cubicBezTo>
                  <a:pt x="1726" y="0"/>
                  <a:pt x="1860" y="134"/>
                  <a:pt x="1860" y="300"/>
                </a:cubicBezTo>
                <a:cubicBezTo>
                  <a:pt x="1860" y="466"/>
                  <a:pt x="1726" y="600"/>
                  <a:pt x="1560" y="600"/>
                </a:cubicBezTo>
                <a:cubicBezTo>
                  <a:pt x="1394" y="600"/>
                  <a:pt x="1260" y="466"/>
                  <a:pt x="1260" y="300"/>
                </a:cubicBezTo>
                <a:cubicBezTo>
                  <a:pt x="1260" y="134"/>
                  <a:pt x="1394" y="0"/>
                  <a:pt x="1560" y="0"/>
                </a:cubicBezTo>
                <a:close/>
                <a:moveTo>
                  <a:pt x="2100" y="480"/>
                </a:moveTo>
                <a:cubicBezTo>
                  <a:pt x="2266" y="480"/>
                  <a:pt x="2400" y="614"/>
                  <a:pt x="2400" y="780"/>
                </a:cubicBezTo>
                <a:cubicBezTo>
                  <a:pt x="2400" y="946"/>
                  <a:pt x="2266" y="1080"/>
                  <a:pt x="2100" y="1080"/>
                </a:cubicBezTo>
                <a:cubicBezTo>
                  <a:pt x="1934" y="1080"/>
                  <a:pt x="1800" y="946"/>
                  <a:pt x="1800" y="780"/>
                </a:cubicBezTo>
                <a:cubicBezTo>
                  <a:pt x="1800" y="614"/>
                  <a:pt x="1934" y="480"/>
                  <a:pt x="2100" y="480"/>
                </a:cubicBezTo>
                <a:close/>
                <a:moveTo>
                  <a:pt x="1841" y="1423"/>
                </a:moveTo>
                <a:cubicBezTo>
                  <a:pt x="1736" y="1301"/>
                  <a:pt x="1649" y="1196"/>
                  <a:pt x="1543" y="1074"/>
                </a:cubicBezTo>
                <a:cubicBezTo>
                  <a:pt x="1488" y="1009"/>
                  <a:pt x="1417" y="944"/>
                  <a:pt x="1333" y="916"/>
                </a:cubicBezTo>
                <a:cubicBezTo>
                  <a:pt x="1320" y="911"/>
                  <a:pt x="1307" y="907"/>
                  <a:pt x="1294" y="905"/>
                </a:cubicBezTo>
                <a:cubicBezTo>
                  <a:pt x="1264" y="900"/>
                  <a:pt x="1231" y="900"/>
                  <a:pt x="1200" y="900"/>
                </a:cubicBezTo>
                <a:cubicBezTo>
                  <a:pt x="1169" y="900"/>
                  <a:pt x="1136" y="900"/>
                  <a:pt x="1105" y="906"/>
                </a:cubicBezTo>
                <a:cubicBezTo>
                  <a:pt x="1092" y="908"/>
                  <a:pt x="1079" y="912"/>
                  <a:pt x="1066" y="917"/>
                </a:cubicBezTo>
                <a:cubicBezTo>
                  <a:pt x="982" y="946"/>
                  <a:pt x="912" y="1010"/>
                  <a:pt x="856" y="1075"/>
                </a:cubicBezTo>
                <a:cubicBezTo>
                  <a:pt x="751" y="1198"/>
                  <a:pt x="664" y="1302"/>
                  <a:pt x="558" y="1424"/>
                </a:cubicBezTo>
                <a:cubicBezTo>
                  <a:pt x="401" y="1582"/>
                  <a:pt x="208" y="1756"/>
                  <a:pt x="244" y="1999"/>
                </a:cubicBezTo>
                <a:cubicBezTo>
                  <a:pt x="278" y="2122"/>
                  <a:pt x="366" y="2243"/>
                  <a:pt x="523" y="2278"/>
                </a:cubicBezTo>
                <a:cubicBezTo>
                  <a:pt x="611" y="2296"/>
                  <a:pt x="890" y="2225"/>
                  <a:pt x="1188" y="2225"/>
                </a:cubicBezTo>
                <a:cubicBezTo>
                  <a:pt x="1210" y="2225"/>
                  <a:pt x="1210" y="2225"/>
                  <a:pt x="1210" y="2225"/>
                </a:cubicBezTo>
                <a:cubicBezTo>
                  <a:pt x="1507" y="2225"/>
                  <a:pt x="1787" y="2294"/>
                  <a:pt x="1874" y="2278"/>
                </a:cubicBezTo>
                <a:cubicBezTo>
                  <a:pt x="2032" y="2243"/>
                  <a:pt x="2119" y="2120"/>
                  <a:pt x="2154" y="1999"/>
                </a:cubicBezTo>
                <a:cubicBezTo>
                  <a:pt x="2191" y="1754"/>
                  <a:pt x="1998" y="1580"/>
                  <a:pt x="1841" y="142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6188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In Pictu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7532"/>
          </a:xfrm>
          <a:custGeom>
            <a:avLst/>
            <a:gdLst>
              <a:gd name="T0" fmla="*/ 2160 w 2640"/>
              <a:gd name="T1" fmla="*/ 480 h 2158"/>
              <a:gd name="T2" fmla="*/ 1200 w 2640"/>
              <a:gd name="T3" fmla="*/ 480 h 2158"/>
              <a:gd name="T4" fmla="*/ 1200 w 2640"/>
              <a:gd name="T5" fmla="*/ 1200 h 2158"/>
              <a:gd name="T6" fmla="*/ 2160 w 2640"/>
              <a:gd name="T7" fmla="*/ 1200 h 2158"/>
              <a:gd name="T8" fmla="*/ 2160 w 2640"/>
              <a:gd name="T9" fmla="*/ 480 h 2158"/>
              <a:gd name="T10" fmla="*/ 2400 w 2640"/>
              <a:gd name="T11" fmla="*/ 0 h 2158"/>
              <a:gd name="T12" fmla="*/ 240 w 2640"/>
              <a:gd name="T13" fmla="*/ 0 h 2158"/>
              <a:gd name="T14" fmla="*/ 0 w 2640"/>
              <a:gd name="T15" fmla="*/ 240 h 2158"/>
              <a:gd name="T16" fmla="*/ 0 w 2640"/>
              <a:gd name="T17" fmla="*/ 1920 h 2158"/>
              <a:gd name="T18" fmla="*/ 240 w 2640"/>
              <a:gd name="T19" fmla="*/ 2158 h 2158"/>
              <a:gd name="T20" fmla="*/ 2400 w 2640"/>
              <a:gd name="T21" fmla="*/ 2158 h 2158"/>
              <a:gd name="T22" fmla="*/ 2640 w 2640"/>
              <a:gd name="T23" fmla="*/ 1920 h 2158"/>
              <a:gd name="T24" fmla="*/ 2640 w 2640"/>
              <a:gd name="T25" fmla="*/ 240 h 2158"/>
              <a:gd name="T26" fmla="*/ 2400 w 2640"/>
              <a:gd name="T27" fmla="*/ 0 h 2158"/>
              <a:gd name="T28" fmla="*/ 2400 w 2640"/>
              <a:gd name="T29" fmla="*/ 1921 h 2158"/>
              <a:gd name="T30" fmla="*/ 240 w 2640"/>
              <a:gd name="T31" fmla="*/ 1921 h 2158"/>
              <a:gd name="T32" fmla="*/ 240 w 2640"/>
              <a:gd name="T33" fmla="*/ 238 h 2158"/>
              <a:gd name="T34" fmla="*/ 2400 w 2640"/>
              <a:gd name="T35" fmla="*/ 238 h 2158"/>
              <a:gd name="T36" fmla="*/ 2400 w 2640"/>
              <a:gd name="T37" fmla="*/ 1921 h 2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640" h="2158">
                <a:moveTo>
                  <a:pt x="2160" y="480"/>
                </a:moveTo>
                <a:cubicBezTo>
                  <a:pt x="1200" y="480"/>
                  <a:pt x="1200" y="480"/>
                  <a:pt x="1200" y="480"/>
                </a:cubicBezTo>
                <a:cubicBezTo>
                  <a:pt x="1200" y="1200"/>
                  <a:pt x="1200" y="1200"/>
                  <a:pt x="1200" y="1200"/>
                </a:cubicBezTo>
                <a:cubicBezTo>
                  <a:pt x="2160" y="1200"/>
                  <a:pt x="2160" y="1200"/>
                  <a:pt x="2160" y="1200"/>
                </a:cubicBezTo>
                <a:lnTo>
                  <a:pt x="2160" y="480"/>
                </a:lnTo>
                <a:close/>
                <a:moveTo>
                  <a:pt x="240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8" y="2158"/>
                  <a:pt x="240" y="2158"/>
                </a:cubicBezTo>
                <a:cubicBezTo>
                  <a:pt x="2400" y="2158"/>
                  <a:pt x="2400" y="2158"/>
                  <a:pt x="2400" y="2158"/>
                </a:cubicBezTo>
                <a:cubicBezTo>
                  <a:pt x="2532" y="2158"/>
                  <a:pt x="2640" y="2052"/>
                  <a:pt x="2640" y="1920"/>
                </a:cubicBezTo>
                <a:cubicBezTo>
                  <a:pt x="2640" y="240"/>
                  <a:pt x="2640" y="240"/>
                  <a:pt x="2640" y="240"/>
                </a:cubicBezTo>
                <a:cubicBezTo>
                  <a:pt x="2640" y="108"/>
                  <a:pt x="2532" y="0"/>
                  <a:pt x="2400" y="0"/>
                </a:cubicBezTo>
                <a:close/>
                <a:moveTo>
                  <a:pt x="2400" y="1921"/>
                </a:moveTo>
                <a:cubicBezTo>
                  <a:pt x="240" y="1921"/>
                  <a:pt x="240" y="1921"/>
                  <a:pt x="240" y="1921"/>
                </a:cubicBezTo>
                <a:cubicBezTo>
                  <a:pt x="240" y="238"/>
                  <a:pt x="240" y="238"/>
                  <a:pt x="240" y="238"/>
                </a:cubicBezTo>
                <a:cubicBezTo>
                  <a:pt x="2400" y="238"/>
                  <a:pt x="2400" y="238"/>
                  <a:pt x="2400" y="238"/>
                </a:cubicBezTo>
                <a:lnTo>
                  <a:pt x="2400" y="19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9578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In Picture Al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119"/>
          </a:xfrm>
          <a:custGeom>
            <a:avLst/>
            <a:gdLst>
              <a:gd name="T0" fmla="*/ 2160 w 2640"/>
              <a:gd name="T1" fmla="*/ 960 h 2160"/>
              <a:gd name="T2" fmla="*/ 1200 w 2640"/>
              <a:gd name="T3" fmla="*/ 960 h 2160"/>
              <a:gd name="T4" fmla="*/ 1200 w 2640"/>
              <a:gd name="T5" fmla="*/ 1680 h 2160"/>
              <a:gd name="T6" fmla="*/ 2160 w 2640"/>
              <a:gd name="T7" fmla="*/ 1680 h 2160"/>
              <a:gd name="T8" fmla="*/ 2160 w 2640"/>
              <a:gd name="T9" fmla="*/ 960 h 2160"/>
              <a:gd name="T10" fmla="*/ 2640 w 2640"/>
              <a:gd name="T11" fmla="*/ 1920 h 2160"/>
              <a:gd name="T12" fmla="*/ 2640 w 2640"/>
              <a:gd name="T13" fmla="*/ 238 h 2160"/>
              <a:gd name="T14" fmla="*/ 2400 w 2640"/>
              <a:gd name="T15" fmla="*/ 0 h 2160"/>
              <a:gd name="T16" fmla="*/ 240 w 2640"/>
              <a:gd name="T17" fmla="*/ 0 h 2160"/>
              <a:gd name="T18" fmla="*/ 0 w 2640"/>
              <a:gd name="T19" fmla="*/ 238 h 2160"/>
              <a:gd name="T20" fmla="*/ 0 w 2640"/>
              <a:gd name="T21" fmla="*/ 1920 h 2160"/>
              <a:gd name="T22" fmla="*/ 240 w 2640"/>
              <a:gd name="T23" fmla="*/ 2160 h 2160"/>
              <a:gd name="T24" fmla="*/ 2400 w 2640"/>
              <a:gd name="T25" fmla="*/ 2160 h 2160"/>
              <a:gd name="T26" fmla="*/ 2640 w 2640"/>
              <a:gd name="T27" fmla="*/ 1920 h 2160"/>
              <a:gd name="T28" fmla="*/ 2400 w 2640"/>
              <a:gd name="T29" fmla="*/ 1922 h 2160"/>
              <a:gd name="T30" fmla="*/ 240 w 2640"/>
              <a:gd name="T31" fmla="*/ 1922 h 2160"/>
              <a:gd name="T32" fmla="*/ 240 w 2640"/>
              <a:gd name="T33" fmla="*/ 236 h 2160"/>
              <a:gd name="T34" fmla="*/ 2400 w 2640"/>
              <a:gd name="T35" fmla="*/ 236 h 2160"/>
              <a:gd name="T36" fmla="*/ 2400 w 2640"/>
              <a:gd name="T37" fmla="*/ 1922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640" h="2160">
                <a:moveTo>
                  <a:pt x="2160" y="960"/>
                </a:moveTo>
                <a:cubicBezTo>
                  <a:pt x="1200" y="960"/>
                  <a:pt x="1200" y="960"/>
                  <a:pt x="1200" y="960"/>
                </a:cubicBezTo>
                <a:cubicBezTo>
                  <a:pt x="1200" y="1680"/>
                  <a:pt x="1200" y="1680"/>
                  <a:pt x="1200" y="1680"/>
                </a:cubicBezTo>
                <a:cubicBezTo>
                  <a:pt x="2160" y="1680"/>
                  <a:pt x="2160" y="1680"/>
                  <a:pt x="2160" y="1680"/>
                </a:cubicBezTo>
                <a:lnTo>
                  <a:pt x="2160" y="960"/>
                </a:lnTo>
                <a:close/>
                <a:moveTo>
                  <a:pt x="2640" y="1920"/>
                </a:moveTo>
                <a:cubicBezTo>
                  <a:pt x="2640" y="238"/>
                  <a:pt x="2640" y="238"/>
                  <a:pt x="2640" y="238"/>
                </a:cubicBezTo>
                <a:cubicBezTo>
                  <a:pt x="2640" y="106"/>
                  <a:pt x="2532" y="0"/>
                  <a:pt x="2400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6"/>
                  <a:pt x="0" y="238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8" y="2160"/>
                  <a:pt x="240" y="2160"/>
                </a:cubicBezTo>
                <a:cubicBezTo>
                  <a:pt x="2400" y="2160"/>
                  <a:pt x="2400" y="2160"/>
                  <a:pt x="2400" y="2160"/>
                </a:cubicBezTo>
                <a:cubicBezTo>
                  <a:pt x="2532" y="2160"/>
                  <a:pt x="2640" y="2052"/>
                  <a:pt x="2640" y="1920"/>
                </a:cubicBezTo>
                <a:close/>
                <a:moveTo>
                  <a:pt x="2400" y="1922"/>
                </a:moveTo>
                <a:cubicBezTo>
                  <a:pt x="240" y="1922"/>
                  <a:pt x="240" y="1922"/>
                  <a:pt x="240" y="1922"/>
                </a:cubicBezTo>
                <a:cubicBezTo>
                  <a:pt x="240" y="236"/>
                  <a:pt x="240" y="236"/>
                  <a:pt x="240" y="236"/>
                </a:cubicBezTo>
                <a:cubicBezTo>
                  <a:pt x="2400" y="236"/>
                  <a:pt x="2400" y="236"/>
                  <a:pt x="2400" y="236"/>
                </a:cubicBezTo>
                <a:lnTo>
                  <a:pt x="2400" y="19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3886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y For Wor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606" cy="914400"/>
          </a:xfrm>
          <a:custGeom>
            <a:avLst/>
            <a:gdLst>
              <a:gd name="T0" fmla="*/ 600 w 1440"/>
              <a:gd name="T1" fmla="*/ 0 h 1800"/>
              <a:gd name="T2" fmla="*/ 600 w 1440"/>
              <a:gd name="T3" fmla="*/ 671 h 1800"/>
              <a:gd name="T4" fmla="*/ 180 w 1440"/>
              <a:gd name="T5" fmla="*/ 671 h 1800"/>
              <a:gd name="T6" fmla="*/ 720 w 1440"/>
              <a:gd name="T7" fmla="*/ 1211 h 1800"/>
              <a:gd name="T8" fmla="*/ 1260 w 1440"/>
              <a:gd name="T9" fmla="*/ 671 h 1800"/>
              <a:gd name="T10" fmla="*/ 840 w 1440"/>
              <a:gd name="T11" fmla="*/ 671 h 1800"/>
              <a:gd name="T12" fmla="*/ 840 w 1440"/>
              <a:gd name="T13" fmla="*/ 0 h 1800"/>
              <a:gd name="T14" fmla="*/ 600 w 1440"/>
              <a:gd name="T15" fmla="*/ 0 h 1800"/>
              <a:gd name="T16" fmla="*/ 0 w 1440"/>
              <a:gd name="T17" fmla="*/ 1080 h 1800"/>
              <a:gd name="T18" fmla="*/ 720 w 1440"/>
              <a:gd name="T19" fmla="*/ 1800 h 1800"/>
              <a:gd name="T20" fmla="*/ 1440 w 1440"/>
              <a:gd name="T21" fmla="*/ 1080 h 1800"/>
              <a:gd name="T22" fmla="*/ 1200 w 1440"/>
              <a:gd name="T23" fmla="*/ 1080 h 1800"/>
              <a:gd name="T24" fmla="*/ 720 w 1440"/>
              <a:gd name="T25" fmla="*/ 1560 h 1800"/>
              <a:gd name="T26" fmla="*/ 240 w 1440"/>
              <a:gd name="T27" fmla="*/ 1080 h 1800"/>
              <a:gd name="T28" fmla="*/ 0 w 1440"/>
              <a:gd name="T29" fmla="*/ 1080 h 1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440" h="1800">
                <a:moveTo>
                  <a:pt x="600" y="0"/>
                </a:moveTo>
                <a:cubicBezTo>
                  <a:pt x="600" y="671"/>
                  <a:pt x="600" y="671"/>
                  <a:pt x="600" y="671"/>
                </a:cubicBezTo>
                <a:cubicBezTo>
                  <a:pt x="180" y="671"/>
                  <a:pt x="180" y="671"/>
                  <a:pt x="180" y="671"/>
                </a:cubicBezTo>
                <a:cubicBezTo>
                  <a:pt x="720" y="1211"/>
                  <a:pt x="720" y="1211"/>
                  <a:pt x="720" y="1211"/>
                </a:cubicBezTo>
                <a:cubicBezTo>
                  <a:pt x="1260" y="671"/>
                  <a:pt x="1260" y="671"/>
                  <a:pt x="1260" y="671"/>
                </a:cubicBezTo>
                <a:cubicBezTo>
                  <a:pt x="840" y="671"/>
                  <a:pt x="840" y="671"/>
                  <a:pt x="840" y="671"/>
                </a:cubicBezTo>
                <a:cubicBezTo>
                  <a:pt x="840" y="0"/>
                  <a:pt x="840" y="0"/>
                  <a:pt x="840" y="0"/>
                </a:cubicBezTo>
                <a:lnTo>
                  <a:pt x="600" y="0"/>
                </a:lnTo>
                <a:close/>
                <a:moveTo>
                  <a:pt x="0" y="1080"/>
                </a:moveTo>
                <a:cubicBezTo>
                  <a:pt x="0" y="1477"/>
                  <a:pt x="323" y="1800"/>
                  <a:pt x="720" y="1800"/>
                </a:cubicBezTo>
                <a:cubicBezTo>
                  <a:pt x="1117" y="1800"/>
                  <a:pt x="1440" y="1477"/>
                  <a:pt x="1440" y="1080"/>
                </a:cubicBezTo>
                <a:cubicBezTo>
                  <a:pt x="1200" y="1080"/>
                  <a:pt x="1200" y="1080"/>
                  <a:pt x="1200" y="1080"/>
                </a:cubicBezTo>
                <a:cubicBezTo>
                  <a:pt x="1200" y="1345"/>
                  <a:pt x="985" y="1560"/>
                  <a:pt x="720" y="1560"/>
                </a:cubicBezTo>
                <a:cubicBezTo>
                  <a:pt x="455" y="1560"/>
                  <a:pt x="240" y="1345"/>
                  <a:pt x="240" y="1080"/>
                </a:cubicBezTo>
                <a:lnTo>
                  <a:pt x="0" y="10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100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ymer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36013"/>
          </a:xfrm>
          <a:custGeom>
            <a:avLst/>
            <a:gdLst>
              <a:gd name="T0" fmla="*/ 5244 w 6520"/>
              <a:gd name="T1" fmla="*/ 0 h 4535"/>
              <a:gd name="T2" fmla="*/ 4110 w 6520"/>
              <a:gd name="T3" fmla="*/ 0 h 4535"/>
              <a:gd name="T4" fmla="*/ 1873 w 6520"/>
              <a:gd name="T5" fmla="*/ 3581 h 4535"/>
              <a:gd name="T6" fmla="*/ 1134 w 6520"/>
              <a:gd name="T7" fmla="*/ 2267 h 4535"/>
              <a:gd name="T8" fmla="*/ 2409 w 6520"/>
              <a:gd name="T9" fmla="*/ 0 h 4535"/>
              <a:gd name="T10" fmla="*/ 1276 w 6520"/>
              <a:gd name="T11" fmla="*/ 0 h 4535"/>
              <a:gd name="T12" fmla="*/ 0 w 6520"/>
              <a:gd name="T13" fmla="*/ 2267 h 4535"/>
              <a:gd name="T14" fmla="*/ 1276 w 6520"/>
              <a:gd name="T15" fmla="*/ 4535 h 4535"/>
              <a:gd name="T16" fmla="*/ 2409 w 6520"/>
              <a:gd name="T17" fmla="*/ 4535 h 4535"/>
              <a:gd name="T18" fmla="*/ 4646 w 6520"/>
              <a:gd name="T19" fmla="*/ 954 h 4535"/>
              <a:gd name="T20" fmla="*/ 5386 w 6520"/>
              <a:gd name="T21" fmla="*/ 2267 h 4535"/>
              <a:gd name="T22" fmla="*/ 4110 w 6520"/>
              <a:gd name="T23" fmla="*/ 4535 h 4535"/>
              <a:gd name="T24" fmla="*/ 5244 w 6520"/>
              <a:gd name="T25" fmla="*/ 4535 h 4535"/>
              <a:gd name="T26" fmla="*/ 6520 w 6520"/>
              <a:gd name="T27" fmla="*/ 2267 h 4535"/>
              <a:gd name="T28" fmla="*/ 5244 w 6520"/>
              <a:gd name="T29" fmla="*/ 0 h 4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520" h="4535">
                <a:moveTo>
                  <a:pt x="5244" y="0"/>
                </a:moveTo>
                <a:lnTo>
                  <a:pt x="4110" y="0"/>
                </a:lnTo>
                <a:lnTo>
                  <a:pt x="1873" y="3581"/>
                </a:lnTo>
                <a:lnTo>
                  <a:pt x="1134" y="2267"/>
                </a:lnTo>
                <a:lnTo>
                  <a:pt x="2409" y="0"/>
                </a:lnTo>
                <a:lnTo>
                  <a:pt x="1276" y="0"/>
                </a:lnTo>
                <a:lnTo>
                  <a:pt x="0" y="2267"/>
                </a:lnTo>
                <a:lnTo>
                  <a:pt x="1276" y="4535"/>
                </a:lnTo>
                <a:lnTo>
                  <a:pt x="2409" y="4535"/>
                </a:lnTo>
                <a:lnTo>
                  <a:pt x="4646" y="954"/>
                </a:lnTo>
                <a:lnTo>
                  <a:pt x="5386" y="2267"/>
                </a:lnTo>
                <a:lnTo>
                  <a:pt x="4110" y="4535"/>
                </a:lnTo>
                <a:lnTo>
                  <a:pt x="5244" y="4535"/>
                </a:lnTo>
                <a:lnTo>
                  <a:pt x="6520" y="2267"/>
                </a:lnTo>
                <a:lnTo>
                  <a:pt x="52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8764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 Settings New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200 w 2160"/>
              <a:gd name="T1" fmla="*/ 0 h 2160"/>
              <a:gd name="T2" fmla="*/ 960 w 2160"/>
              <a:gd name="T3" fmla="*/ 0 h 2160"/>
              <a:gd name="T4" fmla="*/ 960 w 2160"/>
              <a:gd name="T5" fmla="*/ 1200 h 2160"/>
              <a:gd name="T6" fmla="*/ 1200 w 2160"/>
              <a:gd name="T7" fmla="*/ 1200 h 2160"/>
              <a:gd name="T8" fmla="*/ 1200 w 2160"/>
              <a:gd name="T9" fmla="*/ 0 h 2160"/>
              <a:gd name="T10" fmla="*/ 1780 w 2160"/>
              <a:gd name="T11" fmla="*/ 260 h 2160"/>
              <a:gd name="T12" fmla="*/ 1609 w 2160"/>
              <a:gd name="T13" fmla="*/ 431 h 2160"/>
              <a:gd name="T14" fmla="*/ 1920 w 2160"/>
              <a:gd name="T15" fmla="*/ 1080 h 2160"/>
              <a:gd name="T16" fmla="*/ 1080 w 2160"/>
              <a:gd name="T17" fmla="*/ 1920 h 2160"/>
              <a:gd name="T18" fmla="*/ 240 w 2160"/>
              <a:gd name="T19" fmla="*/ 1080 h 2160"/>
              <a:gd name="T20" fmla="*/ 550 w 2160"/>
              <a:gd name="T21" fmla="*/ 430 h 2160"/>
              <a:gd name="T22" fmla="*/ 380 w 2160"/>
              <a:gd name="T23" fmla="*/ 260 h 2160"/>
              <a:gd name="T24" fmla="*/ 0 w 2160"/>
              <a:gd name="T25" fmla="*/ 1080 h 2160"/>
              <a:gd name="T26" fmla="*/ 1080 w 2160"/>
              <a:gd name="T27" fmla="*/ 2160 h 2160"/>
              <a:gd name="T28" fmla="*/ 2160 w 2160"/>
              <a:gd name="T29" fmla="*/ 1080 h 2160"/>
              <a:gd name="T30" fmla="*/ 1780 w 2160"/>
              <a:gd name="T31" fmla="*/ 26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160" h="2160">
                <a:moveTo>
                  <a:pt x="1200" y="0"/>
                </a:moveTo>
                <a:cubicBezTo>
                  <a:pt x="960" y="0"/>
                  <a:pt x="960" y="0"/>
                  <a:pt x="960" y="0"/>
                </a:cubicBezTo>
                <a:cubicBezTo>
                  <a:pt x="960" y="1200"/>
                  <a:pt x="960" y="1200"/>
                  <a:pt x="960" y="1200"/>
                </a:cubicBezTo>
                <a:cubicBezTo>
                  <a:pt x="1200" y="1200"/>
                  <a:pt x="1200" y="1200"/>
                  <a:pt x="1200" y="1200"/>
                </a:cubicBezTo>
                <a:lnTo>
                  <a:pt x="1200" y="0"/>
                </a:lnTo>
                <a:close/>
                <a:moveTo>
                  <a:pt x="1780" y="260"/>
                </a:moveTo>
                <a:cubicBezTo>
                  <a:pt x="1609" y="431"/>
                  <a:pt x="1609" y="431"/>
                  <a:pt x="1609" y="431"/>
                </a:cubicBezTo>
                <a:cubicBezTo>
                  <a:pt x="1799" y="583"/>
                  <a:pt x="1920" y="817"/>
                  <a:pt x="1920" y="1080"/>
                </a:cubicBezTo>
                <a:cubicBezTo>
                  <a:pt x="1920" y="1544"/>
                  <a:pt x="1544" y="1920"/>
                  <a:pt x="1080" y="1920"/>
                </a:cubicBezTo>
                <a:cubicBezTo>
                  <a:pt x="616" y="1920"/>
                  <a:pt x="240" y="1544"/>
                  <a:pt x="240" y="1080"/>
                </a:cubicBezTo>
                <a:cubicBezTo>
                  <a:pt x="240" y="817"/>
                  <a:pt x="361" y="583"/>
                  <a:pt x="550" y="430"/>
                </a:cubicBezTo>
                <a:cubicBezTo>
                  <a:pt x="380" y="260"/>
                  <a:pt x="380" y="260"/>
                  <a:pt x="380" y="260"/>
                </a:cubicBezTo>
                <a:cubicBezTo>
                  <a:pt x="148" y="458"/>
                  <a:pt x="0" y="751"/>
                  <a:pt x="0" y="1080"/>
                </a:cubicBezTo>
                <a:cubicBezTo>
                  <a:pt x="0" y="1676"/>
                  <a:pt x="484" y="2160"/>
                  <a:pt x="1080" y="2160"/>
                </a:cubicBezTo>
                <a:cubicBezTo>
                  <a:pt x="1676" y="2160"/>
                  <a:pt x="2160" y="1676"/>
                  <a:pt x="2160" y="1080"/>
                </a:cubicBezTo>
                <a:cubicBezTo>
                  <a:pt x="2160" y="751"/>
                  <a:pt x="2012" y="458"/>
                  <a:pt x="1780" y="2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74106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egnant Woma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365824" cy="914400"/>
          </a:xfrm>
          <a:custGeom>
            <a:avLst/>
            <a:gdLst>
              <a:gd name="T0" fmla="*/ 120 w 960"/>
              <a:gd name="T1" fmla="*/ 240 h 2400"/>
              <a:gd name="T2" fmla="*/ 360 w 960"/>
              <a:gd name="T3" fmla="*/ 0 h 2400"/>
              <a:gd name="T4" fmla="*/ 600 w 960"/>
              <a:gd name="T5" fmla="*/ 240 h 2400"/>
              <a:gd name="T6" fmla="*/ 360 w 960"/>
              <a:gd name="T7" fmla="*/ 480 h 2400"/>
              <a:gd name="T8" fmla="*/ 120 w 960"/>
              <a:gd name="T9" fmla="*/ 240 h 2400"/>
              <a:gd name="T10" fmla="*/ 960 w 960"/>
              <a:gd name="T11" fmla="*/ 1320 h 2400"/>
              <a:gd name="T12" fmla="*/ 720 w 960"/>
              <a:gd name="T13" fmla="*/ 960 h 2400"/>
              <a:gd name="T14" fmla="*/ 360 w 960"/>
              <a:gd name="T15" fmla="*/ 600 h 2400"/>
              <a:gd name="T16" fmla="*/ 0 w 960"/>
              <a:gd name="T17" fmla="*/ 960 h 2400"/>
              <a:gd name="T18" fmla="*/ 0 w 960"/>
              <a:gd name="T19" fmla="*/ 1800 h 2400"/>
              <a:gd name="T20" fmla="*/ 240 w 960"/>
              <a:gd name="T21" fmla="*/ 1800 h 2400"/>
              <a:gd name="T22" fmla="*/ 240 w 960"/>
              <a:gd name="T23" fmla="*/ 2400 h 2400"/>
              <a:gd name="T24" fmla="*/ 600 w 960"/>
              <a:gd name="T25" fmla="*/ 2400 h 2400"/>
              <a:gd name="T26" fmla="*/ 600 w 960"/>
              <a:gd name="T27" fmla="*/ 1800 h 2400"/>
              <a:gd name="T28" fmla="*/ 960 w 960"/>
              <a:gd name="T29" fmla="*/ 1800 h 2400"/>
              <a:gd name="T30" fmla="*/ 960 w 960"/>
              <a:gd name="T31" fmla="*/ 132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960" h="2400">
                <a:moveTo>
                  <a:pt x="120" y="240"/>
                </a:moveTo>
                <a:cubicBezTo>
                  <a:pt x="120" y="107"/>
                  <a:pt x="227" y="0"/>
                  <a:pt x="360" y="0"/>
                </a:cubicBezTo>
                <a:cubicBezTo>
                  <a:pt x="493" y="0"/>
                  <a:pt x="600" y="107"/>
                  <a:pt x="600" y="240"/>
                </a:cubicBezTo>
                <a:cubicBezTo>
                  <a:pt x="600" y="373"/>
                  <a:pt x="493" y="480"/>
                  <a:pt x="360" y="480"/>
                </a:cubicBezTo>
                <a:cubicBezTo>
                  <a:pt x="227" y="480"/>
                  <a:pt x="120" y="373"/>
                  <a:pt x="120" y="240"/>
                </a:cubicBezTo>
                <a:close/>
                <a:moveTo>
                  <a:pt x="960" y="1320"/>
                </a:moveTo>
                <a:cubicBezTo>
                  <a:pt x="959" y="1159"/>
                  <a:pt x="860" y="1019"/>
                  <a:pt x="720" y="960"/>
                </a:cubicBezTo>
                <a:cubicBezTo>
                  <a:pt x="720" y="761"/>
                  <a:pt x="559" y="600"/>
                  <a:pt x="360" y="600"/>
                </a:cubicBezTo>
                <a:cubicBezTo>
                  <a:pt x="161" y="600"/>
                  <a:pt x="0" y="761"/>
                  <a:pt x="0" y="960"/>
                </a:cubicBezTo>
                <a:cubicBezTo>
                  <a:pt x="0" y="1800"/>
                  <a:pt x="0" y="1800"/>
                  <a:pt x="0" y="1800"/>
                </a:cubicBezTo>
                <a:cubicBezTo>
                  <a:pt x="240" y="1800"/>
                  <a:pt x="240" y="1800"/>
                  <a:pt x="240" y="1800"/>
                </a:cubicBezTo>
                <a:cubicBezTo>
                  <a:pt x="240" y="2400"/>
                  <a:pt x="240" y="2400"/>
                  <a:pt x="240" y="2400"/>
                </a:cubicBezTo>
                <a:cubicBezTo>
                  <a:pt x="600" y="2400"/>
                  <a:pt x="600" y="2400"/>
                  <a:pt x="600" y="2400"/>
                </a:cubicBezTo>
                <a:cubicBezTo>
                  <a:pt x="600" y="1800"/>
                  <a:pt x="600" y="1800"/>
                  <a:pt x="600" y="1800"/>
                </a:cubicBezTo>
                <a:cubicBezTo>
                  <a:pt x="960" y="1800"/>
                  <a:pt x="960" y="1800"/>
                  <a:pt x="960" y="1800"/>
                </a:cubicBezTo>
                <a:lnTo>
                  <a:pt x="960" y="13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45625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i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944"/>
          </a:xfrm>
          <a:custGeom>
            <a:avLst/>
            <a:gdLst>
              <a:gd name="T0" fmla="*/ 2040 w 2400"/>
              <a:gd name="T1" fmla="*/ 600 h 2160"/>
              <a:gd name="T2" fmla="*/ 360 w 2400"/>
              <a:gd name="T3" fmla="*/ 600 h 2160"/>
              <a:gd name="T4" fmla="*/ 0 w 2400"/>
              <a:gd name="T5" fmla="*/ 960 h 2160"/>
              <a:gd name="T6" fmla="*/ 0 w 2400"/>
              <a:gd name="T7" fmla="*/ 1680 h 2160"/>
              <a:gd name="T8" fmla="*/ 480 w 2400"/>
              <a:gd name="T9" fmla="*/ 1680 h 2160"/>
              <a:gd name="T10" fmla="*/ 480 w 2400"/>
              <a:gd name="T11" fmla="*/ 2160 h 2160"/>
              <a:gd name="T12" fmla="*/ 1920 w 2400"/>
              <a:gd name="T13" fmla="*/ 2160 h 2160"/>
              <a:gd name="T14" fmla="*/ 1920 w 2400"/>
              <a:gd name="T15" fmla="*/ 1680 h 2160"/>
              <a:gd name="T16" fmla="*/ 2400 w 2400"/>
              <a:gd name="T17" fmla="*/ 1680 h 2160"/>
              <a:gd name="T18" fmla="*/ 2400 w 2400"/>
              <a:gd name="T19" fmla="*/ 960 h 2160"/>
              <a:gd name="T20" fmla="*/ 2040 w 2400"/>
              <a:gd name="T21" fmla="*/ 600 h 2160"/>
              <a:gd name="T22" fmla="*/ 1680 w 2400"/>
              <a:gd name="T23" fmla="*/ 1920 h 2160"/>
              <a:gd name="T24" fmla="*/ 720 w 2400"/>
              <a:gd name="T25" fmla="*/ 1920 h 2160"/>
              <a:gd name="T26" fmla="*/ 720 w 2400"/>
              <a:gd name="T27" fmla="*/ 1320 h 2160"/>
              <a:gd name="T28" fmla="*/ 1680 w 2400"/>
              <a:gd name="T29" fmla="*/ 1320 h 2160"/>
              <a:gd name="T30" fmla="*/ 1680 w 2400"/>
              <a:gd name="T31" fmla="*/ 1920 h 2160"/>
              <a:gd name="T32" fmla="*/ 2040 w 2400"/>
              <a:gd name="T33" fmla="*/ 1080 h 2160"/>
              <a:gd name="T34" fmla="*/ 1920 w 2400"/>
              <a:gd name="T35" fmla="*/ 960 h 2160"/>
              <a:gd name="T36" fmla="*/ 2040 w 2400"/>
              <a:gd name="T37" fmla="*/ 840 h 2160"/>
              <a:gd name="T38" fmla="*/ 2160 w 2400"/>
              <a:gd name="T39" fmla="*/ 960 h 2160"/>
              <a:gd name="T40" fmla="*/ 2040 w 2400"/>
              <a:gd name="T41" fmla="*/ 1080 h 2160"/>
              <a:gd name="T42" fmla="*/ 1920 w 2400"/>
              <a:gd name="T43" fmla="*/ 0 h 2160"/>
              <a:gd name="T44" fmla="*/ 480 w 2400"/>
              <a:gd name="T45" fmla="*/ 0 h 2160"/>
              <a:gd name="T46" fmla="*/ 480 w 2400"/>
              <a:gd name="T47" fmla="*/ 480 h 2160"/>
              <a:gd name="T48" fmla="*/ 1920 w 2400"/>
              <a:gd name="T49" fmla="*/ 480 h 2160"/>
              <a:gd name="T50" fmla="*/ 1920 w 2400"/>
              <a:gd name="T51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400" h="2160">
                <a:moveTo>
                  <a:pt x="2040" y="600"/>
                </a:moveTo>
                <a:cubicBezTo>
                  <a:pt x="360" y="600"/>
                  <a:pt x="360" y="600"/>
                  <a:pt x="360" y="600"/>
                </a:cubicBezTo>
                <a:cubicBezTo>
                  <a:pt x="161" y="600"/>
                  <a:pt x="0" y="761"/>
                  <a:pt x="0" y="960"/>
                </a:cubicBezTo>
                <a:cubicBezTo>
                  <a:pt x="0" y="1680"/>
                  <a:pt x="0" y="1680"/>
                  <a:pt x="0" y="1680"/>
                </a:cubicBezTo>
                <a:cubicBezTo>
                  <a:pt x="480" y="1680"/>
                  <a:pt x="480" y="1680"/>
                  <a:pt x="480" y="1680"/>
                </a:cubicBezTo>
                <a:cubicBezTo>
                  <a:pt x="480" y="2160"/>
                  <a:pt x="480" y="2160"/>
                  <a:pt x="480" y="2160"/>
                </a:cubicBezTo>
                <a:cubicBezTo>
                  <a:pt x="1920" y="2160"/>
                  <a:pt x="1920" y="2160"/>
                  <a:pt x="1920" y="2160"/>
                </a:cubicBezTo>
                <a:cubicBezTo>
                  <a:pt x="1920" y="1680"/>
                  <a:pt x="1920" y="1680"/>
                  <a:pt x="1920" y="1680"/>
                </a:cubicBezTo>
                <a:cubicBezTo>
                  <a:pt x="2400" y="1680"/>
                  <a:pt x="2400" y="1680"/>
                  <a:pt x="2400" y="1680"/>
                </a:cubicBezTo>
                <a:cubicBezTo>
                  <a:pt x="2400" y="960"/>
                  <a:pt x="2400" y="960"/>
                  <a:pt x="2400" y="960"/>
                </a:cubicBezTo>
                <a:cubicBezTo>
                  <a:pt x="2400" y="761"/>
                  <a:pt x="2239" y="600"/>
                  <a:pt x="2040" y="600"/>
                </a:cubicBezTo>
                <a:close/>
                <a:moveTo>
                  <a:pt x="1680" y="1920"/>
                </a:moveTo>
                <a:cubicBezTo>
                  <a:pt x="720" y="1920"/>
                  <a:pt x="720" y="1920"/>
                  <a:pt x="720" y="1920"/>
                </a:cubicBezTo>
                <a:cubicBezTo>
                  <a:pt x="720" y="1320"/>
                  <a:pt x="720" y="1320"/>
                  <a:pt x="720" y="1320"/>
                </a:cubicBezTo>
                <a:cubicBezTo>
                  <a:pt x="1680" y="1320"/>
                  <a:pt x="1680" y="1320"/>
                  <a:pt x="1680" y="1320"/>
                </a:cubicBezTo>
                <a:lnTo>
                  <a:pt x="1680" y="1920"/>
                </a:lnTo>
                <a:close/>
                <a:moveTo>
                  <a:pt x="2040" y="1080"/>
                </a:moveTo>
                <a:cubicBezTo>
                  <a:pt x="1974" y="1080"/>
                  <a:pt x="1920" y="1026"/>
                  <a:pt x="1920" y="960"/>
                </a:cubicBezTo>
                <a:cubicBezTo>
                  <a:pt x="1920" y="894"/>
                  <a:pt x="1974" y="840"/>
                  <a:pt x="2040" y="840"/>
                </a:cubicBezTo>
                <a:cubicBezTo>
                  <a:pt x="2106" y="840"/>
                  <a:pt x="2160" y="894"/>
                  <a:pt x="2160" y="960"/>
                </a:cubicBezTo>
                <a:cubicBezTo>
                  <a:pt x="2160" y="1026"/>
                  <a:pt x="2106" y="1080"/>
                  <a:pt x="2040" y="1080"/>
                </a:cubicBezTo>
                <a:close/>
                <a:moveTo>
                  <a:pt x="1920" y="0"/>
                </a:moveTo>
                <a:cubicBezTo>
                  <a:pt x="480" y="0"/>
                  <a:pt x="480" y="0"/>
                  <a:pt x="480" y="0"/>
                </a:cubicBezTo>
                <a:cubicBezTo>
                  <a:pt x="480" y="480"/>
                  <a:pt x="480" y="480"/>
                  <a:pt x="480" y="480"/>
                </a:cubicBezTo>
                <a:cubicBezTo>
                  <a:pt x="1920" y="480"/>
                  <a:pt x="1920" y="480"/>
                  <a:pt x="1920" y="480"/>
                </a:cubicBezTo>
                <a:lnTo>
                  <a:pt x="192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04959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Query Build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997 w 6000"/>
              <a:gd name="T1" fmla="*/ 0 h 6000"/>
              <a:gd name="T2" fmla="*/ 0 w 6000"/>
              <a:gd name="T3" fmla="*/ 3000 h 6000"/>
              <a:gd name="T4" fmla="*/ 2997 w 6000"/>
              <a:gd name="T5" fmla="*/ 6000 h 6000"/>
              <a:gd name="T6" fmla="*/ 6000 w 6000"/>
              <a:gd name="T7" fmla="*/ 3000 h 6000"/>
              <a:gd name="T8" fmla="*/ 2997 w 6000"/>
              <a:gd name="T9" fmla="*/ 0 h 6000"/>
              <a:gd name="T10" fmla="*/ 3000 w 6000"/>
              <a:gd name="T11" fmla="*/ 5400 h 6000"/>
              <a:gd name="T12" fmla="*/ 600 w 6000"/>
              <a:gd name="T13" fmla="*/ 3000 h 6000"/>
              <a:gd name="T14" fmla="*/ 3000 w 6000"/>
              <a:gd name="T15" fmla="*/ 600 h 6000"/>
              <a:gd name="T16" fmla="*/ 5400 w 6000"/>
              <a:gd name="T17" fmla="*/ 3000 h 6000"/>
              <a:gd name="T18" fmla="*/ 3000 w 6000"/>
              <a:gd name="T19" fmla="*/ 5400 h 6000"/>
              <a:gd name="T20" fmla="*/ 3150 w 6000"/>
              <a:gd name="T21" fmla="*/ 1500 h 6000"/>
              <a:gd name="T22" fmla="*/ 2700 w 6000"/>
              <a:gd name="T23" fmla="*/ 1500 h 6000"/>
              <a:gd name="T24" fmla="*/ 2700 w 6000"/>
              <a:gd name="T25" fmla="*/ 3300 h 6000"/>
              <a:gd name="T26" fmla="*/ 4275 w 6000"/>
              <a:gd name="T27" fmla="*/ 4245 h 6000"/>
              <a:gd name="T28" fmla="*/ 4500 w 6000"/>
              <a:gd name="T29" fmla="*/ 3876 h 6000"/>
              <a:gd name="T30" fmla="*/ 3150 w 6000"/>
              <a:gd name="T31" fmla="*/ 3075 h 6000"/>
              <a:gd name="T32" fmla="*/ 3150 w 6000"/>
              <a:gd name="T33" fmla="*/ 1500 h 6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000" h="6000">
                <a:moveTo>
                  <a:pt x="2997" y="0"/>
                </a:moveTo>
                <a:cubicBezTo>
                  <a:pt x="1341" y="0"/>
                  <a:pt x="0" y="1344"/>
                  <a:pt x="0" y="3000"/>
                </a:cubicBezTo>
                <a:cubicBezTo>
                  <a:pt x="0" y="4656"/>
                  <a:pt x="1341" y="6000"/>
                  <a:pt x="2997" y="6000"/>
                </a:cubicBezTo>
                <a:cubicBezTo>
                  <a:pt x="4656" y="6000"/>
                  <a:pt x="6000" y="4656"/>
                  <a:pt x="6000" y="3000"/>
                </a:cubicBezTo>
                <a:cubicBezTo>
                  <a:pt x="6000" y="1344"/>
                  <a:pt x="4656" y="0"/>
                  <a:pt x="2997" y="0"/>
                </a:cubicBezTo>
                <a:close/>
                <a:moveTo>
                  <a:pt x="3000" y="5400"/>
                </a:moveTo>
                <a:cubicBezTo>
                  <a:pt x="1674" y="5400"/>
                  <a:pt x="600" y="4326"/>
                  <a:pt x="600" y="3000"/>
                </a:cubicBezTo>
                <a:cubicBezTo>
                  <a:pt x="600" y="1674"/>
                  <a:pt x="1674" y="600"/>
                  <a:pt x="3000" y="600"/>
                </a:cubicBezTo>
                <a:cubicBezTo>
                  <a:pt x="4326" y="600"/>
                  <a:pt x="5400" y="1674"/>
                  <a:pt x="5400" y="3000"/>
                </a:cubicBezTo>
                <a:cubicBezTo>
                  <a:pt x="5400" y="4326"/>
                  <a:pt x="4326" y="5400"/>
                  <a:pt x="3000" y="5400"/>
                </a:cubicBezTo>
                <a:close/>
                <a:moveTo>
                  <a:pt x="3150" y="1500"/>
                </a:moveTo>
                <a:cubicBezTo>
                  <a:pt x="2700" y="1500"/>
                  <a:pt x="2700" y="1500"/>
                  <a:pt x="2700" y="1500"/>
                </a:cubicBezTo>
                <a:cubicBezTo>
                  <a:pt x="2700" y="3300"/>
                  <a:pt x="2700" y="3300"/>
                  <a:pt x="2700" y="3300"/>
                </a:cubicBezTo>
                <a:cubicBezTo>
                  <a:pt x="4275" y="4245"/>
                  <a:pt x="4275" y="4245"/>
                  <a:pt x="4275" y="4245"/>
                </a:cubicBezTo>
                <a:cubicBezTo>
                  <a:pt x="4500" y="3876"/>
                  <a:pt x="4500" y="3876"/>
                  <a:pt x="4500" y="3876"/>
                </a:cubicBezTo>
                <a:cubicBezTo>
                  <a:pt x="3150" y="3075"/>
                  <a:pt x="3150" y="3075"/>
                  <a:pt x="3150" y="3075"/>
                </a:cubicBezTo>
                <a:lnTo>
                  <a:pt x="3150" y="15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65154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Answ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280 w 2400"/>
              <a:gd name="T1" fmla="*/ 480 h 2400"/>
              <a:gd name="T2" fmla="*/ 2040 w 2400"/>
              <a:gd name="T3" fmla="*/ 480 h 2400"/>
              <a:gd name="T4" fmla="*/ 2040 w 2400"/>
              <a:gd name="T5" fmla="*/ 1560 h 2400"/>
              <a:gd name="T6" fmla="*/ 480 w 2400"/>
              <a:gd name="T7" fmla="*/ 1560 h 2400"/>
              <a:gd name="T8" fmla="*/ 480 w 2400"/>
              <a:gd name="T9" fmla="*/ 1800 h 2400"/>
              <a:gd name="T10" fmla="*/ 600 w 2400"/>
              <a:gd name="T11" fmla="*/ 1920 h 2400"/>
              <a:gd name="T12" fmla="*/ 1920 w 2400"/>
              <a:gd name="T13" fmla="*/ 1920 h 2400"/>
              <a:gd name="T14" fmla="*/ 2400 w 2400"/>
              <a:gd name="T15" fmla="*/ 2400 h 2400"/>
              <a:gd name="T16" fmla="*/ 2400 w 2400"/>
              <a:gd name="T17" fmla="*/ 600 h 2400"/>
              <a:gd name="T18" fmla="*/ 2280 w 2400"/>
              <a:gd name="T19" fmla="*/ 480 h 2400"/>
              <a:gd name="T20" fmla="*/ 1800 w 2400"/>
              <a:gd name="T21" fmla="*/ 1200 h 2400"/>
              <a:gd name="T22" fmla="*/ 1800 w 2400"/>
              <a:gd name="T23" fmla="*/ 120 h 2400"/>
              <a:gd name="T24" fmla="*/ 1680 w 2400"/>
              <a:gd name="T25" fmla="*/ 0 h 2400"/>
              <a:gd name="T26" fmla="*/ 120 w 2400"/>
              <a:gd name="T27" fmla="*/ 0 h 2400"/>
              <a:gd name="T28" fmla="*/ 0 w 2400"/>
              <a:gd name="T29" fmla="*/ 120 h 2400"/>
              <a:gd name="T30" fmla="*/ 0 w 2400"/>
              <a:gd name="T31" fmla="*/ 1800 h 2400"/>
              <a:gd name="T32" fmla="*/ 480 w 2400"/>
              <a:gd name="T33" fmla="*/ 1320 h 2400"/>
              <a:gd name="T34" fmla="*/ 1680 w 2400"/>
              <a:gd name="T35" fmla="*/ 1320 h 2400"/>
              <a:gd name="T36" fmla="*/ 1800 w 2400"/>
              <a:gd name="T37" fmla="*/ 120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400" h="2400">
                <a:moveTo>
                  <a:pt x="2280" y="480"/>
                </a:moveTo>
                <a:cubicBezTo>
                  <a:pt x="2040" y="480"/>
                  <a:pt x="2040" y="480"/>
                  <a:pt x="2040" y="480"/>
                </a:cubicBezTo>
                <a:cubicBezTo>
                  <a:pt x="2040" y="1560"/>
                  <a:pt x="2040" y="1560"/>
                  <a:pt x="2040" y="1560"/>
                </a:cubicBezTo>
                <a:cubicBezTo>
                  <a:pt x="480" y="1560"/>
                  <a:pt x="480" y="1560"/>
                  <a:pt x="480" y="1560"/>
                </a:cubicBezTo>
                <a:cubicBezTo>
                  <a:pt x="480" y="1800"/>
                  <a:pt x="480" y="1800"/>
                  <a:pt x="480" y="1800"/>
                </a:cubicBezTo>
                <a:cubicBezTo>
                  <a:pt x="480" y="1866"/>
                  <a:pt x="534" y="1920"/>
                  <a:pt x="600" y="1920"/>
                </a:cubicBezTo>
                <a:cubicBezTo>
                  <a:pt x="1920" y="1920"/>
                  <a:pt x="1920" y="1920"/>
                  <a:pt x="1920" y="1920"/>
                </a:cubicBezTo>
                <a:cubicBezTo>
                  <a:pt x="2400" y="2400"/>
                  <a:pt x="2400" y="2400"/>
                  <a:pt x="2400" y="2400"/>
                </a:cubicBezTo>
                <a:cubicBezTo>
                  <a:pt x="2400" y="600"/>
                  <a:pt x="2400" y="600"/>
                  <a:pt x="2400" y="600"/>
                </a:cubicBezTo>
                <a:cubicBezTo>
                  <a:pt x="2400" y="534"/>
                  <a:pt x="2346" y="480"/>
                  <a:pt x="2280" y="480"/>
                </a:cubicBezTo>
                <a:close/>
                <a:moveTo>
                  <a:pt x="1800" y="1200"/>
                </a:moveTo>
                <a:cubicBezTo>
                  <a:pt x="1800" y="120"/>
                  <a:pt x="1800" y="120"/>
                  <a:pt x="1800" y="120"/>
                </a:cubicBezTo>
                <a:cubicBezTo>
                  <a:pt x="1800" y="54"/>
                  <a:pt x="1746" y="0"/>
                  <a:pt x="1680" y="0"/>
                </a:cubicBezTo>
                <a:cubicBezTo>
                  <a:pt x="120" y="0"/>
                  <a:pt x="120" y="0"/>
                  <a:pt x="120" y="0"/>
                </a:cubicBezTo>
                <a:cubicBezTo>
                  <a:pt x="54" y="0"/>
                  <a:pt x="0" y="54"/>
                  <a:pt x="0" y="120"/>
                </a:cubicBezTo>
                <a:cubicBezTo>
                  <a:pt x="0" y="1800"/>
                  <a:pt x="0" y="1800"/>
                  <a:pt x="0" y="1800"/>
                </a:cubicBezTo>
                <a:cubicBezTo>
                  <a:pt x="480" y="1320"/>
                  <a:pt x="480" y="1320"/>
                  <a:pt x="480" y="1320"/>
                </a:cubicBezTo>
                <a:cubicBezTo>
                  <a:pt x="1680" y="1320"/>
                  <a:pt x="1680" y="1320"/>
                  <a:pt x="1680" y="1320"/>
                </a:cubicBezTo>
                <a:cubicBezTo>
                  <a:pt x="1746" y="1320"/>
                  <a:pt x="1800" y="1266"/>
                  <a:pt x="1800" y="12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40740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eip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944" cy="914400"/>
          </a:xfrm>
          <a:custGeom>
            <a:avLst/>
            <a:gdLst>
              <a:gd name="T0" fmla="*/ 4252 w 5102"/>
              <a:gd name="T1" fmla="*/ 4252 h 5669"/>
              <a:gd name="T2" fmla="*/ 850 w 5102"/>
              <a:gd name="T3" fmla="*/ 4252 h 5669"/>
              <a:gd name="T4" fmla="*/ 850 w 5102"/>
              <a:gd name="T5" fmla="*/ 3685 h 5669"/>
              <a:gd name="T6" fmla="*/ 4252 w 5102"/>
              <a:gd name="T7" fmla="*/ 3685 h 5669"/>
              <a:gd name="T8" fmla="*/ 4252 w 5102"/>
              <a:gd name="T9" fmla="*/ 4252 h 5669"/>
              <a:gd name="T10" fmla="*/ 4252 w 5102"/>
              <a:gd name="T11" fmla="*/ 3118 h 5669"/>
              <a:gd name="T12" fmla="*/ 850 w 5102"/>
              <a:gd name="T13" fmla="*/ 3118 h 5669"/>
              <a:gd name="T14" fmla="*/ 850 w 5102"/>
              <a:gd name="T15" fmla="*/ 2551 h 5669"/>
              <a:gd name="T16" fmla="*/ 4252 w 5102"/>
              <a:gd name="T17" fmla="*/ 2551 h 5669"/>
              <a:gd name="T18" fmla="*/ 4252 w 5102"/>
              <a:gd name="T19" fmla="*/ 3118 h 5669"/>
              <a:gd name="T20" fmla="*/ 4252 w 5102"/>
              <a:gd name="T21" fmla="*/ 1984 h 5669"/>
              <a:gd name="T22" fmla="*/ 850 w 5102"/>
              <a:gd name="T23" fmla="*/ 1984 h 5669"/>
              <a:gd name="T24" fmla="*/ 850 w 5102"/>
              <a:gd name="T25" fmla="*/ 1417 h 5669"/>
              <a:gd name="T26" fmla="*/ 4252 w 5102"/>
              <a:gd name="T27" fmla="*/ 1417 h 5669"/>
              <a:gd name="T28" fmla="*/ 4252 w 5102"/>
              <a:gd name="T29" fmla="*/ 1984 h 5669"/>
              <a:gd name="T30" fmla="*/ 0 w 5102"/>
              <a:gd name="T31" fmla="*/ 5669 h 5669"/>
              <a:gd name="T32" fmla="*/ 425 w 5102"/>
              <a:gd name="T33" fmla="*/ 5244 h 5669"/>
              <a:gd name="T34" fmla="*/ 850 w 5102"/>
              <a:gd name="T35" fmla="*/ 5669 h 5669"/>
              <a:gd name="T36" fmla="*/ 1275 w 5102"/>
              <a:gd name="T37" fmla="*/ 5244 h 5669"/>
              <a:gd name="T38" fmla="*/ 1700 w 5102"/>
              <a:gd name="T39" fmla="*/ 5669 h 5669"/>
              <a:gd name="T40" fmla="*/ 2126 w 5102"/>
              <a:gd name="T41" fmla="*/ 5244 h 5669"/>
              <a:gd name="T42" fmla="*/ 2551 w 5102"/>
              <a:gd name="T43" fmla="*/ 5669 h 5669"/>
              <a:gd name="T44" fmla="*/ 2976 w 5102"/>
              <a:gd name="T45" fmla="*/ 5244 h 5669"/>
              <a:gd name="T46" fmla="*/ 3401 w 5102"/>
              <a:gd name="T47" fmla="*/ 5669 h 5669"/>
              <a:gd name="T48" fmla="*/ 3826 w 5102"/>
              <a:gd name="T49" fmla="*/ 5244 h 5669"/>
              <a:gd name="T50" fmla="*/ 4252 w 5102"/>
              <a:gd name="T51" fmla="*/ 5669 h 5669"/>
              <a:gd name="T52" fmla="*/ 4677 w 5102"/>
              <a:gd name="T53" fmla="*/ 5244 h 5669"/>
              <a:gd name="T54" fmla="*/ 5102 w 5102"/>
              <a:gd name="T55" fmla="*/ 5669 h 5669"/>
              <a:gd name="T56" fmla="*/ 5102 w 5102"/>
              <a:gd name="T57" fmla="*/ 0 h 5669"/>
              <a:gd name="T58" fmla="*/ 4677 w 5102"/>
              <a:gd name="T59" fmla="*/ 425 h 5669"/>
              <a:gd name="T60" fmla="*/ 4252 w 5102"/>
              <a:gd name="T61" fmla="*/ 0 h 5669"/>
              <a:gd name="T62" fmla="*/ 3826 w 5102"/>
              <a:gd name="T63" fmla="*/ 425 h 5669"/>
              <a:gd name="T64" fmla="*/ 3401 w 5102"/>
              <a:gd name="T65" fmla="*/ 0 h 5669"/>
              <a:gd name="T66" fmla="*/ 2976 w 5102"/>
              <a:gd name="T67" fmla="*/ 425 h 5669"/>
              <a:gd name="T68" fmla="*/ 2551 w 5102"/>
              <a:gd name="T69" fmla="*/ 0 h 5669"/>
              <a:gd name="T70" fmla="*/ 2126 w 5102"/>
              <a:gd name="T71" fmla="*/ 425 h 5669"/>
              <a:gd name="T72" fmla="*/ 1700 w 5102"/>
              <a:gd name="T73" fmla="*/ 0 h 5669"/>
              <a:gd name="T74" fmla="*/ 1275 w 5102"/>
              <a:gd name="T75" fmla="*/ 425 h 5669"/>
              <a:gd name="T76" fmla="*/ 850 w 5102"/>
              <a:gd name="T77" fmla="*/ 0 h 5669"/>
              <a:gd name="T78" fmla="*/ 425 w 5102"/>
              <a:gd name="T79" fmla="*/ 425 h 5669"/>
              <a:gd name="T80" fmla="*/ 0 w 5102"/>
              <a:gd name="T81" fmla="*/ 0 h 5669"/>
              <a:gd name="T82" fmla="*/ 0 w 5102"/>
              <a:gd name="T83" fmla="*/ 5669 h 56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102" h="5669">
                <a:moveTo>
                  <a:pt x="4252" y="4252"/>
                </a:moveTo>
                <a:lnTo>
                  <a:pt x="850" y="4252"/>
                </a:lnTo>
                <a:lnTo>
                  <a:pt x="850" y="3685"/>
                </a:lnTo>
                <a:lnTo>
                  <a:pt x="4252" y="3685"/>
                </a:lnTo>
                <a:lnTo>
                  <a:pt x="4252" y="4252"/>
                </a:lnTo>
                <a:close/>
                <a:moveTo>
                  <a:pt x="4252" y="3118"/>
                </a:moveTo>
                <a:lnTo>
                  <a:pt x="850" y="3118"/>
                </a:lnTo>
                <a:lnTo>
                  <a:pt x="850" y="2551"/>
                </a:lnTo>
                <a:lnTo>
                  <a:pt x="4252" y="2551"/>
                </a:lnTo>
                <a:lnTo>
                  <a:pt x="4252" y="3118"/>
                </a:lnTo>
                <a:close/>
                <a:moveTo>
                  <a:pt x="4252" y="1984"/>
                </a:moveTo>
                <a:lnTo>
                  <a:pt x="850" y="1984"/>
                </a:lnTo>
                <a:lnTo>
                  <a:pt x="850" y="1417"/>
                </a:lnTo>
                <a:lnTo>
                  <a:pt x="4252" y="1417"/>
                </a:lnTo>
                <a:lnTo>
                  <a:pt x="4252" y="1984"/>
                </a:lnTo>
                <a:close/>
                <a:moveTo>
                  <a:pt x="0" y="5669"/>
                </a:moveTo>
                <a:lnTo>
                  <a:pt x="425" y="5244"/>
                </a:lnTo>
                <a:lnTo>
                  <a:pt x="850" y="5669"/>
                </a:lnTo>
                <a:lnTo>
                  <a:pt x="1275" y="5244"/>
                </a:lnTo>
                <a:lnTo>
                  <a:pt x="1700" y="5669"/>
                </a:lnTo>
                <a:lnTo>
                  <a:pt x="2126" y="5244"/>
                </a:lnTo>
                <a:lnTo>
                  <a:pt x="2551" y="5669"/>
                </a:lnTo>
                <a:lnTo>
                  <a:pt x="2976" y="5244"/>
                </a:lnTo>
                <a:lnTo>
                  <a:pt x="3401" y="5669"/>
                </a:lnTo>
                <a:lnTo>
                  <a:pt x="3826" y="5244"/>
                </a:lnTo>
                <a:lnTo>
                  <a:pt x="4252" y="5669"/>
                </a:lnTo>
                <a:lnTo>
                  <a:pt x="4677" y="5244"/>
                </a:lnTo>
                <a:lnTo>
                  <a:pt x="5102" y="5669"/>
                </a:lnTo>
                <a:lnTo>
                  <a:pt x="5102" y="0"/>
                </a:lnTo>
                <a:lnTo>
                  <a:pt x="4677" y="425"/>
                </a:lnTo>
                <a:lnTo>
                  <a:pt x="4252" y="0"/>
                </a:lnTo>
                <a:lnTo>
                  <a:pt x="3826" y="425"/>
                </a:lnTo>
                <a:lnTo>
                  <a:pt x="3401" y="0"/>
                </a:lnTo>
                <a:lnTo>
                  <a:pt x="2976" y="425"/>
                </a:lnTo>
                <a:lnTo>
                  <a:pt x="2551" y="0"/>
                </a:lnTo>
                <a:lnTo>
                  <a:pt x="2126" y="425"/>
                </a:lnTo>
                <a:lnTo>
                  <a:pt x="1700" y="0"/>
                </a:lnTo>
                <a:lnTo>
                  <a:pt x="1275" y="425"/>
                </a:lnTo>
                <a:lnTo>
                  <a:pt x="850" y="0"/>
                </a:lnTo>
                <a:lnTo>
                  <a:pt x="425" y="425"/>
                </a:lnTo>
                <a:lnTo>
                  <a:pt x="0" y="0"/>
                </a:lnTo>
                <a:lnTo>
                  <a:pt x="0" y="56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46739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ord Voice Ov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1105915" cy="914400"/>
          </a:xfrm>
          <a:custGeom>
            <a:avLst/>
            <a:gdLst>
              <a:gd name="T0" fmla="*/ 2182 w 6268"/>
              <a:gd name="T1" fmla="*/ 818 h 5182"/>
              <a:gd name="T2" fmla="*/ 3273 w 6268"/>
              <a:gd name="T3" fmla="*/ 1909 h 5182"/>
              <a:gd name="T4" fmla="*/ 2182 w 6268"/>
              <a:gd name="T5" fmla="*/ 3000 h 5182"/>
              <a:gd name="T6" fmla="*/ 1091 w 6268"/>
              <a:gd name="T7" fmla="*/ 1909 h 5182"/>
              <a:gd name="T8" fmla="*/ 2182 w 6268"/>
              <a:gd name="T9" fmla="*/ 818 h 5182"/>
              <a:gd name="T10" fmla="*/ 2182 w 6268"/>
              <a:gd name="T11" fmla="*/ 3546 h 5182"/>
              <a:gd name="T12" fmla="*/ 0 w 6268"/>
              <a:gd name="T13" fmla="*/ 4637 h 5182"/>
              <a:gd name="T14" fmla="*/ 0 w 6268"/>
              <a:gd name="T15" fmla="*/ 5182 h 5182"/>
              <a:gd name="T16" fmla="*/ 4364 w 6268"/>
              <a:gd name="T17" fmla="*/ 5182 h 5182"/>
              <a:gd name="T18" fmla="*/ 4364 w 6268"/>
              <a:gd name="T19" fmla="*/ 4637 h 5182"/>
              <a:gd name="T20" fmla="*/ 2182 w 6268"/>
              <a:gd name="T21" fmla="*/ 3546 h 5182"/>
              <a:gd name="T22" fmla="*/ 4298 w 6268"/>
              <a:gd name="T23" fmla="*/ 916 h 5182"/>
              <a:gd name="T24" fmla="*/ 3840 w 6268"/>
              <a:gd name="T25" fmla="*/ 1377 h 5182"/>
              <a:gd name="T26" fmla="*/ 3840 w 6268"/>
              <a:gd name="T27" fmla="*/ 2438 h 5182"/>
              <a:gd name="T28" fmla="*/ 4298 w 6268"/>
              <a:gd name="T29" fmla="*/ 2899 h 5182"/>
              <a:gd name="T30" fmla="*/ 4298 w 6268"/>
              <a:gd name="T31" fmla="*/ 916 h 5182"/>
              <a:gd name="T32" fmla="*/ 5201 w 6268"/>
              <a:gd name="T33" fmla="*/ 0 h 5182"/>
              <a:gd name="T34" fmla="*/ 4756 w 6268"/>
              <a:gd name="T35" fmla="*/ 445 h 5182"/>
              <a:gd name="T36" fmla="*/ 4756 w 6268"/>
              <a:gd name="T37" fmla="*/ 3374 h 5182"/>
              <a:gd name="T38" fmla="*/ 5201 w 6268"/>
              <a:gd name="T39" fmla="*/ 3818 h 5182"/>
              <a:gd name="T40" fmla="*/ 5201 w 6268"/>
              <a:gd name="T41" fmla="*/ 0 h 51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6268" h="5182">
                <a:moveTo>
                  <a:pt x="2182" y="818"/>
                </a:moveTo>
                <a:cubicBezTo>
                  <a:pt x="2784" y="818"/>
                  <a:pt x="3273" y="1307"/>
                  <a:pt x="3273" y="1909"/>
                </a:cubicBezTo>
                <a:cubicBezTo>
                  <a:pt x="3273" y="2512"/>
                  <a:pt x="2784" y="3000"/>
                  <a:pt x="2182" y="3000"/>
                </a:cubicBezTo>
                <a:cubicBezTo>
                  <a:pt x="1579" y="3000"/>
                  <a:pt x="1091" y="2512"/>
                  <a:pt x="1091" y="1909"/>
                </a:cubicBezTo>
                <a:cubicBezTo>
                  <a:pt x="1091" y="1307"/>
                  <a:pt x="1579" y="818"/>
                  <a:pt x="2182" y="818"/>
                </a:cubicBezTo>
                <a:close/>
                <a:moveTo>
                  <a:pt x="2182" y="3546"/>
                </a:moveTo>
                <a:cubicBezTo>
                  <a:pt x="1454" y="3546"/>
                  <a:pt x="0" y="3911"/>
                  <a:pt x="0" y="4637"/>
                </a:cubicBezTo>
                <a:cubicBezTo>
                  <a:pt x="0" y="5182"/>
                  <a:pt x="0" y="5182"/>
                  <a:pt x="0" y="5182"/>
                </a:cubicBezTo>
                <a:cubicBezTo>
                  <a:pt x="4364" y="5182"/>
                  <a:pt x="4364" y="5182"/>
                  <a:pt x="4364" y="5182"/>
                </a:cubicBezTo>
                <a:cubicBezTo>
                  <a:pt x="4364" y="4637"/>
                  <a:pt x="4364" y="4637"/>
                  <a:pt x="4364" y="4637"/>
                </a:cubicBezTo>
                <a:cubicBezTo>
                  <a:pt x="4364" y="3911"/>
                  <a:pt x="2910" y="3546"/>
                  <a:pt x="2182" y="3546"/>
                </a:cubicBezTo>
                <a:close/>
                <a:moveTo>
                  <a:pt x="4298" y="916"/>
                </a:moveTo>
                <a:cubicBezTo>
                  <a:pt x="3840" y="1377"/>
                  <a:pt x="3840" y="1377"/>
                  <a:pt x="3840" y="1377"/>
                </a:cubicBezTo>
                <a:cubicBezTo>
                  <a:pt x="4069" y="1699"/>
                  <a:pt x="4069" y="2116"/>
                  <a:pt x="3840" y="2438"/>
                </a:cubicBezTo>
                <a:cubicBezTo>
                  <a:pt x="4298" y="2899"/>
                  <a:pt x="4298" y="2899"/>
                  <a:pt x="4298" y="2899"/>
                </a:cubicBezTo>
                <a:cubicBezTo>
                  <a:pt x="4849" y="2348"/>
                  <a:pt x="4849" y="1516"/>
                  <a:pt x="4298" y="916"/>
                </a:cubicBezTo>
                <a:close/>
                <a:moveTo>
                  <a:pt x="5201" y="0"/>
                </a:moveTo>
                <a:cubicBezTo>
                  <a:pt x="4756" y="445"/>
                  <a:pt x="4756" y="445"/>
                  <a:pt x="4756" y="445"/>
                </a:cubicBezTo>
                <a:cubicBezTo>
                  <a:pt x="5512" y="1268"/>
                  <a:pt x="5512" y="2506"/>
                  <a:pt x="4756" y="3374"/>
                </a:cubicBezTo>
                <a:cubicBezTo>
                  <a:pt x="5201" y="3818"/>
                  <a:pt x="5201" y="3818"/>
                  <a:pt x="5201" y="3818"/>
                </a:cubicBezTo>
                <a:cubicBezTo>
                  <a:pt x="6265" y="2757"/>
                  <a:pt x="6268" y="1105"/>
                  <a:pt x="520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73897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dee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8591"/>
          </a:xfrm>
          <a:custGeom>
            <a:avLst/>
            <a:gdLst>
              <a:gd name="T0" fmla="*/ 2160 w 2400"/>
              <a:gd name="T1" fmla="*/ 480 h 2280"/>
              <a:gd name="T2" fmla="*/ 1898 w 2400"/>
              <a:gd name="T3" fmla="*/ 480 h 2280"/>
              <a:gd name="T4" fmla="*/ 1920 w 2400"/>
              <a:gd name="T5" fmla="*/ 360 h 2280"/>
              <a:gd name="T6" fmla="*/ 1560 w 2400"/>
              <a:gd name="T7" fmla="*/ 0 h 2280"/>
              <a:gd name="T8" fmla="*/ 1260 w 2400"/>
              <a:gd name="T9" fmla="*/ 162 h 2280"/>
              <a:gd name="T10" fmla="*/ 1200 w 2400"/>
              <a:gd name="T11" fmla="*/ 242 h 2280"/>
              <a:gd name="T12" fmla="*/ 1140 w 2400"/>
              <a:gd name="T13" fmla="*/ 161 h 2280"/>
              <a:gd name="T14" fmla="*/ 840 w 2400"/>
              <a:gd name="T15" fmla="*/ 0 h 2280"/>
              <a:gd name="T16" fmla="*/ 480 w 2400"/>
              <a:gd name="T17" fmla="*/ 360 h 2280"/>
              <a:gd name="T18" fmla="*/ 502 w 2400"/>
              <a:gd name="T19" fmla="*/ 480 h 2280"/>
              <a:gd name="T20" fmla="*/ 240 w 2400"/>
              <a:gd name="T21" fmla="*/ 480 h 2280"/>
              <a:gd name="T22" fmla="*/ 1 w 2400"/>
              <a:gd name="T23" fmla="*/ 720 h 2280"/>
              <a:gd name="T24" fmla="*/ 0 w 2400"/>
              <a:gd name="T25" fmla="*/ 2040 h 2280"/>
              <a:gd name="T26" fmla="*/ 240 w 2400"/>
              <a:gd name="T27" fmla="*/ 2280 h 2280"/>
              <a:gd name="T28" fmla="*/ 2160 w 2400"/>
              <a:gd name="T29" fmla="*/ 2280 h 2280"/>
              <a:gd name="T30" fmla="*/ 2400 w 2400"/>
              <a:gd name="T31" fmla="*/ 2040 h 2280"/>
              <a:gd name="T32" fmla="*/ 2400 w 2400"/>
              <a:gd name="T33" fmla="*/ 720 h 2280"/>
              <a:gd name="T34" fmla="*/ 2160 w 2400"/>
              <a:gd name="T35" fmla="*/ 480 h 2280"/>
              <a:gd name="T36" fmla="*/ 1560 w 2400"/>
              <a:gd name="T37" fmla="*/ 240 h 2280"/>
              <a:gd name="T38" fmla="*/ 1680 w 2400"/>
              <a:gd name="T39" fmla="*/ 360 h 2280"/>
              <a:gd name="T40" fmla="*/ 1560 w 2400"/>
              <a:gd name="T41" fmla="*/ 480 h 2280"/>
              <a:gd name="T42" fmla="*/ 1440 w 2400"/>
              <a:gd name="T43" fmla="*/ 360 h 2280"/>
              <a:gd name="T44" fmla="*/ 1560 w 2400"/>
              <a:gd name="T45" fmla="*/ 240 h 2280"/>
              <a:gd name="T46" fmla="*/ 840 w 2400"/>
              <a:gd name="T47" fmla="*/ 240 h 2280"/>
              <a:gd name="T48" fmla="*/ 960 w 2400"/>
              <a:gd name="T49" fmla="*/ 360 h 2280"/>
              <a:gd name="T50" fmla="*/ 840 w 2400"/>
              <a:gd name="T51" fmla="*/ 480 h 2280"/>
              <a:gd name="T52" fmla="*/ 720 w 2400"/>
              <a:gd name="T53" fmla="*/ 360 h 2280"/>
              <a:gd name="T54" fmla="*/ 840 w 2400"/>
              <a:gd name="T55" fmla="*/ 240 h 2280"/>
              <a:gd name="T56" fmla="*/ 2160 w 2400"/>
              <a:gd name="T57" fmla="*/ 2040 h 2280"/>
              <a:gd name="T58" fmla="*/ 240 w 2400"/>
              <a:gd name="T59" fmla="*/ 2040 h 2280"/>
              <a:gd name="T60" fmla="*/ 240 w 2400"/>
              <a:gd name="T61" fmla="*/ 1800 h 2280"/>
              <a:gd name="T62" fmla="*/ 2160 w 2400"/>
              <a:gd name="T63" fmla="*/ 1800 h 2280"/>
              <a:gd name="T64" fmla="*/ 2160 w 2400"/>
              <a:gd name="T65" fmla="*/ 2040 h 2280"/>
              <a:gd name="T66" fmla="*/ 2160 w 2400"/>
              <a:gd name="T67" fmla="*/ 1440 h 2280"/>
              <a:gd name="T68" fmla="*/ 240 w 2400"/>
              <a:gd name="T69" fmla="*/ 1440 h 2280"/>
              <a:gd name="T70" fmla="*/ 240 w 2400"/>
              <a:gd name="T71" fmla="*/ 720 h 2280"/>
              <a:gd name="T72" fmla="*/ 850 w 2400"/>
              <a:gd name="T73" fmla="*/ 720 h 2280"/>
              <a:gd name="T74" fmla="*/ 600 w 2400"/>
              <a:gd name="T75" fmla="*/ 1060 h 2280"/>
              <a:gd name="T76" fmla="*/ 794 w 2400"/>
              <a:gd name="T77" fmla="*/ 1200 h 2280"/>
              <a:gd name="T78" fmla="*/ 1080 w 2400"/>
              <a:gd name="T79" fmla="*/ 811 h 2280"/>
              <a:gd name="T80" fmla="*/ 1200 w 2400"/>
              <a:gd name="T81" fmla="*/ 648 h 2280"/>
              <a:gd name="T82" fmla="*/ 1320 w 2400"/>
              <a:gd name="T83" fmla="*/ 811 h 2280"/>
              <a:gd name="T84" fmla="*/ 1606 w 2400"/>
              <a:gd name="T85" fmla="*/ 1200 h 2280"/>
              <a:gd name="T86" fmla="*/ 1800 w 2400"/>
              <a:gd name="T87" fmla="*/ 1060 h 2280"/>
              <a:gd name="T88" fmla="*/ 1550 w 2400"/>
              <a:gd name="T89" fmla="*/ 720 h 2280"/>
              <a:gd name="T90" fmla="*/ 2160 w 2400"/>
              <a:gd name="T91" fmla="*/ 720 h 2280"/>
              <a:gd name="T92" fmla="*/ 2160 w 2400"/>
              <a:gd name="T93" fmla="*/ 1440 h 2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400" h="2280">
                <a:moveTo>
                  <a:pt x="2160" y="480"/>
                </a:moveTo>
                <a:cubicBezTo>
                  <a:pt x="1898" y="480"/>
                  <a:pt x="1898" y="480"/>
                  <a:pt x="1898" y="480"/>
                </a:cubicBezTo>
                <a:cubicBezTo>
                  <a:pt x="1912" y="443"/>
                  <a:pt x="1920" y="402"/>
                  <a:pt x="1920" y="360"/>
                </a:cubicBezTo>
                <a:cubicBezTo>
                  <a:pt x="1920" y="161"/>
                  <a:pt x="1759" y="0"/>
                  <a:pt x="1560" y="0"/>
                </a:cubicBezTo>
                <a:cubicBezTo>
                  <a:pt x="1434" y="0"/>
                  <a:pt x="1325" y="65"/>
                  <a:pt x="1260" y="162"/>
                </a:cubicBezTo>
                <a:cubicBezTo>
                  <a:pt x="1200" y="242"/>
                  <a:pt x="1200" y="242"/>
                  <a:pt x="1200" y="242"/>
                </a:cubicBezTo>
                <a:cubicBezTo>
                  <a:pt x="1140" y="161"/>
                  <a:pt x="1140" y="161"/>
                  <a:pt x="1140" y="161"/>
                </a:cubicBezTo>
                <a:cubicBezTo>
                  <a:pt x="1075" y="65"/>
                  <a:pt x="966" y="0"/>
                  <a:pt x="840" y="0"/>
                </a:cubicBezTo>
                <a:cubicBezTo>
                  <a:pt x="641" y="0"/>
                  <a:pt x="480" y="161"/>
                  <a:pt x="480" y="360"/>
                </a:cubicBezTo>
                <a:cubicBezTo>
                  <a:pt x="480" y="402"/>
                  <a:pt x="488" y="443"/>
                  <a:pt x="502" y="480"/>
                </a:cubicBezTo>
                <a:cubicBezTo>
                  <a:pt x="240" y="480"/>
                  <a:pt x="240" y="480"/>
                  <a:pt x="240" y="480"/>
                </a:cubicBezTo>
                <a:cubicBezTo>
                  <a:pt x="107" y="480"/>
                  <a:pt x="1" y="587"/>
                  <a:pt x="1" y="720"/>
                </a:cubicBezTo>
                <a:cubicBezTo>
                  <a:pt x="0" y="2040"/>
                  <a:pt x="0" y="2040"/>
                  <a:pt x="0" y="2040"/>
                </a:cubicBezTo>
                <a:cubicBezTo>
                  <a:pt x="0" y="2173"/>
                  <a:pt x="107" y="2280"/>
                  <a:pt x="240" y="2280"/>
                </a:cubicBezTo>
                <a:cubicBezTo>
                  <a:pt x="2160" y="2280"/>
                  <a:pt x="2160" y="2280"/>
                  <a:pt x="2160" y="2280"/>
                </a:cubicBezTo>
                <a:cubicBezTo>
                  <a:pt x="2293" y="2280"/>
                  <a:pt x="2400" y="2173"/>
                  <a:pt x="2400" y="2040"/>
                </a:cubicBezTo>
                <a:cubicBezTo>
                  <a:pt x="2400" y="720"/>
                  <a:pt x="2400" y="720"/>
                  <a:pt x="2400" y="720"/>
                </a:cubicBezTo>
                <a:cubicBezTo>
                  <a:pt x="2400" y="587"/>
                  <a:pt x="2293" y="480"/>
                  <a:pt x="2160" y="480"/>
                </a:cubicBezTo>
                <a:close/>
                <a:moveTo>
                  <a:pt x="1560" y="240"/>
                </a:moveTo>
                <a:cubicBezTo>
                  <a:pt x="1626" y="240"/>
                  <a:pt x="1680" y="294"/>
                  <a:pt x="1680" y="360"/>
                </a:cubicBezTo>
                <a:cubicBezTo>
                  <a:pt x="1680" y="426"/>
                  <a:pt x="1626" y="480"/>
                  <a:pt x="1560" y="480"/>
                </a:cubicBezTo>
                <a:cubicBezTo>
                  <a:pt x="1494" y="480"/>
                  <a:pt x="1440" y="426"/>
                  <a:pt x="1440" y="360"/>
                </a:cubicBezTo>
                <a:cubicBezTo>
                  <a:pt x="1440" y="294"/>
                  <a:pt x="1494" y="240"/>
                  <a:pt x="1560" y="240"/>
                </a:cubicBezTo>
                <a:close/>
                <a:moveTo>
                  <a:pt x="840" y="240"/>
                </a:moveTo>
                <a:cubicBezTo>
                  <a:pt x="906" y="240"/>
                  <a:pt x="960" y="294"/>
                  <a:pt x="960" y="360"/>
                </a:cubicBezTo>
                <a:cubicBezTo>
                  <a:pt x="960" y="426"/>
                  <a:pt x="906" y="480"/>
                  <a:pt x="840" y="480"/>
                </a:cubicBezTo>
                <a:cubicBezTo>
                  <a:pt x="774" y="480"/>
                  <a:pt x="720" y="426"/>
                  <a:pt x="720" y="360"/>
                </a:cubicBezTo>
                <a:cubicBezTo>
                  <a:pt x="720" y="294"/>
                  <a:pt x="774" y="240"/>
                  <a:pt x="840" y="240"/>
                </a:cubicBezTo>
                <a:close/>
                <a:moveTo>
                  <a:pt x="2160" y="2040"/>
                </a:moveTo>
                <a:cubicBezTo>
                  <a:pt x="240" y="2040"/>
                  <a:pt x="240" y="2040"/>
                  <a:pt x="240" y="2040"/>
                </a:cubicBezTo>
                <a:cubicBezTo>
                  <a:pt x="240" y="1800"/>
                  <a:pt x="240" y="1800"/>
                  <a:pt x="240" y="1800"/>
                </a:cubicBezTo>
                <a:cubicBezTo>
                  <a:pt x="2160" y="1800"/>
                  <a:pt x="2160" y="1800"/>
                  <a:pt x="2160" y="1800"/>
                </a:cubicBezTo>
                <a:lnTo>
                  <a:pt x="2160" y="2040"/>
                </a:lnTo>
                <a:close/>
                <a:moveTo>
                  <a:pt x="2160" y="1440"/>
                </a:moveTo>
                <a:cubicBezTo>
                  <a:pt x="240" y="1440"/>
                  <a:pt x="240" y="1440"/>
                  <a:pt x="240" y="1440"/>
                </a:cubicBezTo>
                <a:cubicBezTo>
                  <a:pt x="240" y="720"/>
                  <a:pt x="240" y="720"/>
                  <a:pt x="240" y="720"/>
                </a:cubicBezTo>
                <a:cubicBezTo>
                  <a:pt x="850" y="720"/>
                  <a:pt x="850" y="720"/>
                  <a:pt x="850" y="720"/>
                </a:cubicBezTo>
                <a:cubicBezTo>
                  <a:pt x="600" y="1060"/>
                  <a:pt x="600" y="1060"/>
                  <a:pt x="600" y="1060"/>
                </a:cubicBezTo>
                <a:cubicBezTo>
                  <a:pt x="794" y="1200"/>
                  <a:pt x="794" y="1200"/>
                  <a:pt x="794" y="1200"/>
                </a:cubicBezTo>
                <a:cubicBezTo>
                  <a:pt x="1080" y="811"/>
                  <a:pt x="1080" y="811"/>
                  <a:pt x="1080" y="811"/>
                </a:cubicBezTo>
                <a:cubicBezTo>
                  <a:pt x="1200" y="648"/>
                  <a:pt x="1200" y="648"/>
                  <a:pt x="1200" y="648"/>
                </a:cubicBezTo>
                <a:cubicBezTo>
                  <a:pt x="1320" y="811"/>
                  <a:pt x="1320" y="811"/>
                  <a:pt x="1320" y="811"/>
                </a:cubicBezTo>
                <a:cubicBezTo>
                  <a:pt x="1606" y="1200"/>
                  <a:pt x="1606" y="1200"/>
                  <a:pt x="1606" y="1200"/>
                </a:cubicBezTo>
                <a:cubicBezTo>
                  <a:pt x="1800" y="1060"/>
                  <a:pt x="1800" y="1060"/>
                  <a:pt x="1800" y="1060"/>
                </a:cubicBezTo>
                <a:cubicBezTo>
                  <a:pt x="1550" y="720"/>
                  <a:pt x="1550" y="720"/>
                  <a:pt x="1550" y="720"/>
                </a:cubicBezTo>
                <a:cubicBezTo>
                  <a:pt x="2160" y="720"/>
                  <a:pt x="2160" y="720"/>
                  <a:pt x="2160" y="720"/>
                </a:cubicBezTo>
                <a:lnTo>
                  <a:pt x="2160" y="14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938379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ord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11160"/>
          </a:xfrm>
          <a:custGeom>
            <a:avLst/>
            <a:gdLst>
              <a:gd name="T0" fmla="*/ 0 w 5102"/>
              <a:gd name="T1" fmla="*/ 2835 h 3968"/>
              <a:gd name="T2" fmla="*/ 5102 w 5102"/>
              <a:gd name="T3" fmla="*/ 2835 h 3968"/>
              <a:gd name="T4" fmla="*/ 5102 w 5102"/>
              <a:gd name="T5" fmla="*/ 2268 h 3968"/>
              <a:gd name="T6" fmla="*/ 0 w 5102"/>
              <a:gd name="T7" fmla="*/ 2268 h 3968"/>
              <a:gd name="T8" fmla="*/ 0 w 5102"/>
              <a:gd name="T9" fmla="*/ 2835 h 3968"/>
              <a:gd name="T10" fmla="*/ 0 w 5102"/>
              <a:gd name="T11" fmla="*/ 3968 h 3968"/>
              <a:gd name="T12" fmla="*/ 5102 w 5102"/>
              <a:gd name="T13" fmla="*/ 3968 h 3968"/>
              <a:gd name="T14" fmla="*/ 5102 w 5102"/>
              <a:gd name="T15" fmla="*/ 3402 h 3968"/>
              <a:gd name="T16" fmla="*/ 0 w 5102"/>
              <a:gd name="T17" fmla="*/ 3402 h 3968"/>
              <a:gd name="T18" fmla="*/ 0 w 5102"/>
              <a:gd name="T19" fmla="*/ 3968 h 3968"/>
              <a:gd name="T20" fmla="*/ 0 w 5102"/>
              <a:gd name="T21" fmla="*/ 1701 h 3968"/>
              <a:gd name="T22" fmla="*/ 5102 w 5102"/>
              <a:gd name="T23" fmla="*/ 1701 h 3968"/>
              <a:gd name="T24" fmla="*/ 5102 w 5102"/>
              <a:gd name="T25" fmla="*/ 1134 h 3968"/>
              <a:gd name="T26" fmla="*/ 0 w 5102"/>
              <a:gd name="T27" fmla="*/ 1134 h 3968"/>
              <a:gd name="T28" fmla="*/ 0 w 5102"/>
              <a:gd name="T29" fmla="*/ 1701 h 3968"/>
              <a:gd name="T30" fmla="*/ 0 w 5102"/>
              <a:gd name="T31" fmla="*/ 0 h 3968"/>
              <a:gd name="T32" fmla="*/ 0 w 5102"/>
              <a:gd name="T33" fmla="*/ 567 h 3968"/>
              <a:gd name="T34" fmla="*/ 5102 w 5102"/>
              <a:gd name="T35" fmla="*/ 567 h 3968"/>
              <a:gd name="T36" fmla="*/ 5102 w 5102"/>
              <a:gd name="T37" fmla="*/ 0 h 3968"/>
              <a:gd name="T38" fmla="*/ 0 w 5102"/>
              <a:gd name="T39" fmla="*/ 0 h 3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102" h="3968">
                <a:moveTo>
                  <a:pt x="0" y="2835"/>
                </a:moveTo>
                <a:lnTo>
                  <a:pt x="5102" y="2835"/>
                </a:lnTo>
                <a:lnTo>
                  <a:pt x="5102" y="2268"/>
                </a:lnTo>
                <a:lnTo>
                  <a:pt x="0" y="2268"/>
                </a:lnTo>
                <a:lnTo>
                  <a:pt x="0" y="2835"/>
                </a:lnTo>
                <a:close/>
                <a:moveTo>
                  <a:pt x="0" y="3968"/>
                </a:moveTo>
                <a:lnTo>
                  <a:pt x="5102" y="3968"/>
                </a:lnTo>
                <a:lnTo>
                  <a:pt x="5102" y="3402"/>
                </a:lnTo>
                <a:lnTo>
                  <a:pt x="0" y="3402"/>
                </a:lnTo>
                <a:lnTo>
                  <a:pt x="0" y="3968"/>
                </a:lnTo>
                <a:close/>
                <a:moveTo>
                  <a:pt x="0" y="1701"/>
                </a:moveTo>
                <a:lnTo>
                  <a:pt x="5102" y="1701"/>
                </a:lnTo>
                <a:lnTo>
                  <a:pt x="5102" y="1134"/>
                </a:lnTo>
                <a:lnTo>
                  <a:pt x="0" y="1134"/>
                </a:lnTo>
                <a:lnTo>
                  <a:pt x="0" y="1701"/>
                </a:lnTo>
                <a:close/>
                <a:moveTo>
                  <a:pt x="0" y="0"/>
                </a:moveTo>
                <a:lnTo>
                  <a:pt x="0" y="567"/>
                </a:lnTo>
                <a:lnTo>
                  <a:pt x="5102" y="567"/>
                </a:lnTo>
                <a:lnTo>
                  <a:pt x="5102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18538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port Proble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89616"/>
          </a:xfrm>
          <a:custGeom>
            <a:avLst/>
            <a:gdLst>
              <a:gd name="T0" fmla="*/ 0 w 6236"/>
              <a:gd name="T1" fmla="*/ 5385 h 5385"/>
              <a:gd name="T2" fmla="*/ 6236 w 6236"/>
              <a:gd name="T3" fmla="*/ 5385 h 5385"/>
              <a:gd name="T4" fmla="*/ 3118 w 6236"/>
              <a:gd name="T5" fmla="*/ 0 h 5385"/>
              <a:gd name="T6" fmla="*/ 0 w 6236"/>
              <a:gd name="T7" fmla="*/ 5385 h 5385"/>
              <a:gd name="T8" fmla="*/ 3401 w 6236"/>
              <a:gd name="T9" fmla="*/ 4535 h 5385"/>
              <a:gd name="T10" fmla="*/ 2834 w 6236"/>
              <a:gd name="T11" fmla="*/ 4535 h 5385"/>
              <a:gd name="T12" fmla="*/ 2834 w 6236"/>
              <a:gd name="T13" fmla="*/ 3968 h 5385"/>
              <a:gd name="T14" fmla="*/ 3401 w 6236"/>
              <a:gd name="T15" fmla="*/ 3968 h 5385"/>
              <a:gd name="T16" fmla="*/ 3401 w 6236"/>
              <a:gd name="T17" fmla="*/ 4535 h 5385"/>
              <a:gd name="T18" fmla="*/ 3401 w 6236"/>
              <a:gd name="T19" fmla="*/ 3401 h 5385"/>
              <a:gd name="T20" fmla="*/ 2834 w 6236"/>
              <a:gd name="T21" fmla="*/ 3401 h 5385"/>
              <a:gd name="T22" fmla="*/ 2834 w 6236"/>
              <a:gd name="T23" fmla="*/ 2267 h 5385"/>
              <a:gd name="T24" fmla="*/ 3401 w 6236"/>
              <a:gd name="T25" fmla="*/ 2267 h 5385"/>
              <a:gd name="T26" fmla="*/ 3401 w 6236"/>
              <a:gd name="T27" fmla="*/ 3401 h 5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236" h="5385">
                <a:moveTo>
                  <a:pt x="0" y="5385"/>
                </a:moveTo>
                <a:lnTo>
                  <a:pt x="6236" y="5385"/>
                </a:lnTo>
                <a:lnTo>
                  <a:pt x="3118" y="0"/>
                </a:lnTo>
                <a:lnTo>
                  <a:pt x="0" y="5385"/>
                </a:lnTo>
                <a:close/>
                <a:moveTo>
                  <a:pt x="3401" y="4535"/>
                </a:moveTo>
                <a:lnTo>
                  <a:pt x="2834" y="4535"/>
                </a:lnTo>
                <a:lnTo>
                  <a:pt x="2834" y="3968"/>
                </a:lnTo>
                <a:lnTo>
                  <a:pt x="3401" y="3968"/>
                </a:lnTo>
                <a:lnTo>
                  <a:pt x="3401" y="4535"/>
                </a:lnTo>
                <a:close/>
                <a:moveTo>
                  <a:pt x="3401" y="3401"/>
                </a:moveTo>
                <a:lnTo>
                  <a:pt x="2834" y="3401"/>
                </a:lnTo>
                <a:lnTo>
                  <a:pt x="2834" y="2267"/>
                </a:lnTo>
                <a:lnTo>
                  <a:pt x="3401" y="2267"/>
                </a:lnTo>
                <a:lnTo>
                  <a:pt x="3401" y="34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8256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sto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83815"/>
          </a:xfrm>
          <a:custGeom>
            <a:avLst/>
            <a:gdLst>
              <a:gd name="T0" fmla="*/ 1440 w 2520"/>
              <a:gd name="T1" fmla="*/ 0 h 2160"/>
              <a:gd name="T2" fmla="*/ 360 w 2520"/>
              <a:gd name="T3" fmla="*/ 1080 h 2160"/>
              <a:gd name="T4" fmla="*/ 0 w 2520"/>
              <a:gd name="T5" fmla="*/ 1080 h 2160"/>
              <a:gd name="T6" fmla="*/ 467 w 2520"/>
              <a:gd name="T7" fmla="*/ 1547 h 2160"/>
              <a:gd name="T8" fmla="*/ 475 w 2520"/>
              <a:gd name="T9" fmla="*/ 1564 h 2160"/>
              <a:gd name="T10" fmla="*/ 960 w 2520"/>
              <a:gd name="T11" fmla="*/ 1080 h 2160"/>
              <a:gd name="T12" fmla="*/ 600 w 2520"/>
              <a:gd name="T13" fmla="*/ 1080 h 2160"/>
              <a:gd name="T14" fmla="*/ 1440 w 2520"/>
              <a:gd name="T15" fmla="*/ 240 h 2160"/>
              <a:gd name="T16" fmla="*/ 2280 w 2520"/>
              <a:gd name="T17" fmla="*/ 1080 h 2160"/>
              <a:gd name="T18" fmla="*/ 1440 w 2520"/>
              <a:gd name="T19" fmla="*/ 1920 h 2160"/>
              <a:gd name="T20" fmla="*/ 847 w 2520"/>
              <a:gd name="T21" fmla="*/ 1673 h 2160"/>
              <a:gd name="T22" fmla="*/ 677 w 2520"/>
              <a:gd name="T23" fmla="*/ 1843 h 2160"/>
              <a:gd name="T24" fmla="*/ 1440 w 2520"/>
              <a:gd name="T25" fmla="*/ 2160 h 2160"/>
              <a:gd name="T26" fmla="*/ 2520 w 2520"/>
              <a:gd name="T27" fmla="*/ 1080 h 2160"/>
              <a:gd name="T28" fmla="*/ 1440 w 2520"/>
              <a:gd name="T29" fmla="*/ 0 h 2160"/>
              <a:gd name="T30" fmla="*/ 1320 w 2520"/>
              <a:gd name="T31" fmla="*/ 600 h 2160"/>
              <a:gd name="T32" fmla="*/ 1320 w 2520"/>
              <a:gd name="T33" fmla="*/ 1200 h 2160"/>
              <a:gd name="T34" fmla="*/ 1834 w 2520"/>
              <a:gd name="T35" fmla="*/ 1505 h 2160"/>
              <a:gd name="T36" fmla="*/ 1920 w 2520"/>
              <a:gd name="T37" fmla="*/ 1360 h 2160"/>
              <a:gd name="T38" fmla="*/ 1500 w 2520"/>
              <a:gd name="T39" fmla="*/ 1110 h 2160"/>
              <a:gd name="T40" fmla="*/ 1500 w 2520"/>
              <a:gd name="T41" fmla="*/ 600 h 2160"/>
              <a:gd name="T42" fmla="*/ 1320 w 2520"/>
              <a:gd name="T43" fmla="*/ 60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20" h="2160">
                <a:moveTo>
                  <a:pt x="1440" y="0"/>
                </a:moveTo>
                <a:cubicBezTo>
                  <a:pt x="844" y="0"/>
                  <a:pt x="360" y="484"/>
                  <a:pt x="360" y="1080"/>
                </a:cubicBezTo>
                <a:cubicBezTo>
                  <a:pt x="0" y="1080"/>
                  <a:pt x="0" y="1080"/>
                  <a:pt x="0" y="1080"/>
                </a:cubicBezTo>
                <a:cubicBezTo>
                  <a:pt x="467" y="1547"/>
                  <a:pt x="467" y="1547"/>
                  <a:pt x="467" y="1547"/>
                </a:cubicBezTo>
                <a:cubicBezTo>
                  <a:pt x="475" y="1564"/>
                  <a:pt x="475" y="1564"/>
                  <a:pt x="475" y="1564"/>
                </a:cubicBezTo>
                <a:cubicBezTo>
                  <a:pt x="960" y="1080"/>
                  <a:pt x="960" y="1080"/>
                  <a:pt x="960" y="1080"/>
                </a:cubicBezTo>
                <a:cubicBezTo>
                  <a:pt x="600" y="1080"/>
                  <a:pt x="600" y="1080"/>
                  <a:pt x="600" y="1080"/>
                </a:cubicBezTo>
                <a:cubicBezTo>
                  <a:pt x="600" y="616"/>
                  <a:pt x="976" y="240"/>
                  <a:pt x="1440" y="240"/>
                </a:cubicBezTo>
                <a:cubicBezTo>
                  <a:pt x="1904" y="240"/>
                  <a:pt x="2280" y="616"/>
                  <a:pt x="2280" y="1080"/>
                </a:cubicBezTo>
                <a:cubicBezTo>
                  <a:pt x="2280" y="1544"/>
                  <a:pt x="1904" y="1920"/>
                  <a:pt x="1440" y="1920"/>
                </a:cubicBezTo>
                <a:cubicBezTo>
                  <a:pt x="1208" y="1920"/>
                  <a:pt x="998" y="1825"/>
                  <a:pt x="847" y="1673"/>
                </a:cubicBezTo>
                <a:cubicBezTo>
                  <a:pt x="677" y="1843"/>
                  <a:pt x="677" y="1843"/>
                  <a:pt x="677" y="1843"/>
                </a:cubicBezTo>
                <a:cubicBezTo>
                  <a:pt x="872" y="2039"/>
                  <a:pt x="1141" y="2160"/>
                  <a:pt x="1440" y="2160"/>
                </a:cubicBezTo>
                <a:cubicBezTo>
                  <a:pt x="2036" y="2160"/>
                  <a:pt x="2520" y="1676"/>
                  <a:pt x="2520" y="1080"/>
                </a:cubicBezTo>
                <a:cubicBezTo>
                  <a:pt x="2520" y="484"/>
                  <a:pt x="2036" y="0"/>
                  <a:pt x="1440" y="0"/>
                </a:cubicBezTo>
                <a:close/>
                <a:moveTo>
                  <a:pt x="1320" y="600"/>
                </a:moveTo>
                <a:cubicBezTo>
                  <a:pt x="1320" y="1200"/>
                  <a:pt x="1320" y="1200"/>
                  <a:pt x="1320" y="1200"/>
                </a:cubicBezTo>
                <a:cubicBezTo>
                  <a:pt x="1834" y="1505"/>
                  <a:pt x="1834" y="1505"/>
                  <a:pt x="1834" y="1505"/>
                </a:cubicBezTo>
                <a:cubicBezTo>
                  <a:pt x="1920" y="1360"/>
                  <a:pt x="1920" y="1360"/>
                  <a:pt x="1920" y="1360"/>
                </a:cubicBezTo>
                <a:cubicBezTo>
                  <a:pt x="1500" y="1110"/>
                  <a:pt x="1500" y="1110"/>
                  <a:pt x="1500" y="1110"/>
                </a:cubicBezTo>
                <a:cubicBezTo>
                  <a:pt x="1500" y="600"/>
                  <a:pt x="1500" y="600"/>
                  <a:pt x="1500" y="600"/>
                </a:cubicBezTo>
                <a:lnTo>
                  <a:pt x="1320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5390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o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40032" cy="914400"/>
          </a:xfrm>
          <a:custGeom>
            <a:avLst/>
            <a:gdLst>
              <a:gd name="T0" fmla="*/ 840 w 1680"/>
              <a:gd name="T1" fmla="*/ 0 h 2400"/>
              <a:gd name="T2" fmla="*/ 0 w 1680"/>
              <a:gd name="T3" fmla="*/ 840 h 2400"/>
              <a:gd name="T4" fmla="*/ 840 w 1680"/>
              <a:gd name="T5" fmla="*/ 2400 h 2400"/>
              <a:gd name="T6" fmla="*/ 1680 w 1680"/>
              <a:gd name="T7" fmla="*/ 840 h 2400"/>
              <a:gd name="T8" fmla="*/ 840 w 1680"/>
              <a:gd name="T9" fmla="*/ 0 h 2400"/>
              <a:gd name="T10" fmla="*/ 840 w 1680"/>
              <a:gd name="T11" fmla="*/ 1140 h 2400"/>
              <a:gd name="T12" fmla="*/ 540 w 1680"/>
              <a:gd name="T13" fmla="*/ 840 h 2400"/>
              <a:gd name="T14" fmla="*/ 840 w 1680"/>
              <a:gd name="T15" fmla="*/ 540 h 2400"/>
              <a:gd name="T16" fmla="*/ 1140 w 1680"/>
              <a:gd name="T17" fmla="*/ 840 h 2400"/>
              <a:gd name="T18" fmla="*/ 840 w 1680"/>
              <a:gd name="T19" fmla="*/ 114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80" h="2400">
                <a:moveTo>
                  <a:pt x="840" y="0"/>
                </a:moveTo>
                <a:cubicBezTo>
                  <a:pt x="376" y="0"/>
                  <a:pt x="0" y="376"/>
                  <a:pt x="0" y="840"/>
                </a:cubicBezTo>
                <a:cubicBezTo>
                  <a:pt x="0" y="1470"/>
                  <a:pt x="840" y="2400"/>
                  <a:pt x="840" y="2400"/>
                </a:cubicBezTo>
                <a:cubicBezTo>
                  <a:pt x="840" y="2400"/>
                  <a:pt x="1680" y="1470"/>
                  <a:pt x="1680" y="840"/>
                </a:cubicBezTo>
                <a:cubicBezTo>
                  <a:pt x="1680" y="376"/>
                  <a:pt x="1304" y="0"/>
                  <a:pt x="840" y="0"/>
                </a:cubicBezTo>
                <a:close/>
                <a:moveTo>
                  <a:pt x="840" y="1140"/>
                </a:moveTo>
                <a:cubicBezTo>
                  <a:pt x="674" y="1140"/>
                  <a:pt x="540" y="1006"/>
                  <a:pt x="540" y="840"/>
                </a:cubicBezTo>
                <a:cubicBezTo>
                  <a:pt x="540" y="674"/>
                  <a:pt x="674" y="540"/>
                  <a:pt x="840" y="540"/>
                </a:cubicBezTo>
                <a:cubicBezTo>
                  <a:pt x="1006" y="540"/>
                  <a:pt x="1140" y="674"/>
                  <a:pt x="1140" y="840"/>
                </a:cubicBezTo>
                <a:cubicBezTo>
                  <a:pt x="1140" y="1006"/>
                  <a:pt x="1006" y="1140"/>
                  <a:pt x="840" y="11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9750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Corn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160 w 2160"/>
              <a:gd name="T1" fmla="*/ 1920 h 2160"/>
              <a:gd name="T2" fmla="*/ 1920 w 2160"/>
              <a:gd name="T3" fmla="*/ 2160 h 2160"/>
              <a:gd name="T4" fmla="*/ 1920 w 2160"/>
              <a:gd name="T5" fmla="*/ 1680 h 2160"/>
              <a:gd name="T6" fmla="*/ 2160 w 2160"/>
              <a:gd name="T7" fmla="*/ 1440 h 2160"/>
              <a:gd name="T8" fmla="*/ 1920 w 2160"/>
              <a:gd name="T9" fmla="*/ 1680 h 2160"/>
              <a:gd name="T10" fmla="*/ 240 w 2160"/>
              <a:gd name="T11" fmla="*/ 1200 h 2160"/>
              <a:gd name="T12" fmla="*/ 0 w 2160"/>
              <a:gd name="T13" fmla="*/ 960 h 2160"/>
              <a:gd name="T14" fmla="*/ 0 w 2160"/>
              <a:gd name="T15" fmla="*/ 1680 h 2160"/>
              <a:gd name="T16" fmla="*/ 240 w 2160"/>
              <a:gd name="T17" fmla="*/ 1440 h 2160"/>
              <a:gd name="T18" fmla="*/ 0 w 2160"/>
              <a:gd name="T19" fmla="*/ 1680 h 2160"/>
              <a:gd name="T20" fmla="*/ 240 w 2160"/>
              <a:gd name="T21" fmla="*/ 720 h 2160"/>
              <a:gd name="T22" fmla="*/ 0 w 2160"/>
              <a:gd name="T23" fmla="*/ 480 h 2160"/>
              <a:gd name="T24" fmla="*/ 0 w 2160"/>
              <a:gd name="T25" fmla="*/ 240 h 2160"/>
              <a:gd name="T26" fmla="*/ 240 w 2160"/>
              <a:gd name="T27" fmla="*/ 0 h 2160"/>
              <a:gd name="T28" fmla="*/ 0 w 2160"/>
              <a:gd name="T29" fmla="*/ 240 h 2160"/>
              <a:gd name="T30" fmla="*/ 720 w 2160"/>
              <a:gd name="T31" fmla="*/ 240 h 2160"/>
              <a:gd name="T32" fmla="*/ 480 w 2160"/>
              <a:gd name="T33" fmla="*/ 0 h 2160"/>
              <a:gd name="T34" fmla="*/ 1440 w 2160"/>
              <a:gd name="T35" fmla="*/ 2160 h 2160"/>
              <a:gd name="T36" fmla="*/ 1680 w 2160"/>
              <a:gd name="T37" fmla="*/ 1920 h 2160"/>
              <a:gd name="T38" fmla="*/ 1440 w 2160"/>
              <a:gd name="T39" fmla="*/ 2160 h 2160"/>
              <a:gd name="T40" fmla="*/ 1200 w 2160"/>
              <a:gd name="T41" fmla="*/ 2160 h 2160"/>
              <a:gd name="T42" fmla="*/ 960 w 2160"/>
              <a:gd name="T43" fmla="*/ 1920 h 2160"/>
              <a:gd name="T44" fmla="*/ 1440 w 2160"/>
              <a:gd name="T45" fmla="*/ 2160 h 2160"/>
              <a:gd name="T46" fmla="*/ 1680 w 2160"/>
              <a:gd name="T47" fmla="*/ 1920 h 2160"/>
              <a:gd name="T48" fmla="*/ 1440 w 2160"/>
              <a:gd name="T49" fmla="*/ 2160 h 2160"/>
              <a:gd name="T50" fmla="*/ 720 w 2160"/>
              <a:gd name="T51" fmla="*/ 2160 h 2160"/>
              <a:gd name="T52" fmla="*/ 480 w 2160"/>
              <a:gd name="T53" fmla="*/ 1920 h 2160"/>
              <a:gd name="T54" fmla="*/ 0 w 2160"/>
              <a:gd name="T55" fmla="*/ 2160 h 2160"/>
              <a:gd name="T56" fmla="*/ 240 w 2160"/>
              <a:gd name="T57" fmla="*/ 1920 h 2160"/>
              <a:gd name="T58" fmla="*/ 0 w 2160"/>
              <a:gd name="T59" fmla="*/ 2160 h 2160"/>
              <a:gd name="T60" fmla="*/ 1560 w 2160"/>
              <a:gd name="T61" fmla="*/ 0 h 2160"/>
              <a:gd name="T62" fmla="*/ 960 w 2160"/>
              <a:gd name="T63" fmla="*/ 240 h 2160"/>
              <a:gd name="T64" fmla="*/ 1920 w 2160"/>
              <a:gd name="T65" fmla="*/ 600 h 2160"/>
              <a:gd name="T66" fmla="*/ 2160 w 2160"/>
              <a:gd name="T67" fmla="*/ 120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60" h="2160">
                <a:moveTo>
                  <a:pt x="1920" y="1920"/>
                </a:moveTo>
                <a:cubicBezTo>
                  <a:pt x="2160" y="1920"/>
                  <a:pt x="2160" y="1920"/>
                  <a:pt x="2160" y="1920"/>
                </a:cubicBezTo>
                <a:cubicBezTo>
                  <a:pt x="2160" y="2160"/>
                  <a:pt x="2160" y="2160"/>
                  <a:pt x="2160" y="2160"/>
                </a:cubicBezTo>
                <a:cubicBezTo>
                  <a:pt x="1920" y="2160"/>
                  <a:pt x="1920" y="2160"/>
                  <a:pt x="1920" y="2160"/>
                </a:cubicBezTo>
                <a:lnTo>
                  <a:pt x="1920" y="1920"/>
                </a:lnTo>
                <a:close/>
                <a:moveTo>
                  <a:pt x="1920" y="1680"/>
                </a:moveTo>
                <a:cubicBezTo>
                  <a:pt x="2160" y="1680"/>
                  <a:pt x="2160" y="1680"/>
                  <a:pt x="2160" y="1680"/>
                </a:cubicBezTo>
                <a:cubicBezTo>
                  <a:pt x="2160" y="1440"/>
                  <a:pt x="2160" y="1440"/>
                  <a:pt x="2160" y="1440"/>
                </a:cubicBezTo>
                <a:cubicBezTo>
                  <a:pt x="1920" y="1440"/>
                  <a:pt x="1920" y="1440"/>
                  <a:pt x="1920" y="1440"/>
                </a:cubicBezTo>
                <a:lnTo>
                  <a:pt x="1920" y="1680"/>
                </a:lnTo>
                <a:close/>
                <a:moveTo>
                  <a:pt x="0" y="1200"/>
                </a:moveTo>
                <a:cubicBezTo>
                  <a:pt x="240" y="1200"/>
                  <a:pt x="240" y="1200"/>
                  <a:pt x="240" y="1200"/>
                </a:cubicBezTo>
                <a:cubicBezTo>
                  <a:pt x="240" y="960"/>
                  <a:pt x="240" y="960"/>
                  <a:pt x="240" y="960"/>
                </a:cubicBezTo>
                <a:cubicBezTo>
                  <a:pt x="0" y="960"/>
                  <a:pt x="0" y="960"/>
                  <a:pt x="0" y="960"/>
                </a:cubicBezTo>
                <a:lnTo>
                  <a:pt x="0" y="1200"/>
                </a:lnTo>
                <a:close/>
                <a:moveTo>
                  <a:pt x="0" y="1680"/>
                </a:moveTo>
                <a:cubicBezTo>
                  <a:pt x="240" y="1680"/>
                  <a:pt x="240" y="1680"/>
                  <a:pt x="240" y="1680"/>
                </a:cubicBezTo>
                <a:cubicBezTo>
                  <a:pt x="240" y="1440"/>
                  <a:pt x="240" y="1440"/>
                  <a:pt x="240" y="1440"/>
                </a:cubicBezTo>
                <a:cubicBezTo>
                  <a:pt x="0" y="1440"/>
                  <a:pt x="0" y="1440"/>
                  <a:pt x="0" y="1440"/>
                </a:cubicBezTo>
                <a:lnTo>
                  <a:pt x="0" y="1680"/>
                </a:lnTo>
                <a:close/>
                <a:moveTo>
                  <a:pt x="0" y="720"/>
                </a:moveTo>
                <a:cubicBezTo>
                  <a:pt x="240" y="720"/>
                  <a:pt x="240" y="720"/>
                  <a:pt x="240" y="720"/>
                </a:cubicBezTo>
                <a:cubicBezTo>
                  <a:pt x="240" y="480"/>
                  <a:pt x="240" y="480"/>
                  <a:pt x="240" y="480"/>
                </a:cubicBezTo>
                <a:cubicBezTo>
                  <a:pt x="0" y="480"/>
                  <a:pt x="0" y="480"/>
                  <a:pt x="0" y="480"/>
                </a:cubicBezTo>
                <a:lnTo>
                  <a:pt x="0" y="720"/>
                </a:lnTo>
                <a:close/>
                <a:moveTo>
                  <a:pt x="0" y="240"/>
                </a:moveTo>
                <a:cubicBezTo>
                  <a:pt x="240" y="240"/>
                  <a:pt x="240" y="240"/>
                  <a:pt x="240" y="240"/>
                </a:cubicBezTo>
                <a:cubicBezTo>
                  <a:pt x="240" y="0"/>
                  <a:pt x="240" y="0"/>
                  <a:pt x="240" y="0"/>
                </a:cubicBezTo>
                <a:cubicBezTo>
                  <a:pt x="0" y="0"/>
                  <a:pt x="0" y="0"/>
                  <a:pt x="0" y="0"/>
                </a:cubicBezTo>
                <a:lnTo>
                  <a:pt x="0" y="240"/>
                </a:lnTo>
                <a:close/>
                <a:moveTo>
                  <a:pt x="480" y="240"/>
                </a:moveTo>
                <a:cubicBezTo>
                  <a:pt x="720" y="240"/>
                  <a:pt x="720" y="240"/>
                  <a:pt x="720" y="240"/>
                </a:cubicBezTo>
                <a:cubicBezTo>
                  <a:pt x="720" y="0"/>
                  <a:pt x="720" y="0"/>
                  <a:pt x="720" y="0"/>
                </a:cubicBezTo>
                <a:cubicBezTo>
                  <a:pt x="480" y="0"/>
                  <a:pt x="480" y="0"/>
                  <a:pt x="480" y="0"/>
                </a:cubicBezTo>
                <a:lnTo>
                  <a:pt x="480" y="240"/>
                </a:lnTo>
                <a:close/>
                <a:moveTo>
                  <a:pt x="1440" y="2160"/>
                </a:moveTo>
                <a:cubicBezTo>
                  <a:pt x="1680" y="2160"/>
                  <a:pt x="1680" y="2160"/>
                  <a:pt x="1680" y="2160"/>
                </a:cubicBezTo>
                <a:cubicBezTo>
                  <a:pt x="1680" y="1920"/>
                  <a:pt x="1680" y="1920"/>
                  <a:pt x="1680" y="1920"/>
                </a:cubicBezTo>
                <a:cubicBezTo>
                  <a:pt x="1440" y="1920"/>
                  <a:pt x="1440" y="1920"/>
                  <a:pt x="1440" y="1920"/>
                </a:cubicBezTo>
                <a:lnTo>
                  <a:pt x="1440" y="2160"/>
                </a:lnTo>
                <a:close/>
                <a:moveTo>
                  <a:pt x="960" y="2160"/>
                </a:moveTo>
                <a:cubicBezTo>
                  <a:pt x="1200" y="2160"/>
                  <a:pt x="1200" y="2160"/>
                  <a:pt x="1200" y="2160"/>
                </a:cubicBezTo>
                <a:cubicBezTo>
                  <a:pt x="1200" y="1920"/>
                  <a:pt x="1200" y="1920"/>
                  <a:pt x="1200" y="1920"/>
                </a:cubicBezTo>
                <a:cubicBezTo>
                  <a:pt x="960" y="1920"/>
                  <a:pt x="960" y="1920"/>
                  <a:pt x="960" y="1920"/>
                </a:cubicBezTo>
                <a:lnTo>
                  <a:pt x="960" y="2160"/>
                </a:lnTo>
                <a:close/>
                <a:moveTo>
                  <a:pt x="1440" y="2160"/>
                </a:moveTo>
                <a:cubicBezTo>
                  <a:pt x="1680" y="2160"/>
                  <a:pt x="1680" y="2160"/>
                  <a:pt x="1680" y="2160"/>
                </a:cubicBezTo>
                <a:cubicBezTo>
                  <a:pt x="1680" y="1920"/>
                  <a:pt x="1680" y="1920"/>
                  <a:pt x="1680" y="1920"/>
                </a:cubicBezTo>
                <a:cubicBezTo>
                  <a:pt x="1440" y="1920"/>
                  <a:pt x="1440" y="1920"/>
                  <a:pt x="1440" y="1920"/>
                </a:cubicBezTo>
                <a:lnTo>
                  <a:pt x="1440" y="2160"/>
                </a:lnTo>
                <a:close/>
                <a:moveTo>
                  <a:pt x="480" y="2160"/>
                </a:moveTo>
                <a:cubicBezTo>
                  <a:pt x="720" y="2160"/>
                  <a:pt x="720" y="2160"/>
                  <a:pt x="720" y="2160"/>
                </a:cubicBezTo>
                <a:cubicBezTo>
                  <a:pt x="720" y="1920"/>
                  <a:pt x="720" y="1920"/>
                  <a:pt x="720" y="1920"/>
                </a:cubicBezTo>
                <a:cubicBezTo>
                  <a:pt x="480" y="1920"/>
                  <a:pt x="480" y="1920"/>
                  <a:pt x="480" y="1920"/>
                </a:cubicBezTo>
                <a:lnTo>
                  <a:pt x="480" y="2160"/>
                </a:lnTo>
                <a:close/>
                <a:moveTo>
                  <a:pt x="0" y="2160"/>
                </a:moveTo>
                <a:cubicBezTo>
                  <a:pt x="240" y="2160"/>
                  <a:pt x="240" y="2160"/>
                  <a:pt x="240" y="2160"/>
                </a:cubicBezTo>
                <a:cubicBezTo>
                  <a:pt x="240" y="1920"/>
                  <a:pt x="240" y="1920"/>
                  <a:pt x="240" y="1920"/>
                </a:cubicBezTo>
                <a:cubicBezTo>
                  <a:pt x="0" y="1920"/>
                  <a:pt x="0" y="1920"/>
                  <a:pt x="0" y="1920"/>
                </a:cubicBezTo>
                <a:lnTo>
                  <a:pt x="0" y="2160"/>
                </a:lnTo>
                <a:close/>
                <a:moveTo>
                  <a:pt x="2160" y="600"/>
                </a:moveTo>
                <a:cubicBezTo>
                  <a:pt x="2160" y="269"/>
                  <a:pt x="1891" y="0"/>
                  <a:pt x="1560" y="0"/>
                </a:cubicBezTo>
                <a:cubicBezTo>
                  <a:pt x="960" y="0"/>
                  <a:pt x="960" y="0"/>
                  <a:pt x="960" y="0"/>
                </a:cubicBezTo>
                <a:cubicBezTo>
                  <a:pt x="960" y="240"/>
                  <a:pt x="960" y="240"/>
                  <a:pt x="960" y="240"/>
                </a:cubicBezTo>
                <a:cubicBezTo>
                  <a:pt x="1560" y="240"/>
                  <a:pt x="1560" y="240"/>
                  <a:pt x="1560" y="240"/>
                </a:cubicBezTo>
                <a:cubicBezTo>
                  <a:pt x="1758" y="240"/>
                  <a:pt x="1920" y="402"/>
                  <a:pt x="1920" y="600"/>
                </a:cubicBezTo>
                <a:cubicBezTo>
                  <a:pt x="1920" y="1200"/>
                  <a:pt x="1920" y="1200"/>
                  <a:pt x="1920" y="1200"/>
                </a:cubicBezTo>
                <a:cubicBezTo>
                  <a:pt x="2160" y="1200"/>
                  <a:pt x="2160" y="1200"/>
                  <a:pt x="2160" y="1200"/>
                </a:cubicBezTo>
                <a:lnTo>
                  <a:pt x="2160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397816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wi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75843" cy="914400"/>
          </a:xfrm>
          <a:custGeom>
            <a:avLst/>
            <a:gdLst>
              <a:gd name="T0" fmla="*/ 540 w 2040"/>
              <a:gd name="T1" fmla="*/ 1620 h 2760"/>
              <a:gd name="T2" fmla="*/ 0 w 2040"/>
              <a:gd name="T3" fmla="*/ 2160 h 2760"/>
              <a:gd name="T4" fmla="*/ 180 w 2040"/>
              <a:gd name="T5" fmla="*/ 2340 h 2760"/>
              <a:gd name="T6" fmla="*/ 600 w 2040"/>
              <a:gd name="T7" fmla="*/ 1920 h 2760"/>
              <a:gd name="T8" fmla="*/ 840 w 2040"/>
              <a:gd name="T9" fmla="*/ 1920 h 2760"/>
              <a:gd name="T10" fmla="*/ 540 w 2040"/>
              <a:gd name="T11" fmla="*/ 1620 h 2760"/>
              <a:gd name="T12" fmla="*/ 1320 w 2040"/>
              <a:gd name="T13" fmla="*/ 0 h 2760"/>
              <a:gd name="T14" fmla="*/ 1080 w 2040"/>
              <a:gd name="T15" fmla="*/ 240 h 2760"/>
              <a:gd name="T16" fmla="*/ 1320 w 2040"/>
              <a:gd name="T17" fmla="*/ 480 h 2760"/>
              <a:gd name="T18" fmla="*/ 1560 w 2040"/>
              <a:gd name="T19" fmla="*/ 240 h 2760"/>
              <a:gd name="T20" fmla="*/ 1320 w 2040"/>
              <a:gd name="T21" fmla="*/ 0 h 2760"/>
              <a:gd name="T22" fmla="*/ 2040 w 2040"/>
              <a:gd name="T23" fmla="*/ 2401 h 2760"/>
              <a:gd name="T24" fmla="*/ 1680 w 2040"/>
              <a:gd name="T25" fmla="*/ 2760 h 2760"/>
              <a:gd name="T26" fmla="*/ 1321 w 2040"/>
              <a:gd name="T27" fmla="*/ 2399 h 2760"/>
              <a:gd name="T28" fmla="*/ 1321 w 2040"/>
              <a:gd name="T29" fmla="*/ 2220 h 2760"/>
              <a:gd name="T30" fmla="*/ 469 w 2040"/>
              <a:gd name="T31" fmla="*/ 1369 h 2760"/>
              <a:gd name="T32" fmla="*/ 360 w 2040"/>
              <a:gd name="T33" fmla="*/ 1378 h 2760"/>
              <a:gd name="T34" fmla="*/ 360 w 2040"/>
              <a:gd name="T35" fmla="*/ 1118 h 2760"/>
              <a:gd name="T36" fmla="*/ 920 w 2040"/>
              <a:gd name="T37" fmla="*/ 874 h 2760"/>
              <a:gd name="T38" fmla="*/ 1088 w 2040"/>
              <a:gd name="T39" fmla="*/ 688 h 2760"/>
              <a:gd name="T40" fmla="*/ 1171 w 2040"/>
              <a:gd name="T41" fmla="*/ 628 h 2760"/>
              <a:gd name="T42" fmla="*/ 1286 w 2040"/>
              <a:gd name="T43" fmla="*/ 600 h 2760"/>
              <a:gd name="T44" fmla="*/ 1290 w 2040"/>
              <a:gd name="T45" fmla="*/ 600 h 2760"/>
              <a:gd name="T46" fmla="*/ 1560 w 2040"/>
              <a:gd name="T47" fmla="*/ 871 h 2760"/>
              <a:gd name="T48" fmla="*/ 1560 w 2040"/>
              <a:gd name="T49" fmla="*/ 1561 h 2760"/>
              <a:gd name="T50" fmla="*/ 1450 w 2040"/>
              <a:gd name="T51" fmla="*/ 1820 h 2760"/>
              <a:gd name="T52" fmla="*/ 1020 w 2040"/>
              <a:gd name="T53" fmla="*/ 1391 h 2760"/>
              <a:gd name="T54" fmla="*/ 1020 w 2040"/>
              <a:gd name="T55" fmla="*/ 1118 h 2760"/>
              <a:gd name="T56" fmla="*/ 745 w 2040"/>
              <a:gd name="T57" fmla="*/ 1285 h 2760"/>
              <a:gd name="T58" fmla="*/ 1500 w 2040"/>
              <a:gd name="T59" fmla="*/ 2040 h 2760"/>
              <a:gd name="T60" fmla="*/ 1680 w 2040"/>
              <a:gd name="T61" fmla="*/ 2040 h 2760"/>
              <a:gd name="T62" fmla="*/ 2040 w 2040"/>
              <a:gd name="T63" fmla="*/ 2401 h 2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040" h="2760">
                <a:moveTo>
                  <a:pt x="540" y="1620"/>
                </a:moveTo>
                <a:cubicBezTo>
                  <a:pt x="0" y="2160"/>
                  <a:pt x="0" y="2160"/>
                  <a:pt x="0" y="2160"/>
                </a:cubicBezTo>
                <a:cubicBezTo>
                  <a:pt x="180" y="2340"/>
                  <a:pt x="180" y="2340"/>
                  <a:pt x="180" y="2340"/>
                </a:cubicBezTo>
                <a:cubicBezTo>
                  <a:pt x="600" y="1920"/>
                  <a:pt x="600" y="1920"/>
                  <a:pt x="600" y="1920"/>
                </a:cubicBezTo>
                <a:cubicBezTo>
                  <a:pt x="840" y="1920"/>
                  <a:pt x="840" y="1920"/>
                  <a:pt x="840" y="1920"/>
                </a:cubicBezTo>
                <a:lnTo>
                  <a:pt x="540" y="1620"/>
                </a:lnTo>
                <a:close/>
                <a:moveTo>
                  <a:pt x="1320" y="0"/>
                </a:moveTo>
                <a:cubicBezTo>
                  <a:pt x="1188" y="0"/>
                  <a:pt x="1080" y="108"/>
                  <a:pt x="1080" y="240"/>
                </a:cubicBezTo>
                <a:cubicBezTo>
                  <a:pt x="1080" y="372"/>
                  <a:pt x="1188" y="480"/>
                  <a:pt x="1320" y="480"/>
                </a:cubicBezTo>
                <a:cubicBezTo>
                  <a:pt x="1452" y="480"/>
                  <a:pt x="1560" y="372"/>
                  <a:pt x="1560" y="240"/>
                </a:cubicBezTo>
                <a:cubicBezTo>
                  <a:pt x="1560" y="108"/>
                  <a:pt x="1452" y="0"/>
                  <a:pt x="1320" y="0"/>
                </a:cubicBezTo>
                <a:close/>
                <a:moveTo>
                  <a:pt x="2040" y="2401"/>
                </a:moveTo>
                <a:cubicBezTo>
                  <a:pt x="1680" y="2760"/>
                  <a:pt x="1680" y="2760"/>
                  <a:pt x="1680" y="2760"/>
                </a:cubicBezTo>
                <a:cubicBezTo>
                  <a:pt x="1321" y="2399"/>
                  <a:pt x="1321" y="2399"/>
                  <a:pt x="1321" y="2399"/>
                </a:cubicBezTo>
                <a:cubicBezTo>
                  <a:pt x="1321" y="2220"/>
                  <a:pt x="1321" y="2220"/>
                  <a:pt x="1321" y="2220"/>
                </a:cubicBezTo>
                <a:cubicBezTo>
                  <a:pt x="469" y="1369"/>
                  <a:pt x="469" y="1369"/>
                  <a:pt x="469" y="1369"/>
                </a:cubicBezTo>
                <a:cubicBezTo>
                  <a:pt x="432" y="1375"/>
                  <a:pt x="396" y="1378"/>
                  <a:pt x="360" y="1378"/>
                </a:cubicBezTo>
                <a:cubicBezTo>
                  <a:pt x="360" y="1118"/>
                  <a:pt x="360" y="1118"/>
                  <a:pt x="360" y="1118"/>
                </a:cubicBezTo>
                <a:cubicBezTo>
                  <a:pt x="559" y="1122"/>
                  <a:pt x="793" y="1014"/>
                  <a:pt x="920" y="874"/>
                </a:cubicBezTo>
                <a:cubicBezTo>
                  <a:pt x="1088" y="688"/>
                  <a:pt x="1088" y="688"/>
                  <a:pt x="1088" y="688"/>
                </a:cubicBezTo>
                <a:cubicBezTo>
                  <a:pt x="1111" y="662"/>
                  <a:pt x="1140" y="642"/>
                  <a:pt x="1171" y="628"/>
                </a:cubicBezTo>
                <a:cubicBezTo>
                  <a:pt x="1206" y="611"/>
                  <a:pt x="1246" y="600"/>
                  <a:pt x="1286" y="600"/>
                </a:cubicBezTo>
                <a:cubicBezTo>
                  <a:pt x="1290" y="600"/>
                  <a:pt x="1290" y="600"/>
                  <a:pt x="1290" y="600"/>
                </a:cubicBezTo>
                <a:cubicBezTo>
                  <a:pt x="1439" y="601"/>
                  <a:pt x="1560" y="722"/>
                  <a:pt x="1560" y="871"/>
                </a:cubicBezTo>
                <a:cubicBezTo>
                  <a:pt x="1560" y="1561"/>
                  <a:pt x="1560" y="1561"/>
                  <a:pt x="1560" y="1561"/>
                </a:cubicBezTo>
                <a:cubicBezTo>
                  <a:pt x="1560" y="1662"/>
                  <a:pt x="1518" y="1754"/>
                  <a:pt x="1450" y="1820"/>
                </a:cubicBezTo>
                <a:cubicBezTo>
                  <a:pt x="1020" y="1391"/>
                  <a:pt x="1020" y="1391"/>
                  <a:pt x="1020" y="1391"/>
                </a:cubicBezTo>
                <a:cubicBezTo>
                  <a:pt x="1020" y="1118"/>
                  <a:pt x="1020" y="1118"/>
                  <a:pt x="1020" y="1118"/>
                </a:cubicBezTo>
                <a:cubicBezTo>
                  <a:pt x="944" y="1181"/>
                  <a:pt x="848" y="1241"/>
                  <a:pt x="745" y="1285"/>
                </a:cubicBezTo>
                <a:cubicBezTo>
                  <a:pt x="1500" y="2040"/>
                  <a:pt x="1500" y="2040"/>
                  <a:pt x="1500" y="2040"/>
                </a:cubicBezTo>
                <a:cubicBezTo>
                  <a:pt x="1680" y="2040"/>
                  <a:pt x="1680" y="2040"/>
                  <a:pt x="1680" y="2040"/>
                </a:cubicBezTo>
                <a:lnTo>
                  <a:pt x="2040" y="24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71681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chedu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997 w 6000"/>
              <a:gd name="T1" fmla="*/ 0 h 6000"/>
              <a:gd name="T2" fmla="*/ 0 w 6000"/>
              <a:gd name="T3" fmla="*/ 3000 h 6000"/>
              <a:gd name="T4" fmla="*/ 2997 w 6000"/>
              <a:gd name="T5" fmla="*/ 6000 h 6000"/>
              <a:gd name="T6" fmla="*/ 6000 w 6000"/>
              <a:gd name="T7" fmla="*/ 3000 h 6000"/>
              <a:gd name="T8" fmla="*/ 2997 w 6000"/>
              <a:gd name="T9" fmla="*/ 0 h 6000"/>
              <a:gd name="T10" fmla="*/ 3000 w 6000"/>
              <a:gd name="T11" fmla="*/ 5400 h 6000"/>
              <a:gd name="T12" fmla="*/ 600 w 6000"/>
              <a:gd name="T13" fmla="*/ 3000 h 6000"/>
              <a:gd name="T14" fmla="*/ 3000 w 6000"/>
              <a:gd name="T15" fmla="*/ 600 h 6000"/>
              <a:gd name="T16" fmla="*/ 5400 w 6000"/>
              <a:gd name="T17" fmla="*/ 3000 h 6000"/>
              <a:gd name="T18" fmla="*/ 3000 w 6000"/>
              <a:gd name="T19" fmla="*/ 5400 h 6000"/>
              <a:gd name="T20" fmla="*/ 3150 w 6000"/>
              <a:gd name="T21" fmla="*/ 1500 h 6000"/>
              <a:gd name="T22" fmla="*/ 2700 w 6000"/>
              <a:gd name="T23" fmla="*/ 1500 h 6000"/>
              <a:gd name="T24" fmla="*/ 2700 w 6000"/>
              <a:gd name="T25" fmla="*/ 3300 h 6000"/>
              <a:gd name="T26" fmla="*/ 4275 w 6000"/>
              <a:gd name="T27" fmla="*/ 4245 h 6000"/>
              <a:gd name="T28" fmla="*/ 4500 w 6000"/>
              <a:gd name="T29" fmla="*/ 3876 h 6000"/>
              <a:gd name="T30" fmla="*/ 3150 w 6000"/>
              <a:gd name="T31" fmla="*/ 3075 h 6000"/>
              <a:gd name="T32" fmla="*/ 3150 w 6000"/>
              <a:gd name="T33" fmla="*/ 1500 h 6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000" h="6000">
                <a:moveTo>
                  <a:pt x="2997" y="0"/>
                </a:moveTo>
                <a:cubicBezTo>
                  <a:pt x="1341" y="0"/>
                  <a:pt x="0" y="1344"/>
                  <a:pt x="0" y="3000"/>
                </a:cubicBezTo>
                <a:cubicBezTo>
                  <a:pt x="0" y="4656"/>
                  <a:pt x="1341" y="6000"/>
                  <a:pt x="2997" y="6000"/>
                </a:cubicBezTo>
                <a:cubicBezTo>
                  <a:pt x="4656" y="6000"/>
                  <a:pt x="6000" y="4656"/>
                  <a:pt x="6000" y="3000"/>
                </a:cubicBezTo>
                <a:cubicBezTo>
                  <a:pt x="6000" y="1344"/>
                  <a:pt x="4656" y="0"/>
                  <a:pt x="2997" y="0"/>
                </a:cubicBezTo>
                <a:close/>
                <a:moveTo>
                  <a:pt x="3000" y="5400"/>
                </a:moveTo>
                <a:cubicBezTo>
                  <a:pt x="1674" y="5400"/>
                  <a:pt x="600" y="4326"/>
                  <a:pt x="600" y="3000"/>
                </a:cubicBezTo>
                <a:cubicBezTo>
                  <a:pt x="600" y="1674"/>
                  <a:pt x="1674" y="600"/>
                  <a:pt x="3000" y="600"/>
                </a:cubicBezTo>
                <a:cubicBezTo>
                  <a:pt x="4326" y="600"/>
                  <a:pt x="5400" y="1674"/>
                  <a:pt x="5400" y="3000"/>
                </a:cubicBezTo>
                <a:cubicBezTo>
                  <a:pt x="5400" y="4326"/>
                  <a:pt x="4326" y="5400"/>
                  <a:pt x="3000" y="5400"/>
                </a:cubicBezTo>
                <a:close/>
                <a:moveTo>
                  <a:pt x="3150" y="1500"/>
                </a:moveTo>
                <a:cubicBezTo>
                  <a:pt x="2700" y="1500"/>
                  <a:pt x="2700" y="1500"/>
                  <a:pt x="2700" y="1500"/>
                </a:cubicBezTo>
                <a:cubicBezTo>
                  <a:pt x="2700" y="3300"/>
                  <a:pt x="2700" y="3300"/>
                  <a:pt x="2700" y="3300"/>
                </a:cubicBezTo>
                <a:cubicBezTo>
                  <a:pt x="4275" y="4245"/>
                  <a:pt x="4275" y="4245"/>
                  <a:pt x="4275" y="4245"/>
                </a:cubicBezTo>
                <a:cubicBezTo>
                  <a:pt x="4500" y="3876"/>
                  <a:pt x="4500" y="3876"/>
                  <a:pt x="4500" y="3876"/>
                </a:cubicBezTo>
                <a:cubicBezTo>
                  <a:pt x="3150" y="3075"/>
                  <a:pt x="3150" y="3075"/>
                  <a:pt x="3150" y="3075"/>
                </a:cubicBezTo>
                <a:lnTo>
                  <a:pt x="3150" y="15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29125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arch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500 w 2099"/>
              <a:gd name="T1" fmla="*/ 1320 h 2099"/>
              <a:gd name="T2" fmla="*/ 1405 w 2099"/>
              <a:gd name="T3" fmla="*/ 1320 h 2099"/>
              <a:gd name="T4" fmla="*/ 1372 w 2099"/>
              <a:gd name="T5" fmla="*/ 1288 h 2099"/>
              <a:gd name="T6" fmla="*/ 1560 w 2099"/>
              <a:gd name="T7" fmla="*/ 780 h 2099"/>
              <a:gd name="T8" fmla="*/ 780 w 2099"/>
              <a:gd name="T9" fmla="*/ 0 h 2099"/>
              <a:gd name="T10" fmla="*/ 0 w 2099"/>
              <a:gd name="T11" fmla="*/ 780 h 2099"/>
              <a:gd name="T12" fmla="*/ 780 w 2099"/>
              <a:gd name="T13" fmla="*/ 1560 h 2099"/>
              <a:gd name="T14" fmla="*/ 1288 w 2099"/>
              <a:gd name="T15" fmla="*/ 1372 h 2099"/>
              <a:gd name="T16" fmla="*/ 1320 w 2099"/>
              <a:gd name="T17" fmla="*/ 1405 h 2099"/>
              <a:gd name="T18" fmla="*/ 1320 w 2099"/>
              <a:gd name="T19" fmla="*/ 1500 h 2099"/>
              <a:gd name="T20" fmla="*/ 1920 w 2099"/>
              <a:gd name="T21" fmla="*/ 2099 h 2099"/>
              <a:gd name="T22" fmla="*/ 2099 w 2099"/>
              <a:gd name="T23" fmla="*/ 1920 h 2099"/>
              <a:gd name="T24" fmla="*/ 1500 w 2099"/>
              <a:gd name="T25" fmla="*/ 1320 h 2099"/>
              <a:gd name="T26" fmla="*/ 780 w 2099"/>
              <a:gd name="T27" fmla="*/ 1320 h 2099"/>
              <a:gd name="T28" fmla="*/ 240 w 2099"/>
              <a:gd name="T29" fmla="*/ 780 h 2099"/>
              <a:gd name="T30" fmla="*/ 780 w 2099"/>
              <a:gd name="T31" fmla="*/ 240 h 2099"/>
              <a:gd name="T32" fmla="*/ 1320 w 2099"/>
              <a:gd name="T33" fmla="*/ 780 h 2099"/>
              <a:gd name="T34" fmla="*/ 780 w 2099"/>
              <a:gd name="T35" fmla="*/ 1320 h 20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099" h="2099">
                <a:moveTo>
                  <a:pt x="1500" y="1320"/>
                </a:moveTo>
                <a:cubicBezTo>
                  <a:pt x="1405" y="1320"/>
                  <a:pt x="1405" y="1320"/>
                  <a:pt x="1405" y="1320"/>
                </a:cubicBezTo>
                <a:cubicBezTo>
                  <a:pt x="1372" y="1288"/>
                  <a:pt x="1372" y="1288"/>
                  <a:pt x="1372" y="1288"/>
                </a:cubicBezTo>
                <a:cubicBezTo>
                  <a:pt x="1489" y="1151"/>
                  <a:pt x="1560" y="973"/>
                  <a:pt x="1560" y="780"/>
                </a:cubicBezTo>
                <a:cubicBezTo>
                  <a:pt x="1560" y="349"/>
                  <a:pt x="1211" y="0"/>
                  <a:pt x="780" y="0"/>
                </a:cubicBezTo>
                <a:cubicBezTo>
                  <a:pt x="349" y="0"/>
                  <a:pt x="0" y="349"/>
                  <a:pt x="0" y="780"/>
                </a:cubicBezTo>
                <a:cubicBezTo>
                  <a:pt x="0" y="1211"/>
                  <a:pt x="349" y="1560"/>
                  <a:pt x="780" y="1560"/>
                </a:cubicBezTo>
                <a:cubicBezTo>
                  <a:pt x="973" y="1560"/>
                  <a:pt x="1151" y="1489"/>
                  <a:pt x="1288" y="1372"/>
                </a:cubicBezTo>
                <a:cubicBezTo>
                  <a:pt x="1320" y="1405"/>
                  <a:pt x="1320" y="1405"/>
                  <a:pt x="1320" y="1405"/>
                </a:cubicBezTo>
                <a:cubicBezTo>
                  <a:pt x="1320" y="1500"/>
                  <a:pt x="1320" y="1500"/>
                  <a:pt x="1320" y="1500"/>
                </a:cubicBezTo>
                <a:cubicBezTo>
                  <a:pt x="1920" y="2099"/>
                  <a:pt x="1920" y="2099"/>
                  <a:pt x="1920" y="2099"/>
                </a:cubicBezTo>
                <a:cubicBezTo>
                  <a:pt x="2099" y="1920"/>
                  <a:pt x="2099" y="1920"/>
                  <a:pt x="2099" y="1920"/>
                </a:cubicBezTo>
                <a:lnTo>
                  <a:pt x="1500" y="1320"/>
                </a:lnTo>
                <a:close/>
                <a:moveTo>
                  <a:pt x="780" y="1320"/>
                </a:moveTo>
                <a:cubicBezTo>
                  <a:pt x="481" y="1320"/>
                  <a:pt x="240" y="1079"/>
                  <a:pt x="240" y="780"/>
                </a:cubicBezTo>
                <a:cubicBezTo>
                  <a:pt x="240" y="481"/>
                  <a:pt x="481" y="240"/>
                  <a:pt x="780" y="240"/>
                </a:cubicBezTo>
                <a:cubicBezTo>
                  <a:pt x="1079" y="240"/>
                  <a:pt x="1320" y="481"/>
                  <a:pt x="1320" y="780"/>
                </a:cubicBezTo>
                <a:cubicBezTo>
                  <a:pt x="1320" y="1079"/>
                  <a:pt x="1079" y="1320"/>
                  <a:pt x="780" y="13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1323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95044" cy="914400"/>
          </a:xfrm>
          <a:custGeom>
            <a:avLst/>
            <a:gdLst>
              <a:gd name="T0" fmla="*/ 2067 w 2349"/>
              <a:gd name="T1" fmla="*/ 1318 h 2400"/>
              <a:gd name="T2" fmla="*/ 2075 w 2349"/>
              <a:gd name="T3" fmla="*/ 1200 h 2400"/>
              <a:gd name="T4" fmla="*/ 2067 w 2349"/>
              <a:gd name="T5" fmla="*/ 1082 h 2400"/>
              <a:gd name="T6" fmla="*/ 2320 w 2349"/>
              <a:gd name="T7" fmla="*/ 884 h 2400"/>
              <a:gd name="T8" fmla="*/ 2334 w 2349"/>
              <a:gd name="T9" fmla="*/ 808 h 2400"/>
              <a:gd name="T10" fmla="*/ 2094 w 2349"/>
              <a:gd name="T11" fmla="*/ 392 h 2400"/>
              <a:gd name="T12" fmla="*/ 2021 w 2349"/>
              <a:gd name="T13" fmla="*/ 366 h 2400"/>
              <a:gd name="T14" fmla="*/ 1722 w 2349"/>
              <a:gd name="T15" fmla="*/ 486 h 2400"/>
              <a:gd name="T16" fmla="*/ 1519 w 2349"/>
              <a:gd name="T17" fmla="*/ 368 h 2400"/>
              <a:gd name="T18" fmla="*/ 1474 w 2349"/>
              <a:gd name="T19" fmla="*/ 50 h 2400"/>
              <a:gd name="T20" fmla="*/ 1415 w 2349"/>
              <a:gd name="T21" fmla="*/ 0 h 2400"/>
              <a:gd name="T22" fmla="*/ 935 w 2349"/>
              <a:gd name="T23" fmla="*/ 0 h 2400"/>
              <a:gd name="T24" fmla="*/ 876 w 2349"/>
              <a:gd name="T25" fmla="*/ 50 h 2400"/>
              <a:gd name="T26" fmla="*/ 831 w 2349"/>
              <a:gd name="T27" fmla="*/ 368 h 2400"/>
              <a:gd name="T28" fmla="*/ 628 w 2349"/>
              <a:gd name="T29" fmla="*/ 486 h 2400"/>
              <a:gd name="T30" fmla="*/ 329 w 2349"/>
              <a:gd name="T31" fmla="*/ 366 h 2400"/>
              <a:gd name="T32" fmla="*/ 256 w 2349"/>
              <a:gd name="T33" fmla="*/ 392 h 2400"/>
              <a:gd name="T34" fmla="*/ 16 w 2349"/>
              <a:gd name="T35" fmla="*/ 808 h 2400"/>
              <a:gd name="T36" fmla="*/ 30 w 2349"/>
              <a:gd name="T37" fmla="*/ 884 h 2400"/>
              <a:gd name="T38" fmla="*/ 283 w 2349"/>
              <a:gd name="T39" fmla="*/ 1082 h 2400"/>
              <a:gd name="T40" fmla="*/ 275 w 2349"/>
              <a:gd name="T41" fmla="*/ 1200 h 2400"/>
              <a:gd name="T42" fmla="*/ 283 w 2349"/>
              <a:gd name="T43" fmla="*/ 1318 h 2400"/>
              <a:gd name="T44" fmla="*/ 30 w 2349"/>
              <a:gd name="T45" fmla="*/ 1516 h 2400"/>
              <a:gd name="T46" fmla="*/ 16 w 2349"/>
              <a:gd name="T47" fmla="*/ 1592 h 2400"/>
              <a:gd name="T48" fmla="*/ 256 w 2349"/>
              <a:gd name="T49" fmla="*/ 2008 h 2400"/>
              <a:gd name="T50" fmla="*/ 329 w 2349"/>
              <a:gd name="T51" fmla="*/ 2034 h 2400"/>
              <a:gd name="T52" fmla="*/ 628 w 2349"/>
              <a:gd name="T53" fmla="*/ 1914 h 2400"/>
              <a:gd name="T54" fmla="*/ 831 w 2349"/>
              <a:gd name="T55" fmla="*/ 2032 h 2400"/>
              <a:gd name="T56" fmla="*/ 876 w 2349"/>
              <a:gd name="T57" fmla="*/ 2350 h 2400"/>
              <a:gd name="T58" fmla="*/ 935 w 2349"/>
              <a:gd name="T59" fmla="*/ 2400 h 2400"/>
              <a:gd name="T60" fmla="*/ 1415 w 2349"/>
              <a:gd name="T61" fmla="*/ 2400 h 2400"/>
              <a:gd name="T62" fmla="*/ 1474 w 2349"/>
              <a:gd name="T63" fmla="*/ 2350 h 2400"/>
              <a:gd name="T64" fmla="*/ 1519 w 2349"/>
              <a:gd name="T65" fmla="*/ 2032 h 2400"/>
              <a:gd name="T66" fmla="*/ 1722 w 2349"/>
              <a:gd name="T67" fmla="*/ 1914 h 2400"/>
              <a:gd name="T68" fmla="*/ 2021 w 2349"/>
              <a:gd name="T69" fmla="*/ 2034 h 2400"/>
              <a:gd name="T70" fmla="*/ 2094 w 2349"/>
              <a:gd name="T71" fmla="*/ 2008 h 2400"/>
              <a:gd name="T72" fmla="*/ 2334 w 2349"/>
              <a:gd name="T73" fmla="*/ 1592 h 2400"/>
              <a:gd name="T74" fmla="*/ 2320 w 2349"/>
              <a:gd name="T75" fmla="*/ 1516 h 2400"/>
              <a:gd name="T76" fmla="*/ 2067 w 2349"/>
              <a:gd name="T77" fmla="*/ 1318 h 2400"/>
              <a:gd name="T78" fmla="*/ 1175 w 2349"/>
              <a:gd name="T79" fmla="*/ 1620 h 2400"/>
              <a:gd name="T80" fmla="*/ 755 w 2349"/>
              <a:gd name="T81" fmla="*/ 1200 h 2400"/>
              <a:gd name="T82" fmla="*/ 1175 w 2349"/>
              <a:gd name="T83" fmla="*/ 780 h 2400"/>
              <a:gd name="T84" fmla="*/ 1595 w 2349"/>
              <a:gd name="T85" fmla="*/ 1200 h 2400"/>
              <a:gd name="T86" fmla="*/ 1175 w 2349"/>
              <a:gd name="T87" fmla="*/ 162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2349" h="2400">
                <a:moveTo>
                  <a:pt x="2067" y="1318"/>
                </a:moveTo>
                <a:cubicBezTo>
                  <a:pt x="2071" y="1279"/>
                  <a:pt x="2075" y="1241"/>
                  <a:pt x="2075" y="1200"/>
                </a:cubicBezTo>
                <a:cubicBezTo>
                  <a:pt x="2075" y="1159"/>
                  <a:pt x="2071" y="1121"/>
                  <a:pt x="2067" y="1082"/>
                </a:cubicBezTo>
                <a:cubicBezTo>
                  <a:pt x="2320" y="884"/>
                  <a:pt x="2320" y="884"/>
                  <a:pt x="2320" y="884"/>
                </a:cubicBezTo>
                <a:cubicBezTo>
                  <a:pt x="2343" y="866"/>
                  <a:pt x="2349" y="834"/>
                  <a:pt x="2334" y="808"/>
                </a:cubicBezTo>
                <a:cubicBezTo>
                  <a:pt x="2094" y="392"/>
                  <a:pt x="2094" y="392"/>
                  <a:pt x="2094" y="392"/>
                </a:cubicBezTo>
                <a:cubicBezTo>
                  <a:pt x="2080" y="366"/>
                  <a:pt x="2047" y="356"/>
                  <a:pt x="2021" y="366"/>
                </a:cubicBezTo>
                <a:cubicBezTo>
                  <a:pt x="1722" y="486"/>
                  <a:pt x="1722" y="486"/>
                  <a:pt x="1722" y="486"/>
                </a:cubicBezTo>
                <a:cubicBezTo>
                  <a:pt x="1660" y="438"/>
                  <a:pt x="1593" y="398"/>
                  <a:pt x="1519" y="368"/>
                </a:cubicBezTo>
                <a:cubicBezTo>
                  <a:pt x="1474" y="50"/>
                  <a:pt x="1474" y="50"/>
                  <a:pt x="1474" y="50"/>
                </a:cubicBezTo>
                <a:cubicBezTo>
                  <a:pt x="1470" y="22"/>
                  <a:pt x="1445" y="0"/>
                  <a:pt x="1415" y="0"/>
                </a:cubicBezTo>
                <a:cubicBezTo>
                  <a:pt x="935" y="0"/>
                  <a:pt x="935" y="0"/>
                  <a:pt x="935" y="0"/>
                </a:cubicBezTo>
                <a:cubicBezTo>
                  <a:pt x="905" y="0"/>
                  <a:pt x="880" y="22"/>
                  <a:pt x="876" y="50"/>
                </a:cubicBezTo>
                <a:cubicBezTo>
                  <a:pt x="831" y="368"/>
                  <a:pt x="831" y="368"/>
                  <a:pt x="831" y="368"/>
                </a:cubicBezTo>
                <a:cubicBezTo>
                  <a:pt x="757" y="398"/>
                  <a:pt x="690" y="439"/>
                  <a:pt x="628" y="486"/>
                </a:cubicBezTo>
                <a:cubicBezTo>
                  <a:pt x="329" y="366"/>
                  <a:pt x="329" y="366"/>
                  <a:pt x="329" y="366"/>
                </a:cubicBezTo>
                <a:cubicBezTo>
                  <a:pt x="301" y="355"/>
                  <a:pt x="270" y="366"/>
                  <a:pt x="256" y="392"/>
                </a:cubicBezTo>
                <a:cubicBezTo>
                  <a:pt x="16" y="808"/>
                  <a:pt x="16" y="808"/>
                  <a:pt x="16" y="808"/>
                </a:cubicBezTo>
                <a:cubicBezTo>
                  <a:pt x="0" y="834"/>
                  <a:pt x="7" y="866"/>
                  <a:pt x="30" y="884"/>
                </a:cubicBezTo>
                <a:cubicBezTo>
                  <a:pt x="283" y="1082"/>
                  <a:pt x="283" y="1082"/>
                  <a:pt x="283" y="1082"/>
                </a:cubicBezTo>
                <a:cubicBezTo>
                  <a:pt x="279" y="1121"/>
                  <a:pt x="275" y="1160"/>
                  <a:pt x="275" y="1200"/>
                </a:cubicBezTo>
                <a:cubicBezTo>
                  <a:pt x="275" y="1240"/>
                  <a:pt x="279" y="1279"/>
                  <a:pt x="283" y="1318"/>
                </a:cubicBezTo>
                <a:cubicBezTo>
                  <a:pt x="30" y="1516"/>
                  <a:pt x="30" y="1516"/>
                  <a:pt x="30" y="1516"/>
                </a:cubicBezTo>
                <a:cubicBezTo>
                  <a:pt x="7" y="1534"/>
                  <a:pt x="1" y="1566"/>
                  <a:pt x="16" y="1592"/>
                </a:cubicBezTo>
                <a:cubicBezTo>
                  <a:pt x="256" y="2008"/>
                  <a:pt x="256" y="2008"/>
                  <a:pt x="256" y="2008"/>
                </a:cubicBezTo>
                <a:cubicBezTo>
                  <a:pt x="270" y="2034"/>
                  <a:pt x="303" y="2044"/>
                  <a:pt x="329" y="2034"/>
                </a:cubicBezTo>
                <a:cubicBezTo>
                  <a:pt x="628" y="1914"/>
                  <a:pt x="628" y="1914"/>
                  <a:pt x="628" y="1914"/>
                </a:cubicBezTo>
                <a:cubicBezTo>
                  <a:pt x="690" y="1962"/>
                  <a:pt x="757" y="2002"/>
                  <a:pt x="831" y="2032"/>
                </a:cubicBezTo>
                <a:cubicBezTo>
                  <a:pt x="876" y="2350"/>
                  <a:pt x="876" y="2350"/>
                  <a:pt x="876" y="2350"/>
                </a:cubicBezTo>
                <a:cubicBezTo>
                  <a:pt x="880" y="2378"/>
                  <a:pt x="905" y="2400"/>
                  <a:pt x="935" y="2400"/>
                </a:cubicBezTo>
                <a:cubicBezTo>
                  <a:pt x="1415" y="2400"/>
                  <a:pt x="1415" y="2400"/>
                  <a:pt x="1415" y="2400"/>
                </a:cubicBezTo>
                <a:cubicBezTo>
                  <a:pt x="1445" y="2400"/>
                  <a:pt x="1470" y="2378"/>
                  <a:pt x="1474" y="2350"/>
                </a:cubicBezTo>
                <a:cubicBezTo>
                  <a:pt x="1519" y="2032"/>
                  <a:pt x="1519" y="2032"/>
                  <a:pt x="1519" y="2032"/>
                </a:cubicBezTo>
                <a:cubicBezTo>
                  <a:pt x="1593" y="2002"/>
                  <a:pt x="1660" y="1961"/>
                  <a:pt x="1722" y="1914"/>
                </a:cubicBezTo>
                <a:cubicBezTo>
                  <a:pt x="2021" y="2034"/>
                  <a:pt x="2021" y="2034"/>
                  <a:pt x="2021" y="2034"/>
                </a:cubicBezTo>
                <a:cubicBezTo>
                  <a:pt x="2049" y="2045"/>
                  <a:pt x="2080" y="2034"/>
                  <a:pt x="2094" y="2008"/>
                </a:cubicBezTo>
                <a:cubicBezTo>
                  <a:pt x="2334" y="1592"/>
                  <a:pt x="2334" y="1592"/>
                  <a:pt x="2334" y="1592"/>
                </a:cubicBezTo>
                <a:cubicBezTo>
                  <a:pt x="2349" y="1566"/>
                  <a:pt x="2343" y="1534"/>
                  <a:pt x="2320" y="1516"/>
                </a:cubicBezTo>
                <a:lnTo>
                  <a:pt x="2067" y="1318"/>
                </a:lnTo>
                <a:close/>
                <a:moveTo>
                  <a:pt x="1175" y="1620"/>
                </a:moveTo>
                <a:cubicBezTo>
                  <a:pt x="943" y="1620"/>
                  <a:pt x="755" y="1432"/>
                  <a:pt x="755" y="1200"/>
                </a:cubicBezTo>
                <a:cubicBezTo>
                  <a:pt x="755" y="968"/>
                  <a:pt x="943" y="780"/>
                  <a:pt x="1175" y="780"/>
                </a:cubicBezTo>
                <a:cubicBezTo>
                  <a:pt x="1407" y="780"/>
                  <a:pt x="1595" y="968"/>
                  <a:pt x="1595" y="1200"/>
                </a:cubicBezTo>
                <a:cubicBezTo>
                  <a:pt x="1595" y="1432"/>
                  <a:pt x="1407" y="1620"/>
                  <a:pt x="1175" y="16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1132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Application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080 w 2160"/>
              <a:gd name="T1" fmla="*/ 840 h 2160"/>
              <a:gd name="T2" fmla="*/ 840 w 2160"/>
              <a:gd name="T3" fmla="*/ 1080 h 2160"/>
              <a:gd name="T4" fmla="*/ 1080 w 2160"/>
              <a:gd name="T5" fmla="*/ 1320 h 2160"/>
              <a:gd name="T6" fmla="*/ 1320 w 2160"/>
              <a:gd name="T7" fmla="*/ 1080 h 2160"/>
              <a:gd name="T8" fmla="*/ 1080 w 2160"/>
              <a:gd name="T9" fmla="*/ 840 h 2160"/>
              <a:gd name="T10" fmla="*/ 1920 w 2160"/>
              <a:gd name="T11" fmla="*/ 0 h 2160"/>
              <a:gd name="T12" fmla="*/ 240 w 2160"/>
              <a:gd name="T13" fmla="*/ 0 h 2160"/>
              <a:gd name="T14" fmla="*/ 0 w 2160"/>
              <a:gd name="T15" fmla="*/ 240 h 2160"/>
              <a:gd name="T16" fmla="*/ 0 w 2160"/>
              <a:gd name="T17" fmla="*/ 1920 h 2160"/>
              <a:gd name="T18" fmla="*/ 240 w 2160"/>
              <a:gd name="T19" fmla="*/ 2160 h 2160"/>
              <a:gd name="T20" fmla="*/ 1920 w 2160"/>
              <a:gd name="T21" fmla="*/ 2160 h 2160"/>
              <a:gd name="T22" fmla="*/ 2160 w 2160"/>
              <a:gd name="T23" fmla="*/ 1920 h 2160"/>
              <a:gd name="T24" fmla="*/ 2160 w 2160"/>
              <a:gd name="T25" fmla="*/ 240 h 2160"/>
              <a:gd name="T26" fmla="*/ 1920 w 2160"/>
              <a:gd name="T27" fmla="*/ 0 h 2160"/>
              <a:gd name="T28" fmla="*/ 1710 w 2160"/>
              <a:gd name="T29" fmla="*/ 1080 h 2160"/>
              <a:gd name="T30" fmla="*/ 1704 w 2160"/>
              <a:gd name="T31" fmla="*/ 1162 h 2160"/>
              <a:gd name="T32" fmla="*/ 1882 w 2160"/>
              <a:gd name="T33" fmla="*/ 1301 h 2160"/>
              <a:gd name="T34" fmla="*/ 1891 w 2160"/>
              <a:gd name="T35" fmla="*/ 1355 h 2160"/>
              <a:gd name="T36" fmla="*/ 1723 w 2160"/>
              <a:gd name="T37" fmla="*/ 1645 h 2160"/>
              <a:gd name="T38" fmla="*/ 1672 w 2160"/>
              <a:gd name="T39" fmla="*/ 1663 h 2160"/>
              <a:gd name="T40" fmla="*/ 1463 w 2160"/>
              <a:gd name="T41" fmla="*/ 1579 h 2160"/>
              <a:gd name="T42" fmla="*/ 1321 w 2160"/>
              <a:gd name="T43" fmla="*/ 1662 h 2160"/>
              <a:gd name="T44" fmla="*/ 1290 w 2160"/>
              <a:gd name="T45" fmla="*/ 1884 h 2160"/>
              <a:gd name="T46" fmla="*/ 1248 w 2160"/>
              <a:gd name="T47" fmla="*/ 1920 h 2160"/>
              <a:gd name="T48" fmla="*/ 912 w 2160"/>
              <a:gd name="T49" fmla="*/ 1920 h 2160"/>
              <a:gd name="T50" fmla="*/ 870 w 2160"/>
              <a:gd name="T51" fmla="*/ 1885 h 2160"/>
              <a:gd name="T52" fmla="*/ 839 w 2160"/>
              <a:gd name="T53" fmla="*/ 1663 h 2160"/>
              <a:gd name="T54" fmla="*/ 697 w 2160"/>
              <a:gd name="T55" fmla="*/ 1580 h 2160"/>
              <a:gd name="T56" fmla="*/ 488 w 2160"/>
              <a:gd name="T57" fmla="*/ 1664 h 2160"/>
              <a:gd name="T58" fmla="*/ 437 w 2160"/>
              <a:gd name="T59" fmla="*/ 1646 h 2160"/>
              <a:gd name="T60" fmla="*/ 269 w 2160"/>
              <a:gd name="T61" fmla="*/ 1356 h 2160"/>
              <a:gd name="T62" fmla="*/ 278 w 2160"/>
              <a:gd name="T63" fmla="*/ 1302 h 2160"/>
              <a:gd name="T64" fmla="*/ 456 w 2160"/>
              <a:gd name="T65" fmla="*/ 1163 h 2160"/>
              <a:gd name="T66" fmla="*/ 450 w 2160"/>
              <a:gd name="T67" fmla="*/ 1080 h 2160"/>
              <a:gd name="T68" fmla="*/ 456 w 2160"/>
              <a:gd name="T69" fmla="*/ 998 h 2160"/>
              <a:gd name="T70" fmla="*/ 278 w 2160"/>
              <a:gd name="T71" fmla="*/ 859 h 2160"/>
              <a:gd name="T72" fmla="*/ 269 w 2160"/>
              <a:gd name="T73" fmla="*/ 805 h 2160"/>
              <a:gd name="T74" fmla="*/ 437 w 2160"/>
              <a:gd name="T75" fmla="*/ 515 h 2160"/>
              <a:gd name="T76" fmla="*/ 488 w 2160"/>
              <a:gd name="T77" fmla="*/ 497 h 2160"/>
              <a:gd name="T78" fmla="*/ 697 w 2160"/>
              <a:gd name="T79" fmla="*/ 581 h 2160"/>
              <a:gd name="T80" fmla="*/ 839 w 2160"/>
              <a:gd name="T81" fmla="*/ 498 h 2160"/>
              <a:gd name="T82" fmla="*/ 870 w 2160"/>
              <a:gd name="T83" fmla="*/ 276 h 2160"/>
              <a:gd name="T84" fmla="*/ 912 w 2160"/>
              <a:gd name="T85" fmla="*/ 240 h 2160"/>
              <a:gd name="T86" fmla="*/ 1248 w 2160"/>
              <a:gd name="T87" fmla="*/ 240 h 2160"/>
              <a:gd name="T88" fmla="*/ 1290 w 2160"/>
              <a:gd name="T89" fmla="*/ 275 h 2160"/>
              <a:gd name="T90" fmla="*/ 1321 w 2160"/>
              <a:gd name="T91" fmla="*/ 497 h 2160"/>
              <a:gd name="T92" fmla="*/ 1463 w 2160"/>
              <a:gd name="T93" fmla="*/ 580 h 2160"/>
              <a:gd name="T94" fmla="*/ 1672 w 2160"/>
              <a:gd name="T95" fmla="*/ 496 h 2160"/>
              <a:gd name="T96" fmla="*/ 1723 w 2160"/>
              <a:gd name="T97" fmla="*/ 514 h 2160"/>
              <a:gd name="T98" fmla="*/ 1891 w 2160"/>
              <a:gd name="T99" fmla="*/ 804 h 2160"/>
              <a:gd name="T100" fmla="*/ 1882 w 2160"/>
              <a:gd name="T101" fmla="*/ 858 h 2160"/>
              <a:gd name="T102" fmla="*/ 1704 w 2160"/>
              <a:gd name="T103" fmla="*/ 997 h 2160"/>
              <a:gd name="T104" fmla="*/ 1710 w 2160"/>
              <a:gd name="T105" fmla="*/ 108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160" h="2160">
                <a:moveTo>
                  <a:pt x="1080" y="840"/>
                </a:moveTo>
                <a:cubicBezTo>
                  <a:pt x="948" y="840"/>
                  <a:pt x="840" y="948"/>
                  <a:pt x="840" y="1080"/>
                </a:cubicBezTo>
                <a:cubicBezTo>
                  <a:pt x="840" y="1212"/>
                  <a:pt x="948" y="1320"/>
                  <a:pt x="1080" y="1320"/>
                </a:cubicBezTo>
                <a:cubicBezTo>
                  <a:pt x="1212" y="1320"/>
                  <a:pt x="1320" y="1212"/>
                  <a:pt x="1320" y="1080"/>
                </a:cubicBezTo>
                <a:cubicBezTo>
                  <a:pt x="1320" y="948"/>
                  <a:pt x="1212" y="840"/>
                  <a:pt x="1080" y="840"/>
                </a:cubicBezTo>
                <a:close/>
                <a:moveTo>
                  <a:pt x="192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0" y="108"/>
                  <a:pt x="0" y="24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7" y="2160"/>
                  <a:pt x="240" y="2160"/>
                </a:cubicBezTo>
                <a:cubicBezTo>
                  <a:pt x="1920" y="2160"/>
                  <a:pt x="1920" y="2160"/>
                  <a:pt x="1920" y="2160"/>
                </a:cubicBezTo>
                <a:cubicBezTo>
                  <a:pt x="2053" y="2160"/>
                  <a:pt x="2160" y="2052"/>
                  <a:pt x="2160" y="1920"/>
                </a:cubicBezTo>
                <a:cubicBezTo>
                  <a:pt x="2160" y="240"/>
                  <a:pt x="2160" y="240"/>
                  <a:pt x="2160" y="240"/>
                </a:cubicBezTo>
                <a:cubicBezTo>
                  <a:pt x="2160" y="108"/>
                  <a:pt x="2053" y="0"/>
                  <a:pt x="1920" y="0"/>
                </a:cubicBezTo>
                <a:close/>
                <a:moveTo>
                  <a:pt x="1710" y="1080"/>
                </a:moveTo>
                <a:cubicBezTo>
                  <a:pt x="1710" y="1108"/>
                  <a:pt x="1708" y="1135"/>
                  <a:pt x="1704" y="1162"/>
                </a:cubicBezTo>
                <a:cubicBezTo>
                  <a:pt x="1882" y="1301"/>
                  <a:pt x="1882" y="1301"/>
                  <a:pt x="1882" y="1301"/>
                </a:cubicBezTo>
                <a:cubicBezTo>
                  <a:pt x="1897" y="1314"/>
                  <a:pt x="1902" y="1337"/>
                  <a:pt x="1891" y="1355"/>
                </a:cubicBezTo>
                <a:cubicBezTo>
                  <a:pt x="1723" y="1645"/>
                  <a:pt x="1723" y="1645"/>
                  <a:pt x="1723" y="1645"/>
                </a:cubicBezTo>
                <a:cubicBezTo>
                  <a:pt x="1712" y="1663"/>
                  <a:pt x="1691" y="1670"/>
                  <a:pt x="1672" y="1663"/>
                </a:cubicBezTo>
                <a:cubicBezTo>
                  <a:pt x="1463" y="1579"/>
                  <a:pt x="1463" y="1579"/>
                  <a:pt x="1463" y="1579"/>
                </a:cubicBezTo>
                <a:cubicBezTo>
                  <a:pt x="1420" y="1613"/>
                  <a:pt x="1372" y="1640"/>
                  <a:pt x="1321" y="1662"/>
                </a:cubicBezTo>
                <a:cubicBezTo>
                  <a:pt x="1290" y="1884"/>
                  <a:pt x="1290" y="1884"/>
                  <a:pt x="1290" y="1884"/>
                </a:cubicBezTo>
                <a:cubicBezTo>
                  <a:pt x="1286" y="1904"/>
                  <a:pt x="1268" y="1920"/>
                  <a:pt x="1248" y="1920"/>
                </a:cubicBezTo>
                <a:cubicBezTo>
                  <a:pt x="912" y="1920"/>
                  <a:pt x="912" y="1920"/>
                  <a:pt x="912" y="1920"/>
                </a:cubicBezTo>
                <a:cubicBezTo>
                  <a:pt x="892" y="1920"/>
                  <a:pt x="874" y="1904"/>
                  <a:pt x="870" y="1885"/>
                </a:cubicBezTo>
                <a:cubicBezTo>
                  <a:pt x="839" y="1663"/>
                  <a:pt x="839" y="1663"/>
                  <a:pt x="839" y="1663"/>
                </a:cubicBezTo>
                <a:cubicBezTo>
                  <a:pt x="787" y="1642"/>
                  <a:pt x="740" y="1614"/>
                  <a:pt x="697" y="1580"/>
                </a:cubicBezTo>
                <a:cubicBezTo>
                  <a:pt x="488" y="1664"/>
                  <a:pt x="488" y="1664"/>
                  <a:pt x="488" y="1664"/>
                </a:cubicBezTo>
                <a:cubicBezTo>
                  <a:pt x="469" y="1672"/>
                  <a:pt x="448" y="1664"/>
                  <a:pt x="437" y="1646"/>
                </a:cubicBezTo>
                <a:cubicBezTo>
                  <a:pt x="269" y="1356"/>
                  <a:pt x="269" y="1356"/>
                  <a:pt x="269" y="1356"/>
                </a:cubicBezTo>
                <a:cubicBezTo>
                  <a:pt x="258" y="1338"/>
                  <a:pt x="263" y="1315"/>
                  <a:pt x="278" y="1302"/>
                </a:cubicBezTo>
                <a:cubicBezTo>
                  <a:pt x="456" y="1163"/>
                  <a:pt x="456" y="1163"/>
                  <a:pt x="456" y="1163"/>
                </a:cubicBezTo>
                <a:cubicBezTo>
                  <a:pt x="452" y="1135"/>
                  <a:pt x="450" y="1108"/>
                  <a:pt x="450" y="1080"/>
                </a:cubicBezTo>
                <a:cubicBezTo>
                  <a:pt x="450" y="1052"/>
                  <a:pt x="452" y="1025"/>
                  <a:pt x="456" y="998"/>
                </a:cubicBezTo>
                <a:cubicBezTo>
                  <a:pt x="278" y="859"/>
                  <a:pt x="278" y="859"/>
                  <a:pt x="278" y="859"/>
                </a:cubicBezTo>
                <a:cubicBezTo>
                  <a:pt x="263" y="846"/>
                  <a:pt x="258" y="823"/>
                  <a:pt x="269" y="805"/>
                </a:cubicBezTo>
                <a:cubicBezTo>
                  <a:pt x="437" y="515"/>
                  <a:pt x="437" y="515"/>
                  <a:pt x="437" y="515"/>
                </a:cubicBezTo>
                <a:cubicBezTo>
                  <a:pt x="448" y="497"/>
                  <a:pt x="469" y="490"/>
                  <a:pt x="488" y="497"/>
                </a:cubicBezTo>
                <a:cubicBezTo>
                  <a:pt x="697" y="581"/>
                  <a:pt x="697" y="581"/>
                  <a:pt x="697" y="581"/>
                </a:cubicBezTo>
                <a:cubicBezTo>
                  <a:pt x="740" y="547"/>
                  <a:pt x="788" y="520"/>
                  <a:pt x="839" y="498"/>
                </a:cubicBezTo>
                <a:cubicBezTo>
                  <a:pt x="870" y="276"/>
                  <a:pt x="870" y="276"/>
                  <a:pt x="870" y="276"/>
                </a:cubicBezTo>
                <a:cubicBezTo>
                  <a:pt x="874" y="256"/>
                  <a:pt x="892" y="240"/>
                  <a:pt x="912" y="240"/>
                </a:cubicBezTo>
                <a:cubicBezTo>
                  <a:pt x="1248" y="240"/>
                  <a:pt x="1248" y="240"/>
                  <a:pt x="1248" y="240"/>
                </a:cubicBezTo>
                <a:cubicBezTo>
                  <a:pt x="1268" y="240"/>
                  <a:pt x="1286" y="256"/>
                  <a:pt x="1290" y="275"/>
                </a:cubicBezTo>
                <a:cubicBezTo>
                  <a:pt x="1321" y="497"/>
                  <a:pt x="1321" y="497"/>
                  <a:pt x="1321" y="497"/>
                </a:cubicBezTo>
                <a:cubicBezTo>
                  <a:pt x="1373" y="518"/>
                  <a:pt x="1420" y="546"/>
                  <a:pt x="1463" y="580"/>
                </a:cubicBezTo>
                <a:cubicBezTo>
                  <a:pt x="1672" y="496"/>
                  <a:pt x="1672" y="496"/>
                  <a:pt x="1672" y="496"/>
                </a:cubicBezTo>
                <a:cubicBezTo>
                  <a:pt x="1691" y="488"/>
                  <a:pt x="1712" y="496"/>
                  <a:pt x="1723" y="514"/>
                </a:cubicBezTo>
                <a:cubicBezTo>
                  <a:pt x="1891" y="804"/>
                  <a:pt x="1891" y="804"/>
                  <a:pt x="1891" y="804"/>
                </a:cubicBezTo>
                <a:cubicBezTo>
                  <a:pt x="1902" y="822"/>
                  <a:pt x="1897" y="845"/>
                  <a:pt x="1882" y="858"/>
                </a:cubicBezTo>
                <a:cubicBezTo>
                  <a:pt x="1704" y="997"/>
                  <a:pt x="1704" y="997"/>
                  <a:pt x="1704" y="997"/>
                </a:cubicBezTo>
                <a:cubicBezTo>
                  <a:pt x="1708" y="1025"/>
                  <a:pt x="1710" y="1052"/>
                  <a:pt x="1710" y="10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6005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Backup Resto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83684"/>
          </a:xfrm>
          <a:custGeom>
            <a:avLst/>
            <a:gdLst>
              <a:gd name="T0" fmla="*/ 1680 w 2520"/>
              <a:gd name="T1" fmla="*/ 1080 h 2160"/>
              <a:gd name="T2" fmla="*/ 1440 w 2520"/>
              <a:gd name="T3" fmla="*/ 840 h 2160"/>
              <a:gd name="T4" fmla="*/ 1200 w 2520"/>
              <a:gd name="T5" fmla="*/ 1080 h 2160"/>
              <a:gd name="T6" fmla="*/ 1440 w 2520"/>
              <a:gd name="T7" fmla="*/ 1320 h 2160"/>
              <a:gd name="T8" fmla="*/ 1680 w 2520"/>
              <a:gd name="T9" fmla="*/ 1080 h 2160"/>
              <a:gd name="T10" fmla="*/ 1440 w 2520"/>
              <a:gd name="T11" fmla="*/ 0 h 2160"/>
              <a:gd name="T12" fmla="*/ 360 w 2520"/>
              <a:gd name="T13" fmla="*/ 1080 h 2160"/>
              <a:gd name="T14" fmla="*/ 0 w 2520"/>
              <a:gd name="T15" fmla="*/ 1080 h 2160"/>
              <a:gd name="T16" fmla="*/ 480 w 2520"/>
              <a:gd name="T17" fmla="*/ 1560 h 2160"/>
              <a:gd name="T18" fmla="*/ 960 w 2520"/>
              <a:gd name="T19" fmla="*/ 1080 h 2160"/>
              <a:gd name="T20" fmla="*/ 600 w 2520"/>
              <a:gd name="T21" fmla="*/ 1080 h 2160"/>
              <a:gd name="T22" fmla="*/ 1440 w 2520"/>
              <a:gd name="T23" fmla="*/ 240 h 2160"/>
              <a:gd name="T24" fmla="*/ 2280 w 2520"/>
              <a:gd name="T25" fmla="*/ 1080 h 2160"/>
              <a:gd name="T26" fmla="*/ 1440 w 2520"/>
              <a:gd name="T27" fmla="*/ 1920 h 2160"/>
              <a:gd name="T28" fmla="*/ 953 w 2520"/>
              <a:gd name="T29" fmla="*/ 1764 h 2160"/>
              <a:gd name="T30" fmla="*/ 782 w 2520"/>
              <a:gd name="T31" fmla="*/ 1937 h 2160"/>
              <a:gd name="T32" fmla="*/ 1440 w 2520"/>
              <a:gd name="T33" fmla="*/ 2160 h 2160"/>
              <a:gd name="T34" fmla="*/ 2520 w 2520"/>
              <a:gd name="T35" fmla="*/ 1080 h 2160"/>
              <a:gd name="T36" fmla="*/ 1440 w 2520"/>
              <a:gd name="T37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520" h="2160">
                <a:moveTo>
                  <a:pt x="1680" y="1080"/>
                </a:moveTo>
                <a:cubicBezTo>
                  <a:pt x="1680" y="948"/>
                  <a:pt x="1572" y="840"/>
                  <a:pt x="1440" y="840"/>
                </a:cubicBezTo>
                <a:cubicBezTo>
                  <a:pt x="1308" y="840"/>
                  <a:pt x="1200" y="948"/>
                  <a:pt x="1200" y="1080"/>
                </a:cubicBezTo>
                <a:cubicBezTo>
                  <a:pt x="1200" y="1212"/>
                  <a:pt x="1308" y="1320"/>
                  <a:pt x="1440" y="1320"/>
                </a:cubicBezTo>
                <a:cubicBezTo>
                  <a:pt x="1572" y="1320"/>
                  <a:pt x="1680" y="1212"/>
                  <a:pt x="1680" y="1080"/>
                </a:cubicBezTo>
                <a:close/>
                <a:moveTo>
                  <a:pt x="1440" y="0"/>
                </a:moveTo>
                <a:cubicBezTo>
                  <a:pt x="844" y="0"/>
                  <a:pt x="360" y="484"/>
                  <a:pt x="360" y="1080"/>
                </a:cubicBezTo>
                <a:cubicBezTo>
                  <a:pt x="0" y="1080"/>
                  <a:pt x="0" y="1080"/>
                  <a:pt x="0" y="1080"/>
                </a:cubicBezTo>
                <a:cubicBezTo>
                  <a:pt x="480" y="1560"/>
                  <a:pt x="480" y="1560"/>
                  <a:pt x="480" y="1560"/>
                </a:cubicBezTo>
                <a:cubicBezTo>
                  <a:pt x="960" y="1080"/>
                  <a:pt x="960" y="1080"/>
                  <a:pt x="960" y="1080"/>
                </a:cubicBezTo>
                <a:cubicBezTo>
                  <a:pt x="600" y="1080"/>
                  <a:pt x="600" y="1080"/>
                  <a:pt x="600" y="1080"/>
                </a:cubicBezTo>
                <a:cubicBezTo>
                  <a:pt x="600" y="616"/>
                  <a:pt x="976" y="240"/>
                  <a:pt x="1440" y="240"/>
                </a:cubicBezTo>
                <a:cubicBezTo>
                  <a:pt x="1904" y="240"/>
                  <a:pt x="2280" y="616"/>
                  <a:pt x="2280" y="1080"/>
                </a:cubicBezTo>
                <a:cubicBezTo>
                  <a:pt x="2280" y="1544"/>
                  <a:pt x="1904" y="1920"/>
                  <a:pt x="1440" y="1920"/>
                </a:cubicBezTo>
                <a:cubicBezTo>
                  <a:pt x="1259" y="1920"/>
                  <a:pt x="1091" y="1861"/>
                  <a:pt x="953" y="1764"/>
                </a:cubicBezTo>
                <a:cubicBezTo>
                  <a:pt x="782" y="1937"/>
                  <a:pt x="782" y="1937"/>
                  <a:pt x="782" y="1937"/>
                </a:cubicBezTo>
                <a:cubicBezTo>
                  <a:pt x="965" y="2076"/>
                  <a:pt x="1193" y="2160"/>
                  <a:pt x="1440" y="2160"/>
                </a:cubicBezTo>
                <a:cubicBezTo>
                  <a:pt x="2036" y="2160"/>
                  <a:pt x="2520" y="1676"/>
                  <a:pt x="2520" y="1080"/>
                </a:cubicBezTo>
                <a:cubicBezTo>
                  <a:pt x="2520" y="484"/>
                  <a:pt x="2036" y="0"/>
                  <a:pt x="14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136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Bluetooth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484149" cy="914400"/>
          </a:xfrm>
          <a:custGeom>
            <a:avLst/>
            <a:gdLst>
              <a:gd name="T0" fmla="*/ 1700 w 3602"/>
              <a:gd name="T1" fmla="*/ 6803 h 6803"/>
              <a:gd name="T2" fmla="*/ 2267 w 3602"/>
              <a:gd name="T3" fmla="*/ 6803 h 6803"/>
              <a:gd name="T4" fmla="*/ 2267 w 3602"/>
              <a:gd name="T5" fmla="*/ 6236 h 6803"/>
              <a:gd name="T6" fmla="*/ 1700 w 3602"/>
              <a:gd name="T7" fmla="*/ 6236 h 6803"/>
              <a:gd name="T8" fmla="*/ 1700 w 3602"/>
              <a:gd name="T9" fmla="*/ 6803 h 6803"/>
              <a:gd name="T10" fmla="*/ 567 w 3602"/>
              <a:gd name="T11" fmla="*/ 6803 h 6803"/>
              <a:gd name="T12" fmla="*/ 1133 w 3602"/>
              <a:gd name="T13" fmla="*/ 6803 h 6803"/>
              <a:gd name="T14" fmla="*/ 1133 w 3602"/>
              <a:gd name="T15" fmla="*/ 6236 h 6803"/>
              <a:gd name="T16" fmla="*/ 567 w 3602"/>
              <a:gd name="T17" fmla="*/ 6236 h 6803"/>
              <a:gd name="T18" fmla="*/ 567 w 3602"/>
              <a:gd name="T19" fmla="*/ 6803 h 6803"/>
              <a:gd name="T20" fmla="*/ 2834 w 3602"/>
              <a:gd name="T21" fmla="*/ 6803 h 6803"/>
              <a:gd name="T22" fmla="*/ 3401 w 3602"/>
              <a:gd name="T23" fmla="*/ 6803 h 6803"/>
              <a:gd name="T24" fmla="*/ 3401 w 3602"/>
              <a:gd name="T25" fmla="*/ 6236 h 6803"/>
              <a:gd name="T26" fmla="*/ 2834 w 3602"/>
              <a:gd name="T27" fmla="*/ 6236 h 6803"/>
              <a:gd name="T28" fmla="*/ 2834 w 3602"/>
              <a:gd name="T29" fmla="*/ 6803 h 6803"/>
              <a:gd name="T30" fmla="*/ 3602 w 3602"/>
              <a:gd name="T31" fmla="*/ 1618 h 6803"/>
              <a:gd name="T32" fmla="*/ 1984 w 3602"/>
              <a:gd name="T33" fmla="*/ 0 h 6803"/>
              <a:gd name="T34" fmla="*/ 1700 w 3602"/>
              <a:gd name="T35" fmla="*/ 0 h 6803"/>
              <a:gd name="T36" fmla="*/ 1700 w 3602"/>
              <a:gd name="T37" fmla="*/ 2152 h 6803"/>
              <a:gd name="T38" fmla="*/ 399 w 3602"/>
              <a:gd name="T39" fmla="*/ 850 h 6803"/>
              <a:gd name="T40" fmla="*/ 0 w 3602"/>
              <a:gd name="T41" fmla="*/ 1249 h 6803"/>
              <a:gd name="T42" fmla="*/ 1585 w 3602"/>
              <a:gd name="T43" fmla="*/ 2834 h 6803"/>
              <a:gd name="T44" fmla="*/ 0 w 3602"/>
              <a:gd name="T45" fmla="*/ 4419 h 6803"/>
              <a:gd name="T46" fmla="*/ 399 w 3602"/>
              <a:gd name="T47" fmla="*/ 4819 h 6803"/>
              <a:gd name="T48" fmla="*/ 1700 w 3602"/>
              <a:gd name="T49" fmla="*/ 3517 h 6803"/>
              <a:gd name="T50" fmla="*/ 1700 w 3602"/>
              <a:gd name="T51" fmla="*/ 5669 h 6803"/>
              <a:gd name="T52" fmla="*/ 1984 w 3602"/>
              <a:gd name="T53" fmla="*/ 5669 h 6803"/>
              <a:gd name="T54" fmla="*/ 3602 w 3602"/>
              <a:gd name="T55" fmla="*/ 4051 h 6803"/>
              <a:gd name="T56" fmla="*/ 2383 w 3602"/>
              <a:gd name="T57" fmla="*/ 2834 h 6803"/>
              <a:gd name="T58" fmla="*/ 3602 w 3602"/>
              <a:gd name="T59" fmla="*/ 1618 h 6803"/>
              <a:gd name="T60" fmla="*/ 2267 w 3602"/>
              <a:gd name="T61" fmla="*/ 1086 h 6803"/>
              <a:gd name="T62" fmla="*/ 2801 w 3602"/>
              <a:gd name="T63" fmla="*/ 1618 h 6803"/>
              <a:gd name="T64" fmla="*/ 2267 w 3602"/>
              <a:gd name="T65" fmla="*/ 2152 h 6803"/>
              <a:gd name="T66" fmla="*/ 2267 w 3602"/>
              <a:gd name="T67" fmla="*/ 1086 h 6803"/>
              <a:gd name="T68" fmla="*/ 2801 w 3602"/>
              <a:gd name="T69" fmla="*/ 4051 h 6803"/>
              <a:gd name="T70" fmla="*/ 2267 w 3602"/>
              <a:gd name="T71" fmla="*/ 4582 h 6803"/>
              <a:gd name="T72" fmla="*/ 2267 w 3602"/>
              <a:gd name="T73" fmla="*/ 3517 h 6803"/>
              <a:gd name="T74" fmla="*/ 2801 w 3602"/>
              <a:gd name="T75" fmla="*/ 4051 h 68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3602" h="6803">
                <a:moveTo>
                  <a:pt x="1700" y="6803"/>
                </a:moveTo>
                <a:lnTo>
                  <a:pt x="2267" y="6803"/>
                </a:lnTo>
                <a:lnTo>
                  <a:pt x="2267" y="6236"/>
                </a:lnTo>
                <a:lnTo>
                  <a:pt x="1700" y="6236"/>
                </a:lnTo>
                <a:lnTo>
                  <a:pt x="1700" y="6803"/>
                </a:lnTo>
                <a:close/>
                <a:moveTo>
                  <a:pt x="567" y="6803"/>
                </a:moveTo>
                <a:lnTo>
                  <a:pt x="1133" y="6803"/>
                </a:lnTo>
                <a:lnTo>
                  <a:pt x="1133" y="6236"/>
                </a:lnTo>
                <a:lnTo>
                  <a:pt x="567" y="6236"/>
                </a:lnTo>
                <a:lnTo>
                  <a:pt x="567" y="6803"/>
                </a:lnTo>
                <a:close/>
                <a:moveTo>
                  <a:pt x="2834" y="6803"/>
                </a:moveTo>
                <a:lnTo>
                  <a:pt x="3401" y="6803"/>
                </a:lnTo>
                <a:lnTo>
                  <a:pt x="3401" y="6236"/>
                </a:lnTo>
                <a:lnTo>
                  <a:pt x="2834" y="6236"/>
                </a:lnTo>
                <a:lnTo>
                  <a:pt x="2834" y="6803"/>
                </a:lnTo>
                <a:close/>
                <a:moveTo>
                  <a:pt x="3602" y="1618"/>
                </a:moveTo>
                <a:lnTo>
                  <a:pt x="1984" y="0"/>
                </a:lnTo>
                <a:lnTo>
                  <a:pt x="1700" y="0"/>
                </a:lnTo>
                <a:lnTo>
                  <a:pt x="1700" y="2152"/>
                </a:lnTo>
                <a:lnTo>
                  <a:pt x="399" y="850"/>
                </a:lnTo>
                <a:lnTo>
                  <a:pt x="0" y="1249"/>
                </a:lnTo>
                <a:lnTo>
                  <a:pt x="1585" y="2834"/>
                </a:lnTo>
                <a:lnTo>
                  <a:pt x="0" y="4419"/>
                </a:lnTo>
                <a:lnTo>
                  <a:pt x="399" y="4819"/>
                </a:lnTo>
                <a:lnTo>
                  <a:pt x="1700" y="3517"/>
                </a:lnTo>
                <a:lnTo>
                  <a:pt x="1700" y="5669"/>
                </a:lnTo>
                <a:lnTo>
                  <a:pt x="1984" y="5669"/>
                </a:lnTo>
                <a:lnTo>
                  <a:pt x="3602" y="4051"/>
                </a:lnTo>
                <a:lnTo>
                  <a:pt x="2383" y="2834"/>
                </a:lnTo>
                <a:lnTo>
                  <a:pt x="3602" y="1618"/>
                </a:lnTo>
                <a:close/>
                <a:moveTo>
                  <a:pt x="2267" y="1086"/>
                </a:moveTo>
                <a:lnTo>
                  <a:pt x="2801" y="1618"/>
                </a:lnTo>
                <a:lnTo>
                  <a:pt x="2267" y="2152"/>
                </a:lnTo>
                <a:lnTo>
                  <a:pt x="2267" y="1086"/>
                </a:lnTo>
                <a:close/>
                <a:moveTo>
                  <a:pt x="2801" y="4051"/>
                </a:moveTo>
                <a:lnTo>
                  <a:pt x="2267" y="4582"/>
                </a:lnTo>
                <a:lnTo>
                  <a:pt x="2267" y="3517"/>
                </a:lnTo>
                <a:lnTo>
                  <a:pt x="2801" y="40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0203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Brightnes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119"/>
          </a:xfrm>
          <a:custGeom>
            <a:avLst/>
            <a:gdLst>
              <a:gd name="T0" fmla="*/ 2400 w 2640"/>
              <a:gd name="T1" fmla="*/ 0 h 2160"/>
              <a:gd name="T2" fmla="*/ 240 w 2640"/>
              <a:gd name="T3" fmla="*/ 0 h 2160"/>
              <a:gd name="T4" fmla="*/ 0 w 2640"/>
              <a:gd name="T5" fmla="*/ 240 h 2160"/>
              <a:gd name="T6" fmla="*/ 0 w 2640"/>
              <a:gd name="T7" fmla="*/ 1920 h 2160"/>
              <a:gd name="T8" fmla="*/ 240 w 2640"/>
              <a:gd name="T9" fmla="*/ 2160 h 2160"/>
              <a:gd name="T10" fmla="*/ 2400 w 2640"/>
              <a:gd name="T11" fmla="*/ 2160 h 2160"/>
              <a:gd name="T12" fmla="*/ 2640 w 2640"/>
              <a:gd name="T13" fmla="*/ 1920 h 2160"/>
              <a:gd name="T14" fmla="*/ 2640 w 2640"/>
              <a:gd name="T15" fmla="*/ 240 h 2160"/>
              <a:gd name="T16" fmla="*/ 2400 w 2640"/>
              <a:gd name="T17" fmla="*/ 0 h 2160"/>
              <a:gd name="T18" fmla="*/ 2400 w 2640"/>
              <a:gd name="T19" fmla="*/ 1921 h 2160"/>
              <a:gd name="T20" fmla="*/ 240 w 2640"/>
              <a:gd name="T21" fmla="*/ 1921 h 2160"/>
              <a:gd name="T22" fmla="*/ 240 w 2640"/>
              <a:gd name="T23" fmla="*/ 239 h 2160"/>
              <a:gd name="T24" fmla="*/ 2400 w 2640"/>
              <a:gd name="T25" fmla="*/ 239 h 2160"/>
              <a:gd name="T26" fmla="*/ 2400 w 2640"/>
              <a:gd name="T27" fmla="*/ 1921 h 2160"/>
              <a:gd name="T28" fmla="*/ 840 w 2640"/>
              <a:gd name="T29" fmla="*/ 1560 h 2160"/>
              <a:gd name="T30" fmla="*/ 1140 w 2640"/>
              <a:gd name="T31" fmla="*/ 1560 h 2160"/>
              <a:gd name="T32" fmla="*/ 1320 w 2640"/>
              <a:gd name="T33" fmla="*/ 1740 h 2160"/>
              <a:gd name="T34" fmla="*/ 1500 w 2640"/>
              <a:gd name="T35" fmla="*/ 1560 h 2160"/>
              <a:gd name="T36" fmla="*/ 1800 w 2640"/>
              <a:gd name="T37" fmla="*/ 1560 h 2160"/>
              <a:gd name="T38" fmla="*/ 1800 w 2640"/>
              <a:gd name="T39" fmla="*/ 1260 h 2160"/>
              <a:gd name="T40" fmla="*/ 1980 w 2640"/>
              <a:gd name="T41" fmla="*/ 1080 h 2160"/>
              <a:gd name="T42" fmla="*/ 1800 w 2640"/>
              <a:gd name="T43" fmla="*/ 900 h 2160"/>
              <a:gd name="T44" fmla="*/ 1800 w 2640"/>
              <a:gd name="T45" fmla="*/ 600 h 2160"/>
              <a:gd name="T46" fmla="*/ 1500 w 2640"/>
              <a:gd name="T47" fmla="*/ 600 h 2160"/>
              <a:gd name="T48" fmla="*/ 1320 w 2640"/>
              <a:gd name="T49" fmla="*/ 420 h 2160"/>
              <a:gd name="T50" fmla="*/ 1140 w 2640"/>
              <a:gd name="T51" fmla="*/ 600 h 2160"/>
              <a:gd name="T52" fmla="*/ 840 w 2640"/>
              <a:gd name="T53" fmla="*/ 600 h 2160"/>
              <a:gd name="T54" fmla="*/ 840 w 2640"/>
              <a:gd name="T55" fmla="*/ 900 h 2160"/>
              <a:gd name="T56" fmla="*/ 660 w 2640"/>
              <a:gd name="T57" fmla="*/ 1080 h 2160"/>
              <a:gd name="T58" fmla="*/ 840 w 2640"/>
              <a:gd name="T59" fmla="*/ 1260 h 2160"/>
              <a:gd name="T60" fmla="*/ 840 w 2640"/>
              <a:gd name="T61" fmla="*/ 1560 h 2160"/>
              <a:gd name="T62" fmla="*/ 1320 w 2640"/>
              <a:gd name="T63" fmla="*/ 720 h 2160"/>
              <a:gd name="T64" fmla="*/ 1680 w 2640"/>
              <a:gd name="T65" fmla="*/ 1080 h 2160"/>
              <a:gd name="T66" fmla="*/ 1320 w 2640"/>
              <a:gd name="T67" fmla="*/ 1440 h 2160"/>
              <a:gd name="T68" fmla="*/ 1320 w 2640"/>
              <a:gd name="T69" fmla="*/ 72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640" h="2160">
                <a:moveTo>
                  <a:pt x="240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8" y="2160"/>
                  <a:pt x="240" y="2160"/>
                </a:cubicBezTo>
                <a:cubicBezTo>
                  <a:pt x="2400" y="2160"/>
                  <a:pt x="2400" y="2160"/>
                  <a:pt x="2400" y="2160"/>
                </a:cubicBezTo>
                <a:cubicBezTo>
                  <a:pt x="2532" y="2160"/>
                  <a:pt x="2640" y="2052"/>
                  <a:pt x="2640" y="1920"/>
                </a:cubicBezTo>
                <a:cubicBezTo>
                  <a:pt x="2640" y="240"/>
                  <a:pt x="2640" y="240"/>
                  <a:pt x="2640" y="240"/>
                </a:cubicBezTo>
                <a:cubicBezTo>
                  <a:pt x="2640" y="108"/>
                  <a:pt x="2532" y="0"/>
                  <a:pt x="2400" y="0"/>
                </a:cubicBezTo>
                <a:close/>
                <a:moveTo>
                  <a:pt x="2400" y="1921"/>
                </a:moveTo>
                <a:cubicBezTo>
                  <a:pt x="240" y="1921"/>
                  <a:pt x="240" y="1921"/>
                  <a:pt x="240" y="1921"/>
                </a:cubicBezTo>
                <a:cubicBezTo>
                  <a:pt x="240" y="239"/>
                  <a:pt x="240" y="239"/>
                  <a:pt x="240" y="239"/>
                </a:cubicBezTo>
                <a:cubicBezTo>
                  <a:pt x="2400" y="239"/>
                  <a:pt x="2400" y="239"/>
                  <a:pt x="2400" y="239"/>
                </a:cubicBezTo>
                <a:lnTo>
                  <a:pt x="2400" y="1921"/>
                </a:lnTo>
                <a:close/>
                <a:moveTo>
                  <a:pt x="840" y="1560"/>
                </a:moveTo>
                <a:cubicBezTo>
                  <a:pt x="1140" y="1560"/>
                  <a:pt x="1140" y="1560"/>
                  <a:pt x="1140" y="1560"/>
                </a:cubicBezTo>
                <a:cubicBezTo>
                  <a:pt x="1320" y="1740"/>
                  <a:pt x="1320" y="1740"/>
                  <a:pt x="1320" y="1740"/>
                </a:cubicBezTo>
                <a:cubicBezTo>
                  <a:pt x="1500" y="1560"/>
                  <a:pt x="1500" y="1560"/>
                  <a:pt x="1500" y="1560"/>
                </a:cubicBezTo>
                <a:cubicBezTo>
                  <a:pt x="1800" y="1560"/>
                  <a:pt x="1800" y="1560"/>
                  <a:pt x="1800" y="1560"/>
                </a:cubicBezTo>
                <a:cubicBezTo>
                  <a:pt x="1800" y="1260"/>
                  <a:pt x="1800" y="1260"/>
                  <a:pt x="1800" y="1260"/>
                </a:cubicBezTo>
                <a:cubicBezTo>
                  <a:pt x="1980" y="1080"/>
                  <a:pt x="1980" y="1080"/>
                  <a:pt x="1980" y="1080"/>
                </a:cubicBezTo>
                <a:cubicBezTo>
                  <a:pt x="1800" y="900"/>
                  <a:pt x="1800" y="900"/>
                  <a:pt x="1800" y="900"/>
                </a:cubicBezTo>
                <a:cubicBezTo>
                  <a:pt x="1800" y="600"/>
                  <a:pt x="1800" y="600"/>
                  <a:pt x="1800" y="600"/>
                </a:cubicBezTo>
                <a:cubicBezTo>
                  <a:pt x="1500" y="600"/>
                  <a:pt x="1500" y="600"/>
                  <a:pt x="1500" y="600"/>
                </a:cubicBezTo>
                <a:cubicBezTo>
                  <a:pt x="1320" y="420"/>
                  <a:pt x="1320" y="420"/>
                  <a:pt x="1320" y="420"/>
                </a:cubicBezTo>
                <a:cubicBezTo>
                  <a:pt x="1140" y="600"/>
                  <a:pt x="1140" y="600"/>
                  <a:pt x="1140" y="600"/>
                </a:cubicBezTo>
                <a:cubicBezTo>
                  <a:pt x="840" y="600"/>
                  <a:pt x="840" y="600"/>
                  <a:pt x="840" y="600"/>
                </a:cubicBezTo>
                <a:cubicBezTo>
                  <a:pt x="840" y="900"/>
                  <a:pt x="840" y="900"/>
                  <a:pt x="840" y="900"/>
                </a:cubicBezTo>
                <a:cubicBezTo>
                  <a:pt x="660" y="1080"/>
                  <a:pt x="660" y="1080"/>
                  <a:pt x="660" y="1080"/>
                </a:cubicBezTo>
                <a:cubicBezTo>
                  <a:pt x="840" y="1260"/>
                  <a:pt x="840" y="1260"/>
                  <a:pt x="840" y="1260"/>
                </a:cubicBezTo>
                <a:lnTo>
                  <a:pt x="840" y="1560"/>
                </a:lnTo>
                <a:close/>
                <a:moveTo>
                  <a:pt x="1320" y="720"/>
                </a:moveTo>
                <a:cubicBezTo>
                  <a:pt x="1519" y="720"/>
                  <a:pt x="1680" y="881"/>
                  <a:pt x="1680" y="1080"/>
                </a:cubicBezTo>
                <a:cubicBezTo>
                  <a:pt x="1680" y="1279"/>
                  <a:pt x="1519" y="1440"/>
                  <a:pt x="1320" y="1440"/>
                </a:cubicBezTo>
                <a:lnTo>
                  <a:pt x="1320" y="7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2725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Ce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457267" cy="914400"/>
          </a:xfrm>
          <a:custGeom>
            <a:avLst/>
            <a:gdLst>
              <a:gd name="T0" fmla="*/ 120 w 1440"/>
              <a:gd name="T1" fmla="*/ 2880 h 2880"/>
              <a:gd name="T2" fmla="*/ 360 w 1440"/>
              <a:gd name="T3" fmla="*/ 2880 h 2880"/>
              <a:gd name="T4" fmla="*/ 360 w 1440"/>
              <a:gd name="T5" fmla="*/ 2640 h 2880"/>
              <a:gd name="T6" fmla="*/ 120 w 1440"/>
              <a:gd name="T7" fmla="*/ 2640 h 2880"/>
              <a:gd name="T8" fmla="*/ 120 w 1440"/>
              <a:gd name="T9" fmla="*/ 2880 h 2880"/>
              <a:gd name="T10" fmla="*/ 600 w 1440"/>
              <a:gd name="T11" fmla="*/ 2880 h 2880"/>
              <a:gd name="T12" fmla="*/ 840 w 1440"/>
              <a:gd name="T13" fmla="*/ 2880 h 2880"/>
              <a:gd name="T14" fmla="*/ 840 w 1440"/>
              <a:gd name="T15" fmla="*/ 2640 h 2880"/>
              <a:gd name="T16" fmla="*/ 600 w 1440"/>
              <a:gd name="T17" fmla="*/ 2640 h 2880"/>
              <a:gd name="T18" fmla="*/ 600 w 1440"/>
              <a:gd name="T19" fmla="*/ 2880 h 2880"/>
              <a:gd name="T20" fmla="*/ 1080 w 1440"/>
              <a:gd name="T21" fmla="*/ 2880 h 2880"/>
              <a:gd name="T22" fmla="*/ 1320 w 1440"/>
              <a:gd name="T23" fmla="*/ 2880 h 2880"/>
              <a:gd name="T24" fmla="*/ 1320 w 1440"/>
              <a:gd name="T25" fmla="*/ 2640 h 2880"/>
              <a:gd name="T26" fmla="*/ 1080 w 1440"/>
              <a:gd name="T27" fmla="*/ 2640 h 2880"/>
              <a:gd name="T28" fmla="*/ 1080 w 1440"/>
              <a:gd name="T29" fmla="*/ 2880 h 2880"/>
              <a:gd name="T30" fmla="*/ 1200 w 1440"/>
              <a:gd name="T31" fmla="*/ 1 h 2880"/>
              <a:gd name="T32" fmla="*/ 240 w 1440"/>
              <a:gd name="T33" fmla="*/ 0 h 2880"/>
              <a:gd name="T34" fmla="*/ 0 w 1440"/>
              <a:gd name="T35" fmla="*/ 240 h 2880"/>
              <a:gd name="T36" fmla="*/ 0 w 1440"/>
              <a:gd name="T37" fmla="*/ 2160 h 2880"/>
              <a:gd name="T38" fmla="*/ 240 w 1440"/>
              <a:gd name="T39" fmla="*/ 2400 h 2880"/>
              <a:gd name="T40" fmla="*/ 1200 w 1440"/>
              <a:gd name="T41" fmla="*/ 2400 h 2880"/>
              <a:gd name="T42" fmla="*/ 1440 w 1440"/>
              <a:gd name="T43" fmla="*/ 2160 h 2880"/>
              <a:gd name="T44" fmla="*/ 1440 w 1440"/>
              <a:gd name="T45" fmla="*/ 240 h 2880"/>
              <a:gd name="T46" fmla="*/ 1200 w 1440"/>
              <a:gd name="T47" fmla="*/ 1 h 2880"/>
              <a:gd name="T48" fmla="*/ 1200 w 1440"/>
              <a:gd name="T49" fmla="*/ 1920 h 2880"/>
              <a:gd name="T50" fmla="*/ 240 w 1440"/>
              <a:gd name="T51" fmla="*/ 1920 h 2880"/>
              <a:gd name="T52" fmla="*/ 240 w 1440"/>
              <a:gd name="T53" fmla="*/ 480 h 2880"/>
              <a:gd name="T54" fmla="*/ 1200 w 1440"/>
              <a:gd name="T55" fmla="*/ 480 h 2880"/>
              <a:gd name="T56" fmla="*/ 1200 w 1440"/>
              <a:gd name="T57" fmla="*/ 1920 h 28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440" h="2880">
                <a:moveTo>
                  <a:pt x="120" y="2880"/>
                </a:moveTo>
                <a:cubicBezTo>
                  <a:pt x="360" y="2880"/>
                  <a:pt x="360" y="2880"/>
                  <a:pt x="360" y="2880"/>
                </a:cubicBezTo>
                <a:cubicBezTo>
                  <a:pt x="360" y="2640"/>
                  <a:pt x="360" y="2640"/>
                  <a:pt x="360" y="2640"/>
                </a:cubicBezTo>
                <a:cubicBezTo>
                  <a:pt x="120" y="2640"/>
                  <a:pt x="120" y="2640"/>
                  <a:pt x="120" y="2640"/>
                </a:cubicBezTo>
                <a:lnTo>
                  <a:pt x="120" y="2880"/>
                </a:lnTo>
                <a:close/>
                <a:moveTo>
                  <a:pt x="600" y="2880"/>
                </a:moveTo>
                <a:cubicBezTo>
                  <a:pt x="840" y="2880"/>
                  <a:pt x="840" y="2880"/>
                  <a:pt x="840" y="2880"/>
                </a:cubicBezTo>
                <a:cubicBezTo>
                  <a:pt x="840" y="2640"/>
                  <a:pt x="840" y="2640"/>
                  <a:pt x="840" y="2640"/>
                </a:cubicBezTo>
                <a:cubicBezTo>
                  <a:pt x="600" y="2640"/>
                  <a:pt x="600" y="2640"/>
                  <a:pt x="600" y="2640"/>
                </a:cubicBezTo>
                <a:lnTo>
                  <a:pt x="600" y="2880"/>
                </a:lnTo>
                <a:close/>
                <a:moveTo>
                  <a:pt x="1080" y="2880"/>
                </a:moveTo>
                <a:cubicBezTo>
                  <a:pt x="1320" y="2880"/>
                  <a:pt x="1320" y="2880"/>
                  <a:pt x="1320" y="2880"/>
                </a:cubicBezTo>
                <a:cubicBezTo>
                  <a:pt x="1320" y="2640"/>
                  <a:pt x="1320" y="2640"/>
                  <a:pt x="1320" y="2640"/>
                </a:cubicBezTo>
                <a:cubicBezTo>
                  <a:pt x="1080" y="2640"/>
                  <a:pt x="1080" y="2640"/>
                  <a:pt x="1080" y="2640"/>
                </a:cubicBezTo>
                <a:lnTo>
                  <a:pt x="1080" y="2880"/>
                </a:lnTo>
                <a:close/>
                <a:moveTo>
                  <a:pt x="1200" y="1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8" y="2400"/>
                  <a:pt x="240" y="2400"/>
                </a:cubicBezTo>
                <a:cubicBezTo>
                  <a:pt x="1200" y="2400"/>
                  <a:pt x="1200" y="2400"/>
                  <a:pt x="1200" y="2400"/>
                </a:cubicBezTo>
                <a:cubicBezTo>
                  <a:pt x="1332" y="2400"/>
                  <a:pt x="1440" y="2292"/>
                  <a:pt x="1440" y="2160"/>
                </a:cubicBezTo>
                <a:cubicBezTo>
                  <a:pt x="1440" y="240"/>
                  <a:pt x="1440" y="240"/>
                  <a:pt x="1440" y="240"/>
                </a:cubicBezTo>
                <a:cubicBezTo>
                  <a:pt x="1440" y="108"/>
                  <a:pt x="1332" y="1"/>
                  <a:pt x="1200" y="1"/>
                </a:cubicBezTo>
                <a:close/>
                <a:moveTo>
                  <a:pt x="1200" y="1920"/>
                </a:moveTo>
                <a:cubicBezTo>
                  <a:pt x="240" y="1920"/>
                  <a:pt x="240" y="1920"/>
                  <a:pt x="240" y="1920"/>
                </a:cubicBezTo>
                <a:cubicBezTo>
                  <a:pt x="240" y="480"/>
                  <a:pt x="240" y="480"/>
                  <a:pt x="240" y="480"/>
                </a:cubicBezTo>
                <a:cubicBezTo>
                  <a:pt x="1200" y="480"/>
                  <a:pt x="1200" y="480"/>
                  <a:pt x="1200" y="480"/>
                </a:cubicBezTo>
                <a:lnTo>
                  <a:pt x="1200" y="19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583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Etherne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32775"/>
          </a:xfrm>
          <a:custGeom>
            <a:avLst/>
            <a:gdLst>
              <a:gd name="T0" fmla="*/ 1970 w 6340"/>
              <a:gd name="T1" fmla="*/ 361 h 3694"/>
              <a:gd name="T2" fmla="*/ 1535 w 6340"/>
              <a:gd name="T3" fmla="*/ 0 h 3694"/>
              <a:gd name="T4" fmla="*/ 0 w 6340"/>
              <a:gd name="T5" fmla="*/ 1847 h 3694"/>
              <a:gd name="T6" fmla="*/ 1535 w 6340"/>
              <a:gd name="T7" fmla="*/ 3694 h 3694"/>
              <a:gd name="T8" fmla="*/ 1970 w 6340"/>
              <a:gd name="T9" fmla="*/ 3333 h 3694"/>
              <a:gd name="T10" fmla="*/ 737 w 6340"/>
              <a:gd name="T11" fmla="*/ 1847 h 3694"/>
              <a:gd name="T12" fmla="*/ 1970 w 6340"/>
              <a:gd name="T13" fmla="*/ 361 h 3694"/>
              <a:gd name="T14" fmla="*/ 1753 w 6340"/>
              <a:gd name="T15" fmla="*/ 2131 h 3694"/>
              <a:gd name="T16" fmla="*/ 2319 w 6340"/>
              <a:gd name="T17" fmla="*/ 2131 h 3694"/>
              <a:gd name="T18" fmla="*/ 2319 w 6340"/>
              <a:gd name="T19" fmla="*/ 1564 h 3694"/>
              <a:gd name="T20" fmla="*/ 1753 w 6340"/>
              <a:gd name="T21" fmla="*/ 1564 h 3694"/>
              <a:gd name="T22" fmla="*/ 1753 w 6340"/>
              <a:gd name="T23" fmla="*/ 2131 h 3694"/>
              <a:gd name="T24" fmla="*/ 4587 w 6340"/>
              <a:gd name="T25" fmla="*/ 1564 h 3694"/>
              <a:gd name="T26" fmla="*/ 4020 w 6340"/>
              <a:gd name="T27" fmla="*/ 1564 h 3694"/>
              <a:gd name="T28" fmla="*/ 4020 w 6340"/>
              <a:gd name="T29" fmla="*/ 2131 h 3694"/>
              <a:gd name="T30" fmla="*/ 4587 w 6340"/>
              <a:gd name="T31" fmla="*/ 2131 h 3694"/>
              <a:gd name="T32" fmla="*/ 4587 w 6340"/>
              <a:gd name="T33" fmla="*/ 1564 h 3694"/>
              <a:gd name="T34" fmla="*/ 2886 w 6340"/>
              <a:gd name="T35" fmla="*/ 2131 h 3694"/>
              <a:gd name="T36" fmla="*/ 3453 w 6340"/>
              <a:gd name="T37" fmla="*/ 2131 h 3694"/>
              <a:gd name="T38" fmla="*/ 3453 w 6340"/>
              <a:gd name="T39" fmla="*/ 1564 h 3694"/>
              <a:gd name="T40" fmla="*/ 2886 w 6340"/>
              <a:gd name="T41" fmla="*/ 1564 h 3694"/>
              <a:gd name="T42" fmla="*/ 2886 w 6340"/>
              <a:gd name="T43" fmla="*/ 2131 h 3694"/>
              <a:gd name="T44" fmla="*/ 4804 w 6340"/>
              <a:gd name="T45" fmla="*/ 0 h 3694"/>
              <a:gd name="T46" fmla="*/ 4370 w 6340"/>
              <a:gd name="T47" fmla="*/ 361 h 3694"/>
              <a:gd name="T48" fmla="*/ 5603 w 6340"/>
              <a:gd name="T49" fmla="*/ 1847 h 3694"/>
              <a:gd name="T50" fmla="*/ 4370 w 6340"/>
              <a:gd name="T51" fmla="*/ 3333 h 3694"/>
              <a:gd name="T52" fmla="*/ 4804 w 6340"/>
              <a:gd name="T53" fmla="*/ 3694 h 3694"/>
              <a:gd name="T54" fmla="*/ 6340 w 6340"/>
              <a:gd name="T55" fmla="*/ 1847 h 3694"/>
              <a:gd name="T56" fmla="*/ 4804 w 6340"/>
              <a:gd name="T57" fmla="*/ 0 h 36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6340" h="3694">
                <a:moveTo>
                  <a:pt x="1970" y="361"/>
                </a:moveTo>
                <a:lnTo>
                  <a:pt x="1535" y="0"/>
                </a:lnTo>
                <a:lnTo>
                  <a:pt x="0" y="1847"/>
                </a:lnTo>
                <a:lnTo>
                  <a:pt x="1535" y="3694"/>
                </a:lnTo>
                <a:lnTo>
                  <a:pt x="1970" y="3333"/>
                </a:lnTo>
                <a:lnTo>
                  <a:pt x="737" y="1847"/>
                </a:lnTo>
                <a:lnTo>
                  <a:pt x="1970" y="361"/>
                </a:lnTo>
                <a:close/>
                <a:moveTo>
                  <a:pt x="1753" y="2131"/>
                </a:moveTo>
                <a:lnTo>
                  <a:pt x="2319" y="2131"/>
                </a:lnTo>
                <a:lnTo>
                  <a:pt x="2319" y="1564"/>
                </a:lnTo>
                <a:lnTo>
                  <a:pt x="1753" y="1564"/>
                </a:lnTo>
                <a:lnTo>
                  <a:pt x="1753" y="2131"/>
                </a:lnTo>
                <a:close/>
                <a:moveTo>
                  <a:pt x="4587" y="1564"/>
                </a:moveTo>
                <a:lnTo>
                  <a:pt x="4020" y="1564"/>
                </a:lnTo>
                <a:lnTo>
                  <a:pt x="4020" y="2131"/>
                </a:lnTo>
                <a:lnTo>
                  <a:pt x="4587" y="2131"/>
                </a:lnTo>
                <a:lnTo>
                  <a:pt x="4587" y="1564"/>
                </a:lnTo>
                <a:close/>
                <a:moveTo>
                  <a:pt x="2886" y="2131"/>
                </a:moveTo>
                <a:lnTo>
                  <a:pt x="3453" y="2131"/>
                </a:lnTo>
                <a:lnTo>
                  <a:pt x="3453" y="1564"/>
                </a:lnTo>
                <a:lnTo>
                  <a:pt x="2886" y="1564"/>
                </a:lnTo>
                <a:lnTo>
                  <a:pt x="2886" y="2131"/>
                </a:lnTo>
                <a:close/>
                <a:moveTo>
                  <a:pt x="4804" y="0"/>
                </a:moveTo>
                <a:lnTo>
                  <a:pt x="4370" y="361"/>
                </a:lnTo>
                <a:lnTo>
                  <a:pt x="5603" y="1847"/>
                </a:lnTo>
                <a:lnTo>
                  <a:pt x="4370" y="3333"/>
                </a:lnTo>
                <a:lnTo>
                  <a:pt x="4804" y="3694"/>
                </a:lnTo>
                <a:lnTo>
                  <a:pt x="6340" y="1847"/>
                </a:lnTo>
                <a:lnTo>
                  <a:pt x="48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84712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Input Antenna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89912"/>
          </a:xfrm>
          <a:custGeom>
            <a:avLst/>
            <a:gdLst>
              <a:gd name="T0" fmla="*/ 1320 w 2640"/>
              <a:gd name="T1" fmla="*/ 480 h 2569"/>
              <a:gd name="T2" fmla="*/ 480 w 2640"/>
              <a:gd name="T3" fmla="*/ 1320 h 2569"/>
              <a:gd name="T4" fmla="*/ 720 w 2640"/>
              <a:gd name="T5" fmla="*/ 1320 h 2569"/>
              <a:gd name="T6" fmla="*/ 1320 w 2640"/>
              <a:gd name="T7" fmla="*/ 720 h 2569"/>
              <a:gd name="T8" fmla="*/ 1920 w 2640"/>
              <a:gd name="T9" fmla="*/ 1320 h 2569"/>
              <a:gd name="T10" fmla="*/ 2160 w 2640"/>
              <a:gd name="T11" fmla="*/ 1320 h 2569"/>
              <a:gd name="T12" fmla="*/ 1320 w 2640"/>
              <a:gd name="T13" fmla="*/ 480 h 2569"/>
              <a:gd name="T14" fmla="*/ 1440 w 2640"/>
              <a:gd name="T15" fmla="*/ 1595 h 2569"/>
              <a:gd name="T16" fmla="*/ 1620 w 2640"/>
              <a:gd name="T17" fmla="*/ 1320 h 2569"/>
              <a:gd name="T18" fmla="*/ 1320 w 2640"/>
              <a:gd name="T19" fmla="*/ 1020 h 2569"/>
              <a:gd name="T20" fmla="*/ 1020 w 2640"/>
              <a:gd name="T21" fmla="*/ 1320 h 2569"/>
              <a:gd name="T22" fmla="*/ 1200 w 2640"/>
              <a:gd name="T23" fmla="*/ 1595 h 2569"/>
              <a:gd name="T24" fmla="*/ 1200 w 2640"/>
              <a:gd name="T25" fmla="*/ 1991 h 2569"/>
              <a:gd name="T26" fmla="*/ 791 w 2640"/>
              <a:gd name="T27" fmla="*/ 2400 h 2569"/>
              <a:gd name="T28" fmla="*/ 960 w 2640"/>
              <a:gd name="T29" fmla="*/ 2569 h 2569"/>
              <a:gd name="T30" fmla="*/ 1320 w 2640"/>
              <a:gd name="T31" fmla="*/ 2209 h 2569"/>
              <a:gd name="T32" fmla="*/ 1680 w 2640"/>
              <a:gd name="T33" fmla="*/ 2569 h 2569"/>
              <a:gd name="T34" fmla="*/ 1849 w 2640"/>
              <a:gd name="T35" fmla="*/ 2400 h 2569"/>
              <a:gd name="T36" fmla="*/ 1440 w 2640"/>
              <a:gd name="T37" fmla="*/ 1991 h 2569"/>
              <a:gd name="T38" fmla="*/ 1440 w 2640"/>
              <a:gd name="T39" fmla="*/ 1595 h 2569"/>
              <a:gd name="T40" fmla="*/ 1320 w 2640"/>
              <a:gd name="T41" fmla="*/ 0 h 2569"/>
              <a:gd name="T42" fmla="*/ 0 w 2640"/>
              <a:gd name="T43" fmla="*/ 1320 h 2569"/>
              <a:gd name="T44" fmla="*/ 240 w 2640"/>
              <a:gd name="T45" fmla="*/ 1320 h 2569"/>
              <a:gd name="T46" fmla="*/ 1320 w 2640"/>
              <a:gd name="T47" fmla="*/ 240 h 2569"/>
              <a:gd name="T48" fmla="*/ 2400 w 2640"/>
              <a:gd name="T49" fmla="*/ 1320 h 2569"/>
              <a:gd name="T50" fmla="*/ 2640 w 2640"/>
              <a:gd name="T51" fmla="*/ 1320 h 2569"/>
              <a:gd name="T52" fmla="*/ 1320 w 2640"/>
              <a:gd name="T53" fmla="*/ 0 h 25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640" h="2569">
                <a:moveTo>
                  <a:pt x="1320" y="480"/>
                </a:moveTo>
                <a:cubicBezTo>
                  <a:pt x="856" y="480"/>
                  <a:pt x="480" y="856"/>
                  <a:pt x="480" y="1320"/>
                </a:cubicBezTo>
                <a:cubicBezTo>
                  <a:pt x="720" y="1320"/>
                  <a:pt x="720" y="1320"/>
                  <a:pt x="720" y="1320"/>
                </a:cubicBezTo>
                <a:cubicBezTo>
                  <a:pt x="720" y="989"/>
                  <a:pt x="989" y="720"/>
                  <a:pt x="1320" y="720"/>
                </a:cubicBezTo>
                <a:cubicBezTo>
                  <a:pt x="1651" y="720"/>
                  <a:pt x="1920" y="989"/>
                  <a:pt x="1920" y="1320"/>
                </a:cubicBezTo>
                <a:cubicBezTo>
                  <a:pt x="2160" y="1320"/>
                  <a:pt x="2160" y="1320"/>
                  <a:pt x="2160" y="1320"/>
                </a:cubicBezTo>
                <a:cubicBezTo>
                  <a:pt x="2160" y="856"/>
                  <a:pt x="1784" y="480"/>
                  <a:pt x="1320" y="480"/>
                </a:cubicBezTo>
                <a:close/>
                <a:moveTo>
                  <a:pt x="1440" y="1595"/>
                </a:moveTo>
                <a:cubicBezTo>
                  <a:pt x="1546" y="1548"/>
                  <a:pt x="1620" y="1444"/>
                  <a:pt x="1620" y="1320"/>
                </a:cubicBezTo>
                <a:cubicBezTo>
                  <a:pt x="1620" y="1154"/>
                  <a:pt x="1486" y="1020"/>
                  <a:pt x="1320" y="1020"/>
                </a:cubicBezTo>
                <a:cubicBezTo>
                  <a:pt x="1154" y="1020"/>
                  <a:pt x="1020" y="1154"/>
                  <a:pt x="1020" y="1320"/>
                </a:cubicBezTo>
                <a:cubicBezTo>
                  <a:pt x="1020" y="1442"/>
                  <a:pt x="1094" y="1548"/>
                  <a:pt x="1200" y="1595"/>
                </a:cubicBezTo>
                <a:cubicBezTo>
                  <a:pt x="1200" y="1991"/>
                  <a:pt x="1200" y="1991"/>
                  <a:pt x="1200" y="1991"/>
                </a:cubicBezTo>
                <a:cubicBezTo>
                  <a:pt x="791" y="2400"/>
                  <a:pt x="791" y="2400"/>
                  <a:pt x="791" y="2400"/>
                </a:cubicBezTo>
                <a:cubicBezTo>
                  <a:pt x="960" y="2569"/>
                  <a:pt x="960" y="2569"/>
                  <a:pt x="960" y="2569"/>
                </a:cubicBezTo>
                <a:cubicBezTo>
                  <a:pt x="1320" y="2209"/>
                  <a:pt x="1320" y="2209"/>
                  <a:pt x="1320" y="2209"/>
                </a:cubicBezTo>
                <a:cubicBezTo>
                  <a:pt x="1680" y="2569"/>
                  <a:pt x="1680" y="2569"/>
                  <a:pt x="1680" y="2569"/>
                </a:cubicBezTo>
                <a:cubicBezTo>
                  <a:pt x="1849" y="2400"/>
                  <a:pt x="1849" y="2400"/>
                  <a:pt x="1849" y="2400"/>
                </a:cubicBezTo>
                <a:cubicBezTo>
                  <a:pt x="1440" y="1991"/>
                  <a:pt x="1440" y="1991"/>
                  <a:pt x="1440" y="1991"/>
                </a:cubicBezTo>
                <a:lnTo>
                  <a:pt x="1440" y="1595"/>
                </a:lnTo>
                <a:close/>
                <a:moveTo>
                  <a:pt x="1320" y="0"/>
                </a:moveTo>
                <a:cubicBezTo>
                  <a:pt x="592" y="0"/>
                  <a:pt x="0" y="592"/>
                  <a:pt x="0" y="1320"/>
                </a:cubicBezTo>
                <a:cubicBezTo>
                  <a:pt x="240" y="1320"/>
                  <a:pt x="240" y="1320"/>
                  <a:pt x="240" y="1320"/>
                </a:cubicBezTo>
                <a:cubicBezTo>
                  <a:pt x="240" y="724"/>
                  <a:pt x="724" y="240"/>
                  <a:pt x="1320" y="240"/>
                </a:cubicBezTo>
                <a:cubicBezTo>
                  <a:pt x="1916" y="240"/>
                  <a:pt x="2400" y="724"/>
                  <a:pt x="2400" y="1320"/>
                </a:cubicBezTo>
                <a:cubicBezTo>
                  <a:pt x="2640" y="1320"/>
                  <a:pt x="2640" y="1320"/>
                  <a:pt x="2640" y="1320"/>
                </a:cubicBezTo>
                <a:cubicBezTo>
                  <a:pt x="2640" y="592"/>
                  <a:pt x="2048" y="0"/>
                  <a:pt x="1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39313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Input Compone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80 w 2640"/>
              <a:gd name="T1" fmla="*/ 120 h 2640"/>
              <a:gd name="T2" fmla="*/ 360 w 2640"/>
              <a:gd name="T3" fmla="*/ 0 h 2640"/>
              <a:gd name="T4" fmla="*/ 240 w 2640"/>
              <a:gd name="T5" fmla="*/ 120 h 2640"/>
              <a:gd name="T6" fmla="*/ 240 w 2640"/>
              <a:gd name="T7" fmla="*/ 600 h 2640"/>
              <a:gd name="T8" fmla="*/ 0 w 2640"/>
              <a:gd name="T9" fmla="*/ 600 h 2640"/>
              <a:gd name="T10" fmla="*/ 0 w 2640"/>
              <a:gd name="T11" fmla="*/ 1320 h 2640"/>
              <a:gd name="T12" fmla="*/ 720 w 2640"/>
              <a:gd name="T13" fmla="*/ 1320 h 2640"/>
              <a:gd name="T14" fmla="*/ 720 w 2640"/>
              <a:gd name="T15" fmla="*/ 600 h 2640"/>
              <a:gd name="T16" fmla="*/ 480 w 2640"/>
              <a:gd name="T17" fmla="*/ 600 h 2640"/>
              <a:gd name="T18" fmla="*/ 480 w 2640"/>
              <a:gd name="T19" fmla="*/ 120 h 2640"/>
              <a:gd name="T20" fmla="*/ 960 w 2640"/>
              <a:gd name="T21" fmla="*/ 1800 h 2640"/>
              <a:gd name="T22" fmla="*/ 1200 w 2640"/>
              <a:gd name="T23" fmla="*/ 2138 h 2640"/>
              <a:gd name="T24" fmla="*/ 1200 w 2640"/>
              <a:gd name="T25" fmla="*/ 2640 h 2640"/>
              <a:gd name="T26" fmla="*/ 1440 w 2640"/>
              <a:gd name="T27" fmla="*/ 2640 h 2640"/>
              <a:gd name="T28" fmla="*/ 1440 w 2640"/>
              <a:gd name="T29" fmla="*/ 2138 h 2640"/>
              <a:gd name="T30" fmla="*/ 1680 w 2640"/>
              <a:gd name="T31" fmla="*/ 1800 h 2640"/>
              <a:gd name="T32" fmla="*/ 1680 w 2640"/>
              <a:gd name="T33" fmla="*/ 1560 h 2640"/>
              <a:gd name="T34" fmla="*/ 960 w 2640"/>
              <a:gd name="T35" fmla="*/ 1560 h 2640"/>
              <a:gd name="T36" fmla="*/ 960 w 2640"/>
              <a:gd name="T37" fmla="*/ 1800 h 2640"/>
              <a:gd name="T38" fmla="*/ 0 w 2640"/>
              <a:gd name="T39" fmla="*/ 1800 h 2640"/>
              <a:gd name="T40" fmla="*/ 240 w 2640"/>
              <a:gd name="T41" fmla="*/ 2138 h 2640"/>
              <a:gd name="T42" fmla="*/ 240 w 2640"/>
              <a:gd name="T43" fmla="*/ 2640 h 2640"/>
              <a:gd name="T44" fmla="*/ 480 w 2640"/>
              <a:gd name="T45" fmla="*/ 2640 h 2640"/>
              <a:gd name="T46" fmla="*/ 480 w 2640"/>
              <a:gd name="T47" fmla="*/ 2138 h 2640"/>
              <a:gd name="T48" fmla="*/ 720 w 2640"/>
              <a:gd name="T49" fmla="*/ 1800 h 2640"/>
              <a:gd name="T50" fmla="*/ 720 w 2640"/>
              <a:gd name="T51" fmla="*/ 1560 h 2640"/>
              <a:gd name="T52" fmla="*/ 0 w 2640"/>
              <a:gd name="T53" fmla="*/ 1560 h 2640"/>
              <a:gd name="T54" fmla="*/ 0 w 2640"/>
              <a:gd name="T55" fmla="*/ 1800 h 2640"/>
              <a:gd name="T56" fmla="*/ 2400 w 2640"/>
              <a:gd name="T57" fmla="*/ 600 h 2640"/>
              <a:gd name="T58" fmla="*/ 2400 w 2640"/>
              <a:gd name="T59" fmla="*/ 120 h 2640"/>
              <a:gd name="T60" fmla="*/ 2280 w 2640"/>
              <a:gd name="T61" fmla="*/ 0 h 2640"/>
              <a:gd name="T62" fmla="*/ 2160 w 2640"/>
              <a:gd name="T63" fmla="*/ 120 h 2640"/>
              <a:gd name="T64" fmla="*/ 2160 w 2640"/>
              <a:gd name="T65" fmla="*/ 600 h 2640"/>
              <a:gd name="T66" fmla="*/ 1920 w 2640"/>
              <a:gd name="T67" fmla="*/ 600 h 2640"/>
              <a:gd name="T68" fmla="*/ 1920 w 2640"/>
              <a:gd name="T69" fmla="*/ 1320 h 2640"/>
              <a:gd name="T70" fmla="*/ 2640 w 2640"/>
              <a:gd name="T71" fmla="*/ 1320 h 2640"/>
              <a:gd name="T72" fmla="*/ 2640 w 2640"/>
              <a:gd name="T73" fmla="*/ 600 h 2640"/>
              <a:gd name="T74" fmla="*/ 2400 w 2640"/>
              <a:gd name="T75" fmla="*/ 600 h 2640"/>
              <a:gd name="T76" fmla="*/ 1440 w 2640"/>
              <a:gd name="T77" fmla="*/ 120 h 2640"/>
              <a:gd name="T78" fmla="*/ 1320 w 2640"/>
              <a:gd name="T79" fmla="*/ 0 h 2640"/>
              <a:gd name="T80" fmla="*/ 1200 w 2640"/>
              <a:gd name="T81" fmla="*/ 120 h 2640"/>
              <a:gd name="T82" fmla="*/ 1200 w 2640"/>
              <a:gd name="T83" fmla="*/ 600 h 2640"/>
              <a:gd name="T84" fmla="*/ 960 w 2640"/>
              <a:gd name="T85" fmla="*/ 600 h 2640"/>
              <a:gd name="T86" fmla="*/ 960 w 2640"/>
              <a:gd name="T87" fmla="*/ 1320 h 2640"/>
              <a:gd name="T88" fmla="*/ 1680 w 2640"/>
              <a:gd name="T89" fmla="*/ 1320 h 2640"/>
              <a:gd name="T90" fmla="*/ 1680 w 2640"/>
              <a:gd name="T91" fmla="*/ 600 h 2640"/>
              <a:gd name="T92" fmla="*/ 1440 w 2640"/>
              <a:gd name="T93" fmla="*/ 600 h 2640"/>
              <a:gd name="T94" fmla="*/ 1440 w 2640"/>
              <a:gd name="T95" fmla="*/ 120 h 2640"/>
              <a:gd name="T96" fmla="*/ 1920 w 2640"/>
              <a:gd name="T97" fmla="*/ 1800 h 2640"/>
              <a:gd name="T98" fmla="*/ 2160 w 2640"/>
              <a:gd name="T99" fmla="*/ 2138 h 2640"/>
              <a:gd name="T100" fmla="*/ 2160 w 2640"/>
              <a:gd name="T101" fmla="*/ 2640 h 2640"/>
              <a:gd name="T102" fmla="*/ 2400 w 2640"/>
              <a:gd name="T103" fmla="*/ 2640 h 2640"/>
              <a:gd name="T104" fmla="*/ 2400 w 2640"/>
              <a:gd name="T105" fmla="*/ 2138 h 2640"/>
              <a:gd name="T106" fmla="*/ 2640 w 2640"/>
              <a:gd name="T107" fmla="*/ 1800 h 2640"/>
              <a:gd name="T108" fmla="*/ 2640 w 2640"/>
              <a:gd name="T109" fmla="*/ 1560 h 2640"/>
              <a:gd name="T110" fmla="*/ 1920 w 2640"/>
              <a:gd name="T111" fmla="*/ 1560 h 2640"/>
              <a:gd name="T112" fmla="*/ 1920 w 2640"/>
              <a:gd name="T113" fmla="*/ 1800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640" h="2640">
                <a:moveTo>
                  <a:pt x="480" y="120"/>
                </a:moveTo>
                <a:cubicBezTo>
                  <a:pt x="480" y="54"/>
                  <a:pt x="426" y="0"/>
                  <a:pt x="360" y="0"/>
                </a:cubicBezTo>
                <a:cubicBezTo>
                  <a:pt x="294" y="0"/>
                  <a:pt x="240" y="54"/>
                  <a:pt x="240" y="120"/>
                </a:cubicBezTo>
                <a:cubicBezTo>
                  <a:pt x="240" y="600"/>
                  <a:pt x="240" y="600"/>
                  <a:pt x="240" y="600"/>
                </a:cubicBezTo>
                <a:cubicBezTo>
                  <a:pt x="0" y="600"/>
                  <a:pt x="0" y="600"/>
                  <a:pt x="0" y="600"/>
                </a:cubicBezTo>
                <a:cubicBezTo>
                  <a:pt x="0" y="1320"/>
                  <a:pt x="0" y="1320"/>
                  <a:pt x="0" y="1320"/>
                </a:cubicBezTo>
                <a:cubicBezTo>
                  <a:pt x="720" y="1320"/>
                  <a:pt x="720" y="1320"/>
                  <a:pt x="720" y="1320"/>
                </a:cubicBezTo>
                <a:cubicBezTo>
                  <a:pt x="720" y="600"/>
                  <a:pt x="720" y="600"/>
                  <a:pt x="720" y="600"/>
                </a:cubicBezTo>
                <a:cubicBezTo>
                  <a:pt x="480" y="600"/>
                  <a:pt x="480" y="600"/>
                  <a:pt x="480" y="600"/>
                </a:cubicBezTo>
                <a:lnTo>
                  <a:pt x="480" y="120"/>
                </a:lnTo>
                <a:close/>
                <a:moveTo>
                  <a:pt x="960" y="1800"/>
                </a:moveTo>
                <a:cubicBezTo>
                  <a:pt x="960" y="1956"/>
                  <a:pt x="1061" y="2088"/>
                  <a:pt x="1200" y="2138"/>
                </a:cubicBezTo>
                <a:cubicBezTo>
                  <a:pt x="1200" y="2640"/>
                  <a:pt x="1200" y="2640"/>
                  <a:pt x="1200" y="2640"/>
                </a:cubicBezTo>
                <a:cubicBezTo>
                  <a:pt x="1440" y="2640"/>
                  <a:pt x="1440" y="2640"/>
                  <a:pt x="1440" y="2640"/>
                </a:cubicBezTo>
                <a:cubicBezTo>
                  <a:pt x="1440" y="2138"/>
                  <a:pt x="1440" y="2138"/>
                  <a:pt x="1440" y="2138"/>
                </a:cubicBezTo>
                <a:cubicBezTo>
                  <a:pt x="1579" y="2089"/>
                  <a:pt x="1680" y="1957"/>
                  <a:pt x="1680" y="1800"/>
                </a:cubicBezTo>
                <a:cubicBezTo>
                  <a:pt x="1680" y="1560"/>
                  <a:pt x="1680" y="1560"/>
                  <a:pt x="1680" y="1560"/>
                </a:cubicBezTo>
                <a:cubicBezTo>
                  <a:pt x="960" y="1560"/>
                  <a:pt x="960" y="1560"/>
                  <a:pt x="960" y="1560"/>
                </a:cubicBezTo>
                <a:lnTo>
                  <a:pt x="960" y="1800"/>
                </a:lnTo>
                <a:close/>
                <a:moveTo>
                  <a:pt x="0" y="1800"/>
                </a:moveTo>
                <a:cubicBezTo>
                  <a:pt x="0" y="1956"/>
                  <a:pt x="101" y="2088"/>
                  <a:pt x="240" y="2138"/>
                </a:cubicBezTo>
                <a:cubicBezTo>
                  <a:pt x="240" y="2640"/>
                  <a:pt x="240" y="2640"/>
                  <a:pt x="240" y="2640"/>
                </a:cubicBezTo>
                <a:cubicBezTo>
                  <a:pt x="480" y="2640"/>
                  <a:pt x="480" y="2640"/>
                  <a:pt x="480" y="2640"/>
                </a:cubicBezTo>
                <a:cubicBezTo>
                  <a:pt x="480" y="2138"/>
                  <a:pt x="480" y="2138"/>
                  <a:pt x="480" y="2138"/>
                </a:cubicBezTo>
                <a:cubicBezTo>
                  <a:pt x="619" y="2088"/>
                  <a:pt x="720" y="1956"/>
                  <a:pt x="720" y="1800"/>
                </a:cubicBezTo>
                <a:cubicBezTo>
                  <a:pt x="720" y="1560"/>
                  <a:pt x="720" y="1560"/>
                  <a:pt x="720" y="1560"/>
                </a:cubicBezTo>
                <a:cubicBezTo>
                  <a:pt x="0" y="1560"/>
                  <a:pt x="0" y="1560"/>
                  <a:pt x="0" y="1560"/>
                </a:cubicBezTo>
                <a:lnTo>
                  <a:pt x="0" y="1800"/>
                </a:lnTo>
                <a:close/>
                <a:moveTo>
                  <a:pt x="2400" y="600"/>
                </a:moveTo>
                <a:cubicBezTo>
                  <a:pt x="2400" y="120"/>
                  <a:pt x="2400" y="120"/>
                  <a:pt x="2400" y="120"/>
                </a:cubicBezTo>
                <a:cubicBezTo>
                  <a:pt x="2400" y="54"/>
                  <a:pt x="2346" y="0"/>
                  <a:pt x="2280" y="0"/>
                </a:cubicBezTo>
                <a:cubicBezTo>
                  <a:pt x="2214" y="0"/>
                  <a:pt x="2160" y="54"/>
                  <a:pt x="2160" y="120"/>
                </a:cubicBezTo>
                <a:cubicBezTo>
                  <a:pt x="2160" y="600"/>
                  <a:pt x="2160" y="600"/>
                  <a:pt x="2160" y="600"/>
                </a:cubicBezTo>
                <a:cubicBezTo>
                  <a:pt x="1920" y="600"/>
                  <a:pt x="1920" y="600"/>
                  <a:pt x="1920" y="600"/>
                </a:cubicBezTo>
                <a:cubicBezTo>
                  <a:pt x="1920" y="1320"/>
                  <a:pt x="1920" y="1320"/>
                  <a:pt x="1920" y="1320"/>
                </a:cubicBezTo>
                <a:cubicBezTo>
                  <a:pt x="2640" y="1320"/>
                  <a:pt x="2640" y="1320"/>
                  <a:pt x="2640" y="1320"/>
                </a:cubicBezTo>
                <a:cubicBezTo>
                  <a:pt x="2640" y="600"/>
                  <a:pt x="2640" y="600"/>
                  <a:pt x="2640" y="600"/>
                </a:cubicBezTo>
                <a:lnTo>
                  <a:pt x="2400" y="600"/>
                </a:lnTo>
                <a:close/>
                <a:moveTo>
                  <a:pt x="1440" y="120"/>
                </a:moveTo>
                <a:cubicBezTo>
                  <a:pt x="1440" y="54"/>
                  <a:pt x="1386" y="0"/>
                  <a:pt x="1320" y="0"/>
                </a:cubicBezTo>
                <a:cubicBezTo>
                  <a:pt x="1254" y="0"/>
                  <a:pt x="1200" y="54"/>
                  <a:pt x="1200" y="120"/>
                </a:cubicBezTo>
                <a:cubicBezTo>
                  <a:pt x="1200" y="600"/>
                  <a:pt x="1200" y="600"/>
                  <a:pt x="1200" y="600"/>
                </a:cubicBezTo>
                <a:cubicBezTo>
                  <a:pt x="960" y="600"/>
                  <a:pt x="960" y="600"/>
                  <a:pt x="960" y="600"/>
                </a:cubicBezTo>
                <a:cubicBezTo>
                  <a:pt x="960" y="1320"/>
                  <a:pt x="960" y="1320"/>
                  <a:pt x="960" y="1320"/>
                </a:cubicBezTo>
                <a:cubicBezTo>
                  <a:pt x="1680" y="1320"/>
                  <a:pt x="1680" y="1320"/>
                  <a:pt x="1680" y="1320"/>
                </a:cubicBezTo>
                <a:cubicBezTo>
                  <a:pt x="1680" y="600"/>
                  <a:pt x="1680" y="600"/>
                  <a:pt x="1680" y="600"/>
                </a:cubicBezTo>
                <a:cubicBezTo>
                  <a:pt x="1440" y="600"/>
                  <a:pt x="1440" y="600"/>
                  <a:pt x="1440" y="600"/>
                </a:cubicBezTo>
                <a:lnTo>
                  <a:pt x="1440" y="120"/>
                </a:lnTo>
                <a:close/>
                <a:moveTo>
                  <a:pt x="1920" y="1800"/>
                </a:moveTo>
                <a:cubicBezTo>
                  <a:pt x="1920" y="1956"/>
                  <a:pt x="2021" y="2088"/>
                  <a:pt x="2160" y="2138"/>
                </a:cubicBezTo>
                <a:cubicBezTo>
                  <a:pt x="2160" y="2640"/>
                  <a:pt x="2160" y="2640"/>
                  <a:pt x="2160" y="2640"/>
                </a:cubicBezTo>
                <a:cubicBezTo>
                  <a:pt x="2400" y="2640"/>
                  <a:pt x="2400" y="2640"/>
                  <a:pt x="2400" y="2640"/>
                </a:cubicBezTo>
                <a:cubicBezTo>
                  <a:pt x="2400" y="2138"/>
                  <a:pt x="2400" y="2138"/>
                  <a:pt x="2400" y="2138"/>
                </a:cubicBezTo>
                <a:cubicBezTo>
                  <a:pt x="2539" y="2089"/>
                  <a:pt x="2640" y="1957"/>
                  <a:pt x="2640" y="1800"/>
                </a:cubicBezTo>
                <a:cubicBezTo>
                  <a:pt x="2640" y="1560"/>
                  <a:pt x="2640" y="1560"/>
                  <a:pt x="2640" y="1560"/>
                </a:cubicBezTo>
                <a:cubicBezTo>
                  <a:pt x="1920" y="1560"/>
                  <a:pt x="1920" y="1560"/>
                  <a:pt x="1920" y="1560"/>
                </a:cubicBezTo>
                <a:lnTo>
                  <a:pt x="1920" y="1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0941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Input Composi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80 w 2640"/>
              <a:gd name="T1" fmla="*/ 120 h 2640"/>
              <a:gd name="T2" fmla="*/ 360 w 2640"/>
              <a:gd name="T3" fmla="*/ 0 h 2640"/>
              <a:gd name="T4" fmla="*/ 240 w 2640"/>
              <a:gd name="T5" fmla="*/ 120 h 2640"/>
              <a:gd name="T6" fmla="*/ 240 w 2640"/>
              <a:gd name="T7" fmla="*/ 600 h 2640"/>
              <a:gd name="T8" fmla="*/ 0 w 2640"/>
              <a:gd name="T9" fmla="*/ 600 h 2640"/>
              <a:gd name="T10" fmla="*/ 0 w 2640"/>
              <a:gd name="T11" fmla="*/ 1320 h 2640"/>
              <a:gd name="T12" fmla="*/ 720 w 2640"/>
              <a:gd name="T13" fmla="*/ 1320 h 2640"/>
              <a:gd name="T14" fmla="*/ 720 w 2640"/>
              <a:gd name="T15" fmla="*/ 600 h 2640"/>
              <a:gd name="T16" fmla="*/ 480 w 2640"/>
              <a:gd name="T17" fmla="*/ 600 h 2640"/>
              <a:gd name="T18" fmla="*/ 480 w 2640"/>
              <a:gd name="T19" fmla="*/ 120 h 2640"/>
              <a:gd name="T20" fmla="*/ 960 w 2640"/>
              <a:gd name="T21" fmla="*/ 1800 h 2640"/>
              <a:gd name="T22" fmla="*/ 1200 w 2640"/>
              <a:gd name="T23" fmla="*/ 2138 h 2640"/>
              <a:gd name="T24" fmla="*/ 1200 w 2640"/>
              <a:gd name="T25" fmla="*/ 2640 h 2640"/>
              <a:gd name="T26" fmla="*/ 1440 w 2640"/>
              <a:gd name="T27" fmla="*/ 2640 h 2640"/>
              <a:gd name="T28" fmla="*/ 1440 w 2640"/>
              <a:gd name="T29" fmla="*/ 2138 h 2640"/>
              <a:gd name="T30" fmla="*/ 1680 w 2640"/>
              <a:gd name="T31" fmla="*/ 1800 h 2640"/>
              <a:gd name="T32" fmla="*/ 1680 w 2640"/>
              <a:gd name="T33" fmla="*/ 1560 h 2640"/>
              <a:gd name="T34" fmla="*/ 960 w 2640"/>
              <a:gd name="T35" fmla="*/ 1560 h 2640"/>
              <a:gd name="T36" fmla="*/ 960 w 2640"/>
              <a:gd name="T37" fmla="*/ 1800 h 2640"/>
              <a:gd name="T38" fmla="*/ 0 w 2640"/>
              <a:gd name="T39" fmla="*/ 1800 h 2640"/>
              <a:gd name="T40" fmla="*/ 240 w 2640"/>
              <a:gd name="T41" fmla="*/ 2138 h 2640"/>
              <a:gd name="T42" fmla="*/ 240 w 2640"/>
              <a:gd name="T43" fmla="*/ 2640 h 2640"/>
              <a:gd name="T44" fmla="*/ 480 w 2640"/>
              <a:gd name="T45" fmla="*/ 2640 h 2640"/>
              <a:gd name="T46" fmla="*/ 480 w 2640"/>
              <a:gd name="T47" fmla="*/ 2138 h 2640"/>
              <a:gd name="T48" fmla="*/ 720 w 2640"/>
              <a:gd name="T49" fmla="*/ 1800 h 2640"/>
              <a:gd name="T50" fmla="*/ 720 w 2640"/>
              <a:gd name="T51" fmla="*/ 1560 h 2640"/>
              <a:gd name="T52" fmla="*/ 0 w 2640"/>
              <a:gd name="T53" fmla="*/ 1560 h 2640"/>
              <a:gd name="T54" fmla="*/ 0 w 2640"/>
              <a:gd name="T55" fmla="*/ 1800 h 2640"/>
              <a:gd name="T56" fmla="*/ 2400 w 2640"/>
              <a:gd name="T57" fmla="*/ 600 h 2640"/>
              <a:gd name="T58" fmla="*/ 2400 w 2640"/>
              <a:gd name="T59" fmla="*/ 120 h 2640"/>
              <a:gd name="T60" fmla="*/ 2280 w 2640"/>
              <a:gd name="T61" fmla="*/ 0 h 2640"/>
              <a:gd name="T62" fmla="*/ 2160 w 2640"/>
              <a:gd name="T63" fmla="*/ 120 h 2640"/>
              <a:gd name="T64" fmla="*/ 2160 w 2640"/>
              <a:gd name="T65" fmla="*/ 600 h 2640"/>
              <a:gd name="T66" fmla="*/ 1920 w 2640"/>
              <a:gd name="T67" fmla="*/ 600 h 2640"/>
              <a:gd name="T68" fmla="*/ 1920 w 2640"/>
              <a:gd name="T69" fmla="*/ 1320 h 2640"/>
              <a:gd name="T70" fmla="*/ 2640 w 2640"/>
              <a:gd name="T71" fmla="*/ 1320 h 2640"/>
              <a:gd name="T72" fmla="*/ 2640 w 2640"/>
              <a:gd name="T73" fmla="*/ 600 h 2640"/>
              <a:gd name="T74" fmla="*/ 2400 w 2640"/>
              <a:gd name="T75" fmla="*/ 600 h 2640"/>
              <a:gd name="T76" fmla="*/ 1440 w 2640"/>
              <a:gd name="T77" fmla="*/ 120 h 2640"/>
              <a:gd name="T78" fmla="*/ 1320 w 2640"/>
              <a:gd name="T79" fmla="*/ 0 h 2640"/>
              <a:gd name="T80" fmla="*/ 1200 w 2640"/>
              <a:gd name="T81" fmla="*/ 120 h 2640"/>
              <a:gd name="T82" fmla="*/ 1200 w 2640"/>
              <a:gd name="T83" fmla="*/ 600 h 2640"/>
              <a:gd name="T84" fmla="*/ 960 w 2640"/>
              <a:gd name="T85" fmla="*/ 600 h 2640"/>
              <a:gd name="T86" fmla="*/ 960 w 2640"/>
              <a:gd name="T87" fmla="*/ 1320 h 2640"/>
              <a:gd name="T88" fmla="*/ 1680 w 2640"/>
              <a:gd name="T89" fmla="*/ 1320 h 2640"/>
              <a:gd name="T90" fmla="*/ 1680 w 2640"/>
              <a:gd name="T91" fmla="*/ 600 h 2640"/>
              <a:gd name="T92" fmla="*/ 1440 w 2640"/>
              <a:gd name="T93" fmla="*/ 600 h 2640"/>
              <a:gd name="T94" fmla="*/ 1440 w 2640"/>
              <a:gd name="T95" fmla="*/ 120 h 2640"/>
              <a:gd name="T96" fmla="*/ 1920 w 2640"/>
              <a:gd name="T97" fmla="*/ 1800 h 2640"/>
              <a:gd name="T98" fmla="*/ 2160 w 2640"/>
              <a:gd name="T99" fmla="*/ 2138 h 2640"/>
              <a:gd name="T100" fmla="*/ 2160 w 2640"/>
              <a:gd name="T101" fmla="*/ 2640 h 2640"/>
              <a:gd name="T102" fmla="*/ 2400 w 2640"/>
              <a:gd name="T103" fmla="*/ 2640 h 2640"/>
              <a:gd name="T104" fmla="*/ 2400 w 2640"/>
              <a:gd name="T105" fmla="*/ 2138 h 2640"/>
              <a:gd name="T106" fmla="*/ 2640 w 2640"/>
              <a:gd name="T107" fmla="*/ 1800 h 2640"/>
              <a:gd name="T108" fmla="*/ 2640 w 2640"/>
              <a:gd name="T109" fmla="*/ 1560 h 2640"/>
              <a:gd name="T110" fmla="*/ 1920 w 2640"/>
              <a:gd name="T111" fmla="*/ 1560 h 2640"/>
              <a:gd name="T112" fmla="*/ 1920 w 2640"/>
              <a:gd name="T113" fmla="*/ 1800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2640" h="2640">
                <a:moveTo>
                  <a:pt x="480" y="120"/>
                </a:moveTo>
                <a:cubicBezTo>
                  <a:pt x="480" y="54"/>
                  <a:pt x="426" y="0"/>
                  <a:pt x="360" y="0"/>
                </a:cubicBezTo>
                <a:cubicBezTo>
                  <a:pt x="294" y="0"/>
                  <a:pt x="240" y="54"/>
                  <a:pt x="240" y="120"/>
                </a:cubicBezTo>
                <a:cubicBezTo>
                  <a:pt x="240" y="600"/>
                  <a:pt x="240" y="600"/>
                  <a:pt x="240" y="600"/>
                </a:cubicBezTo>
                <a:cubicBezTo>
                  <a:pt x="0" y="600"/>
                  <a:pt x="0" y="600"/>
                  <a:pt x="0" y="600"/>
                </a:cubicBezTo>
                <a:cubicBezTo>
                  <a:pt x="0" y="1320"/>
                  <a:pt x="0" y="1320"/>
                  <a:pt x="0" y="1320"/>
                </a:cubicBezTo>
                <a:cubicBezTo>
                  <a:pt x="720" y="1320"/>
                  <a:pt x="720" y="1320"/>
                  <a:pt x="720" y="1320"/>
                </a:cubicBezTo>
                <a:cubicBezTo>
                  <a:pt x="720" y="600"/>
                  <a:pt x="720" y="600"/>
                  <a:pt x="720" y="600"/>
                </a:cubicBezTo>
                <a:cubicBezTo>
                  <a:pt x="480" y="600"/>
                  <a:pt x="480" y="600"/>
                  <a:pt x="480" y="600"/>
                </a:cubicBezTo>
                <a:lnTo>
                  <a:pt x="480" y="120"/>
                </a:lnTo>
                <a:close/>
                <a:moveTo>
                  <a:pt x="960" y="1800"/>
                </a:moveTo>
                <a:cubicBezTo>
                  <a:pt x="960" y="1956"/>
                  <a:pt x="1061" y="2088"/>
                  <a:pt x="1200" y="2138"/>
                </a:cubicBezTo>
                <a:cubicBezTo>
                  <a:pt x="1200" y="2640"/>
                  <a:pt x="1200" y="2640"/>
                  <a:pt x="1200" y="2640"/>
                </a:cubicBezTo>
                <a:cubicBezTo>
                  <a:pt x="1440" y="2640"/>
                  <a:pt x="1440" y="2640"/>
                  <a:pt x="1440" y="2640"/>
                </a:cubicBezTo>
                <a:cubicBezTo>
                  <a:pt x="1440" y="2138"/>
                  <a:pt x="1440" y="2138"/>
                  <a:pt x="1440" y="2138"/>
                </a:cubicBezTo>
                <a:cubicBezTo>
                  <a:pt x="1579" y="2089"/>
                  <a:pt x="1680" y="1957"/>
                  <a:pt x="1680" y="1800"/>
                </a:cubicBezTo>
                <a:cubicBezTo>
                  <a:pt x="1680" y="1560"/>
                  <a:pt x="1680" y="1560"/>
                  <a:pt x="1680" y="1560"/>
                </a:cubicBezTo>
                <a:cubicBezTo>
                  <a:pt x="960" y="1560"/>
                  <a:pt x="960" y="1560"/>
                  <a:pt x="960" y="1560"/>
                </a:cubicBezTo>
                <a:lnTo>
                  <a:pt x="960" y="1800"/>
                </a:lnTo>
                <a:close/>
                <a:moveTo>
                  <a:pt x="0" y="1800"/>
                </a:moveTo>
                <a:cubicBezTo>
                  <a:pt x="0" y="1956"/>
                  <a:pt x="101" y="2088"/>
                  <a:pt x="240" y="2138"/>
                </a:cubicBezTo>
                <a:cubicBezTo>
                  <a:pt x="240" y="2640"/>
                  <a:pt x="240" y="2640"/>
                  <a:pt x="240" y="2640"/>
                </a:cubicBezTo>
                <a:cubicBezTo>
                  <a:pt x="480" y="2640"/>
                  <a:pt x="480" y="2640"/>
                  <a:pt x="480" y="2640"/>
                </a:cubicBezTo>
                <a:cubicBezTo>
                  <a:pt x="480" y="2138"/>
                  <a:pt x="480" y="2138"/>
                  <a:pt x="480" y="2138"/>
                </a:cubicBezTo>
                <a:cubicBezTo>
                  <a:pt x="619" y="2088"/>
                  <a:pt x="720" y="1956"/>
                  <a:pt x="720" y="1800"/>
                </a:cubicBezTo>
                <a:cubicBezTo>
                  <a:pt x="720" y="1560"/>
                  <a:pt x="720" y="1560"/>
                  <a:pt x="720" y="1560"/>
                </a:cubicBezTo>
                <a:cubicBezTo>
                  <a:pt x="0" y="1560"/>
                  <a:pt x="0" y="1560"/>
                  <a:pt x="0" y="1560"/>
                </a:cubicBezTo>
                <a:lnTo>
                  <a:pt x="0" y="1800"/>
                </a:lnTo>
                <a:close/>
                <a:moveTo>
                  <a:pt x="2400" y="600"/>
                </a:moveTo>
                <a:cubicBezTo>
                  <a:pt x="2400" y="120"/>
                  <a:pt x="2400" y="120"/>
                  <a:pt x="2400" y="120"/>
                </a:cubicBezTo>
                <a:cubicBezTo>
                  <a:pt x="2400" y="54"/>
                  <a:pt x="2346" y="0"/>
                  <a:pt x="2280" y="0"/>
                </a:cubicBezTo>
                <a:cubicBezTo>
                  <a:pt x="2214" y="0"/>
                  <a:pt x="2160" y="54"/>
                  <a:pt x="2160" y="120"/>
                </a:cubicBezTo>
                <a:cubicBezTo>
                  <a:pt x="2160" y="600"/>
                  <a:pt x="2160" y="600"/>
                  <a:pt x="2160" y="600"/>
                </a:cubicBezTo>
                <a:cubicBezTo>
                  <a:pt x="1920" y="600"/>
                  <a:pt x="1920" y="600"/>
                  <a:pt x="1920" y="600"/>
                </a:cubicBezTo>
                <a:cubicBezTo>
                  <a:pt x="1920" y="1320"/>
                  <a:pt x="1920" y="1320"/>
                  <a:pt x="1920" y="1320"/>
                </a:cubicBezTo>
                <a:cubicBezTo>
                  <a:pt x="2640" y="1320"/>
                  <a:pt x="2640" y="1320"/>
                  <a:pt x="2640" y="1320"/>
                </a:cubicBezTo>
                <a:cubicBezTo>
                  <a:pt x="2640" y="600"/>
                  <a:pt x="2640" y="600"/>
                  <a:pt x="2640" y="600"/>
                </a:cubicBezTo>
                <a:lnTo>
                  <a:pt x="2400" y="600"/>
                </a:lnTo>
                <a:close/>
                <a:moveTo>
                  <a:pt x="1440" y="120"/>
                </a:moveTo>
                <a:cubicBezTo>
                  <a:pt x="1440" y="54"/>
                  <a:pt x="1386" y="0"/>
                  <a:pt x="1320" y="0"/>
                </a:cubicBezTo>
                <a:cubicBezTo>
                  <a:pt x="1254" y="0"/>
                  <a:pt x="1200" y="54"/>
                  <a:pt x="1200" y="120"/>
                </a:cubicBezTo>
                <a:cubicBezTo>
                  <a:pt x="1200" y="600"/>
                  <a:pt x="1200" y="600"/>
                  <a:pt x="1200" y="600"/>
                </a:cubicBezTo>
                <a:cubicBezTo>
                  <a:pt x="960" y="600"/>
                  <a:pt x="960" y="600"/>
                  <a:pt x="960" y="600"/>
                </a:cubicBezTo>
                <a:cubicBezTo>
                  <a:pt x="960" y="1320"/>
                  <a:pt x="960" y="1320"/>
                  <a:pt x="960" y="1320"/>
                </a:cubicBezTo>
                <a:cubicBezTo>
                  <a:pt x="1680" y="1320"/>
                  <a:pt x="1680" y="1320"/>
                  <a:pt x="1680" y="1320"/>
                </a:cubicBezTo>
                <a:cubicBezTo>
                  <a:pt x="1680" y="600"/>
                  <a:pt x="1680" y="600"/>
                  <a:pt x="1680" y="600"/>
                </a:cubicBezTo>
                <a:cubicBezTo>
                  <a:pt x="1440" y="600"/>
                  <a:pt x="1440" y="600"/>
                  <a:pt x="1440" y="600"/>
                </a:cubicBezTo>
                <a:lnTo>
                  <a:pt x="1440" y="120"/>
                </a:lnTo>
                <a:close/>
                <a:moveTo>
                  <a:pt x="1920" y="1800"/>
                </a:moveTo>
                <a:cubicBezTo>
                  <a:pt x="1920" y="1956"/>
                  <a:pt x="2021" y="2088"/>
                  <a:pt x="2160" y="2138"/>
                </a:cubicBezTo>
                <a:cubicBezTo>
                  <a:pt x="2160" y="2640"/>
                  <a:pt x="2160" y="2640"/>
                  <a:pt x="2160" y="2640"/>
                </a:cubicBezTo>
                <a:cubicBezTo>
                  <a:pt x="2400" y="2640"/>
                  <a:pt x="2400" y="2640"/>
                  <a:pt x="2400" y="2640"/>
                </a:cubicBezTo>
                <a:cubicBezTo>
                  <a:pt x="2400" y="2138"/>
                  <a:pt x="2400" y="2138"/>
                  <a:pt x="2400" y="2138"/>
                </a:cubicBezTo>
                <a:cubicBezTo>
                  <a:pt x="2539" y="2089"/>
                  <a:pt x="2640" y="1957"/>
                  <a:pt x="2640" y="1800"/>
                </a:cubicBezTo>
                <a:cubicBezTo>
                  <a:pt x="2640" y="1560"/>
                  <a:pt x="2640" y="1560"/>
                  <a:pt x="2640" y="1560"/>
                </a:cubicBezTo>
                <a:cubicBezTo>
                  <a:pt x="1920" y="1560"/>
                  <a:pt x="1920" y="1560"/>
                  <a:pt x="1920" y="1560"/>
                </a:cubicBezTo>
                <a:lnTo>
                  <a:pt x="1920" y="1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2374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Input HDM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40032" cy="914400"/>
          </a:xfrm>
          <a:custGeom>
            <a:avLst/>
            <a:gdLst>
              <a:gd name="T0" fmla="*/ 1560 w 1680"/>
              <a:gd name="T1" fmla="*/ 600 h 2400"/>
              <a:gd name="T2" fmla="*/ 1560 w 1680"/>
              <a:gd name="T3" fmla="*/ 240 h 2400"/>
              <a:gd name="T4" fmla="*/ 1320 w 1680"/>
              <a:gd name="T5" fmla="*/ 0 h 2400"/>
              <a:gd name="T6" fmla="*/ 360 w 1680"/>
              <a:gd name="T7" fmla="*/ 0 h 2400"/>
              <a:gd name="T8" fmla="*/ 120 w 1680"/>
              <a:gd name="T9" fmla="*/ 240 h 2400"/>
              <a:gd name="T10" fmla="*/ 120 w 1680"/>
              <a:gd name="T11" fmla="*/ 600 h 2400"/>
              <a:gd name="T12" fmla="*/ 0 w 1680"/>
              <a:gd name="T13" fmla="*/ 600 h 2400"/>
              <a:gd name="T14" fmla="*/ 0 w 1680"/>
              <a:gd name="T15" fmla="*/ 1320 h 2400"/>
              <a:gd name="T16" fmla="*/ 360 w 1680"/>
              <a:gd name="T17" fmla="*/ 2040 h 2400"/>
              <a:gd name="T18" fmla="*/ 360 w 1680"/>
              <a:gd name="T19" fmla="*/ 2400 h 2400"/>
              <a:gd name="T20" fmla="*/ 1320 w 1680"/>
              <a:gd name="T21" fmla="*/ 2400 h 2400"/>
              <a:gd name="T22" fmla="*/ 1320 w 1680"/>
              <a:gd name="T23" fmla="*/ 2040 h 2400"/>
              <a:gd name="T24" fmla="*/ 1680 w 1680"/>
              <a:gd name="T25" fmla="*/ 1320 h 2400"/>
              <a:gd name="T26" fmla="*/ 1680 w 1680"/>
              <a:gd name="T27" fmla="*/ 600 h 2400"/>
              <a:gd name="T28" fmla="*/ 1560 w 1680"/>
              <a:gd name="T29" fmla="*/ 600 h 2400"/>
              <a:gd name="T30" fmla="*/ 360 w 1680"/>
              <a:gd name="T31" fmla="*/ 240 h 2400"/>
              <a:gd name="T32" fmla="*/ 1320 w 1680"/>
              <a:gd name="T33" fmla="*/ 240 h 2400"/>
              <a:gd name="T34" fmla="*/ 1320 w 1680"/>
              <a:gd name="T35" fmla="*/ 600 h 2400"/>
              <a:gd name="T36" fmla="*/ 1080 w 1680"/>
              <a:gd name="T37" fmla="*/ 600 h 2400"/>
              <a:gd name="T38" fmla="*/ 1080 w 1680"/>
              <a:gd name="T39" fmla="*/ 360 h 2400"/>
              <a:gd name="T40" fmla="*/ 960 w 1680"/>
              <a:gd name="T41" fmla="*/ 360 h 2400"/>
              <a:gd name="T42" fmla="*/ 960 w 1680"/>
              <a:gd name="T43" fmla="*/ 600 h 2400"/>
              <a:gd name="T44" fmla="*/ 720 w 1680"/>
              <a:gd name="T45" fmla="*/ 600 h 2400"/>
              <a:gd name="T46" fmla="*/ 720 w 1680"/>
              <a:gd name="T47" fmla="*/ 360 h 2400"/>
              <a:gd name="T48" fmla="*/ 600 w 1680"/>
              <a:gd name="T49" fmla="*/ 360 h 2400"/>
              <a:gd name="T50" fmla="*/ 600 w 1680"/>
              <a:gd name="T51" fmla="*/ 600 h 2400"/>
              <a:gd name="T52" fmla="*/ 360 w 1680"/>
              <a:gd name="T53" fmla="*/ 600 h 2400"/>
              <a:gd name="T54" fmla="*/ 360 w 1680"/>
              <a:gd name="T55" fmla="*/ 24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680" h="2400">
                <a:moveTo>
                  <a:pt x="1560" y="600"/>
                </a:moveTo>
                <a:cubicBezTo>
                  <a:pt x="1560" y="240"/>
                  <a:pt x="1560" y="240"/>
                  <a:pt x="1560" y="240"/>
                </a:cubicBezTo>
                <a:cubicBezTo>
                  <a:pt x="1560" y="108"/>
                  <a:pt x="1452" y="0"/>
                  <a:pt x="1320" y="0"/>
                </a:cubicBezTo>
                <a:cubicBezTo>
                  <a:pt x="360" y="0"/>
                  <a:pt x="360" y="0"/>
                  <a:pt x="360" y="0"/>
                </a:cubicBezTo>
                <a:cubicBezTo>
                  <a:pt x="228" y="0"/>
                  <a:pt x="120" y="108"/>
                  <a:pt x="120" y="240"/>
                </a:cubicBezTo>
                <a:cubicBezTo>
                  <a:pt x="120" y="600"/>
                  <a:pt x="120" y="600"/>
                  <a:pt x="120" y="600"/>
                </a:cubicBezTo>
                <a:cubicBezTo>
                  <a:pt x="0" y="600"/>
                  <a:pt x="0" y="600"/>
                  <a:pt x="0" y="600"/>
                </a:cubicBezTo>
                <a:cubicBezTo>
                  <a:pt x="0" y="1320"/>
                  <a:pt x="0" y="1320"/>
                  <a:pt x="0" y="1320"/>
                </a:cubicBezTo>
                <a:cubicBezTo>
                  <a:pt x="360" y="2040"/>
                  <a:pt x="360" y="2040"/>
                  <a:pt x="360" y="2040"/>
                </a:cubicBezTo>
                <a:cubicBezTo>
                  <a:pt x="360" y="2400"/>
                  <a:pt x="360" y="2400"/>
                  <a:pt x="360" y="2400"/>
                </a:cubicBezTo>
                <a:cubicBezTo>
                  <a:pt x="1320" y="2400"/>
                  <a:pt x="1320" y="2400"/>
                  <a:pt x="1320" y="2400"/>
                </a:cubicBezTo>
                <a:cubicBezTo>
                  <a:pt x="1320" y="2040"/>
                  <a:pt x="1320" y="2040"/>
                  <a:pt x="1320" y="2040"/>
                </a:cubicBezTo>
                <a:cubicBezTo>
                  <a:pt x="1680" y="1320"/>
                  <a:pt x="1680" y="1320"/>
                  <a:pt x="1680" y="1320"/>
                </a:cubicBezTo>
                <a:cubicBezTo>
                  <a:pt x="1680" y="600"/>
                  <a:pt x="1680" y="600"/>
                  <a:pt x="1680" y="600"/>
                </a:cubicBezTo>
                <a:lnTo>
                  <a:pt x="1560" y="600"/>
                </a:lnTo>
                <a:close/>
                <a:moveTo>
                  <a:pt x="360" y="240"/>
                </a:moveTo>
                <a:cubicBezTo>
                  <a:pt x="1320" y="240"/>
                  <a:pt x="1320" y="240"/>
                  <a:pt x="1320" y="240"/>
                </a:cubicBezTo>
                <a:cubicBezTo>
                  <a:pt x="1320" y="600"/>
                  <a:pt x="1320" y="600"/>
                  <a:pt x="1320" y="600"/>
                </a:cubicBezTo>
                <a:cubicBezTo>
                  <a:pt x="1080" y="600"/>
                  <a:pt x="1080" y="600"/>
                  <a:pt x="1080" y="600"/>
                </a:cubicBezTo>
                <a:cubicBezTo>
                  <a:pt x="1080" y="360"/>
                  <a:pt x="1080" y="360"/>
                  <a:pt x="1080" y="360"/>
                </a:cubicBezTo>
                <a:cubicBezTo>
                  <a:pt x="960" y="360"/>
                  <a:pt x="960" y="360"/>
                  <a:pt x="960" y="360"/>
                </a:cubicBezTo>
                <a:cubicBezTo>
                  <a:pt x="960" y="600"/>
                  <a:pt x="960" y="600"/>
                  <a:pt x="960" y="600"/>
                </a:cubicBezTo>
                <a:cubicBezTo>
                  <a:pt x="720" y="600"/>
                  <a:pt x="720" y="600"/>
                  <a:pt x="720" y="600"/>
                </a:cubicBezTo>
                <a:cubicBezTo>
                  <a:pt x="720" y="360"/>
                  <a:pt x="720" y="360"/>
                  <a:pt x="720" y="360"/>
                </a:cubicBezTo>
                <a:cubicBezTo>
                  <a:pt x="600" y="360"/>
                  <a:pt x="600" y="360"/>
                  <a:pt x="600" y="360"/>
                </a:cubicBezTo>
                <a:cubicBezTo>
                  <a:pt x="600" y="600"/>
                  <a:pt x="600" y="600"/>
                  <a:pt x="600" y="600"/>
                </a:cubicBezTo>
                <a:cubicBezTo>
                  <a:pt x="360" y="600"/>
                  <a:pt x="360" y="600"/>
                  <a:pt x="360" y="600"/>
                </a:cubicBezTo>
                <a:lnTo>
                  <a:pt x="360" y="2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57853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Input Svide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840 w 2640"/>
              <a:gd name="T1" fmla="*/ 1260 h 2640"/>
              <a:gd name="T2" fmla="*/ 660 w 2640"/>
              <a:gd name="T3" fmla="*/ 1080 h 2640"/>
              <a:gd name="T4" fmla="*/ 480 w 2640"/>
              <a:gd name="T5" fmla="*/ 1260 h 2640"/>
              <a:gd name="T6" fmla="*/ 660 w 2640"/>
              <a:gd name="T7" fmla="*/ 1440 h 2640"/>
              <a:gd name="T8" fmla="*/ 840 w 2640"/>
              <a:gd name="T9" fmla="*/ 1260 h 2640"/>
              <a:gd name="T10" fmla="*/ 1680 w 2640"/>
              <a:gd name="T11" fmla="*/ 660 h 2640"/>
              <a:gd name="T12" fmla="*/ 1500 w 2640"/>
              <a:gd name="T13" fmla="*/ 480 h 2640"/>
              <a:gd name="T14" fmla="*/ 1140 w 2640"/>
              <a:gd name="T15" fmla="*/ 480 h 2640"/>
              <a:gd name="T16" fmla="*/ 960 w 2640"/>
              <a:gd name="T17" fmla="*/ 660 h 2640"/>
              <a:gd name="T18" fmla="*/ 1140 w 2640"/>
              <a:gd name="T19" fmla="*/ 840 h 2640"/>
              <a:gd name="T20" fmla="*/ 1500 w 2640"/>
              <a:gd name="T21" fmla="*/ 840 h 2640"/>
              <a:gd name="T22" fmla="*/ 1680 w 2640"/>
              <a:gd name="T23" fmla="*/ 660 h 2640"/>
              <a:gd name="T24" fmla="*/ 900 w 2640"/>
              <a:gd name="T25" fmla="*/ 1680 h 2640"/>
              <a:gd name="T26" fmla="*/ 720 w 2640"/>
              <a:gd name="T27" fmla="*/ 1860 h 2640"/>
              <a:gd name="T28" fmla="*/ 900 w 2640"/>
              <a:gd name="T29" fmla="*/ 2040 h 2640"/>
              <a:gd name="T30" fmla="*/ 1080 w 2640"/>
              <a:gd name="T31" fmla="*/ 1860 h 2640"/>
              <a:gd name="T32" fmla="*/ 900 w 2640"/>
              <a:gd name="T33" fmla="*/ 1680 h 2640"/>
              <a:gd name="T34" fmla="*/ 1320 w 2640"/>
              <a:gd name="T35" fmla="*/ 0 h 2640"/>
              <a:gd name="T36" fmla="*/ 0 w 2640"/>
              <a:gd name="T37" fmla="*/ 1320 h 2640"/>
              <a:gd name="T38" fmla="*/ 1320 w 2640"/>
              <a:gd name="T39" fmla="*/ 2640 h 2640"/>
              <a:gd name="T40" fmla="*/ 2640 w 2640"/>
              <a:gd name="T41" fmla="*/ 1320 h 2640"/>
              <a:gd name="T42" fmla="*/ 1320 w 2640"/>
              <a:gd name="T43" fmla="*/ 0 h 2640"/>
              <a:gd name="T44" fmla="*/ 1320 w 2640"/>
              <a:gd name="T45" fmla="*/ 2400 h 2640"/>
              <a:gd name="T46" fmla="*/ 240 w 2640"/>
              <a:gd name="T47" fmla="*/ 1320 h 2640"/>
              <a:gd name="T48" fmla="*/ 1320 w 2640"/>
              <a:gd name="T49" fmla="*/ 240 h 2640"/>
              <a:gd name="T50" fmla="*/ 2400 w 2640"/>
              <a:gd name="T51" fmla="*/ 1320 h 2640"/>
              <a:gd name="T52" fmla="*/ 1320 w 2640"/>
              <a:gd name="T53" fmla="*/ 2400 h 2640"/>
              <a:gd name="T54" fmla="*/ 1980 w 2640"/>
              <a:gd name="T55" fmla="*/ 1080 h 2640"/>
              <a:gd name="T56" fmla="*/ 1800 w 2640"/>
              <a:gd name="T57" fmla="*/ 1260 h 2640"/>
              <a:gd name="T58" fmla="*/ 1980 w 2640"/>
              <a:gd name="T59" fmla="*/ 1440 h 2640"/>
              <a:gd name="T60" fmla="*/ 2160 w 2640"/>
              <a:gd name="T61" fmla="*/ 1260 h 2640"/>
              <a:gd name="T62" fmla="*/ 1980 w 2640"/>
              <a:gd name="T63" fmla="*/ 1080 h 2640"/>
              <a:gd name="T64" fmla="*/ 1740 w 2640"/>
              <a:gd name="T65" fmla="*/ 1680 h 2640"/>
              <a:gd name="T66" fmla="*/ 1560 w 2640"/>
              <a:gd name="T67" fmla="*/ 1860 h 2640"/>
              <a:gd name="T68" fmla="*/ 1740 w 2640"/>
              <a:gd name="T69" fmla="*/ 2040 h 2640"/>
              <a:gd name="T70" fmla="*/ 1920 w 2640"/>
              <a:gd name="T71" fmla="*/ 1860 h 2640"/>
              <a:gd name="T72" fmla="*/ 1740 w 2640"/>
              <a:gd name="T73" fmla="*/ 1680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640" h="2640">
                <a:moveTo>
                  <a:pt x="840" y="1260"/>
                </a:moveTo>
                <a:cubicBezTo>
                  <a:pt x="840" y="1160"/>
                  <a:pt x="760" y="1080"/>
                  <a:pt x="660" y="1080"/>
                </a:cubicBezTo>
                <a:cubicBezTo>
                  <a:pt x="560" y="1080"/>
                  <a:pt x="480" y="1160"/>
                  <a:pt x="480" y="1260"/>
                </a:cubicBezTo>
                <a:cubicBezTo>
                  <a:pt x="480" y="1360"/>
                  <a:pt x="560" y="1440"/>
                  <a:pt x="660" y="1440"/>
                </a:cubicBezTo>
                <a:cubicBezTo>
                  <a:pt x="760" y="1440"/>
                  <a:pt x="840" y="1360"/>
                  <a:pt x="840" y="1260"/>
                </a:cubicBezTo>
                <a:close/>
                <a:moveTo>
                  <a:pt x="1680" y="660"/>
                </a:moveTo>
                <a:cubicBezTo>
                  <a:pt x="1680" y="560"/>
                  <a:pt x="1600" y="480"/>
                  <a:pt x="1500" y="480"/>
                </a:cubicBezTo>
                <a:cubicBezTo>
                  <a:pt x="1140" y="480"/>
                  <a:pt x="1140" y="480"/>
                  <a:pt x="1140" y="480"/>
                </a:cubicBezTo>
                <a:cubicBezTo>
                  <a:pt x="1040" y="480"/>
                  <a:pt x="960" y="560"/>
                  <a:pt x="960" y="660"/>
                </a:cubicBezTo>
                <a:cubicBezTo>
                  <a:pt x="960" y="760"/>
                  <a:pt x="1040" y="840"/>
                  <a:pt x="1140" y="840"/>
                </a:cubicBezTo>
                <a:cubicBezTo>
                  <a:pt x="1500" y="840"/>
                  <a:pt x="1500" y="840"/>
                  <a:pt x="1500" y="840"/>
                </a:cubicBezTo>
                <a:cubicBezTo>
                  <a:pt x="1600" y="840"/>
                  <a:pt x="1680" y="760"/>
                  <a:pt x="1680" y="660"/>
                </a:cubicBezTo>
                <a:close/>
                <a:moveTo>
                  <a:pt x="900" y="1680"/>
                </a:moveTo>
                <a:cubicBezTo>
                  <a:pt x="800" y="1680"/>
                  <a:pt x="720" y="1760"/>
                  <a:pt x="720" y="1860"/>
                </a:cubicBezTo>
                <a:cubicBezTo>
                  <a:pt x="720" y="1960"/>
                  <a:pt x="800" y="2040"/>
                  <a:pt x="900" y="2040"/>
                </a:cubicBezTo>
                <a:cubicBezTo>
                  <a:pt x="1000" y="2040"/>
                  <a:pt x="1080" y="1960"/>
                  <a:pt x="1080" y="1860"/>
                </a:cubicBezTo>
                <a:cubicBezTo>
                  <a:pt x="1080" y="1760"/>
                  <a:pt x="1000" y="1680"/>
                  <a:pt x="900" y="1680"/>
                </a:cubicBezTo>
                <a:close/>
                <a:moveTo>
                  <a:pt x="1320" y="0"/>
                </a:moveTo>
                <a:cubicBezTo>
                  <a:pt x="592" y="0"/>
                  <a:pt x="0" y="592"/>
                  <a:pt x="0" y="1320"/>
                </a:cubicBezTo>
                <a:cubicBezTo>
                  <a:pt x="0" y="2048"/>
                  <a:pt x="592" y="2640"/>
                  <a:pt x="1320" y="2640"/>
                </a:cubicBezTo>
                <a:cubicBezTo>
                  <a:pt x="2048" y="2640"/>
                  <a:pt x="2640" y="2048"/>
                  <a:pt x="2640" y="1320"/>
                </a:cubicBezTo>
                <a:cubicBezTo>
                  <a:pt x="2640" y="592"/>
                  <a:pt x="2048" y="0"/>
                  <a:pt x="1320" y="0"/>
                </a:cubicBezTo>
                <a:close/>
                <a:moveTo>
                  <a:pt x="1320" y="2400"/>
                </a:moveTo>
                <a:cubicBezTo>
                  <a:pt x="725" y="2400"/>
                  <a:pt x="240" y="1915"/>
                  <a:pt x="240" y="1320"/>
                </a:cubicBezTo>
                <a:cubicBezTo>
                  <a:pt x="240" y="725"/>
                  <a:pt x="725" y="240"/>
                  <a:pt x="1320" y="240"/>
                </a:cubicBezTo>
                <a:cubicBezTo>
                  <a:pt x="1915" y="240"/>
                  <a:pt x="2400" y="725"/>
                  <a:pt x="2400" y="1320"/>
                </a:cubicBezTo>
                <a:cubicBezTo>
                  <a:pt x="2400" y="1915"/>
                  <a:pt x="1915" y="2400"/>
                  <a:pt x="1320" y="2400"/>
                </a:cubicBezTo>
                <a:close/>
                <a:moveTo>
                  <a:pt x="1980" y="1080"/>
                </a:moveTo>
                <a:cubicBezTo>
                  <a:pt x="1880" y="1080"/>
                  <a:pt x="1800" y="1160"/>
                  <a:pt x="1800" y="1260"/>
                </a:cubicBezTo>
                <a:cubicBezTo>
                  <a:pt x="1800" y="1360"/>
                  <a:pt x="1880" y="1440"/>
                  <a:pt x="1980" y="1440"/>
                </a:cubicBezTo>
                <a:cubicBezTo>
                  <a:pt x="2080" y="1440"/>
                  <a:pt x="2160" y="1360"/>
                  <a:pt x="2160" y="1260"/>
                </a:cubicBezTo>
                <a:cubicBezTo>
                  <a:pt x="2160" y="1160"/>
                  <a:pt x="2080" y="1080"/>
                  <a:pt x="1980" y="1080"/>
                </a:cubicBezTo>
                <a:close/>
                <a:moveTo>
                  <a:pt x="1740" y="1680"/>
                </a:moveTo>
                <a:cubicBezTo>
                  <a:pt x="1640" y="1680"/>
                  <a:pt x="1560" y="1760"/>
                  <a:pt x="1560" y="1860"/>
                </a:cubicBezTo>
                <a:cubicBezTo>
                  <a:pt x="1560" y="1960"/>
                  <a:pt x="1640" y="2040"/>
                  <a:pt x="1740" y="2040"/>
                </a:cubicBezTo>
                <a:cubicBezTo>
                  <a:pt x="1840" y="2040"/>
                  <a:pt x="1920" y="1960"/>
                  <a:pt x="1920" y="1860"/>
                </a:cubicBezTo>
                <a:cubicBezTo>
                  <a:pt x="1920" y="1760"/>
                  <a:pt x="1840" y="1680"/>
                  <a:pt x="1740" y="16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13499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Oversca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119"/>
          </a:xfrm>
          <a:custGeom>
            <a:avLst/>
            <a:gdLst>
              <a:gd name="T0" fmla="*/ 1321 w 2640"/>
              <a:gd name="T1" fmla="*/ 300 h 2160"/>
              <a:gd name="T2" fmla="*/ 1080 w 2640"/>
              <a:gd name="T3" fmla="*/ 600 h 2160"/>
              <a:gd name="T4" fmla="*/ 1560 w 2640"/>
              <a:gd name="T5" fmla="*/ 600 h 2160"/>
              <a:gd name="T6" fmla="*/ 1321 w 2640"/>
              <a:gd name="T7" fmla="*/ 300 h 2160"/>
              <a:gd name="T8" fmla="*/ 2040 w 2640"/>
              <a:gd name="T9" fmla="*/ 840 h 2160"/>
              <a:gd name="T10" fmla="*/ 2040 w 2640"/>
              <a:gd name="T11" fmla="*/ 1320 h 2160"/>
              <a:gd name="T12" fmla="*/ 2340 w 2640"/>
              <a:gd name="T13" fmla="*/ 1081 h 2160"/>
              <a:gd name="T14" fmla="*/ 2040 w 2640"/>
              <a:gd name="T15" fmla="*/ 840 h 2160"/>
              <a:gd name="T16" fmla="*/ 600 w 2640"/>
              <a:gd name="T17" fmla="*/ 840 h 2160"/>
              <a:gd name="T18" fmla="*/ 300 w 2640"/>
              <a:gd name="T19" fmla="*/ 1081 h 2160"/>
              <a:gd name="T20" fmla="*/ 600 w 2640"/>
              <a:gd name="T21" fmla="*/ 1320 h 2160"/>
              <a:gd name="T22" fmla="*/ 600 w 2640"/>
              <a:gd name="T23" fmla="*/ 840 h 2160"/>
              <a:gd name="T24" fmla="*/ 1560 w 2640"/>
              <a:gd name="T25" fmla="*/ 1560 h 2160"/>
              <a:gd name="T26" fmla="*/ 1080 w 2640"/>
              <a:gd name="T27" fmla="*/ 1560 h 2160"/>
              <a:gd name="T28" fmla="*/ 1321 w 2640"/>
              <a:gd name="T29" fmla="*/ 1860 h 2160"/>
              <a:gd name="T30" fmla="*/ 1560 w 2640"/>
              <a:gd name="T31" fmla="*/ 1560 h 2160"/>
              <a:gd name="T32" fmla="*/ 2400 w 2640"/>
              <a:gd name="T33" fmla="*/ 0 h 2160"/>
              <a:gd name="T34" fmla="*/ 240 w 2640"/>
              <a:gd name="T35" fmla="*/ 0 h 2160"/>
              <a:gd name="T36" fmla="*/ 0 w 2640"/>
              <a:gd name="T37" fmla="*/ 240 h 2160"/>
              <a:gd name="T38" fmla="*/ 0 w 2640"/>
              <a:gd name="T39" fmla="*/ 1920 h 2160"/>
              <a:gd name="T40" fmla="*/ 240 w 2640"/>
              <a:gd name="T41" fmla="*/ 2160 h 2160"/>
              <a:gd name="T42" fmla="*/ 2400 w 2640"/>
              <a:gd name="T43" fmla="*/ 2160 h 2160"/>
              <a:gd name="T44" fmla="*/ 2640 w 2640"/>
              <a:gd name="T45" fmla="*/ 1920 h 2160"/>
              <a:gd name="T46" fmla="*/ 2640 w 2640"/>
              <a:gd name="T47" fmla="*/ 240 h 2160"/>
              <a:gd name="T48" fmla="*/ 2400 w 2640"/>
              <a:gd name="T49" fmla="*/ 0 h 2160"/>
              <a:gd name="T50" fmla="*/ 2400 w 2640"/>
              <a:gd name="T51" fmla="*/ 1921 h 2160"/>
              <a:gd name="T52" fmla="*/ 240 w 2640"/>
              <a:gd name="T53" fmla="*/ 1921 h 2160"/>
              <a:gd name="T54" fmla="*/ 240 w 2640"/>
              <a:gd name="T55" fmla="*/ 239 h 2160"/>
              <a:gd name="T56" fmla="*/ 2400 w 2640"/>
              <a:gd name="T57" fmla="*/ 239 h 2160"/>
              <a:gd name="T58" fmla="*/ 2400 w 2640"/>
              <a:gd name="T59" fmla="*/ 1921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640" h="2160">
                <a:moveTo>
                  <a:pt x="1321" y="300"/>
                </a:moveTo>
                <a:cubicBezTo>
                  <a:pt x="1080" y="600"/>
                  <a:pt x="1080" y="600"/>
                  <a:pt x="1080" y="600"/>
                </a:cubicBezTo>
                <a:cubicBezTo>
                  <a:pt x="1560" y="600"/>
                  <a:pt x="1560" y="600"/>
                  <a:pt x="1560" y="600"/>
                </a:cubicBezTo>
                <a:lnTo>
                  <a:pt x="1321" y="300"/>
                </a:lnTo>
                <a:close/>
                <a:moveTo>
                  <a:pt x="2040" y="840"/>
                </a:moveTo>
                <a:cubicBezTo>
                  <a:pt x="2040" y="1320"/>
                  <a:pt x="2040" y="1320"/>
                  <a:pt x="2040" y="1320"/>
                </a:cubicBezTo>
                <a:cubicBezTo>
                  <a:pt x="2340" y="1081"/>
                  <a:pt x="2340" y="1081"/>
                  <a:pt x="2340" y="1081"/>
                </a:cubicBezTo>
                <a:lnTo>
                  <a:pt x="2040" y="840"/>
                </a:lnTo>
                <a:close/>
                <a:moveTo>
                  <a:pt x="600" y="840"/>
                </a:moveTo>
                <a:cubicBezTo>
                  <a:pt x="300" y="1081"/>
                  <a:pt x="300" y="1081"/>
                  <a:pt x="300" y="1081"/>
                </a:cubicBezTo>
                <a:cubicBezTo>
                  <a:pt x="600" y="1320"/>
                  <a:pt x="600" y="1320"/>
                  <a:pt x="600" y="1320"/>
                </a:cubicBezTo>
                <a:lnTo>
                  <a:pt x="600" y="840"/>
                </a:lnTo>
                <a:close/>
                <a:moveTo>
                  <a:pt x="1560" y="1560"/>
                </a:moveTo>
                <a:cubicBezTo>
                  <a:pt x="1080" y="1560"/>
                  <a:pt x="1080" y="1560"/>
                  <a:pt x="1080" y="1560"/>
                </a:cubicBezTo>
                <a:cubicBezTo>
                  <a:pt x="1321" y="1860"/>
                  <a:pt x="1321" y="1860"/>
                  <a:pt x="1321" y="1860"/>
                </a:cubicBezTo>
                <a:lnTo>
                  <a:pt x="1560" y="1560"/>
                </a:lnTo>
                <a:close/>
                <a:moveTo>
                  <a:pt x="240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8" y="2160"/>
                  <a:pt x="240" y="2160"/>
                </a:cubicBezTo>
                <a:cubicBezTo>
                  <a:pt x="2400" y="2160"/>
                  <a:pt x="2400" y="2160"/>
                  <a:pt x="2400" y="2160"/>
                </a:cubicBezTo>
                <a:cubicBezTo>
                  <a:pt x="2532" y="2160"/>
                  <a:pt x="2640" y="2052"/>
                  <a:pt x="2640" y="1920"/>
                </a:cubicBezTo>
                <a:cubicBezTo>
                  <a:pt x="2640" y="240"/>
                  <a:pt x="2640" y="240"/>
                  <a:pt x="2640" y="240"/>
                </a:cubicBezTo>
                <a:cubicBezTo>
                  <a:pt x="2640" y="108"/>
                  <a:pt x="2532" y="0"/>
                  <a:pt x="2400" y="0"/>
                </a:cubicBezTo>
                <a:close/>
                <a:moveTo>
                  <a:pt x="2400" y="1921"/>
                </a:moveTo>
                <a:cubicBezTo>
                  <a:pt x="240" y="1921"/>
                  <a:pt x="240" y="1921"/>
                  <a:pt x="240" y="1921"/>
                </a:cubicBezTo>
                <a:cubicBezTo>
                  <a:pt x="240" y="239"/>
                  <a:pt x="240" y="239"/>
                  <a:pt x="240" y="239"/>
                </a:cubicBezTo>
                <a:cubicBezTo>
                  <a:pt x="2400" y="239"/>
                  <a:pt x="2400" y="239"/>
                  <a:pt x="2400" y="239"/>
                </a:cubicBezTo>
                <a:lnTo>
                  <a:pt x="2400" y="19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10870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Pho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200 w 2160"/>
              <a:gd name="T1" fmla="*/ 720 h 2160"/>
              <a:gd name="T2" fmla="*/ 960 w 2160"/>
              <a:gd name="T3" fmla="*/ 720 h 2160"/>
              <a:gd name="T4" fmla="*/ 960 w 2160"/>
              <a:gd name="T5" fmla="*/ 960 h 2160"/>
              <a:gd name="T6" fmla="*/ 1200 w 2160"/>
              <a:gd name="T7" fmla="*/ 960 h 2160"/>
              <a:gd name="T8" fmla="*/ 1200 w 2160"/>
              <a:gd name="T9" fmla="*/ 720 h 2160"/>
              <a:gd name="T10" fmla="*/ 1680 w 2160"/>
              <a:gd name="T11" fmla="*/ 720 h 2160"/>
              <a:gd name="T12" fmla="*/ 1440 w 2160"/>
              <a:gd name="T13" fmla="*/ 720 h 2160"/>
              <a:gd name="T14" fmla="*/ 1440 w 2160"/>
              <a:gd name="T15" fmla="*/ 960 h 2160"/>
              <a:gd name="T16" fmla="*/ 1680 w 2160"/>
              <a:gd name="T17" fmla="*/ 960 h 2160"/>
              <a:gd name="T18" fmla="*/ 1680 w 2160"/>
              <a:gd name="T19" fmla="*/ 720 h 2160"/>
              <a:gd name="T20" fmla="*/ 2040 w 2160"/>
              <a:gd name="T21" fmla="*/ 1500 h 2160"/>
              <a:gd name="T22" fmla="*/ 1612 w 2160"/>
              <a:gd name="T23" fmla="*/ 1432 h 2160"/>
              <a:gd name="T24" fmla="*/ 1489 w 2160"/>
              <a:gd name="T25" fmla="*/ 1460 h 2160"/>
              <a:gd name="T26" fmla="*/ 1225 w 2160"/>
              <a:gd name="T27" fmla="*/ 1724 h 2160"/>
              <a:gd name="T28" fmla="*/ 434 w 2160"/>
              <a:gd name="T29" fmla="*/ 935 h 2160"/>
              <a:gd name="T30" fmla="*/ 698 w 2160"/>
              <a:gd name="T31" fmla="*/ 670 h 2160"/>
              <a:gd name="T32" fmla="*/ 728 w 2160"/>
              <a:gd name="T33" fmla="*/ 548 h 2160"/>
              <a:gd name="T34" fmla="*/ 660 w 2160"/>
              <a:gd name="T35" fmla="*/ 120 h 2160"/>
              <a:gd name="T36" fmla="*/ 540 w 2160"/>
              <a:gd name="T37" fmla="*/ 0 h 2160"/>
              <a:gd name="T38" fmla="*/ 120 w 2160"/>
              <a:gd name="T39" fmla="*/ 0 h 2160"/>
              <a:gd name="T40" fmla="*/ 0 w 2160"/>
              <a:gd name="T41" fmla="*/ 120 h 2160"/>
              <a:gd name="T42" fmla="*/ 2040 w 2160"/>
              <a:gd name="T43" fmla="*/ 2160 h 2160"/>
              <a:gd name="T44" fmla="*/ 2160 w 2160"/>
              <a:gd name="T45" fmla="*/ 2040 h 2160"/>
              <a:gd name="T46" fmla="*/ 2160 w 2160"/>
              <a:gd name="T47" fmla="*/ 1620 h 2160"/>
              <a:gd name="T48" fmla="*/ 2040 w 2160"/>
              <a:gd name="T49" fmla="*/ 1500 h 2160"/>
              <a:gd name="T50" fmla="*/ 1920 w 2160"/>
              <a:gd name="T51" fmla="*/ 720 h 2160"/>
              <a:gd name="T52" fmla="*/ 1920 w 2160"/>
              <a:gd name="T53" fmla="*/ 960 h 2160"/>
              <a:gd name="T54" fmla="*/ 2160 w 2160"/>
              <a:gd name="T55" fmla="*/ 960 h 2160"/>
              <a:gd name="T56" fmla="*/ 2160 w 2160"/>
              <a:gd name="T57" fmla="*/ 720 h 2160"/>
              <a:gd name="T58" fmla="*/ 1920 w 2160"/>
              <a:gd name="T59" fmla="*/ 72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160" h="2160">
                <a:moveTo>
                  <a:pt x="1200" y="720"/>
                </a:moveTo>
                <a:cubicBezTo>
                  <a:pt x="960" y="720"/>
                  <a:pt x="960" y="720"/>
                  <a:pt x="960" y="720"/>
                </a:cubicBezTo>
                <a:cubicBezTo>
                  <a:pt x="960" y="960"/>
                  <a:pt x="960" y="960"/>
                  <a:pt x="960" y="960"/>
                </a:cubicBezTo>
                <a:cubicBezTo>
                  <a:pt x="1200" y="960"/>
                  <a:pt x="1200" y="960"/>
                  <a:pt x="1200" y="960"/>
                </a:cubicBezTo>
                <a:lnTo>
                  <a:pt x="1200" y="720"/>
                </a:lnTo>
                <a:close/>
                <a:moveTo>
                  <a:pt x="1680" y="720"/>
                </a:moveTo>
                <a:cubicBezTo>
                  <a:pt x="1440" y="720"/>
                  <a:pt x="1440" y="720"/>
                  <a:pt x="1440" y="720"/>
                </a:cubicBezTo>
                <a:cubicBezTo>
                  <a:pt x="1440" y="960"/>
                  <a:pt x="1440" y="960"/>
                  <a:pt x="1440" y="960"/>
                </a:cubicBezTo>
                <a:cubicBezTo>
                  <a:pt x="1680" y="960"/>
                  <a:pt x="1680" y="960"/>
                  <a:pt x="1680" y="960"/>
                </a:cubicBezTo>
                <a:lnTo>
                  <a:pt x="1680" y="720"/>
                </a:lnTo>
                <a:close/>
                <a:moveTo>
                  <a:pt x="2040" y="1500"/>
                </a:moveTo>
                <a:cubicBezTo>
                  <a:pt x="1890" y="1500"/>
                  <a:pt x="1746" y="1476"/>
                  <a:pt x="1612" y="1432"/>
                </a:cubicBezTo>
                <a:cubicBezTo>
                  <a:pt x="1570" y="1418"/>
                  <a:pt x="1523" y="1428"/>
                  <a:pt x="1489" y="1460"/>
                </a:cubicBezTo>
                <a:cubicBezTo>
                  <a:pt x="1225" y="1724"/>
                  <a:pt x="1225" y="1724"/>
                  <a:pt x="1225" y="1724"/>
                </a:cubicBezTo>
                <a:cubicBezTo>
                  <a:pt x="886" y="1552"/>
                  <a:pt x="607" y="1274"/>
                  <a:pt x="434" y="935"/>
                </a:cubicBezTo>
                <a:cubicBezTo>
                  <a:pt x="698" y="670"/>
                  <a:pt x="698" y="670"/>
                  <a:pt x="698" y="670"/>
                </a:cubicBezTo>
                <a:cubicBezTo>
                  <a:pt x="732" y="637"/>
                  <a:pt x="742" y="590"/>
                  <a:pt x="728" y="548"/>
                </a:cubicBezTo>
                <a:cubicBezTo>
                  <a:pt x="684" y="414"/>
                  <a:pt x="660" y="270"/>
                  <a:pt x="660" y="120"/>
                </a:cubicBezTo>
                <a:cubicBezTo>
                  <a:pt x="660" y="54"/>
                  <a:pt x="606" y="0"/>
                  <a:pt x="540" y="0"/>
                </a:cubicBezTo>
                <a:cubicBezTo>
                  <a:pt x="120" y="0"/>
                  <a:pt x="120" y="0"/>
                  <a:pt x="120" y="0"/>
                </a:cubicBezTo>
                <a:cubicBezTo>
                  <a:pt x="54" y="0"/>
                  <a:pt x="0" y="54"/>
                  <a:pt x="0" y="120"/>
                </a:cubicBezTo>
                <a:cubicBezTo>
                  <a:pt x="0" y="1247"/>
                  <a:pt x="913" y="2160"/>
                  <a:pt x="2040" y="2160"/>
                </a:cubicBezTo>
                <a:cubicBezTo>
                  <a:pt x="2106" y="2160"/>
                  <a:pt x="2160" y="2106"/>
                  <a:pt x="2160" y="2040"/>
                </a:cubicBezTo>
                <a:cubicBezTo>
                  <a:pt x="2160" y="1620"/>
                  <a:pt x="2160" y="1620"/>
                  <a:pt x="2160" y="1620"/>
                </a:cubicBezTo>
                <a:cubicBezTo>
                  <a:pt x="2160" y="1554"/>
                  <a:pt x="2106" y="1500"/>
                  <a:pt x="2040" y="1500"/>
                </a:cubicBezTo>
                <a:close/>
                <a:moveTo>
                  <a:pt x="1920" y="720"/>
                </a:moveTo>
                <a:cubicBezTo>
                  <a:pt x="1920" y="960"/>
                  <a:pt x="1920" y="960"/>
                  <a:pt x="1920" y="960"/>
                </a:cubicBezTo>
                <a:cubicBezTo>
                  <a:pt x="2160" y="960"/>
                  <a:pt x="2160" y="960"/>
                  <a:pt x="2160" y="960"/>
                </a:cubicBezTo>
                <a:cubicBezTo>
                  <a:pt x="2160" y="720"/>
                  <a:pt x="2160" y="720"/>
                  <a:pt x="2160" y="720"/>
                </a:cubicBezTo>
                <a:lnTo>
                  <a:pt x="1920" y="7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506699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Pow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64978" cy="914400"/>
          </a:xfrm>
          <a:custGeom>
            <a:avLst/>
            <a:gdLst>
              <a:gd name="T0" fmla="*/ 360 w 1920"/>
              <a:gd name="T1" fmla="*/ 2640 h 2640"/>
              <a:gd name="T2" fmla="*/ 600 w 1920"/>
              <a:gd name="T3" fmla="*/ 2640 h 2640"/>
              <a:gd name="T4" fmla="*/ 600 w 1920"/>
              <a:gd name="T5" fmla="*/ 2400 h 2640"/>
              <a:gd name="T6" fmla="*/ 360 w 1920"/>
              <a:gd name="T7" fmla="*/ 2400 h 2640"/>
              <a:gd name="T8" fmla="*/ 360 w 1920"/>
              <a:gd name="T9" fmla="*/ 2640 h 2640"/>
              <a:gd name="T10" fmla="*/ 840 w 1920"/>
              <a:gd name="T11" fmla="*/ 2640 h 2640"/>
              <a:gd name="T12" fmla="*/ 1080 w 1920"/>
              <a:gd name="T13" fmla="*/ 2640 h 2640"/>
              <a:gd name="T14" fmla="*/ 1080 w 1920"/>
              <a:gd name="T15" fmla="*/ 2400 h 2640"/>
              <a:gd name="T16" fmla="*/ 840 w 1920"/>
              <a:gd name="T17" fmla="*/ 2400 h 2640"/>
              <a:gd name="T18" fmla="*/ 840 w 1920"/>
              <a:gd name="T19" fmla="*/ 2640 h 2640"/>
              <a:gd name="T20" fmla="*/ 1080 w 1920"/>
              <a:gd name="T21" fmla="*/ 0 h 2640"/>
              <a:gd name="T22" fmla="*/ 840 w 1920"/>
              <a:gd name="T23" fmla="*/ 0 h 2640"/>
              <a:gd name="T24" fmla="*/ 840 w 1920"/>
              <a:gd name="T25" fmla="*/ 1200 h 2640"/>
              <a:gd name="T26" fmla="*/ 1080 w 1920"/>
              <a:gd name="T27" fmla="*/ 1200 h 2640"/>
              <a:gd name="T28" fmla="*/ 1080 w 1920"/>
              <a:gd name="T29" fmla="*/ 0 h 2640"/>
              <a:gd name="T30" fmla="*/ 1507 w 1920"/>
              <a:gd name="T31" fmla="*/ 293 h 2640"/>
              <a:gd name="T32" fmla="*/ 1333 w 1920"/>
              <a:gd name="T33" fmla="*/ 467 h 2640"/>
              <a:gd name="T34" fmla="*/ 1680 w 1920"/>
              <a:gd name="T35" fmla="*/ 1080 h 2640"/>
              <a:gd name="T36" fmla="*/ 960 w 1920"/>
              <a:gd name="T37" fmla="*/ 1800 h 2640"/>
              <a:gd name="T38" fmla="*/ 240 w 1920"/>
              <a:gd name="T39" fmla="*/ 1080 h 2640"/>
              <a:gd name="T40" fmla="*/ 586 w 1920"/>
              <a:gd name="T41" fmla="*/ 466 h 2640"/>
              <a:gd name="T42" fmla="*/ 413 w 1920"/>
              <a:gd name="T43" fmla="*/ 293 h 2640"/>
              <a:gd name="T44" fmla="*/ 0 w 1920"/>
              <a:gd name="T45" fmla="*/ 1080 h 2640"/>
              <a:gd name="T46" fmla="*/ 960 w 1920"/>
              <a:gd name="T47" fmla="*/ 2040 h 2640"/>
              <a:gd name="T48" fmla="*/ 1920 w 1920"/>
              <a:gd name="T49" fmla="*/ 1080 h 2640"/>
              <a:gd name="T50" fmla="*/ 1507 w 1920"/>
              <a:gd name="T51" fmla="*/ 293 h 2640"/>
              <a:gd name="T52" fmla="*/ 1320 w 1920"/>
              <a:gd name="T53" fmla="*/ 2640 h 2640"/>
              <a:gd name="T54" fmla="*/ 1560 w 1920"/>
              <a:gd name="T55" fmla="*/ 2640 h 2640"/>
              <a:gd name="T56" fmla="*/ 1560 w 1920"/>
              <a:gd name="T57" fmla="*/ 2400 h 2640"/>
              <a:gd name="T58" fmla="*/ 1320 w 1920"/>
              <a:gd name="T59" fmla="*/ 2400 h 2640"/>
              <a:gd name="T60" fmla="*/ 1320 w 1920"/>
              <a:gd name="T61" fmla="*/ 2640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20" h="2640">
                <a:moveTo>
                  <a:pt x="360" y="2640"/>
                </a:moveTo>
                <a:cubicBezTo>
                  <a:pt x="600" y="2640"/>
                  <a:pt x="600" y="2640"/>
                  <a:pt x="600" y="2640"/>
                </a:cubicBezTo>
                <a:cubicBezTo>
                  <a:pt x="600" y="2400"/>
                  <a:pt x="600" y="2400"/>
                  <a:pt x="600" y="2400"/>
                </a:cubicBezTo>
                <a:cubicBezTo>
                  <a:pt x="360" y="2400"/>
                  <a:pt x="360" y="2400"/>
                  <a:pt x="360" y="2400"/>
                </a:cubicBezTo>
                <a:lnTo>
                  <a:pt x="360" y="2640"/>
                </a:lnTo>
                <a:close/>
                <a:moveTo>
                  <a:pt x="840" y="2640"/>
                </a:moveTo>
                <a:cubicBezTo>
                  <a:pt x="1080" y="2640"/>
                  <a:pt x="1080" y="2640"/>
                  <a:pt x="1080" y="2640"/>
                </a:cubicBezTo>
                <a:cubicBezTo>
                  <a:pt x="1080" y="2400"/>
                  <a:pt x="1080" y="2400"/>
                  <a:pt x="1080" y="2400"/>
                </a:cubicBezTo>
                <a:cubicBezTo>
                  <a:pt x="840" y="2400"/>
                  <a:pt x="840" y="2400"/>
                  <a:pt x="840" y="2400"/>
                </a:cubicBezTo>
                <a:lnTo>
                  <a:pt x="840" y="2640"/>
                </a:lnTo>
                <a:close/>
                <a:moveTo>
                  <a:pt x="1080" y="0"/>
                </a:moveTo>
                <a:cubicBezTo>
                  <a:pt x="840" y="0"/>
                  <a:pt x="840" y="0"/>
                  <a:pt x="840" y="0"/>
                </a:cubicBezTo>
                <a:cubicBezTo>
                  <a:pt x="840" y="1200"/>
                  <a:pt x="840" y="1200"/>
                  <a:pt x="840" y="1200"/>
                </a:cubicBezTo>
                <a:cubicBezTo>
                  <a:pt x="1080" y="1200"/>
                  <a:pt x="1080" y="1200"/>
                  <a:pt x="1080" y="1200"/>
                </a:cubicBezTo>
                <a:lnTo>
                  <a:pt x="1080" y="0"/>
                </a:lnTo>
                <a:close/>
                <a:moveTo>
                  <a:pt x="1507" y="293"/>
                </a:moveTo>
                <a:cubicBezTo>
                  <a:pt x="1333" y="467"/>
                  <a:pt x="1333" y="467"/>
                  <a:pt x="1333" y="467"/>
                </a:cubicBezTo>
                <a:cubicBezTo>
                  <a:pt x="1541" y="593"/>
                  <a:pt x="1680" y="820"/>
                  <a:pt x="1680" y="1080"/>
                </a:cubicBezTo>
                <a:cubicBezTo>
                  <a:pt x="1680" y="1477"/>
                  <a:pt x="1357" y="1800"/>
                  <a:pt x="960" y="1800"/>
                </a:cubicBezTo>
                <a:cubicBezTo>
                  <a:pt x="563" y="1800"/>
                  <a:pt x="240" y="1477"/>
                  <a:pt x="240" y="1080"/>
                </a:cubicBezTo>
                <a:cubicBezTo>
                  <a:pt x="240" y="820"/>
                  <a:pt x="379" y="593"/>
                  <a:pt x="586" y="466"/>
                </a:cubicBezTo>
                <a:cubicBezTo>
                  <a:pt x="413" y="293"/>
                  <a:pt x="413" y="293"/>
                  <a:pt x="413" y="293"/>
                </a:cubicBezTo>
                <a:cubicBezTo>
                  <a:pt x="163" y="466"/>
                  <a:pt x="0" y="754"/>
                  <a:pt x="0" y="1080"/>
                </a:cubicBezTo>
                <a:cubicBezTo>
                  <a:pt x="0" y="1610"/>
                  <a:pt x="430" y="2040"/>
                  <a:pt x="960" y="2040"/>
                </a:cubicBezTo>
                <a:cubicBezTo>
                  <a:pt x="1490" y="2040"/>
                  <a:pt x="1920" y="1610"/>
                  <a:pt x="1920" y="1080"/>
                </a:cubicBezTo>
                <a:cubicBezTo>
                  <a:pt x="1920" y="754"/>
                  <a:pt x="1757" y="466"/>
                  <a:pt x="1507" y="293"/>
                </a:cubicBezTo>
                <a:close/>
                <a:moveTo>
                  <a:pt x="1320" y="2640"/>
                </a:moveTo>
                <a:cubicBezTo>
                  <a:pt x="1560" y="2640"/>
                  <a:pt x="1560" y="2640"/>
                  <a:pt x="1560" y="2640"/>
                </a:cubicBezTo>
                <a:cubicBezTo>
                  <a:pt x="1560" y="2400"/>
                  <a:pt x="1560" y="2400"/>
                  <a:pt x="1560" y="2400"/>
                </a:cubicBezTo>
                <a:cubicBezTo>
                  <a:pt x="1320" y="2400"/>
                  <a:pt x="1320" y="2400"/>
                  <a:pt x="1320" y="2400"/>
                </a:cubicBezTo>
                <a:lnTo>
                  <a:pt x="1320" y="26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1219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Remo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18156" cy="914400"/>
          </a:xfrm>
          <a:custGeom>
            <a:avLst/>
            <a:gdLst>
              <a:gd name="T0" fmla="*/ 1294 w 1866"/>
              <a:gd name="T1" fmla="*/ 1080 h 2760"/>
              <a:gd name="T2" fmla="*/ 574 w 1866"/>
              <a:gd name="T3" fmla="*/ 1080 h 2760"/>
              <a:gd name="T4" fmla="*/ 454 w 1866"/>
              <a:gd name="T5" fmla="*/ 1200 h 2760"/>
              <a:gd name="T6" fmla="*/ 454 w 1866"/>
              <a:gd name="T7" fmla="*/ 2640 h 2760"/>
              <a:gd name="T8" fmla="*/ 574 w 1866"/>
              <a:gd name="T9" fmla="*/ 2760 h 2760"/>
              <a:gd name="T10" fmla="*/ 1294 w 1866"/>
              <a:gd name="T11" fmla="*/ 2760 h 2760"/>
              <a:gd name="T12" fmla="*/ 1414 w 1866"/>
              <a:gd name="T13" fmla="*/ 2640 h 2760"/>
              <a:gd name="T14" fmla="*/ 1414 w 1866"/>
              <a:gd name="T15" fmla="*/ 1200 h 2760"/>
              <a:gd name="T16" fmla="*/ 1294 w 1866"/>
              <a:gd name="T17" fmla="*/ 1080 h 2760"/>
              <a:gd name="T18" fmla="*/ 934 w 1866"/>
              <a:gd name="T19" fmla="*/ 1800 h 2760"/>
              <a:gd name="T20" fmla="*/ 694 w 1866"/>
              <a:gd name="T21" fmla="*/ 1560 h 2760"/>
              <a:gd name="T22" fmla="*/ 934 w 1866"/>
              <a:gd name="T23" fmla="*/ 1320 h 2760"/>
              <a:gd name="T24" fmla="*/ 1174 w 1866"/>
              <a:gd name="T25" fmla="*/ 1560 h 2760"/>
              <a:gd name="T26" fmla="*/ 934 w 1866"/>
              <a:gd name="T27" fmla="*/ 1800 h 2760"/>
              <a:gd name="T28" fmla="*/ 340 w 1866"/>
              <a:gd name="T29" fmla="*/ 726 h 2760"/>
              <a:gd name="T30" fmla="*/ 509 w 1866"/>
              <a:gd name="T31" fmla="*/ 895 h 2760"/>
              <a:gd name="T32" fmla="*/ 934 w 1866"/>
              <a:gd name="T33" fmla="*/ 720 h 2760"/>
              <a:gd name="T34" fmla="*/ 1359 w 1866"/>
              <a:gd name="T35" fmla="*/ 895 h 2760"/>
              <a:gd name="T36" fmla="*/ 1528 w 1866"/>
              <a:gd name="T37" fmla="*/ 726 h 2760"/>
              <a:gd name="T38" fmla="*/ 934 w 1866"/>
              <a:gd name="T39" fmla="*/ 480 h 2760"/>
              <a:gd name="T40" fmla="*/ 340 w 1866"/>
              <a:gd name="T41" fmla="*/ 726 h 2760"/>
              <a:gd name="T42" fmla="*/ 934 w 1866"/>
              <a:gd name="T43" fmla="*/ 0 h 2760"/>
              <a:gd name="T44" fmla="*/ 0 w 1866"/>
              <a:gd name="T45" fmla="*/ 386 h 2760"/>
              <a:gd name="T46" fmla="*/ 170 w 1866"/>
              <a:gd name="T47" fmla="*/ 556 h 2760"/>
              <a:gd name="T48" fmla="*/ 934 w 1866"/>
              <a:gd name="T49" fmla="*/ 240 h 2760"/>
              <a:gd name="T50" fmla="*/ 1697 w 1866"/>
              <a:gd name="T51" fmla="*/ 557 h 2760"/>
              <a:gd name="T52" fmla="*/ 1866 w 1866"/>
              <a:gd name="T53" fmla="*/ 388 h 2760"/>
              <a:gd name="T54" fmla="*/ 934 w 1866"/>
              <a:gd name="T55" fmla="*/ 0 h 2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866" h="2760">
                <a:moveTo>
                  <a:pt x="1294" y="1080"/>
                </a:moveTo>
                <a:cubicBezTo>
                  <a:pt x="574" y="1080"/>
                  <a:pt x="574" y="1080"/>
                  <a:pt x="574" y="1080"/>
                </a:cubicBezTo>
                <a:cubicBezTo>
                  <a:pt x="508" y="1080"/>
                  <a:pt x="454" y="1134"/>
                  <a:pt x="454" y="1200"/>
                </a:cubicBezTo>
                <a:cubicBezTo>
                  <a:pt x="454" y="2640"/>
                  <a:pt x="454" y="2640"/>
                  <a:pt x="454" y="2640"/>
                </a:cubicBezTo>
                <a:cubicBezTo>
                  <a:pt x="454" y="2706"/>
                  <a:pt x="508" y="2760"/>
                  <a:pt x="574" y="2760"/>
                </a:cubicBezTo>
                <a:cubicBezTo>
                  <a:pt x="1294" y="2760"/>
                  <a:pt x="1294" y="2760"/>
                  <a:pt x="1294" y="2760"/>
                </a:cubicBezTo>
                <a:cubicBezTo>
                  <a:pt x="1360" y="2760"/>
                  <a:pt x="1414" y="2706"/>
                  <a:pt x="1414" y="2640"/>
                </a:cubicBezTo>
                <a:cubicBezTo>
                  <a:pt x="1414" y="1200"/>
                  <a:pt x="1414" y="1200"/>
                  <a:pt x="1414" y="1200"/>
                </a:cubicBezTo>
                <a:cubicBezTo>
                  <a:pt x="1414" y="1134"/>
                  <a:pt x="1360" y="1080"/>
                  <a:pt x="1294" y="1080"/>
                </a:cubicBezTo>
                <a:close/>
                <a:moveTo>
                  <a:pt x="934" y="1800"/>
                </a:moveTo>
                <a:cubicBezTo>
                  <a:pt x="802" y="1800"/>
                  <a:pt x="694" y="1692"/>
                  <a:pt x="694" y="1560"/>
                </a:cubicBezTo>
                <a:cubicBezTo>
                  <a:pt x="694" y="1428"/>
                  <a:pt x="802" y="1320"/>
                  <a:pt x="934" y="1320"/>
                </a:cubicBezTo>
                <a:cubicBezTo>
                  <a:pt x="1066" y="1320"/>
                  <a:pt x="1174" y="1428"/>
                  <a:pt x="1174" y="1560"/>
                </a:cubicBezTo>
                <a:cubicBezTo>
                  <a:pt x="1174" y="1692"/>
                  <a:pt x="1066" y="1800"/>
                  <a:pt x="934" y="1800"/>
                </a:cubicBezTo>
                <a:close/>
                <a:moveTo>
                  <a:pt x="340" y="726"/>
                </a:moveTo>
                <a:cubicBezTo>
                  <a:pt x="509" y="895"/>
                  <a:pt x="509" y="895"/>
                  <a:pt x="509" y="895"/>
                </a:cubicBezTo>
                <a:cubicBezTo>
                  <a:pt x="618" y="787"/>
                  <a:pt x="768" y="720"/>
                  <a:pt x="934" y="720"/>
                </a:cubicBezTo>
                <a:cubicBezTo>
                  <a:pt x="1100" y="720"/>
                  <a:pt x="1250" y="787"/>
                  <a:pt x="1359" y="895"/>
                </a:cubicBezTo>
                <a:cubicBezTo>
                  <a:pt x="1528" y="726"/>
                  <a:pt x="1528" y="726"/>
                  <a:pt x="1528" y="726"/>
                </a:cubicBezTo>
                <a:cubicBezTo>
                  <a:pt x="1376" y="574"/>
                  <a:pt x="1166" y="480"/>
                  <a:pt x="934" y="480"/>
                </a:cubicBezTo>
                <a:cubicBezTo>
                  <a:pt x="702" y="480"/>
                  <a:pt x="492" y="574"/>
                  <a:pt x="340" y="726"/>
                </a:cubicBezTo>
                <a:close/>
                <a:moveTo>
                  <a:pt x="934" y="0"/>
                </a:moveTo>
                <a:cubicBezTo>
                  <a:pt x="569" y="0"/>
                  <a:pt x="239" y="148"/>
                  <a:pt x="0" y="386"/>
                </a:cubicBezTo>
                <a:cubicBezTo>
                  <a:pt x="170" y="556"/>
                  <a:pt x="170" y="556"/>
                  <a:pt x="170" y="556"/>
                </a:cubicBezTo>
                <a:cubicBezTo>
                  <a:pt x="365" y="361"/>
                  <a:pt x="635" y="240"/>
                  <a:pt x="934" y="240"/>
                </a:cubicBezTo>
                <a:cubicBezTo>
                  <a:pt x="1233" y="240"/>
                  <a:pt x="1503" y="361"/>
                  <a:pt x="1697" y="557"/>
                </a:cubicBezTo>
                <a:cubicBezTo>
                  <a:pt x="1866" y="388"/>
                  <a:pt x="1866" y="388"/>
                  <a:pt x="1866" y="388"/>
                </a:cubicBezTo>
                <a:cubicBezTo>
                  <a:pt x="1629" y="148"/>
                  <a:pt x="1299" y="0"/>
                  <a:pt x="93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744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Voic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56494" cy="914400"/>
          </a:xfrm>
          <a:custGeom>
            <a:avLst/>
            <a:gdLst>
              <a:gd name="T0" fmla="*/ 240 w 1680"/>
              <a:gd name="T1" fmla="*/ 2760 h 2760"/>
              <a:gd name="T2" fmla="*/ 480 w 1680"/>
              <a:gd name="T3" fmla="*/ 2760 h 2760"/>
              <a:gd name="T4" fmla="*/ 480 w 1680"/>
              <a:gd name="T5" fmla="*/ 2520 h 2760"/>
              <a:gd name="T6" fmla="*/ 240 w 1680"/>
              <a:gd name="T7" fmla="*/ 2520 h 2760"/>
              <a:gd name="T8" fmla="*/ 240 w 1680"/>
              <a:gd name="T9" fmla="*/ 2760 h 2760"/>
              <a:gd name="T10" fmla="*/ 840 w 1680"/>
              <a:gd name="T11" fmla="*/ 1440 h 2760"/>
              <a:gd name="T12" fmla="*/ 1199 w 1680"/>
              <a:gd name="T13" fmla="*/ 1080 h 2760"/>
              <a:gd name="T14" fmla="*/ 1200 w 1680"/>
              <a:gd name="T15" fmla="*/ 360 h 2760"/>
              <a:gd name="T16" fmla="*/ 840 w 1680"/>
              <a:gd name="T17" fmla="*/ 0 h 2760"/>
              <a:gd name="T18" fmla="*/ 480 w 1680"/>
              <a:gd name="T19" fmla="*/ 360 h 2760"/>
              <a:gd name="T20" fmla="*/ 480 w 1680"/>
              <a:gd name="T21" fmla="*/ 1080 h 2760"/>
              <a:gd name="T22" fmla="*/ 840 w 1680"/>
              <a:gd name="T23" fmla="*/ 1440 h 2760"/>
              <a:gd name="T24" fmla="*/ 720 w 1680"/>
              <a:gd name="T25" fmla="*/ 2760 h 2760"/>
              <a:gd name="T26" fmla="*/ 960 w 1680"/>
              <a:gd name="T27" fmla="*/ 2760 h 2760"/>
              <a:gd name="T28" fmla="*/ 960 w 1680"/>
              <a:gd name="T29" fmla="*/ 2520 h 2760"/>
              <a:gd name="T30" fmla="*/ 720 w 1680"/>
              <a:gd name="T31" fmla="*/ 2520 h 2760"/>
              <a:gd name="T32" fmla="*/ 720 w 1680"/>
              <a:gd name="T33" fmla="*/ 2760 h 2760"/>
              <a:gd name="T34" fmla="*/ 1200 w 1680"/>
              <a:gd name="T35" fmla="*/ 2760 h 2760"/>
              <a:gd name="T36" fmla="*/ 1440 w 1680"/>
              <a:gd name="T37" fmla="*/ 2760 h 2760"/>
              <a:gd name="T38" fmla="*/ 1440 w 1680"/>
              <a:gd name="T39" fmla="*/ 2520 h 2760"/>
              <a:gd name="T40" fmla="*/ 1200 w 1680"/>
              <a:gd name="T41" fmla="*/ 2520 h 2760"/>
              <a:gd name="T42" fmla="*/ 1200 w 1680"/>
              <a:gd name="T43" fmla="*/ 2760 h 2760"/>
              <a:gd name="T44" fmla="*/ 1680 w 1680"/>
              <a:gd name="T45" fmla="*/ 1080 h 2760"/>
              <a:gd name="T46" fmla="*/ 1476 w 1680"/>
              <a:gd name="T47" fmla="*/ 1080 h 2760"/>
              <a:gd name="T48" fmla="*/ 840 w 1680"/>
              <a:gd name="T49" fmla="*/ 1692 h 2760"/>
              <a:gd name="T50" fmla="*/ 204 w 1680"/>
              <a:gd name="T51" fmla="*/ 1080 h 2760"/>
              <a:gd name="T52" fmla="*/ 0 w 1680"/>
              <a:gd name="T53" fmla="*/ 1080 h 2760"/>
              <a:gd name="T54" fmla="*/ 720 w 1680"/>
              <a:gd name="T55" fmla="*/ 1886 h 2760"/>
              <a:gd name="T56" fmla="*/ 720 w 1680"/>
              <a:gd name="T57" fmla="*/ 2280 h 2760"/>
              <a:gd name="T58" fmla="*/ 960 w 1680"/>
              <a:gd name="T59" fmla="*/ 2280 h 2760"/>
              <a:gd name="T60" fmla="*/ 960 w 1680"/>
              <a:gd name="T61" fmla="*/ 1886 h 2760"/>
              <a:gd name="T62" fmla="*/ 1680 w 1680"/>
              <a:gd name="T63" fmla="*/ 1080 h 27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680" h="2760">
                <a:moveTo>
                  <a:pt x="240" y="2760"/>
                </a:moveTo>
                <a:cubicBezTo>
                  <a:pt x="480" y="2760"/>
                  <a:pt x="480" y="2760"/>
                  <a:pt x="480" y="2760"/>
                </a:cubicBezTo>
                <a:cubicBezTo>
                  <a:pt x="480" y="2520"/>
                  <a:pt x="480" y="2520"/>
                  <a:pt x="480" y="2520"/>
                </a:cubicBezTo>
                <a:cubicBezTo>
                  <a:pt x="240" y="2520"/>
                  <a:pt x="240" y="2520"/>
                  <a:pt x="240" y="2520"/>
                </a:cubicBezTo>
                <a:lnTo>
                  <a:pt x="240" y="2760"/>
                </a:lnTo>
                <a:close/>
                <a:moveTo>
                  <a:pt x="840" y="1440"/>
                </a:moveTo>
                <a:cubicBezTo>
                  <a:pt x="1039" y="1440"/>
                  <a:pt x="1199" y="1279"/>
                  <a:pt x="1199" y="1080"/>
                </a:cubicBezTo>
                <a:cubicBezTo>
                  <a:pt x="1200" y="360"/>
                  <a:pt x="1200" y="360"/>
                  <a:pt x="1200" y="360"/>
                </a:cubicBezTo>
                <a:cubicBezTo>
                  <a:pt x="1200" y="161"/>
                  <a:pt x="1039" y="0"/>
                  <a:pt x="840" y="0"/>
                </a:cubicBezTo>
                <a:cubicBezTo>
                  <a:pt x="641" y="0"/>
                  <a:pt x="480" y="161"/>
                  <a:pt x="480" y="360"/>
                </a:cubicBezTo>
                <a:cubicBezTo>
                  <a:pt x="480" y="1080"/>
                  <a:pt x="480" y="1080"/>
                  <a:pt x="480" y="1080"/>
                </a:cubicBezTo>
                <a:cubicBezTo>
                  <a:pt x="480" y="1279"/>
                  <a:pt x="641" y="1440"/>
                  <a:pt x="840" y="1440"/>
                </a:cubicBezTo>
                <a:close/>
                <a:moveTo>
                  <a:pt x="720" y="2760"/>
                </a:moveTo>
                <a:cubicBezTo>
                  <a:pt x="960" y="2760"/>
                  <a:pt x="960" y="2760"/>
                  <a:pt x="960" y="2760"/>
                </a:cubicBezTo>
                <a:cubicBezTo>
                  <a:pt x="960" y="2520"/>
                  <a:pt x="960" y="2520"/>
                  <a:pt x="960" y="2520"/>
                </a:cubicBezTo>
                <a:cubicBezTo>
                  <a:pt x="720" y="2520"/>
                  <a:pt x="720" y="2520"/>
                  <a:pt x="720" y="2520"/>
                </a:cubicBezTo>
                <a:lnTo>
                  <a:pt x="720" y="2760"/>
                </a:lnTo>
                <a:close/>
                <a:moveTo>
                  <a:pt x="1200" y="2760"/>
                </a:moveTo>
                <a:cubicBezTo>
                  <a:pt x="1440" y="2760"/>
                  <a:pt x="1440" y="2760"/>
                  <a:pt x="1440" y="2760"/>
                </a:cubicBezTo>
                <a:cubicBezTo>
                  <a:pt x="1440" y="2520"/>
                  <a:pt x="1440" y="2520"/>
                  <a:pt x="1440" y="2520"/>
                </a:cubicBezTo>
                <a:cubicBezTo>
                  <a:pt x="1200" y="2520"/>
                  <a:pt x="1200" y="2520"/>
                  <a:pt x="1200" y="2520"/>
                </a:cubicBezTo>
                <a:lnTo>
                  <a:pt x="1200" y="2760"/>
                </a:lnTo>
                <a:close/>
                <a:moveTo>
                  <a:pt x="1680" y="1080"/>
                </a:moveTo>
                <a:cubicBezTo>
                  <a:pt x="1476" y="1080"/>
                  <a:pt x="1476" y="1080"/>
                  <a:pt x="1476" y="1080"/>
                </a:cubicBezTo>
                <a:cubicBezTo>
                  <a:pt x="1476" y="1440"/>
                  <a:pt x="1171" y="1692"/>
                  <a:pt x="840" y="1692"/>
                </a:cubicBezTo>
                <a:cubicBezTo>
                  <a:pt x="509" y="1692"/>
                  <a:pt x="204" y="1440"/>
                  <a:pt x="204" y="1080"/>
                </a:cubicBezTo>
                <a:cubicBezTo>
                  <a:pt x="0" y="1080"/>
                  <a:pt x="0" y="1080"/>
                  <a:pt x="0" y="1080"/>
                </a:cubicBezTo>
                <a:cubicBezTo>
                  <a:pt x="0" y="1489"/>
                  <a:pt x="326" y="1828"/>
                  <a:pt x="720" y="1886"/>
                </a:cubicBezTo>
                <a:cubicBezTo>
                  <a:pt x="720" y="2280"/>
                  <a:pt x="720" y="2280"/>
                  <a:pt x="720" y="2280"/>
                </a:cubicBezTo>
                <a:cubicBezTo>
                  <a:pt x="960" y="2280"/>
                  <a:pt x="960" y="2280"/>
                  <a:pt x="960" y="2280"/>
                </a:cubicBezTo>
                <a:cubicBezTo>
                  <a:pt x="960" y="1886"/>
                  <a:pt x="960" y="1886"/>
                  <a:pt x="960" y="1886"/>
                </a:cubicBezTo>
                <a:cubicBezTo>
                  <a:pt x="1354" y="1828"/>
                  <a:pt x="1680" y="1489"/>
                  <a:pt x="1680" y="10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14059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o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8591"/>
          </a:xfrm>
          <a:custGeom>
            <a:avLst/>
            <a:gdLst>
              <a:gd name="T0" fmla="*/ 1680 w 2400"/>
              <a:gd name="T1" fmla="*/ 480 h 2280"/>
              <a:gd name="T2" fmla="*/ 1680 w 2400"/>
              <a:gd name="T3" fmla="*/ 240 h 2280"/>
              <a:gd name="T4" fmla="*/ 1440 w 2400"/>
              <a:gd name="T5" fmla="*/ 0 h 2280"/>
              <a:gd name="T6" fmla="*/ 960 w 2400"/>
              <a:gd name="T7" fmla="*/ 0 h 2280"/>
              <a:gd name="T8" fmla="*/ 720 w 2400"/>
              <a:gd name="T9" fmla="*/ 240 h 2280"/>
              <a:gd name="T10" fmla="*/ 720 w 2400"/>
              <a:gd name="T11" fmla="*/ 480 h 2280"/>
              <a:gd name="T12" fmla="*/ 0 w 2400"/>
              <a:gd name="T13" fmla="*/ 480 h 2280"/>
              <a:gd name="T14" fmla="*/ 0 w 2400"/>
              <a:gd name="T15" fmla="*/ 2040 h 2280"/>
              <a:gd name="T16" fmla="*/ 240 w 2400"/>
              <a:gd name="T17" fmla="*/ 2280 h 2280"/>
              <a:gd name="T18" fmla="*/ 2160 w 2400"/>
              <a:gd name="T19" fmla="*/ 2280 h 2280"/>
              <a:gd name="T20" fmla="*/ 2400 w 2400"/>
              <a:gd name="T21" fmla="*/ 2040 h 2280"/>
              <a:gd name="T22" fmla="*/ 2400 w 2400"/>
              <a:gd name="T23" fmla="*/ 480 h 2280"/>
              <a:gd name="T24" fmla="*/ 1680 w 2400"/>
              <a:gd name="T25" fmla="*/ 480 h 2280"/>
              <a:gd name="T26" fmla="*/ 960 w 2400"/>
              <a:gd name="T27" fmla="*/ 240 h 2280"/>
              <a:gd name="T28" fmla="*/ 1440 w 2400"/>
              <a:gd name="T29" fmla="*/ 240 h 2280"/>
              <a:gd name="T30" fmla="*/ 1440 w 2400"/>
              <a:gd name="T31" fmla="*/ 480 h 2280"/>
              <a:gd name="T32" fmla="*/ 960 w 2400"/>
              <a:gd name="T33" fmla="*/ 480 h 2280"/>
              <a:gd name="T34" fmla="*/ 960 w 2400"/>
              <a:gd name="T35" fmla="*/ 240 h 2280"/>
              <a:gd name="T36" fmla="*/ 840 w 2400"/>
              <a:gd name="T37" fmla="*/ 1920 h 2280"/>
              <a:gd name="T38" fmla="*/ 840 w 2400"/>
              <a:gd name="T39" fmla="*/ 840 h 2280"/>
              <a:gd name="T40" fmla="*/ 1740 w 2400"/>
              <a:gd name="T41" fmla="*/ 1320 h 2280"/>
              <a:gd name="T42" fmla="*/ 840 w 2400"/>
              <a:gd name="T43" fmla="*/ 1920 h 2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400" h="2280">
                <a:moveTo>
                  <a:pt x="1680" y="480"/>
                </a:moveTo>
                <a:cubicBezTo>
                  <a:pt x="1680" y="240"/>
                  <a:pt x="1680" y="240"/>
                  <a:pt x="1680" y="240"/>
                </a:cubicBezTo>
                <a:cubicBezTo>
                  <a:pt x="1680" y="107"/>
                  <a:pt x="1573" y="0"/>
                  <a:pt x="1440" y="0"/>
                </a:cubicBezTo>
                <a:cubicBezTo>
                  <a:pt x="960" y="0"/>
                  <a:pt x="960" y="0"/>
                  <a:pt x="960" y="0"/>
                </a:cubicBezTo>
                <a:cubicBezTo>
                  <a:pt x="827" y="0"/>
                  <a:pt x="720" y="107"/>
                  <a:pt x="720" y="240"/>
                </a:cubicBezTo>
                <a:cubicBezTo>
                  <a:pt x="720" y="480"/>
                  <a:pt x="720" y="480"/>
                  <a:pt x="720" y="480"/>
                </a:cubicBezTo>
                <a:cubicBezTo>
                  <a:pt x="0" y="480"/>
                  <a:pt x="0" y="480"/>
                  <a:pt x="0" y="480"/>
                </a:cubicBezTo>
                <a:cubicBezTo>
                  <a:pt x="0" y="2040"/>
                  <a:pt x="0" y="2040"/>
                  <a:pt x="0" y="2040"/>
                </a:cubicBezTo>
                <a:cubicBezTo>
                  <a:pt x="0" y="2173"/>
                  <a:pt x="107" y="2280"/>
                  <a:pt x="240" y="2280"/>
                </a:cubicBezTo>
                <a:cubicBezTo>
                  <a:pt x="2160" y="2280"/>
                  <a:pt x="2160" y="2280"/>
                  <a:pt x="2160" y="2280"/>
                </a:cubicBezTo>
                <a:cubicBezTo>
                  <a:pt x="2293" y="2280"/>
                  <a:pt x="2400" y="2173"/>
                  <a:pt x="2400" y="2040"/>
                </a:cubicBezTo>
                <a:cubicBezTo>
                  <a:pt x="2400" y="480"/>
                  <a:pt x="2400" y="480"/>
                  <a:pt x="2400" y="480"/>
                </a:cubicBezTo>
                <a:lnTo>
                  <a:pt x="1680" y="480"/>
                </a:lnTo>
                <a:close/>
                <a:moveTo>
                  <a:pt x="960" y="240"/>
                </a:moveTo>
                <a:cubicBezTo>
                  <a:pt x="1440" y="240"/>
                  <a:pt x="1440" y="240"/>
                  <a:pt x="1440" y="240"/>
                </a:cubicBezTo>
                <a:cubicBezTo>
                  <a:pt x="1440" y="480"/>
                  <a:pt x="1440" y="480"/>
                  <a:pt x="1440" y="480"/>
                </a:cubicBezTo>
                <a:cubicBezTo>
                  <a:pt x="960" y="480"/>
                  <a:pt x="960" y="480"/>
                  <a:pt x="960" y="480"/>
                </a:cubicBezTo>
                <a:lnTo>
                  <a:pt x="960" y="240"/>
                </a:lnTo>
                <a:close/>
                <a:moveTo>
                  <a:pt x="840" y="1920"/>
                </a:moveTo>
                <a:cubicBezTo>
                  <a:pt x="840" y="840"/>
                  <a:pt x="840" y="840"/>
                  <a:pt x="840" y="840"/>
                </a:cubicBezTo>
                <a:cubicBezTo>
                  <a:pt x="1740" y="1320"/>
                  <a:pt x="1740" y="1320"/>
                  <a:pt x="1740" y="1320"/>
                </a:cubicBezTo>
                <a:lnTo>
                  <a:pt x="840" y="19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6992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op Tw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72903"/>
          </a:xfrm>
          <a:custGeom>
            <a:avLst/>
            <a:gdLst>
              <a:gd name="T0" fmla="*/ 240 w 2640"/>
              <a:gd name="T1" fmla="*/ 960 h 2520"/>
              <a:gd name="T2" fmla="*/ 0 w 2640"/>
              <a:gd name="T3" fmla="*/ 960 h 2520"/>
              <a:gd name="T4" fmla="*/ 0 w 2640"/>
              <a:gd name="T5" fmla="*/ 2280 h 2520"/>
              <a:gd name="T6" fmla="*/ 240 w 2640"/>
              <a:gd name="T7" fmla="*/ 2520 h 2520"/>
              <a:gd name="T8" fmla="*/ 1920 w 2640"/>
              <a:gd name="T9" fmla="*/ 2520 h 2520"/>
              <a:gd name="T10" fmla="*/ 2160 w 2640"/>
              <a:gd name="T11" fmla="*/ 2280 h 2520"/>
              <a:gd name="T12" fmla="*/ 240 w 2640"/>
              <a:gd name="T13" fmla="*/ 2280 h 2520"/>
              <a:gd name="T14" fmla="*/ 240 w 2640"/>
              <a:gd name="T15" fmla="*/ 960 h 2520"/>
              <a:gd name="T16" fmla="*/ 2040 w 2640"/>
              <a:gd name="T17" fmla="*/ 480 h 2520"/>
              <a:gd name="T18" fmla="*/ 2040 w 2640"/>
              <a:gd name="T19" fmla="*/ 240 h 2520"/>
              <a:gd name="T20" fmla="*/ 1800 w 2640"/>
              <a:gd name="T21" fmla="*/ 0 h 2520"/>
              <a:gd name="T22" fmla="*/ 1320 w 2640"/>
              <a:gd name="T23" fmla="*/ 0 h 2520"/>
              <a:gd name="T24" fmla="*/ 1080 w 2640"/>
              <a:gd name="T25" fmla="*/ 240 h 2520"/>
              <a:gd name="T26" fmla="*/ 1080 w 2640"/>
              <a:gd name="T27" fmla="*/ 480 h 2520"/>
              <a:gd name="T28" fmla="*/ 480 w 2640"/>
              <a:gd name="T29" fmla="*/ 480 h 2520"/>
              <a:gd name="T30" fmla="*/ 480 w 2640"/>
              <a:gd name="T31" fmla="*/ 1800 h 2520"/>
              <a:gd name="T32" fmla="*/ 720 w 2640"/>
              <a:gd name="T33" fmla="*/ 2040 h 2520"/>
              <a:gd name="T34" fmla="*/ 2400 w 2640"/>
              <a:gd name="T35" fmla="*/ 2040 h 2520"/>
              <a:gd name="T36" fmla="*/ 2640 w 2640"/>
              <a:gd name="T37" fmla="*/ 1800 h 2520"/>
              <a:gd name="T38" fmla="*/ 2640 w 2640"/>
              <a:gd name="T39" fmla="*/ 480 h 2520"/>
              <a:gd name="T40" fmla="*/ 2040 w 2640"/>
              <a:gd name="T41" fmla="*/ 480 h 2520"/>
              <a:gd name="T42" fmla="*/ 1320 w 2640"/>
              <a:gd name="T43" fmla="*/ 240 h 2520"/>
              <a:gd name="T44" fmla="*/ 1800 w 2640"/>
              <a:gd name="T45" fmla="*/ 240 h 2520"/>
              <a:gd name="T46" fmla="*/ 1800 w 2640"/>
              <a:gd name="T47" fmla="*/ 480 h 2520"/>
              <a:gd name="T48" fmla="*/ 1320 w 2640"/>
              <a:gd name="T49" fmla="*/ 480 h 2520"/>
              <a:gd name="T50" fmla="*/ 1320 w 2640"/>
              <a:gd name="T51" fmla="*/ 240 h 2520"/>
              <a:gd name="T52" fmla="*/ 1320 w 2640"/>
              <a:gd name="T53" fmla="*/ 1680 h 2520"/>
              <a:gd name="T54" fmla="*/ 1320 w 2640"/>
              <a:gd name="T55" fmla="*/ 840 h 2520"/>
              <a:gd name="T56" fmla="*/ 1980 w 2640"/>
              <a:gd name="T57" fmla="*/ 1200 h 2520"/>
              <a:gd name="T58" fmla="*/ 1320 w 2640"/>
              <a:gd name="T59" fmla="*/ 1680 h 2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640" h="2520">
                <a:moveTo>
                  <a:pt x="240" y="960"/>
                </a:moveTo>
                <a:cubicBezTo>
                  <a:pt x="0" y="960"/>
                  <a:pt x="0" y="960"/>
                  <a:pt x="0" y="960"/>
                </a:cubicBezTo>
                <a:cubicBezTo>
                  <a:pt x="0" y="2280"/>
                  <a:pt x="0" y="2280"/>
                  <a:pt x="0" y="2280"/>
                </a:cubicBezTo>
                <a:cubicBezTo>
                  <a:pt x="0" y="2413"/>
                  <a:pt x="107" y="2520"/>
                  <a:pt x="240" y="2520"/>
                </a:cubicBezTo>
                <a:cubicBezTo>
                  <a:pt x="1920" y="2520"/>
                  <a:pt x="1920" y="2520"/>
                  <a:pt x="1920" y="2520"/>
                </a:cubicBezTo>
                <a:cubicBezTo>
                  <a:pt x="2053" y="2520"/>
                  <a:pt x="2160" y="2413"/>
                  <a:pt x="2160" y="2280"/>
                </a:cubicBezTo>
                <a:cubicBezTo>
                  <a:pt x="240" y="2280"/>
                  <a:pt x="240" y="2280"/>
                  <a:pt x="240" y="2280"/>
                </a:cubicBezTo>
                <a:lnTo>
                  <a:pt x="240" y="960"/>
                </a:lnTo>
                <a:close/>
                <a:moveTo>
                  <a:pt x="2040" y="480"/>
                </a:moveTo>
                <a:cubicBezTo>
                  <a:pt x="2040" y="240"/>
                  <a:pt x="2040" y="240"/>
                  <a:pt x="2040" y="240"/>
                </a:cubicBezTo>
                <a:cubicBezTo>
                  <a:pt x="2040" y="107"/>
                  <a:pt x="1933" y="0"/>
                  <a:pt x="1800" y="0"/>
                </a:cubicBezTo>
                <a:cubicBezTo>
                  <a:pt x="1320" y="0"/>
                  <a:pt x="1320" y="0"/>
                  <a:pt x="1320" y="0"/>
                </a:cubicBezTo>
                <a:cubicBezTo>
                  <a:pt x="1187" y="0"/>
                  <a:pt x="1080" y="107"/>
                  <a:pt x="1080" y="240"/>
                </a:cubicBezTo>
                <a:cubicBezTo>
                  <a:pt x="1080" y="480"/>
                  <a:pt x="1080" y="480"/>
                  <a:pt x="1080" y="480"/>
                </a:cubicBezTo>
                <a:cubicBezTo>
                  <a:pt x="480" y="480"/>
                  <a:pt x="480" y="480"/>
                  <a:pt x="480" y="480"/>
                </a:cubicBezTo>
                <a:cubicBezTo>
                  <a:pt x="480" y="1800"/>
                  <a:pt x="480" y="1800"/>
                  <a:pt x="480" y="1800"/>
                </a:cubicBezTo>
                <a:cubicBezTo>
                  <a:pt x="480" y="1933"/>
                  <a:pt x="587" y="2040"/>
                  <a:pt x="720" y="2040"/>
                </a:cubicBezTo>
                <a:cubicBezTo>
                  <a:pt x="2400" y="2040"/>
                  <a:pt x="2400" y="2040"/>
                  <a:pt x="2400" y="2040"/>
                </a:cubicBezTo>
                <a:cubicBezTo>
                  <a:pt x="2533" y="2040"/>
                  <a:pt x="2640" y="1933"/>
                  <a:pt x="2640" y="1800"/>
                </a:cubicBezTo>
                <a:cubicBezTo>
                  <a:pt x="2640" y="480"/>
                  <a:pt x="2640" y="480"/>
                  <a:pt x="2640" y="480"/>
                </a:cubicBezTo>
                <a:lnTo>
                  <a:pt x="2040" y="480"/>
                </a:lnTo>
                <a:close/>
                <a:moveTo>
                  <a:pt x="1320" y="240"/>
                </a:moveTo>
                <a:cubicBezTo>
                  <a:pt x="1800" y="240"/>
                  <a:pt x="1800" y="240"/>
                  <a:pt x="1800" y="240"/>
                </a:cubicBezTo>
                <a:cubicBezTo>
                  <a:pt x="1800" y="480"/>
                  <a:pt x="1800" y="480"/>
                  <a:pt x="1800" y="480"/>
                </a:cubicBezTo>
                <a:cubicBezTo>
                  <a:pt x="1320" y="480"/>
                  <a:pt x="1320" y="480"/>
                  <a:pt x="1320" y="480"/>
                </a:cubicBezTo>
                <a:lnTo>
                  <a:pt x="1320" y="240"/>
                </a:lnTo>
                <a:close/>
                <a:moveTo>
                  <a:pt x="1320" y="1680"/>
                </a:moveTo>
                <a:cubicBezTo>
                  <a:pt x="1320" y="840"/>
                  <a:pt x="1320" y="840"/>
                  <a:pt x="1320" y="840"/>
                </a:cubicBezTo>
                <a:cubicBezTo>
                  <a:pt x="1980" y="1200"/>
                  <a:pt x="1980" y="1200"/>
                  <a:pt x="1980" y="1200"/>
                </a:cubicBezTo>
                <a:lnTo>
                  <a:pt x="1320" y="16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7238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opping Baske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89029"/>
          </a:xfrm>
          <a:custGeom>
            <a:avLst/>
            <a:gdLst>
              <a:gd name="T0" fmla="*/ 1945 w 2640"/>
              <a:gd name="T1" fmla="*/ 838 h 2278"/>
              <a:gd name="T2" fmla="*/ 1420 w 2640"/>
              <a:gd name="T3" fmla="*/ 51 h 2278"/>
              <a:gd name="T4" fmla="*/ 1320 w 2640"/>
              <a:gd name="T5" fmla="*/ 0 h 2278"/>
              <a:gd name="T6" fmla="*/ 1220 w 2640"/>
              <a:gd name="T7" fmla="*/ 52 h 2278"/>
              <a:gd name="T8" fmla="*/ 695 w 2640"/>
              <a:gd name="T9" fmla="*/ 838 h 2278"/>
              <a:gd name="T10" fmla="*/ 120 w 2640"/>
              <a:gd name="T11" fmla="*/ 838 h 2278"/>
              <a:gd name="T12" fmla="*/ 0 w 2640"/>
              <a:gd name="T13" fmla="*/ 958 h 2278"/>
              <a:gd name="T14" fmla="*/ 5 w 2640"/>
              <a:gd name="T15" fmla="*/ 990 h 2278"/>
              <a:gd name="T16" fmla="*/ 310 w 2640"/>
              <a:gd name="T17" fmla="*/ 2103 h 2278"/>
              <a:gd name="T18" fmla="*/ 540 w 2640"/>
              <a:gd name="T19" fmla="*/ 2278 h 2278"/>
              <a:gd name="T20" fmla="*/ 2100 w 2640"/>
              <a:gd name="T21" fmla="*/ 2278 h 2278"/>
              <a:gd name="T22" fmla="*/ 2332 w 2640"/>
              <a:gd name="T23" fmla="*/ 2103 h 2278"/>
              <a:gd name="T24" fmla="*/ 2636 w 2640"/>
              <a:gd name="T25" fmla="*/ 990 h 2278"/>
              <a:gd name="T26" fmla="*/ 2640 w 2640"/>
              <a:gd name="T27" fmla="*/ 958 h 2278"/>
              <a:gd name="T28" fmla="*/ 2520 w 2640"/>
              <a:gd name="T29" fmla="*/ 838 h 2278"/>
              <a:gd name="T30" fmla="*/ 1945 w 2640"/>
              <a:gd name="T31" fmla="*/ 838 h 2278"/>
              <a:gd name="T32" fmla="*/ 960 w 2640"/>
              <a:gd name="T33" fmla="*/ 838 h 2278"/>
              <a:gd name="T34" fmla="*/ 1320 w 2640"/>
              <a:gd name="T35" fmla="*/ 310 h 2278"/>
              <a:gd name="T36" fmla="*/ 1680 w 2640"/>
              <a:gd name="T37" fmla="*/ 838 h 2278"/>
              <a:gd name="T38" fmla="*/ 960 w 2640"/>
              <a:gd name="T39" fmla="*/ 838 h 2278"/>
              <a:gd name="T40" fmla="*/ 1320 w 2640"/>
              <a:gd name="T41" fmla="*/ 1798 h 2278"/>
              <a:gd name="T42" fmla="*/ 1080 w 2640"/>
              <a:gd name="T43" fmla="*/ 1558 h 2278"/>
              <a:gd name="T44" fmla="*/ 1320 w 2640"/>
              <a:gd name="T45" fmla="*/ 1318 h 2278"/>
              <a:gd name="T46" fmla="*/ 1560 w 2640"/>
              <a:gd name="T47" fmla="*/ 1558 h 2278"/>
              <a:gd name="T48" fmla="*/ 1320 w 2640"/>
              <a:gd name="T49" fmla="*/ 1798 h 2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640" h="2278">
                <a:moveTo>
                  <a:pt x="1945" y="838"/>
                </a:moveTo>
                <a:cubicBezTo>
                  <a:pt x="1420" y="51"/>
                  <a:pt x="1420" y="51"/>
                  <a:pt x="1420" y="51"/>
                </a:cubicBezTo>
                <a:cubicBezTo>
                  <a:pt x="1397" y="17"/>
                  <a:pt x="1358" y="0"/>
                  <a:pt x="1320" y="0"/>
                </a:cubicBezTo>
                <a:cubicBezTo>
                  <a:pt x="1282" y="0"/>
                  <a:pt x="1243" y="17"/>
                  <a:pt x="1220" y="52"/>
                </a:cubicBezTo>
                <a:cubicBezTo>
                  <a:pt x="695" y="838"/>
                  <a:pt x="695" y="838"/>
                  <a:pt x="695" y="838"/>
                </a:cubicBezTo>
                <a:cubicBezTo>
                  <a:pt x="120" y="838"/>
                  <a:pt x="120" y="838"/>
                  <a:pt x="120" y="838"/>
                </a:cubicBezTo>
                <a:cubicBezTo>
                  <a:pt x="54" y="838"/>
                  <a:pt x="0" y="892"/>
                  <a:pt x="0" y="958"/>
                </a:cubicBezTo>
                <a:cubicBezTo>
                  <a:pt x="0" y="969"/>
                  <a:pt x="1" y="980"/>
                  <a:pt x="5" y="990"/>
                </a:cubicBezTo>
                <a:cubicBezTo>
                  <a:pt x="310" y="2103"/>
                  <a:pt x="310" y="2103"/>
                  <a:pt x="310" y="2103"/>
                </a:cubicBezTo>
                <a:cubicBezTo>
                  <a:pt x="337" y="2204"/>
                  <a:pt x="430" y="2278"/>
                  <a:pt x="540" y="2278"/>
                </a:cubicBezTo>
                <a:cubicBezTo>
                  <a:pt x="2100" y="2278"/>
                  <a:pt x="2100" y="2278"/>
                  <a:pt x="2100" y="2278"/>
                </a:cubicBezTo>
                <a:cubicBezTo>
                  <a:pt x="2210" y="2278"/>
                  <a:pt x="2303" y="2204"/>
                  <a:pt x="2332" y="2103"/>
                </a:cubicBezTo>
                <a:cubicBezTo>
                  <a:pt x="2636" y="990"/>
                  <a:pt x="2636" y="990"/>
                  <a:pt x="2636" y="990"/>
                </a:cubicBezTo>
                <a:cubicBezTo>
                  <a:pt x="2640" y="958"/>
                  <a:pt x="2640" y="958"/>
                  <a:pt x="2640" y="958"/>
                </a:cubicBezTo>
                <a:cubicBezTo>
                  <a:pt x="2640" y="892"/>
                  <a:pt x="2586" y="838"/>
                  <a:pt x="2520" y="838"/>
                </a:cubicBezTo>
                <a:lnTo>
                  <a:pt x="1945" y="838"/>
                </a:lnTo>
                <a:close/>
                <a:moveTo>
                  <a:pt x="960" y="838"/>
                </a:moveTo>
                <a:cubicBezTo>
                  <a:pt x="1320" y="310"/>
                  <a:pt x="1320" y="310"/>
                  <a:pt x="1320" y="310"/>
                </a:cubicBezTo>
                <a:cubicBezTo>
                  <a:pt x="1680" y="838"/>
                  <a:pt x="1680" y="838"/>
                  <a:pt x="1680" y="838"/>
                </a:cubicBezTo>
                <a:lnTo>
                  <a:pt x="960" y="838"/>
                </a:lnTo>
                <a:close/>
                <a:moveTo>
                  <a:pt x="1320" y="1798"/>
                </a:moveTo>
                <a:cubicBezTo>
                  <a:pt x="1188" y="1798"/>
                  <a:pt x="1080" y="1690"/>
                  <a:pt x="1080" y="1558"/>
                </a:cubicBezTo>
                <a:cubicBezTo>
                  <a:pt x="1080" y="1426"/>
                  <a:pt x="1188" y="1318"/>
                  <a:pt x="1320" y="1318"/>
                </a:cubicBezTo>
                <a:cubicBezTo>
                  <a:pt x="1452" y="1318"/>
                  <a:pt x="1560" y="1426"/>
                  <a:pt x="1560" y="1558"/>
                </a:cubicBezTo>
                <a:cubicBezTo>
                  <a:pt x="1560" y="1690"/>
                  <a:pt x="1452" y="1798"/>
                  <a:pt x="1320" y="179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9922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opping Car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720 w 2400"/>
              <a:gd name="T1" fmla="*/ 1920 h 2400"/>
              <a:gd name="T2" fmla="*/ 481 w 2400"/>
              <a:gd name="T3" fmla="*/ 2160 h 2400"/>
              <a:gd name="T4" fmla="*/ 720 w 2400"/>
              <a:gd name="T5" fmla="*/ 2400 h 2400"/>
              <a:gd name="T6" fmla="*/ 960 w 2400"/>
              <a:gd name="T7" fmla="*/ 2160 h 2400"/>
              <a:gd name="T8" fmla="*/ 720 w 2400"/>
              <a:gd name="T9" fmla="*/ 1920 h 2400"/>
              <a:gd name="T10" fmla="*/ 0 w 2400"/>
              <a:gd name="T11" fmla="*/ 0 h 2400"/>
              <a:gd name="T12" fmla="*/ 0 w 2400"/>
              <a:gd name="T13" fmla="*/ 240 h 2400"/>
              <a:gd name="T14" fmla="*/ 240 w 2400"/>
              <a:gd name="T15" fmla="*/ 240 h 2400"/>
              <a:gd name="T16" fmla="*/ 672 w 2400"/>
              <a:gd name="T17" fmla="*/ 1151 h 2400"/>
              <a:gd name="T18" fmla="*/ 510 w 2400"/>
              <a:gd name="T19" fmla="*/ 1445 h 2400"/>
              <a:gd name="T20" fmla="*/ 480 w 2400"/>
              <a:gd name="T21" fmla="*/ 1560 h 2400"/>
              <a:gd name="T22" fmla="*/ 720 w 2400"/>
              <a:gd name="T23" fmla="*/ 1800 h 2400"/>
              <a:gd name="T24" fmla="*/ 2160 w 2400"/>
              <a:gd name="T25" fmla="*/ 1800 h 2400"/>
              <a:gd name="T26" fmla="*/ 2160 w 2400"/>
              <a:gd name="T27" fmla="*/ 1560 h 2400"/>
              <a:gd name="T28" fmla="*/ 770 w 2400"/>
              <a:gd name="T29" fmla="*/ 1560 h 2400"/>
              <a:gd name="T30" fmla="*/ 740 w 2400"/>
              <a:gd name="T31" fmla="*/ 1530 h 2400"/>
              <a:gd name="T32" fmla="*/ 744 w 2400"/>
              <a:gd name="T33" fmla="*/ 1516 h 2400"/>
              <a:gd name="T34" fmla="*/ 852 w 2400"/>
              <a:gd name="T35" fmla="*/ 1320 h 2400"/>
              <a:gd name="T36" fmla="*/ 1746 w 2400"/>
              <a:gd name="T37" fmla="*/ 1320 h 2400"/>
              <a:gd name="T38" fmla="*/ 1956 w 2400"/>
              <a:gd name="T39" fmla="*/ 1196 h 2400"/>
              <a:gd name="T40" fmla="*/ 2386 w 2400"/>
              <a:gd name="T41" fmla="*/ 418 h 2400"/>
              <a:gd name="T42" fmla="*/ 2400 w 2400"/>
              <a:gd name="T43" fmla="*/ 360 h 2400"/>
              <a:gd name="T44" fmla="*/ 2280 w 2400"/>
              <a:gd name="T45" fmla="*/ 240 h 2400"/>
              <a:gd name="T46" fmla="*/ 505 w 2400"/>
              <a:gd name="T47" fmla="*/ 240 h 2400"/>
              <a:gd name="T48" fmla="*/ 392 w 2400"/>
              <a:gd name="T49" fmla="*/ 0 h 2400"/>
              <a:gd name="T50" fmla="*/ 0 w 2400"/>
              <a:gd name="T51" fmla="*/ 0 h 2400"/>
              <a:gd name="T52" fmla="*/ 1920 w 2400"/>
              <a:gd name="T53" fmla="*/ 1920 h 2400"/>
              <a:gd name="T54" fmla="*/ 1681 w 2400"/>
              <a:gd name="T55" fmla="*/ 2160 h 2400"/>
              <a:gd name="T56" fmla="*/ 1920 w 2400"/>
              <a:gd name="T57" fmla="*/ 2400 h 2400"/>
              <a:gd name="T58" fmla="*/ 2160 w 2400"/>
              <a:gd name="T59" fmla="*/ 2160 h 2400"/>
              <a:gd name="T60" fmla="*/ 1920 w 2400"/>
              <a:gd name="T61" fmla="*/ 192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400" h="2400">
                <a:moveTo>
                  <a:pt x="720" y="1920"/>
                </a:moveTo>
                <a:cubicBezTo>
                  <a:pt x="588" y="1920"/>
                  <a:pt x="481" y="2028"/>
                  <a:pt x="481" y="2160"/>
                </a:cubicBezTo>
                <a:cubicBezTo>
                  <a:pt x="481" y="2292"/>
                  <a:pt x="588" y="2400"/>
                  <a:pt x="720" y="2400"/>
                </a:cubicBezTo>
                <a:cubicBezTo>
                  <a:pt x="852" y="2400"/>
                  <a:pt x="960" y="2292"/>
                  <a:pt x="960" y="2160"/>
                </a:cubicBezTo>
                <a:cubicBezTo>
                  <a:pt x="960" y="2028"/>
                  <a:pt x="852" y="1920"/>
                  <a:pt x="720" y="1920"/>
                </a:cubicBezTo>
                <a:close/>
                <a:moveTo>
                  <a:pt x="0" y="0"/>
                </a:moveTo>
                <a:cubicBezTo>
                  <a:pt x="0" y="240"/>
                  <a:pt x="0" y="240"/>
                  <a:pt x="0" y="24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672" y="1151"/>
                  <a:pt x="672" y="1151"/>
                  <a:pt x="672" y="1151"/>
                </a:cubicBezTo>
                <a:cubicBezTo>
                  <a:pt x="510" y="1445"/>
                  <a:pt x="510" y="1445"/>
                  <a:pt x="510" y="1445"/>
                </a:cubicBezTo>
                <a:cubicBezTo>
                  <a:pt x="491" y="1478"/>
                  <a:pt x="480" y="1518"/>
                  <a:pt x="480" y="1560"/>
                </a:cubicBezTo>
                <a:cubicBezTo>
                  <a:pt x="480" y="1692"/>
                  <a:pt x="588" y="1800"/>
                  <a:pt x="720" y="1800"/>
                </a:cubicBezTo>
                <a:cubicBezTo>
                  <a:pt x="2160" y="1800"/>
                  <a:pt x="2160" y="1800"/>
                  <a:pt x="2160" y="1800"/>
                </a:cubicBezTo>
                <a:cubicBezTo>
                  <a:pt x="2160" y="1560"/>
                  <a:pt x="2160" y="1560"/>
                  <a:pt x="2160" y="1560"/>
                </a:cubicBezTo>
                <a:cubicBezTo>
                  <a:pt x="770" y="1560"/>
                  <a:pt x="770" y="1560"/>
                  <a:pt x="770" y="1560"/>
                </a:cubicBezTo>
                <a:cubicBezTo>
                  <a:pt x="754" y="1560"/>
                  <a:pt x="740" y="1547"/>
                  <a:pt x="740" y="1530"/>
                </a:cubicBezTo>
                <a:cubicBezTo>
                  <a:pt x="744" y="1516"/>
                  <a:pt x="744" y="1516"/>
                  <a:pt x="744" y="1516"/>
                </a:cubicBezTo>
                <a:cubicBezTo>
                  <a:pt x="852" y="1320"/>
                  <a:pt x="852" y="1320"/>
                  <a:pt x="852" y="1320"/>
                </a:cubicBezTo>
                <a:cubicBezTo>
                  <a:pt x="1746" y="1320"/>
                  <a:pt x="1746" y="1320"/>
                  <a:pt x="1746" y="1320"/>
                </a:cubicBezTo>
                <a:cubicBezTo>
                  <a:pt x="1836" y="1320"/>
                  <a:pt x="1915" y="1271"/>
                  <a:pt x="1956" y="1196"/>
                </a:cubicBezTo>
                <a:cubicBezTo>
                  <a:pt x="2386" y="418"/>
                  <a:pt x="2386" y="418"/>
                  <a:pt x="2386" y="418"/>
                </a:cubicBezTo>
                <a:cubicBezTo>
                  <a:pt x="2395" y="401"/>
                  <a:pt x="2400" y="380"/>
                  <a:pt x="2400" y="360"/>
                </a:cubicBezTo>
                <a:cubicBezTo>
                  <a:pt x="2400" y="294"/>
                  <a:pt x="2346" y="240"/>
                  <a:pt x="2280" y="240"/>
                </a:cubicBezTo>
                <a:cubicBezTo>
                  <a:pt x="505" y="240"/>
                  <a:pt x="505" y="240"/>
                  <a:pt x="505" y="240"/>
                </a:cubicBezTo>
                <a:cubicBezTo>
                  <a:pt x="392" y="0"/>
                  <a:pt x="392" y="0"/>
                  <a:pt x="392" y="0"/>
                </a:cubicBezTo>
                <a:lnTo>
                  <a:pt x="0" y="0"/>
                </a:lnTo>
                <a:close/>
                <a:moveTo>
                  <a:pt x="1920" y="1920"/>
                </a:moveTo>
                <a:cubicBezTo>
                  <a:pt x="1788" y="1920"/>
                  <a:pt x="1681" y="2028"/>
                  <a:pt x="1681" y="2160"/>
                </a:cubicBezTo>
                <a:cubicBezTo>
                  <a:pt x="1681" y="2292"/>
                  <a:pt x="1788" y="2400"/>
                  <a:pt x="1920" y="2400"/>
                </a:cubicBezTo>
                <a:cubicBezTo>
                  <a:pt x="2052" y="2400"/>
                  <a:pt x="2160" y="2292"/>
                  <a:pt x="2160" y="2160"/>
                </a:cubicBezTo>
                <a:cubicBezTo>
                  <a:pt x="2160" y="2028"/>
                  <a:pt x="2052" y="1920"/>
                  <a:pt x="1920" y="19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482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aker Note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160 w 2400"/>
              <a:gd name="T1" fmla="*/ 0 h 2400"/>
              <a:gd name="T2" fmla="*/ 240 w 2400"/>
              <a:gd name="T3" fmla="*/ 0 h 2400"/>
              <a:gd name="T4" fmla="*/ 1 w 2400"/>
              <a:gd name="T5" fmla="*/ 240 h 2400"/>
              <a:gd name="T6" fmla="*/ 0 w 2400"/>
              <a:gd name="T7" fmla="*/ 2400 h 2400"/>
              <a:gd name="T8" fmla="*/ 480 w 2400"/>
              <a:gd name="T9" fmla="*/ 1920 h 2400"/>
              <a:gd name="T10" fmla="*/ 2160 w 2400"/>
              <a:gd name="T11" fmla="*/ 1920 h 2400"/>
              <a:gd name="T12" fmla="*/ 2400 w 2400"/>
              <a:gd name="T13" fmla="*/ 1680 h 2400"/>
              <a:gd name="T14" fmla="*/ 2400 w 2400"/>
              <a:gd name="T15" fmla="*/ 240 h 2400"/>
              <a:gd name="T16" fmla="*/ 2160 w 2400"/>
              <a:gd name="T17" fmla="*/ 0 h 2400"/>
              <a:gd name="T18" fmla="*/ 720 w 2400"/>
              <a:gd name="T19" fmla="*/ 1440 h 2400"/>
              <a:gd name="T20" fmla="*/ 480 w 2400"/>
              <a:gd name="T21" fmla="*/ 1440 h 2400"/>
              <a:gd name="T22" fmla="*/ 480 w 2400"/>
              <a:gd name="T23" fmla="*/ 1200 h 2400"/>
              <a:gd name="T24" fmla="*/ 720 w 2400"/>
              <a:gd name="T25" fmla="*/ 1200 h 2400"/>
              <a:gd name="T26" fmla="*/ 720 w 2400"/>
              <a:gd name="T27" fmla="*/ 1440 h 2400"/>
              <a:gd name="T28" fmla="*/ 720 w 2400"/>
              <a:gd name="T29" fmla="*/ 1080 h 2400"/>
              <a:gd name="T30" fmla="*/ 480 w 2400"/>
              <a:gd name="T31" fmla="*/ 1080 h 2400"/>
              <a:gd name="T32" fmla="*/ 480 w 2400"/>
              <a:gd name="T33" fmla="*/ 840 h 2400"/>
              <a:gd name="T34" fmla="*/ 720 w 2400"/>
              <a:gd name="T35" fmla="*/ 840 h 2400"/>
              <a:gd name="T36" fmla="*/ 720 w 2400"/>
              <a:gd name="T37" fmla="*/ 1080 h 2400"/>
              <a:gd name="T38" fmla="*/ 720 w 2400"/>
              <a:gd name="T39" fmla="*/ 720 h 2400"/>
              <a:gd name="T40" fmla="*/ 480 w 2400"/>
              <a:gd name="T41" fmla="*/ 720 h 2400"/>
              <a:gd name="T42" fmla="*/ 480 w 2400"/>
              <a:gd name="T43" fmla="*/ 480 h 2400"/>
              <a:gd name="T44" fmla="*/ 720 w 2400"/>
              <a:gd name="T45" fmla="*/ 480 h 2400"/>
              <a:gd name="T46" fmla="*/ 720 w 2400"/>
              <a:gd name="T47" fmla="*/ 720 h 2400"/>
              <a:gd name="T48" fmla="*/ 1560 w 2400"/>
              <a:gd name="T49" fmla="*/ 1440 h 2400"/>
              <a:gd name="T50" fmla="*/ 960 w 2400"/>
              <a:gd name="T51" fmla="*/ 1440 h 2400"/>
              <a:gd name="T52" fmla="*/ 960 w 2400"/>
              <a:gd name="T53" fmla="*/ 1200 h 2400"/>
              <a:gd name="T54" fmla="*/ 1560 w 2400"/>
              <a:gd name="T55" fmla="*/ 1200 h 2400"/>
              <a:gd name="T56" fmla="*/ 1560 w 2400"/>
              <a:gd name="T57" fmla="*/ 1440 h 2400"/>
              <a:gd name="T58" fmla="*/ 1920 w 2400"/>
              <a:gd name="T59" fmla="*/ 1080 h 2400"/>
              <a:gd name="T60" fmla="*/ 960 w 2400"/>
              <a:gd name="T61" fmla="*/ 1080 h 2400"/>
              <a:gd name="T62" fmla="*/ 960 w 2400"/>
              <a:gd name="T63" fmla="*/ 840 h 2400"/>
              <a:gd name="T64" fmla="*/ 1920 w 2400"/>
              <a:gd name="T65" fmla="*/ 840 h 2400"/>
              <a:gd name="T66" fmla="*/ 1920 w 2400"/>
              <a:gd name="T67" fmla="*/ 1080 h 2400"/>
              <a:gd name="T68" fmla="*/ 1920 w 2400"/>
              <a:gd name="T69" fmla="*/ 720 h 2400"/>
              <a:gd name="T70" fmla="*/ 960 w 2400"/>
              <a:gd name="T71" fmla="*/ 720 h 2400"/>
              <a:gd name="T72" fmla="*/ 960 w 2400"/>
              <a:gd name="T73" fmla="*/ 480 h 2400"/>
              <a:gd name="T74" fmla="*/ 1920 w 2400"/>
              <a:gd name="T75" fmla="*/ 480 h 2400"/>
              <a:gd name="T76" fmla="*/ 1920 w 2400"/>
              <a:gd name="T77" fmla="*/ 72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400" h="2400">
                <a:moveTo>
                  <a:pt x="216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1" y="108"/>
                  <a:pt x="1" y="240"/>
                </a:cubicBezTo>
                <a:cubicBezTo>
                  <a:pt x="0" y="2400"/>
                  <a:pt x="0" y="2400"/>
                  <a:pt x="0" y="2400"/>
                </a:cubicBezTo>
                <a:cubicBezTo>
                  <a:pt x="480" y="1920"/>
                  <a:pt x="480" y="1920"/>
                  <a:pt x="480" y="1920"/>
                </a:cubicBezTo>
                <a:cubicBezTo>
                  <a:pt x="2160" y="1920"/>
                  <a:pt x="2160" y="1920"/>
                  <a:pt x="2160" y="1920"/>
                </a:cubicBezTo>
                <a:cubicBezTo>
                  <a:pt x="2292" y="1920"/>
                  <a:pt x="2400" y="1812"/>
                  <a:pt x="2400" y="1680"/>
                </a:cubicBezTo>
                <a:cubicBezTo>
                  <a:pt x="2400" y="240"/>
                  <a:pt x="2400" y="240"/>
                  <a:pt x="2400" y="240"/>
                </a:cubicBezTo>
                <a:cubicBezTo>
                  <a:pt x="2400" y="108"/>
                  <a:pt x="2292" y="0"/>
                  <a:pt x="2160" y="0"/>
                </a:cubicBezTo>
                <a:close/>
                <a:moveTo>
                  <a:pt x="720" y="1440"/>
                </a:moveTo>
                <a:cubicBezTo>
                  <a:pt x="480" y="1440"/>
                  <a:pt x="480" y="1440"/>
                  <a:pt x="480" y="1440"/>
                </a:cubicBezTo>
                <a:cubicBezTo>
                  <a:pt x="480" y="1200"/>
                  <a:pt x="480" y="1200"/>
                  <a:pt x="480" y="1200"/>
                </a:cubicBezTo>
                <a:cubicBezTo>
                  <a:pt x="720" y="1200"/>
                  <a:pt x="720" y="1200"/>
                  <a:pt x="720" y="1200"/>
                </a:cubicBezTo>
                <a:lnTo>
                  <a:pt x="720" y="1440"/>
                </a:lnTo>
                <a:close/>
                <a:moveTo>
                  <a:pt x="720" y="1080"/>
                </a:moveTo>
                <a:cubicBezTo>
                  <a:pt x="480" y="1080"/>
                  <a:pt x="480" y="1080"/>
                  <a:pt x="480" y="1080"/>
                </a:cubicBezTo>
                <a:cubicBezTo>
                  <a:pt x="480" y="840"/>
                  <a:pt x="480" y="840"/>
                  <a:pt x="480" y="840"/>
                </a:cubicBezTo>
                <a:cubicBezTo>
                  <a:pt x="720" y="840"/>
                  <a:pt x="720" y="840"/>
                  <a:pt x="720" y="840"/>
                </a:cubicBezTo>
                <a:lnTo>
                  <a:pt x="720" y="1080"/>
                </a:lnTo>
                <a:close/>
                <a:moveTo>
                  <a:pt x="720" y="720"/>
                </a:moveTo>
                <a:cubicBezTo>
                  <a:pt x="480" y="720"/>
                  <a:pt x="480" y="720"/>
                  <a:pt x="480" y="720"/>
                </a:cubicBezTo>
                <a:cubicBezTo>
                  <a:pt x="480" y="480"/>
                  <a:pt x="480" y="480"/>
                  <a:pt x="480" y="480"/>
                </a:cubicBezTo>
                <a:cubicBezTo>
                  <a:pt x="720" y="480"/>
                  <a:pt x="720" y="480"/>
                  <a:pt x="720" y="480"/>
                </a:cubicBezTo>
                <a:lnTo>
                  <a:pt x="720" y="720"/>
                </a:lnTo>
                <a:close/>
                <a:moveTo>
                  <a:pt x="1560" y="1440"/>
                </a:moveTo>
                <a:cubicBezTo>
                  <a:pt x="960" y="1440"/>
                  <a:pt x="960" y="1440"/>
                  <a:pt x="960" y="1440"/>
                </a:cubicBezTo>
                <a:cubicBezTo>
                  <a:pt x="960" y="1200"/>
                  <a:pt x="960" y="1200"/>
                  <a:pt x="960" y="1200"/>
                </a:cubicBezTo>
                <a:cubicBezTo>
                  <a:pt x="1560" y="1200"/>
                  <a:pt x="1560" y="1200"/>
                  <a:pt x="1560" y="1200"/>
                </a:cubicBezTo>
                <a:lnTo>
                  <a:pt x="1560" y="1440"/>
                </a:lnTo>
                <a:close/>
                <a:moveTo>
                  <a:pt x="1920" y="1080"/>
                </a:moveTo>
                <a:cubicBezTo>
                  <a:pt x="960" y="1080"/>
                  <a:pt x="960" y="1080"/>
                  <a:pt x="960" y="1080"/>
                </a:cubicBezTo>
                <a:cubicBezTo>
                  <a:pt x="960" y="840"/>
                  <a:pt x="960" y="840"/>
                  <a:pt x="960" y="840"/>
                </a:cubicBezTo>
                <a:cubicBezTo>
                  <a:pt x="1920" y="840"/>
                  <a:pt x="1920" y="840"/>
                  <a:pt x="1920" y="840"/>
                </a:cubicBezTo>
                <a:lnTo>
                  <a:pt x="1920" y="1080"/>
                </a:lnTo>
                <a:close/>
                <a:moveTo>
                  <a:pt x="1920" y="720"/>
                </a:moveTo>
                <a:cubicBezTo>
                  <a:pt x="960" y="720"/>
                  <a:pt x="960" y="720"/>
                  <a:pt x="960" y="720"/>
                </a:cubicBezTo>
                <a:cubicBezTo>
                  <a:pt x="960" y="480"/>
                  <a:pt x="960" y="480"/>
                  <a:pt x="960" y="480"/>
                </a:cubicBezTo>
                <a:cubicBezTo>
                  <a:pt x="1920" y="480"/>
                  <a:pt x="1920" y="480"/>
                  <a:pt x="1920" y="480"/>
                </a:cubicBezTo>
                <a:lnTo>
                  <a:pt x="1920" y="7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34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ll Chec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8075"/>
          </a:xfrm>
          <a:custGeom>
            <a:avLst/>
            <a:gdLst>
              <a:gd name="T0" fmla="*/ 2832 w 5823"/>
              <a:gd name="T1" fmla="*/ 3685 h 5528"/>
              <a:gd name="T2" fmla="*/ 3425 w 5823"/>
              <a:gd name="T3" fmla="*/ 3685 h 5528"/>
              <a:gd name="T4" fmla="*/ 1977 w 5823"/>
              <a:gd name="T5" fmla="*/ 0 h 5528"/>
              <a:gd name="T6" fmla="*/ 1448 w 5823"/>
              <a:gd name="T7" fmla="*/ 0 h 5528"/>
              <a:gd name="T8" fmla="*/ 0 w 5823"/>
              <a:gd name="T9" fmla="*/ 3685 h 5528"/>
              <a:gd name="T10" fmla="*/ 593 w 5823"/>
              <a:gd name="T11" fmla="*/ 3685 h 5528"/>
              <a:gd name="T12" fmla="*/ 910 w 5823"/>
              <a:gd name="T13" fmla="*/ 2835 h 5528"/>
              <a:gd name="T14" fmla="*/ 2509 w 5823"/>
              <a:gd name="T15" fmla="*/ 2835 h 5528"/>
              <a:gd name="T16" fmla="*/ 2832 w 5823"/>
              <a:gd name="T17" fmla="*/ 3685 h 5528"/>
              <a:gd name="T18" fmla="*/ 1127 w 5823"/>
              <a:gd name="T19" fmla="*/ 2268 h 5528"/>
              <a:gd name="T20" fmla="*/ 1713 w 5823"/>
              <a:gd name="T21" fmla="*/ 704 h 5528"/>
              <a:gd name="T22" fmla="*/ 2299 w 5823"/>
              <a:gd name="T23" fmla="*/ 2268 h 5528"/>
              <a:gd name="T24" fmla="*/ 1127 w 5823"/>
              <a:gd name="T25" fmla="*/ 2268 h 5528"/>
              <a:gd name="T26" fmla="*/ 5424 w 5823"/>
              <a:gd name="T27" fmla="*/ 2435 h 5528"/>
              <a:gd name="T28" fmla="*/ 3130 w 5823"/>
              <a:gd name="T29" fmla="*/ 4729 h 5528"/>
              <a:gd name="T30" fmla="*/ 2091 w 5823"/>
              <a:gd name="T31" fmla="*/ 3685 h 5528"/>
              <a:gd name="T32" fmla="*/ 1689 w 5823"/>
              <a:gd name="T33" fmla="*/ 4084 h 5528"/>
              <a:gd name="T34" fmla="*/ 3132 w 5823"/>
              <a:gd name="T35" fmla="*/ 5528 h 5528"/>
              <a:gd name="T36" fmla="*/ 5823 w 5823"/>
              <a:gd name="T37" fmla="*/ 2835 h 5528"/>
              <a:gd name="T38" fmla="*/ 5424 w 5823"/>
              <a:gd name="T39" fmla="*/ 2435 h 55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823" h="5528">
                <a:moveTo>
                  <a:pt x="2832" y="3685"/>
                </a:moveTo>
                <a:lnTo>
                  <a:pt x="3425" y="3685"/>
                </a:lnTo>
                <a:lnTo>
                  <a:pt x="1977" y="0"/>
                </a:lnTo>
                <a:lnTo>
                  <a:pt x="1448" y="0"/>
                </a:lnTo>
                <a:lnTo>
                  <a:pt x="0" y="3685"/>
                </a:lnTo>
                <a:lnTo>
                  <a:pt x="593" y="3685"/>
                </a:lnTo>
                <a:lnTo>
                  <a:pt x="910" y="2835"/>
                </a:lnTo>
                <a:lnTo>
                  <a:pt x="2509" y="2835"/>
                </a:lnTo>
                <a:lnTo>
                  <a:pt x="2832" y="3685"/>
                </a:lnTo>
                <a:close/>
                <a:moveTo>
                  <a:pt x="1127" y="2268"/>
                </a:moveTo>
                <a:lnTo>
                  <a:pt x="1713" y="704"/>
                </a:lnTo>
                <a:lnTo>
                  <a:pt x="2299" y="2268"/>
                </a:lnTo>
                <a:lnTo>
                  <a:pt x="1127" y="2268"/>
                </a:lnTo>
                <a:close/>
                <a:moveTo>
                  <a:pt x="5424" y="2435"/>
                </a:moveTo>
                <a:lnTo>
                  <a:pt x="3130" y="4729"/>
                </a:lnTo>
                <a:lnTo>
                  <a:pt x="2091" y="3685"/>
                </a:lnTo>
                <a:lnTo>
                  <a:pt x="1689" y="4084"/>
                </a:lnTo>
                <a:lnTo>
                  <a:pt x="3132" y="5528"/>
                </a:lnTo>
                <a:lnTo>
                  <a:pt x="5823" y="2835"/>
                </a:lnTo>
                <a:lnTo>
                  <a:pt x="5424" y="243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7692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r Rat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76292"/>
          </a:xfrm>
          <a:custGeom>
            <a:avLst/>
            <a:gdLst>
              <a:gd name="T0" fmla="*/ 2268 w 4535"/>
              <a:gd name="T1" fmla="*/ 3325 h 4346"/>
              <a:gd name="T2" fmla="*/ 3671 w 4535"/>
              <a:gd name="T3" fmla="*/ 4346 h 4346"/>
              <a:gd name="T4" fmla="*/ 3132 w 4535"/>
              <a:gd name="T5" fmla="*/ 2697 h 4346"/>
              <a:gd name="T6" fmla="*/ 4535 w 4535"/>
              <a:gd name="T7" fmla="*/ 1700 h 4346"/>
              <a:gd name="T8" fmla="*/ 2816 w 4535"/>
              <a:gd name="T9" fmla="*/ 1700 h 4346"/>
              <a:gd name="T10" fmla="*/ 2268 w 4535"/>
              <a:gd name="T11" fmla="*/ 0 h 4346"/>
              <a:gd name="T12" fmla="*/ 1720 w 4535"/>
              <a:gd name="T13" fmla="*/ 1700 h 4346"/>
              <a:gd name="T14" fmla="*/ 0 w 4535"/>
              <a:gd name="T15" fmla="*/ 1700 h 4346"/>
              <a:gd name="T16" fmla="*/ 1403 w 4535"/>
              <a:gd name="T17" fmla="*/ 2697 h 4346"/>
              <a:gd name="T18" fmla="*/ 865 w 4535"/>
              <a:gd name="T19" fmla="*/ 4346 h 4346"/>
              <a:gd name="T20" fmla="*/ 2268 w 4535"/>
              <a:gd name="T21" fmla="*/ 3325 h 4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535" h="4346">
                <a:moveTo>
                  <a:pt x="2268" y="3325"/>
                </a:moveTo>
                <a:lnTo>
                  <a:pt x="3671" y="4346"/>
                </a:lnTo>
                <a:lnTo>
                  <a:pt x="3132" y="2697"/>
                </a:lnTo>
                <a:lnTo>
                  <a:pt x="4535" y="1700"/>
                </a:lnTo>
                <a:lnTo>
                  <a:pt x="2816" y="1700"/>
                </a:lnTo>
                <a:lnTo>
                  <a:pt x="2268" y="0"/>
                </a:lnTo>
                <a:lnTo>
                  <a:pt x="1720" y="1700"/>
                </a:lnTo>
                <a:lnTo>
                  <a:pt x="0" y="1700"/>
                </a:lnTo>
                <a:lnTo>
                  <a:pt x="1403" y="2697"/>
                </a:lnTo>
                <a:lnTo>
                  <a:pt x="865" y="4346"/>
                </a:lnTo>
                <a:lnTo>
                  <a:pt x="2268" y="3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68909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r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199 w 2400"/>
              <a:gd name="T1" fmla="*/ 0 h 2400"/>
              <a:gd name="T2" fmla="*/ 0 w 2400"/>
              <a:gd name="T3" fmla="*/ 1200 h 2400"/>
              <a:gd name="T4" fmla="*/ 1199 w 2400"/>
              <a:gd name="T5" fmla="*/ 2400 h 2400"/>
              <a:gd name="T6" fmla="*/ 2400 w 2400"/>
              <a:gd name="T7" fmla="*/ 1200 h 2400"/>
              <a:gd name="T8" fmla="*/ 1199 w 2400"/>
              <a:gd name="T9" fmla="*/ 0 h 2400"/>
              <a:gd name="T10" fmla="*/ 1708 w 2400"/>
              <a:gd name="T11" fmla="*/ 1920 h 2400"/>
              <a:gd name="T12" fmla="*/ 1200 w 2400"/>
              <a:gd name="T13" fmla="*/ 1614 h 2400"/>
              <a:gd name="T14" fmla="*/ 692 w 2400"/>
              <a:gd name="T15" fmla="*/ 1920 h 2400"/>
              <a:gd name="T16" fmla="*/ 827 w 2400"/>
              <a:gd name="T17" fmla="*/ 1343 h 2400"/>
              <a:gd name="T18" fmla="*/ 379 w 2400"/>
              <a:gd name="T19" fmla="*/ 955 h 2400"/>
              <a:gd name="T20" fmla="*/ 970 w 2400"/>
              <a:gd name="T21" fmla="*/ 905 h 2400"/>
              <a:gd name="T22" fmla="*/ 1200 w 2400"/>
              <a:gd name="T23" fmla="*/ 360 h 2400"/>
              <a:gd name="T24" fmla="*/ 1430 w 2400"/>
              <a:gd name="T25" fmla="*/ 904 h 2400"/>
              <a:gd name="T26" fmla="*/ 2021 w 2400"/>
              <a:gd name="T27" fmla="*/ 954 h 2400"/>
              <a:gd name="T28" fmla="*/ 1573 w 2400"/>
              <a:gd name="T29" fmla="*/ 1342 h 2400"/>
              <a:gd name="T30" fmla="*/ 1708 w 2400"/>
              <a:gd name="T31" fmla="*/ 192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00" h="2400">
                <a:moveTo>
                  <a:pt x="1199" y="0"/>
                </a:moveTo>
                <a:cubicBezTo>
                  <a:pt x="536" y="0"/>
                  <a:pt x="0" y="538"/>
                  <a:pt x="0" y="1200"/>
                </a:cubicBezTo>
                <a:cubicBezTo>
                  <a:pt x="0" y="1862"/>
                  <a:pt x="536" y="2400"/>
                  <a:pt x="1199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199" y="0"/>
                </a:cubicBezTo>
                <a:close/>
                <a:moveTo>
                  <a:pt x="1708" y="1920"/>
                </a:moveTo>
                <a:cubicBezTo>
                  <a:pt x="1200" y="1614"/>
                  <a:pt x="1200" y="1614"/>
                  <a:pt x="1200" y="1614"/>
                </a:cubicBezTo>
                <a:cubicBezTo>
                  <a:pt x="692" y="1920"/>
                  <a:pt x="692" y="1920"/>
                  <a:pt x="692" y="1920"/>
                </a:cubicBezTo>
                <a:cubicBezTo>
                  <a:pt x="827" y="1343"/>
                  <a:pt x="827" y="1343"/>
                  <a:pt x="827" y="1343"/>
                </a:cubicBezTo>
                <a:cubicBezTo>
                  <a:pt x="379" y="955"/>
                  <a:pt x="379" y="955"/>
                  <a:pt x="379" y="955"/>
                </a:cubicBezTo>
                <a:cubicBezTo>
                  <a:pt x="970" y="905"/>
                  <a:pt x="970" y="905"/>
                  <a:pt x="970" y="905"/>
                </a:cubicBezTo>
                <a:cubicBezTo>
                  <a:pt x="1200" y="360"/>
                  <a:pt x="1200" y="360"/>
                  <a:pt x="1200" y="360"/>
                </a:cubicBezTo>
                <a:cubicBezTo>
                  <a:pt x="1430" y="904"/>
                  <a:pt x="1430" y="904"/>
                  <a:pt x="1430" y="904"/>
                </a:cubicBezTo>
                <a:cubicBezTo>
                  <a:pt x="2021" y="954"/>
                  <a:pt x="2021" y="954"/>
                  <a:pt x="2021" y="954"/>
                </a:cubicBezTo>
                <a:cubicBezTo>
                  <a:pt x="1573" y="1342"/>
                  <a:pt x="1573" y="1342"/>
                  <a:pt x="1573" y="1342"/>
                </a:cubicBezTo>
                <a:lnTo>
                  <a:pt x="1708" y="19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65673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o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2780"/>
          </a:xfrm>
          <a:custGeom>
            <a:avLst/>
            <a:gdLst>
              <a:gd name="T0" fmla="*/ 4818 w 5102"/>
              <a:gd name="T1" fmla="*/ 0 h 4535"/>
              <a:gd name="T2" fmla="*/ 283 w 5102"/>
              <a:gd name="T3" fmla="*/ 0 h 4535"/>
              <a:gd name="T4" fmla="*/ 283 w 5102"/>
              <a:gd name="T5" fmla="*/ 566 h 4535"/>
              <a:gd name="T6" fmla="*/ 4818 w 5102"/>
              <a:gd name="T7" fmla="*/ 566 h 4535"/>
              <a:gd name="T8" fmla="*/ 4818 w 5102"/>
              <a:gd name="T9" fmla="*/ 0 h 4535"/>
              <a:gd name="T10" fmla="*/ 5102 w 5102"/>
              <a:gd name="T11" fmla="*/ 2834 h 4535"/>
              <a:gd name="T12" fmla="*/ 5102 w 5102"/>
              <a:gd name="T13" fmla="*/ 2267 h 4535"/>
              <a:gd name="T14" fmla="*/ 4818 w 5102"/>
              <a:gd name="T15" fmla="*/ 850 h 4535"/>
              <a:gd name="T16" fmla="*/ 283 w 5102"/>
              <a:gd name="T17" fmla="*/ 850 h 4535"/>
              <a:gd name="T18" fmla="*/ 0 w 5102"/>
              <a:gd name="T19" fmla="*/ 2267 h 4535"/>
              <a:gd name="T20" fmla="*/ 0 w 5102"/>
              <a:gd name="T21" fmla="*/ 2834 h 4535"/>
              <a:gd name="T22" fmla="*/ 283 w 5102"/>
              <a:gd name="T23" fmla="*/ 2834 h 4535"/>
              <a:gd name="T24" fmla="*/ 283 w 5102"/>
              <a:gd name="T25" fmla="*/ 4535 h 4535"/>
              <a:gd name="T26" fmla="*/ 3118 w 5102"/>
              <a:gd name="T27" fmla="*/ 4535 h 4535"/>
              <a:gd name="T28" fmla="*/ 3118 w 5102"/>
              <a:gd name="T29" fmla="*/ 2834 h 4535"/>
              <a:gd name="T30" fmla="*/ 4252 w 5102"/>
              <a:gd name="T31" fmla="*/ 2834 h 4535"/>
              <a:gd name="T32" fmla="*/ 4252 w 5102"/>
              <a:gd name="T33" fmla="*/ 4535 h 4535"/>
              <a:gd name="T34" fmla="*/ 4818 w 5102"/>
              <a:gd name="T35" fmla="*/ 4535 h 4535"/>
              <a:gd name="T36" fmla="*/ 4818 w 5102"/>
              <a:gd name="T37" fmla="*/ 2834 h 4535"/>
              <a:gd name="T38" fmla="*/ 5102 w 5102"/>
              <a:gd name="T39" fmla="*/ 2834 h 4535"/>
              <a:gd name="T40" fmla="*/ 2551 w 5102"/>
              <a:gd name="T41" fmla="*/ 3968 h 4535"/>
              <a:gd name="T42" fmla="*/ 850 w 5102"/>
              <a:gd name="T43" fmla="*/ 3968 h 4535"/>
              <a:gd name="T44" fmla="*/ 850 w 5102"/>
              <a:gd name="T45" fmla="*/ 2834 h 4535"/>
              <a:gd name="T46" fmla="*/ 2551 w 5102"/>
              <a:gd name="T47" fmla="*/ 2834 h 4535"/>
              <a:gd name="T48" fmla="*/ 2551 w 5102"/>
              <a:gd name="T49" fmla="*/ 3968 h 4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102" h="4535">
                <a:moveTo>
                  <a:pt x="4818" y="0"/>
                </a:moveTo>
                <a:lnTo>
                  <a:pt x="283" y="0"/>
                </a:lnTo>
                <a:lnTo>
                  <a:pt x="283" y="566"/>
                </a:lnTo>
                <a:lnTo>
                  <a:pt x="4818" y="566"/>
                </a:lnTo>
                <a:lnTo>
                  <a:pt x="4818" y="0"/>
                </a:lnTo>
                <a:close/>
                <a:moveTo>
                  <a:pt x="5102" y="2834"/>
                </a:moveTo>
                <a:lnTo>
                  <a:pt x="5102" y="2267"/>
                </a:lnTo>
                <a:lnTo>
                  <a:pt x="4818" y="850"/>
                </a:lnTo>
                <a:lnTo>
                  <a:pt x="283" y="850"/>
                </a:lnTo>
                <a:lnTo>
                  <a:pt x="0" y="2267"/>
                </a:lnTo>
                <a:lnTo>
                  <a:pt x="0" y="2834"/>
                </a:lnTo>
                <a:lnTo>
                  <a:pt x="283" y="2834"/>
                </a:lnTo>
                <a:lnTo>
                  <a:pt x="283" y="4535"/>
                </a:lnTo>
                <a:lnTo>
                  <a:pt x="3118" y="4535"/>
                </a:lnTo>
                <a:lnTo>
                  <a:pt x="3118" y="2834"/>
                </a:lnTo>
                <a:lnTo>
                  <a:pt x="4252" y="2834"/>
                </a:lnTo>
                <a:lnTo>
                  <a:pt x="4252" y="4535"/>
                </a:lnTo>
                <a:lnTo>
                  <a:pt x="4818" y="4535"/>
                </a:lnTo>
                <a:lnTo>
                  <a:pt x="4818" y="2834"/>
                </a:lnTo>
                <a:lnTo>
                  <a:pt x="5102" y="2834"/>
                </a:lnTo>
                <a:close/>
                <a:moveTo>
                  <a:pt x="2551" y="3968"/>
                </a:moveTo>
                <a:lnTo>
                  <a:pt x="850" y="3968"/>
                </a:lnTo>
                <a:lnTo>
                  <a:pt x="850" y="2834"/>
                </a:lnTo>
                <a:lnTo>
                  <a:pt x="2551" y="2834"/>
                </a:lnTo>
                <a:lnTo>
                  <a:pt x="2551" y="39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384025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jec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00075"/>
          </a:xfrm>
          <a:custGeom>
            <a:avLst/>
            <a:gdLst>
              <a:gd name="T0" fmla="*/ 2835 w 4535"/>
              <a:gd name="T1" fmla="*/ 3402 h 3968"/>
              <a:gd name="T2" fmla="*/ 0 w 4535"/>
              <a:gd name="T3" fmla="*/ 3402 h 3968"/>
              <a:gd name="T4" fmla="*/ 0 w 4535"/>
              <a:gd name="T5" fmla="*/ 3968 h 3968"/>
              <a:gd name="T6" fmla="*/ 2835 w 4535"/>
              <a:gd name="T7" fmla="*/ 3968 h 3968"/>
              <a:gd name="T8" fmla="*/ 2835 w 4535"/>
              <a:gd name="T9" fmla="*/ 3402 h 3968"/>
              <a:gd name="T10" fmla="*/ 4535 w 4535"/>
              <a:gd name="T11" fmla="*/ 1134 h 3968"/>
              <a:gd name="T12" fmla="*/ 0 w 4535"/>
              <a:gd name="T13" fmla="*/ 1134 h 3968"/>
              <a:gd name="T14" fmla="*/ 0 w 4535"/>
              <a:gd name="T15" fmla="*/ 1701 h 3968"/>
              <a:gd name="T16" fmla="*/ 4535 w 4535"/>
              <a:gd name="T17" fmla="*/ 1701 h 3968"/>
              <a:gd name="T18" fmla="*/ 4535 w 4535"/>
              <a:gd name="T19" fmla="*/ 1134 h 3968"/>
              <a:gd name="T20" fmla="*/ 0 w 4535"/>
              <a:gd name="T21" fmla="*/ 2835 h 3968"/>
              <a:gd name="T22" fmla="*/ 4535 w 4535"/>
              <a:gd name="T23" fmla="*/ 2835 h 3968"/>
              <a:gd name="T24" fmla="*/ 4535 w 4535"/>
              <a:gd name="T25" fmla="*/ 2268 h 3968"/>
              <a:gd name="T26" fmla="*/ 0 w 4535"/>
              <a:gd name="T27" fmla="*/ 2268 h 3968"/>
              <a:gd name="T28" fmla="*/ 0 w 4535"/>
              <a:gd name="T29" fmla="*/ 2835 h 3968"/>
              <a:gd name="T30" fmla="*/ 0 w 4535"/>
              <a:gd name="T31" fmla="*/ 0 h 3968"/>
              <a:gd name="T32" fmla="*/ 0 w 4535"/>
              <a:gd name="T33" fmla="*/ 567 h 3968"/>
              <a:gd name="T34" fmla="*/ 4535 w 4535"/>
              <a:gd name="T35" fmla="*/ 567 h 3968"/>
              <a:gd name="T36" fmla="*/ 4535 w 4535"/>
              <a:gd name="T37" fmla="*/ 0 h 3968"/>
              <a:gd name="T38" fmla="*/ 0 w 4535"/>
              <a:gd name="T39" fmla="*/ 0 h 3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535" h="3968">
                <a:moveTo>
                  <a:pt x="2835" y="3402"/>
                </a:moveTo>
                <a:lnTo>
                  <a:pt x="0" y="3402"/>
                </a:lnTo>
                <a:lnTo>
                  <a:pt x="0" y="3968"/>
                </a:lnTo>
                <a:lnTo>
                  <a:pt x="2835" y="3968"/>
                </a:lnTo>
                <a:lnTo>
                  <a:pt x="2835" y="3402"/>
                </a:lnTo>
                <a:close/>
                <a:moveTo>
                  <a:pt x="4535" y="1134"/>
                </a:moveTo>
                <a:lnTo>
                  <a:pt x="0" y="1134"/>
                </a:lnTo>
                <a:lnTo>
                  <a:pt x="0" y="1701"/>
                </a:lnTo>
                <a:lnTo>
                  <a:pt x="4535" y="1701"/>
                </a:lnTo>
                <a:lnTo>
                  <a:pt x="4535" y="1134"/>
                </a:lnTo>
                <a:close/>
                <a:moveTo>
                  <a:pt x="0" y="2835"/>
                </a:moveTo>
                <a:lnTo>
                  <a:pt x="4535" y="2835"/>
                </a:lnTo>
                <a:lnTo>
                  <a:pt x="4535" y="2268"/>
                </a:lnTo>
                <a:lnTo>
                  <a:pt x="0" y="2268"/>
                </a:lnTo>
                <a:lnTo>
                  <a:pt x="0" y="2835"/>
                </a:lnTo>
                <a:close/>
                <a:moveTo>
                  <a:pt x="0" y="0"/>
                </a:moveTo>
                <a:lnTo>
                  <a:pt x="0" y="567"/>
                </a:lnTo>
                <a:lnTo>
                  <a:pt x="4535" y="567"/>
                </a:lnTo>
                <a:lnTo>
                  <a:pt x="453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659165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pervisor Accou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40032"/>
          </a:xfrm>
          <a:custGeom>
            <a:avLst/>
            <a:gdLst>
              <a:gd name="T0" fmla="*/ 1740 w 2400"/>
              <a:gd name="T1" fmla="*/ 840 h 1680"/>
              <a:gd name="T2" fmla="*/ 2039 w 2400"/>
              <a:gd name="T3" fmla="*/ 540 h 1680"/>
              <a:gd name="T4" fmla="*/ 1740 w 2400"/>
              <a:gd name="T5" fmla="*/ 240 h 1680"/>
              <a:gd name="T6" fmla="*/ 1440 w 2400"/>
              <a:gd name="T7" fmla="*/ 540 h 1680"/>
              <a:gd name="T8" fmla="*/ 1740 w 2400"/>
              <a:gd name="T9" fmla="*/ 840 h 1680"/>
              <a:gd name="T10" fmla="*/ 840 w 2400"/>
              <a:gd name="T11" fmla="*/ 720 h 1680"/>
              <a:gd name="T12" fmla="*/ 1199 w 2400"/>
              <a:gd name="T13" fmla="*/ 360 h 1680"/>
              <a:gd name="T14" fmla="*/ 840 w 2400"/>
              <a:gd name="T15" fmla="*/ 0 h 1680"/>
              <a:gd name="T16" fmla="*/ 480 w 2400"/>
              <a:gd name="T17" fmla="*/ 360 h 1680"/>
              <a:gd name="T18" fmla="*/ 840 w 2400"/>
              <a:gd name="T19" fmla="*/ 720 h 1680"/>
              <a:gd name="T20" fmla="*/ 1740 w 2400"/>
              <a:gd name="T21" fmla="*/ 1080 h 1680"/>
              <a:gd name="T22" fmla="*/ 1080 w 2400"/>
              <a:gd name="T23" fmla="*/ 1410 h 1680"/>
              <a:gd name="T24" fmla="*/ 1080 w 2400"/>
              <a:gd name="T25" fmla="*/ 1680 h 1680"/>
              <a:gd name="T26" fmla="*/ 2400 w 2400"/>
              <a:gd name="T27" fmla="*/ 1680 h 1680"/>
              <a:gd name="T28" fmla="*/ 2400 w 2400"/>
              <a:gd name="T29" fmla="*/ 1410 h 1680"/>
              <a:gd name="T30" fmla="*/ 1740 w 2400"/>
              <a:gd name="T31" fmla="*/ 1080 h 1680"/>
              <a:gd name="T32" fmla="*/ 840 w 2400"/>
              <a:gd name="T33" fmla="*/ 960 h 1680"/>
              <a:gd name="T34" fmla="*/ 0 w 2400"/>
              <a:gd name="T35" fmla="*/ 1380 h 1680"/>
              <a:gd name="T36" fmla="*/ 0 w 2400"/>
              <a:gd name="T37" fmla="*/ 1680 h 1680"/>
              <a:gd name="T38" fmla="*/ 840 w 2400"/>
              <a:gd name="T39" fmla="*/ 1680 h 1680"/>
              <a:gd name="T40" fmla="*/ 840 w 2400"/>
              <a:gd name="T41" fmla="*/ 1410 h 1680"/>
              <a:gd name="T42" fmla="*/ 1124 w 2400"/>
              <a:gd name="T43" fmla="*/ 994 h 1680"/>
              <a:gd name="T44" fmla="*/ 840 w 2400"/>
              <a:gd name="T45" fmla="*/ 960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400" h="1680">
                <a:moveTo>
                  <a:pt x="1740" y="840"/>
                </a:moveTo>
                <a:cubicBezTo>
                  <a:pt x="1906" y="840"/>
                  <a:pt x="2039" y="706"/>
                  <a:pt x="2039" y="540"/>
                </a:cubicBezTo>
                <a:cubicBezTo>
                  <a:pt x="2039" y="374"/>
                  <a:pt x="1906" y="240"/>
                  <a:pt x="1740" y="240"/>
                </a:cubicBezTo>
                <a:cubicBezTo>
                  <a:pt x="1574" y="240"/>
                  <a:pt x="1440" y="374"/>
                  <a:pt x="1440" y="540"/>
                </a:cubicBezTo>
                <a:cubicBezTo>
                  <a:pt x="1440" y="706"/>
                  <a:pt x="1574" y="840"/>
                  <a:pt x="1740" y="840"/>
                </a:cubicBezTo>
                <a:close/>
                <a:moveTo>
                  <a:pt x="840" y="720"/>
                </a:moveTo>
                <a:cubicBezTo>
                  <a:pt x="1039" y="720"/>
                  <a:pt x="1199" y="559"/>
                  <a:pt x="1199" y="360"/>
                </a:cubicBezTo>
                <a:cubicBezTo>
                  <a:pt x="1199" y="161"/>
                  <a:pt x="1039" y="0"/>
                  <a:pt x="840" y="0"/>
                </a:cubicBezTo>
                <a:cubicBezTo>
                  <a:pt x="641" y="0"/>
                  <a:pt x="480" y="161"/>
                  <a:pt x="480" y="360"/>
                </a:cubicBezTo>
                <a:cubicBezTo>
                  <a:pt x="480" y="559"/>
                  <a:pt x="641" y="720"/>
                  <a:pt x="840" y="720"/>
                </a:cubicBezTo>
                <a:close/>
                <a:moveTo>
                  <a:pt x="1740" y="1080"/>
                </a:moveTo>
                <a:cubicBezTo>
                  <a:pt x="1520" y="1080"/>
                  <a:pt x="1080" y="1190"/>
                  <a:pt x="1080" y="1410"/>
                </a:cubicBezTo>
                <a:cubicBezTo>
                  <a:pt x="1080" y="1680"/>
                  <a:pt x="1080" y="1680"/>
                  <a:pt x="1080" y="1680"/>
                </a:cubicBezTo>
                <a:cubicBezTo>
                  <a:pt x="2400" y="1680"/>
                  <a:pt x="2400" y="1680"/>
                  <a:pt x="2400" y="1680"/>
                </a:cubicBezTo>
                <a:cubicBezTo>
                  <a:pt x="2400" y="1410"/>
                  <a:pt x="2400" y="1410"/>
                  <a:pt x="2400" y="1410"/>
                </a:cubicBezTo>
                <a:cubicBezTo>
                  <a:pt x="2400" y="1190"/>
                  <a:pt x="1960" y="1080"/>
                  <a:pt x="1740" y="1080"/>
                </a:cubicBezTo>
                <a:close/>
                <a:moveTo>
                  <a:pt x="840" y="960"/>
                </a:moveTo>
                <a:cubicBezTo>
                  <a:pt x="560" y="960"/>
                  <a:pt x="0" y="1100"/>
                  <a:pt x="0" y="1380"/>
                </a:cubicBezTo>
                <a:cubicBezTo>
                  <a:pt x="0" y="1680"/>
                  <a:pt x="0" y="1680"/>
                  <a:pt x="0" y="1680"/>
                </a:cubicBezTo>
                <a:cubicBezTo>
                  <a:pt x="840" y="1680"/>
                  <a:pt x="840" y="1680"/>
                  <a:pt x="840" y="1680"/>
                </a:cubicBezTo>
                <a:cubicBezTo>
                  <a:pt x="840" y="1410"/>
                  <a:pt x="840" y="1410"/>
                  <a:pt x="840" y="1410"/>
                </a:cubicBezTo>
                <a:cubicBezTo>
                  <a:pt x="840" y="1308"/>
                  <a:pt x="880" y="1129"/>
                  <a:pt x="1124" y="994"/>
                </a:cubicBezTo>
                <a:cubicBezTo>
                  <a:pt x="1020" y="972"/>
                  <a:pt x="919" y="960"/>
                  <a:pt x="840" y="9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708371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wap Horiz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11160"/>
          </a:xfrm>
          <a:custGeom>
            <a:avLst/>
            <a:gdLst>
              <a:gd name="T0" fmla="*/ 1131 w 5102"/>
              <a:gd name="T1" fmla="*/ 1701 h 3968"/>
              <a:gd name="T2" fmla="*/ 0 w 5102"/>
              <a:gd name="T3" fmla="*/ 2835 h 3968"/>
              <a:gd name="T4" fmla="*/ 1131 w 5102"/>
              <a:gd name="T5" fmla="*/ 3968 h 3968"/>
              <a:gd name="T6" fmla="*/ 1131 w 5102"/>
              <a:gd name="T7" fmla="*/ 3118 h 3968"/>
              <a:gd name="T8" fmla="*/ 3118 w 5102"/>
              <a:gd name="T9" fmla="*/ 3118 h 3968"/>
              <a:gd name="T10" fmla="*/ 3118 w 5102"/>
              <a:gd name="T11" fmla="*/ 2551 h 3968"/>
              <a:gd name="T12" fmla="*/ 1131 w 5102"/>
              <a:gd name="T13" fmla="*/ 2551 h 3968"/>
              <a:gd name="T14" fmla="*/ 1131 w 5102"/>
              <a:gd name="T15" fmla="*/ 1701 h 3968"/>
              <a:gd name="T16" fmla="*/ 5102 w 5102"/>
              <a:gd name="T17" fmla="*/ 1134 h 3968"/>
              <a:gd name="T18" fmla="*/ 3970 w 5102"/>
              <a:gd name="T19" fmla="*/ 0 h 3968"/>
              <a:gd name="T20" fmla="*/ 3970 w 5102"/>
              <a:gd name="T21" fmla="*/ 850 h 3968"/>
              <a:gd name="T22" fmla="*/ 1984 w 5102"/>
              <a:gd name="T23" fmla="*/ 850 h 3968"/>
              <a:gd name="T24" fmla="*/ 1984 w 5102"/>
              <a:gd name="T25" fmla="*/ 1417 h 3968"/>
              <a:gd name="T26" fmla="*/ 3970 w 5102"/>
              <a:gd name="T27" fmla="*/ 1417 h 3968"/>
              <a:gd name="T28" fmla="*/ 3970 w 5102"/>
              <a:gd name="T29" fmla="*/ 2268 h 3968"/>
              <a:gd name="T30" fmla="*/ 5102 w 5102"/>
              <a:gd name="T31" fmla="*/ 1134 h 3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102" h="3968">
                <a:moveTo>
                  <a:pt x="1131" y="1701"/>
                </a:moveTo>
                <a:lnTo>
                  <a:pt x="0" y="2835"/>
                </a:lnTo>
                <a:lnTo>
                  <a:pt x="1131" y="3968"/>
                </a:lnTo>
                <a:lnTo>
                  <a:pt x="1131" y="3118"/>
                </a:lnTo>
                <a:lnTo>
                  <a:pt x="3118" y="3118"/>
                </a:lnTo>
                <a:lnTo>
                  <a:pt x="3118" y="2551"/>
                </a:lnTo>
                <a:lnTo>
                  <a:pt x="1131" y="2551"/>
                </a:lnTo>
                <a:lnTo>
                  <a:pt x="1131" y="1701"/>
                </a:lnTo>
                <a:close/>
                <a:moveTo>
                  <a:pt x="5102" y="1134"/>
                </a:moveTo>
                <a:lnTo>
                  <a:pt x="3970" y="0"/>
                </a:lnTo>
                <a:lnTo>
                  <a:pt x="3970" y="850"/>
                </a:lnTo>
                <a:lnTo>
                  <a:pt x="1984" y="850"/>
                </a:lnTo>
                <a:lnTo>
                  <a:pt x="1984" y="1417"/>
                </a:lnTo>
                <a:lnTo>
                  <a:pt x="3970" y="1417"/>
                </a:lnTo>
                <a:lnTo>
                  <a:pt x="3970" y="2268"/>
                </a:lnTo>
                <a:lnTo>
                  <a:pt x="5102" y="11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79794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wap Ver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11160" cy="914400"/>
          </a:xfrm>
          <a:custGeom>
            <a:avLst/>
            <a:gdLst>
              <a:gd name="T0" fmla="*/ 3118 w 3968"/>
              <a:gd name="T1" fmla="*/ 3971 h 5102"/>
              <a:gd name="T2" fmla="*/ 3118 w 3968"/>
              <a:gd name="T3" fmla="*/ 1984 h 5102"/>
              <a:gd name="T4" fmla="*/ 2551 w 3968"/>
              <a:gd name="T5" fmla="*/ 1984 h 5102"/>
              <a:gd name="T6" fmla="*/ 2551 w 3968"/>
              <a:gd name="T7" fmla="*/ 3971 h 5102"/>
              <a:gd name="T8" fmla="*/ 1700 w 3968"/>
              <a:gd name="T9" fmla="*/ 3971 h 5102"/>
              <a:gd name="T10" fmla="*/ 2834 w 3968"/>
              <a:gd name="T11" fmla="*/ 5102 h 5102"/>
              <a:gd name="T12" fmla="*/ 3968 w 3968"/>
              <a:gd name="T13" fmla="*/ 3971 h 5102"/>
              <a:gd name="T14" fmla="*/ 3118 w 3968"/>
              <a:gd name="T15" fmla="*/ 3971 h 5102"/>
              <a:gd name="T16" fmla="*/ 1133 w 3968"/>
              <a:gd name="T17" fmla="*/ 0 h 5102"/>
              <a:gd name="T18" fmla="*/ 0 w 3968"/>
              <a:gd name="T19" fmla="*/ 1132 h 5102"/>
              <a:gd name="T20" fmla="*/ 850 w 3968"/>
              <a:gd name="T21" fmla="*/ 1132 h 5102"/>
              <a:gd name="T22" fmla="*/ 850 w 3968"/>
              <a:gd name="T23" fmla="*/ 3118 h 5102"/>
              <a:gd name="T24" fmla="*/ 1417 w 3968"/>
              <a:gd name="T25" fmla="*/ 3118 h 5102"/>
              <a:gd name="T26" fmla="*/ 1417 w 3968"/>
              <a:gd name="T27" fmla="*/ 1132 h 5102"/>
              <a:gd name="T28" fmla="*/ 2267 w 3968"/>
              <a:gd name="T29" fmla="*/ 1132 h 5102"/>
              <a:gd name="T30" fmla="*/ 1133 w 3968"/>
              <a:gd name="T31" fmla="*/ 0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968" h="5102">
                <a:moveTo>
                  <a:pt x="3118" y="3971"/>
                </a:moveTo>
                <a:lnTo>
                  <a:pt x="3118" y="1984"/>
                </a:lnTo>
                <a:lnTo>
                  <a:pt x="2551" y="1984"/>
                </a:lnTo>
                <a:lnTo>
                  <a:pt x="2551" y="3971"/>
                </a:lnTo>
                <a:lnTo>
                  <a:pt x="1700" y="3971"/>
                </a:lnTo>
                <a:lnTo>
                  <a:pt x="2834" y="5102"/>
                </a:lnTo>
                <a:lnTo>
                  <a:pt x="3968" y="3971"/>
                </a:lnTo>
                <a:lnTo>
                  <a:pt x="3118" y="3971"/>
                </a:lnTo>
                <a:close/>
                <a:moveTo>
                  <a:pt x="1133" y="0"/>
                </a:moveTo>
                <a:lnTo>
                  <a:pt x="0" y="1132"/>
                </a:lnTo>
                <a:lnTo>
                  <a:pt x="850" y="1132"/>
                </a:lnTo>
                <a:lnTo>
                  <a:pt x="850" y="3118"/>
                </a:lnTo>
                <a:lnTo>
                  <a:pt x="1417" y="3118"/>
                </a:lnTo>
                <a:lnTo>
                  <a:pt x="1417" y="1132"/>
                </a:lnTo>
                <a:lnTo>
                  <a:pt x="2267" y="1132"/>
                </a:lnTo>
                <a:lnTo>
                  <a:pt x="113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356572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wap Vertical Circ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200 w 2400"/>
              <a:gd name="T1" fmla="*/ 0 h 2400"/>
              <a:gd name="T2" fmla="*/ 0 w 2400"/>
              <a:gd name="T3" fmla="*/ 1200 h 2400"/>
              <a:gd name="T4" fmla="*/ 1200 w 2400"/>
              <a:gd name="T5" fmla="*/ 2400 h 2400"/>
              <a:gd name="T6" fmla="*/ 2400 w 2400"/>
              <a:gd name="T7" fmla="*/ 1200 h 2400"/>
              <a:gd name="T8" fmla="*/ 1200 w 2400"/>
              <a:gd name="T9" fmla="*/ 0 h 2400"/>
              <a:gd name="T10" fmla="*/ 540 w 2400"/>
              <a:gd name="T11" fmla="*/ 840 h 2400"/>
              <a:gd name="T12" fmla="*/ 960 w 2400"/>
              <a:gd name="T13" fmla="*/ 420 h 2400"/>
              <a:gd name="T14" fmla="*/ 1380 w 2400"/>
              <a:gd name="T15" fmla="*/ 840 h 2400"/>
              <a:gd name="T16" fmla="*/ 1080 w 2400"/>
              <a:gd name="T17" fmla="*/ 840 h 2400"/>
              <a:gd name="T18" fmla="*/ 1080 w 2400"/>
              <a:gd name="T19" fmla="*/ 1320 h 2400"/>
              <a:gd name="T20" fmla="*/ 840 w 2400"/>
              <a:gd name="T21" fmla="*/ 1320 h 2400"/>
              <a:gd name="T22" fmla="*/ 840 w 2400"/>
              <a:gd name="T23" fmla="*/ 840 h 2400"/>
              <a:gd name="T24" fmla="*/ 540 w 2400"/>
              <a:gd name="T25" fmla="*/ 840 h 2400"/>
              <a:gd name="T26" fmla="*/ 1860 w 2400"/>
              <a:gd name="T27" fmla="*/ 1560 h 2400"/>
              <a:gd name="T28" fmla="*/ 1440 w 2400"/>
              <a:gd name="T29" fmla="*/ 1980 h 2400"/>
              <a:gd name="T30" fmla="*/ 1020 w 2400"/>
              <a:gd name="T31" fmla="*/ 1560 h 2400"/>
              <a:gd name="T32" fmla="*/ 1320 w 2400"/>
              <a:gd name="T33" fmla="*/ 1560 h 2400"/>
              <a:gd name="T34" fmla="*/ 1320 w 2400"/>
              <a:gd name="T35" fmla="*/ 1080 h 2400"/>
              <a:gd name="T36" fmla="*/ 1560 w 2400"/>
              <a:gd name="T37" fmla="*/ 1080 h 2400"/>
              <a:gd name="T38" fmla="*/ 1560 w 2400"/>
              <a:gd name="T39" fmla="*/ 1560 h 2400"/>
              <a:gd name="T40" fmla="*/ 1860 w 2400"/>
              <a:gd name="T41" fmla="*/ 156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00" h="2400">
                <a:moveTo>
                  <a:pt x="1200" y="0"/>
                </a:moveTo>
                <a:cubicBezTo>
                  <a:pt x="538" y="0"/>
                  <a:pt x="0" y="538"/>
                  <a:pt x="0" y="1200"/>
                </a:cubicBezTo>
                <a:cubicBezTo>
                  <a:pt x="0" y="1862"/>
                  <a:pt x="538" y="2400"/>
                  <a:pt x="1200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200" y="0"/>
                </a:cubicBezTo>
                <a:close/>
                <a:moveTo>
                  <a:pt x="540" y="840"/>
                </a:moveTo>
                <a:cubicBezTo>
                  <a:pt x="960" y="420"/>
                  <a:pt x="960" y="420"/>
                  <a:pt x="960" y="420"/>
                </a:cubicBezTo>
                <a:cubicBezTo>
                  <a:pt x="1380" y="840"/>
                  <a:pt x="1380" y="840"/>
                  <a:pt x="1380" y="840"/>
                </a:cubicBezTo>
                <a:cubicBezTo>
                  <a:pt x="1080" y="840"/>
                  <a:pt x="1080" y="840"/>
                  <a:pt x="1080" y="840"/>
                </a:cubicBezTo>
                <a:cubicBezTo>
                  <a:pt x="1080" y="1320"/>
                  <a:pt x="1080" y="1320"/>
                  <a:pt x="1080" y="1320"/>
                </a:cubicBezTo>
                <a:cubicBezTo>
                  <a:pt x="840" y="1320"/>
                  <a:pt x="840" y="1320"/>
                  <a:pt x="840" y="1320"/>
                </a:cubicBezTo>
                <a:cubicBezTo>
                  <a:pt x="840" y="840"/>
                  <a:pt x="840" y="840"/>
                  <a:pt x="840" y="840"/>
                </a:cubicBezTo>
                <a:lnTo>
                  <a:pt x="540" y="840"/>
                </a:lnTo>
                <a:close/>
                <a:moveTo>
                  <a:pt x="1860" y="1560"/>
                </a:moveTo>
                <a:cubicBezTo>
                  <a:pt x="1440" y="1980"/>
                  <a:pt x="1440" y="1980"/>
                  <a:pt x="1440" y="1980"/>
                </a:cubicBezTo>
                <a:cubicBezTo>
                  <a:pt x="1020" y="1560"/>
                  <a:pt x="1020" y="1560"/>
                  <a:pt x="1020" y="1560"/>
                </a:cubicBezTo>
                <a:cubicBezTo>
                  <a:pt x="1320" y="1560"/>
                  <a:pt x="1320" y="1560"/>
                  <a:pt x="1320" y="1560"/>
                </a:cubicBezTo>
                <a:cubicBezTo>
                  <a:pt x="1320" y="1080"/>
                  <a:pt x="1320" y="1080"/>
                  <a:pt x="1320" y="1080"/>
                </a:cubicBezTo>
                <a:cubicBezTo>
                  <a:pt x="1560" y="1080"/>
                  <a:pt x="1560" y="1080"/>
                  <a:pt x="1560" y="1080"/>
                </a:cubicBezTo>
                <a:cubicBezTo>
                  <a:pt x="1560" y="1560"/>
                  <a:pt x="1560" y="1560"/>
                  <a:pt x="1560" y="1560"/>
                </a:cubicBezTo>
                <a:lnTo>
                  <a:pt x="1860" y="15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18727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stem Update Al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119"/>
          </a:xfrm>
          <a:custGeom>
            <a:avLst/>
            <a:gdLst>
              <a:gd name="T0" fmla="*/ 1320 w 2640"/>
              <a:gd name="T1" fmla="*/ 1560 h 2160"/>
              <a:gd name="T2" fmla="*/ 1800 w 2640"/>
              <a:gd name="T3" fmla="*/ 1080 h 2160"/>
              <a:gd name="T4" fmla="*/ 1440 w 2640"/>
              <a:gd name="T5" fmla="*/ 1080 h 2160"/>
              <a:gd name="T6" fmla="*/ 1440 w 2640"/>
              <a:gd name="T7" fmla="*/ 0 h 2160"/>
              <a:gd name="T8" fmla="*/ 1200 w 2640"/>
              <a:gd name="T9" fmla="*/ 0 h 2160"/>
              <a:gd name="T10" fmla="*/ 1200 w 2640"/>
              <a:gd name="T11" fmla="*/ 1080 h 2160"/>
              <a:gd name="T12" fmla="*/ 840 w 2640"/>
              <a:gd name="T13" fmla="*/ 1080 h 2160"/>
              <a:gd name="T14" fmla="*/ 1320 w 2640"/>
              <a:gd name="T15" fmla="*/ 1560 h 2160"/>
              <a:gd name="T16" fmla="*/ 2400 w 2640"/>
              <a:gd name="T17" fmla="*/ 0 h 2160"/>
              <a:gd name="T18" fmla="*/ 1680 w 2640"/>
              <a:gd name="T19" fmla="*/ 0 h 2160"/>
              <a:gd name="T20" fmla="*/ 1680 w 2640"/>
              <a:gd name="T21" fmla="*/ 239 h 2160"/>
              <a:gd name="T22" fmla="*/ 2400 w 2640"/>
              <a:gd name="T23" fmla="*/ 239 h 2160"/>
              <a:gd name="T24" fmla="*/ 2400 w 2640"/>
              <a:gd name="T25" fmla="*/ 1922 h 2160"/>
              <a:gd name="T26" fmla="*/ 240 w 2640"/>
              <a:gd name="T27" fmla="*/ 1922 h 2160"/>
              <a:gd name="T28" fmla="*/ 240 w 2640"/>
              <a:gd name="T29" fmla="*/ 239 h 2160"/>
              <a:gd name="T30" fmla="*/ 960 w 2640"/>
              <a:gd name="T31" fmla="*/ 239 h 2160"/>
              <a:gd name="T32" fmla="*/ 960 w 2640"/>
              <a:gd name="T33" fmla="*/ 0 h 2160"/>
              <a:gd name="T34" fmla="*/ 240 w 2640"/>
              <a:gd name="T35" fmla="*/ 0 h 2160"/>
              <a:gd name="T36" fmla="*/ 0 w 2640"/>
              <a:gd name="T37" fmla="*/ 240 h 2160"/>
              <a:gd name="T38" fmla="*/ 0 w 2640"/>
              <a:gd name="T39" fmla="*/ 1920 h 2160"/>
              <a:gd name="T40" fmla="*/ 240 w 2640"/>
              <a:gd name="T41" fmla="*/ 2160 h 2160"/>
              <a:gd name="T42" fmla="*/ 2400 w 2640"/>
              <a:gd name="T43" fmla="*/ 2160 h 2160"/>
              <a:gd name="T44" fmla="*/ 2640 w 2640"/>
              <a:gd name="T45" fmla="*/ 1920 h 2160"/>
              <a:gd name="T46" fmla="*/ 2640 w 2640"/>
              <a:gd name="T47" fmla="*/ 240 h 2160"/>
              <a:gd name="T48" fmla="*/ 2400 w 2640"/>
              <a:gd name="T49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640" h="2160">
                <a:moveTo>
                  <a:pt x="1320" y="1560"/>
                </a:moveTo>
                <a:cubicBezTo>
                  <a:pt x="1800" y="1080"/>
                  <a:pt x="1800" y="1080"/>
                  <a:pt x="1800" y="1080"/>
                </a:cubicBezTo>
                <a:cubicBezTo>
                  <a:pt x="1440" y="1080"/>
                  <a:pt x="1440" y="1080"/>
                  <a:pt x="1440" y="1080"/>
                </a:cubicBezTo>
                <a:cubicBezTo>
                  <a:pt x="1440" y="0"/>
                  <a:pt x="1440" y="0"/>
                  <a:pt x="1440" y="0"/>
                </a:cubicBezTo>
                <a:cubicBezTo>
                  <a:pt x="1200" y="0"/>
                  <a:pt x="1200" y="0"/>
                  <a:pt x="1200" y="0"/>
                </a:cubicBezTo>
                <a:cubicBezTo>
                  <a:pt x="1200" y="1080"/>
                  <a:pt x="1200" y="1080"/>
                  <a:pt x="1200" y="1080"/>
                </a:cubicBezTo>
                <a:cubicBezTo>
                  <a:pt x="840" y="1080"/>
                  <a:pt x="840" y="1080"/>
                  <a:pt x="840" y="1080"/>
                </a:cubicBezTo>
                <a:lnTo>
                  <a:pt x="1320" y="1560"/>
                </a:lnTo>
                <a:close/>
                <a:moveTo>
                  <a:pt x="2400" y="0"/>
                </a:moveTo>
                <a:cubicBezTo>
                  <a:pt x="1680" y="0"/>
                  <a:pt x="1680" y="0"/>
                  <a:pt x="1680" y="0"/>
                </a:cubicBezTo>
                <a:cubicBezTo>
                  <a:pt x="1680" y="239"/>
                  <a:pt x="1680" y="239"/>
                  <a:pt x="1680" y="239"/>
                </a:cubicBezTo>
                <a:cubicBezTo>
                  <a:pt x="2400" y="239"/>
                  <a:pt x="2400" y="239"/>
                  <a:pt x="2400" y="239"/>
                </a:cubicBezTo>
                <a:cubicBezTo>
                  <a:pt x="2400" y="1922"/>
                  <a:pt x="2400" y="1922"/>
                  <a:pt x="2400" y="1922"/>
                </a:cubicBezTo>
                <a:cubicBezTo>
                  <a:pt x="240" y="1922"/>
                  <a:pt x="240" y="1922"/>
                  <a:pt x="240" y="1922"/>
                </a:cubicBezTo>
                <a:cubicBezTo>
                  <a:pt x="240" y="239"/>
                  <a:pt x="240" y="239"/>
                  <a:pt x="240" y="239"/>
                </a:cubicBezTo>
                <a:cubicBezTo>
                  <a:pt x="960" y="239"/>
                  <a:pt x="960" y="239"/>
                  <a:pt x="960" y="239"/>
                </a:cubicBezTo>
                <a:cubicBezTo>
                  <a:pt x="960" y="0"/>
                  <a:pt x="960" y="0"/>
                  <a:pt x="960" y="0"/>
                </a:cubicBez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8" y="2160"/>
                  <a:pt x="240" y="2160"/>
                </a:cubicBezTo>
                <a:cubicBezTo>
                  <a:pt x="2400" y="2160"/>
                  <a:pt x="2400" y="2160"/>
                  <a:pt x="2400" y="2160"/>
                </a:cubicBezTo>
                <a:cubicBezTo>
                  <a:pt x="2532" y="2160"/>
                  <a:pt x="2640" y="2052"/>
                  <a:pt x="2640" y="1920"/>
                </a:cubicBezTo>
                <a:cubicBezTo>
                  <a:pt x="2640" y="240"/>
                  <a:pt x="2640" y="240"/>
                  <a:pt x="2640" y="240"/>
                </a:cubicBezTo>
                <a:cubicBezTo>
                  <a:pt x="2640" y="108"/>
                  <a:pt x="2532" y="0"/>
                  <a:pt x="24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60640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119"/>
          </a:xfrm>
          <a:custGeom>
            <a:avLst/>
            <a:gdLst>
              <a:gd name="T0" fmla="*/ 2400 w 2640"/>
              <a:gd name="T1" fmla="*/ 0 h 2160"/>
              <a:gd name="T2" fmla="*/ 240 w 2640"/>
              <a:gd name="T3" fmla="*/ 0 h 2160"/>
              <a:gd name="T4" fmla="*/ 0 w 2640"/>
              <a:gd name="T5" fmla="*/ 240 h 2160"/>
              <a:gd name="T6" fmla="*/ 0 w 2640"/>
              <a:gd name="T7" fmla="*/ 1920 h 2160"/>
              <a:gd name="T8" fmla="*/ 240 w 2640"/>
              <a:gd name="T9" fmla="*/ 2160 h 2160"/>
              <a:gd name="T10" fmla="*/ 2400 w 2640"/>
              <a:gd name="T11" fmla="*/ 2160 h 2160"/>
              <a:gd name="T12" fmla="*/ 2640 w 2640"/>
              <a:gd name="T13" fmla="*/ 1920 h 2160"/>
              <a:gd name="T14" fmla="*/ 2640 w 2640"/>
              <a:gd name="T15" fmla="*/ 240 h 2160"/>
              <a:gd name="T16" fmla="*/ 2400 w 2640"/>
              <a:gd name="T17" fmla="*/ 0 h 2160"/>
              <a:gd name="T18" fmla="*/ 2400 w 2640"/>
              <a:gd name="T19" fmla="*/ 1920 h 2160"/>
              <a:gd name="T20" fmla="*/ 240 w 2640"/>
              <a:gd name="T21" fmla="*/ 1920 h 2160"/>
              <a:gd name="T22" fmla="*/ 240 w 2640"/>
              <a:gd name="T23" fmla="*/ 240 h 2160"/>
              <a:gd name="T24" fmla="*/ 1440 w 2640"/>
              <a:gd name="T25" fmla="*/ 240 h 2160"/>
              <a:gd name="T26" fmla="*/ 1440 w 2640"/>
              <a:gd name="T27" fmla="*/ 720 h 2160"/>
              <a:gd name="T28" fmla="*/ 2400 w 2640"/>
              <a:gd name="T29" fmla="*/ 720 h 2160"/>
              <a:gd name="T30" fmla="*/ 2400 w 2640"/>
              <a:gd name="T31" fmla="*/ 192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640" h="2160">
                <a:moveTo>
                  <a:pt x="240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8" y="2160"/>
                  <a:pt x="240" y="2160"/>
                </a:cubicBezTo>
                <a:cubicBezTo>
                  <a:pt x="2400" y="2160"/>
                  <a:pt x="2400" y="2160"/>
                  <a:pt x="2400" y="2160"/>
                </a:cubicBezTo>
                <a:cubicBezTo>
                  <a:pt x="2532" y="2160"/>
                  <a:pt x="2640" y="2052"/>
                  <a:pt x="2640" y="1920"/>
                </a:cubicBezTo>
                <a:cubicBezTo>
                  <a:pt x="2640" y="240"/>
                  <a:pt x="2640" y="240"/>
                  <a:pt x="2640" y="240"/>
                </a:cubicBezTo>
                <a:cubicBezTo>
                  <a:pt x="2640" y="108"/>
                  <a:pt x="2532" y="0"/>
                  <a:pt x="2400" y="0"/>
                </a:cubicBezTo>
                <a:close/>
                <a:moveTo>
                  <a:pt x="2400" y="1920"/>
                </a:moveTo>
                <a:cubicBezTo>
                  <a:pt x="240" y="1920"/>
                  <a:pt x="240" y="1920"/>
                  <a:pt x="240" y="192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440" y="240"/>
                  <a:pt x="1440" y="240"/>
                  <a:pt x="1440" y="240"/>
                </a:cubicBezTo>
                <a:cubicBezTo>
                  <a:pt x="1440" y="720"/>
                  <a:pt x="1440" y="720"/>
                  <a:pt x="1440" y="720"/>
                </a:cubicBezTo>
                <a:cubicBezTo>
                  <a:pt x="2400" y="720"/>
                  <a:pt x="2400" y="720"/>
                  <a:pt x="2400" y="720"/>
                </a:cubicBezTo>
                <a:lnTo>
                  <a:pt x="2400" y="19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69778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 Unselect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119"/>
          </a:xfrm>
          <a:custGeom>
            <a:avLst/>
            <a:gdLst>
              <a:gd name="T0" fmla="*/ 240 w 2640"/>
              <a:gd name="T1" fmla="*/ 720 h 2160"/>
              <a:gd name="T2" fmla="*/ 0 w 2640"/>
              <a:gd name="T3" fmla="*/ 480 h 2160"/>
              <a:gd name="T4" fmla="*/ 0 w 2640"/>
              <a:gd name="T5" fmla="*/ 1200 h 2160"/>
              <a:gd name="T6" fmla="*/ 240 w 2640"/>
              <a:gd name="T7" fmla="*/ 960 h 2160"/>
              <a:gd name="T8" fmla="*/ 0 w 2640"/>
              <a:gd name="T9" fmla="*/ 1200 h 2160"/>
              <a:gd name="T10" fmla="*/ 240 w 2640"/>
              <a:gd name="T11" fmla="*/ 240 h 2160"/>
              <a:gd name="T12" fmla="*/ 0 w 2640"/>
              <a:gd name="T13" fmla="*/ 240 h 2160"/>
              <a:gd name="T14" fmla="*/ 1200 w 2640"/>
              <a:gd name="T15" fmla="*/ 2160 h 2160"/>
              <a:gd name="T16" fmla="*/ 960 w 2640"/>
              <a:gd name="T17" fmla="*/ 1920 h 2160"/>
              <a:gd name="T18" fmla="*/ 0 w 2640"/>
              <a:gd name="T19" fmla="*/ 1680 h 2160"/>
              <a:gd name="T20" fmla="*/ 240 w 2640"/>
              <a:gd name="T21" fmla="*/ 1440 h 2160"/>
              <a:gd name="T22" fmla="*/ 0 w 2640"/>
              <a:gd name="T23" fmla="*/ 1680 h 2160"/>
              <a:gd name="T24" fmla="*/ 240 w 2640"/>
              <a:gd name="T25" fmla="*/ 1920 h 2160"/>
              <a:gd name="T26" fmla="*/ 240 w 2640"/>
              <a:gd name="T27" fmla="*/ 2160 h 2160"/>
              <a:gd name="T28" fmla="*/ 1440 w 2640"/>
              <a:gd name="T29" fmla="*/ 0 h 2160"/>
              <a:gd name="T30" fmla="*/ 2640 w 2640"/>
              <a:gd name="T31" fmla="*/ 720 h 2160"/>
              <a:gd name="T32" fmla="*/ 2400 w 2640"/>
              <a:gd name="T33" fmla="*/ 0 h 2160"/>
              <a:gd name="T34" fmla="*/ 2640 w 2640"/>
              <a:gd name="T35" fmla="*/ 1680 h 2160"/>
              <a:gd name="T36" fmla="*/ 2400 w 2640"/>
              <a:gd name="T37" fmla="*/ 1440 h 2160"/>
              <a:gd name="T38" fmla="*/ 960 w 2640"/>
              <a:gd name="T39" fmla="*/ 240 h 2160"/>
              <a:gd name="T40" fmla="*/ 1200 w 2640"/>
              <a:gd name="T41" fmla="*/ 0 h 2160"/>
              <a:gd name="T42" fmla="*/ 960 w 2640"/>
              <a:gd name="T43" fmla="*/ 240 h 2160"/>
              <a:gd name="T44" fmla="*/ 720 w 2640"/>
              <a:gd name="T45" fmla="*/ 2160 h 2160"/>
              <a:gd name="T46" fmla="*/ 480 w 2640"/>
              <a:gd name="T47" fmla="*/ 1920 h 2160"/>
              <a:gd name="T48" fmla="*/ 480 w 2640"/>
              <a:gd name="T49" fmla="*/ 240 h 2160"/>
              <a:gd name="T50" fmla="*/ 720 w 2640"/>
              <a:gd name="T51" fmla="*/ 0 h 2160"/>
              <a:gd name="T52" fmla="*/ 480 w 2640"/>
              <a:gd name="T53" fmla="*/ 240 h 2160"/>
              <a:gd name="T54" fmla="*/ 2640 w 2640"/>
              <a:gd name="T55" fmla="*/ 1920 h 2160"/>
              <a:gd name="T56" fmla="*/ 2400 w 2640"/>
              <a:gd name="T57" fmla="*/ 2160 h 2160"/>
              <a:gd name="T58" fmla="*/ 2640 w 2640"/>
              <a:gd name="T59" fmla="*/ 1200 h 2160"/>
              <a:gd name="T60" fmla="*/ 2400 w 2640"/>
              <a:gd name="T61" fmla="*/ 960 h 2160"/>
              <a:gd name="T62" fmla="*/ 1440 w 2640"/>
              <a:gd name="T63" fmla="*/ 2160 h 2160"/>
              <a:gd name="T64" fmla="*/ 1680 w 2640"/>
              <a:gd name="T65" fmla="*/ 1920 h 2160"/>
              <a:gd name="T66" fmla="*/ 1440 w 2640"/>
              <a:gd name="T67" fmla="*/ 2160 h 2160"/>
              <a:gd name="T68" fmla="*/ 2160 w 2640"/>
              <a:gd name="T69" fmla="*/ 2160 h 2160"/>
              <a:gd name="T70" fmla="*/ 1920 w 2640"/>
              <a:gd name="T71" fmla="*/ 192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640" h="2160">
                <a:moveTo>
                  <a:pt x="0" y="720"/>
                </a:moveTo>
                <a:cubicBezTo>
                  <a:pt x="240" y="720"/>
                  <a:pt x="240" y="720"/>
                  <a:pt x="240" y="720"/>
                </a:cubicBezTo>
                <a:cubicBezTo>
                  <a:pt x="240" y="480"/>
                  <a:pt x="240" y="480"/>
                  <a:pt x="240" y="480"/>
                </a:cubicBezTo>
                <a:cubicBezTo>
                  <a:pt x="0" y="480"/>
                  <a:pt x="0" y="480"/>
                  <a:pt x="0" y="480"/>
                </a:cubicBezTo>
                <a:lnTo>
                  <a:pt x="0" y="720"/>
                </a:lnTo>
                <a:close/>
                <a:moveTo>
                  <a:pt x="0" y="1200"/>
                </a:moveTo>
                <a:cubicBezTo>
                  <a:pt x="240" y="1200"/>
                  <a:pt x="240" y="1200"/>
                  <a:pt x="240" y="1200"/>
                </a:cubicBezTo>
                <a:cubicBezTo>
                  <a:pt x="240" y="960"/>
                  <a:pt x="240" y="960"/>
                  <a:pt x="240" y="960"/>
                </a:cubicBezTo>
                <a:cubicBezTo>
                  <a:pt x="0" y="960"/>
                  <a:pt x="0" y="960"/>
                  <a:pt x="0" y="960"/>
                </a:cubicBezTo>
                <a:lnTo>
                  <a:pt x="0" y="1200"/>
                </a:lnTo>
                <a:close/>
                <a:moveTo>
                  <a:pt x="0" y="240"/>
                </a:moveTo>
                <a:cubicBezTo>
                  <a:pt x="240" y="240"/>
                  <a:pt x="240" y="240"/>
                  <a:pt x="240" y="240"/>
                </a:cubicBez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lose/>
                <a:moveTo>
                  <a:pt x="960" y="2160"/>
                </a:moveTo>
                <a:cubicBezTo>
                  <a:pt x="1200" y="2160"/>
                  <a:pt x="1200" y="2160"/>
                  <a:pt x="1200" y="2160"/>
                </a:cubicBezTo>
                <a:cubicBezTo>
                  <a:pt x="1200" y="1920"/>
                  <a:pt x="1200" y="1920"/>
                  <a:pt x="1200" y="1920"/>
                </a:cubicBezTo>
                <a:cubicBezTo>
                  <a:pt x="960" y="1920"/>
                  <a:pt x="960" y="1920"/>
                  <a:pt x="960" y="1920"/>
                </a:cubicBezTo>
                <a:lnTo>
                  <a:pt x="960" y="2160"/>
                </a:lnTo>
                <a:close/>
                <a:moveTo>
                  <a:pt x="0" y="1680"/>
                </a:moveTo>
                <a:cubicBezTo>
                  <a:pt x="240" y="1680"/>
                  <a:pt x="240" y="1680"/>
                  <a:pt x="240" y="1680"/>
                </a:cubicBezTo>
                <a:cubicBezTo>
                  <a:pt x="240" y="1440"/>
                  <a:pt x="240" y="1440"/>
                  <a:pt x="240" y="1440"/>
                </a:cubicBezTo>
                <a:cubicBezTo>
                  <a:pt x="0" y="1440"/>
                  <a:pt x="0" y="1440"/>
                  <a:pt x="0" y="1440"/>
                </a:cubicBezTo>
                <a:lnTo>
                  <a:pt x="0" y="1680"/>
                </a:lnTo>
                <a:close/>
                <a:moveTo>
                  <a:pt x="240" y="2160"/>
                </a:moveTo>
                <a:cubicBezTo>
                  <a:pt x="240" y="1920"/>
                  <a:pt x="240" y="1920"/>
                  <a:pt x="240" y="192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8" y="2160"/>
                  <a:pt x="240" y="2160"/>
                </a:cubicBezTo>
                <a:close/>
                <a:moveTo>
                  <a:pt x="2400" y="0"/>
                </a:moveTo>
                <a:cubicBezTo>
                  <a:pt x="1440" y="0"/>
                  <a:pt x="1440" y="0"/>
                  <a:pt x="1440" y="0"/>
                </a:cubicBezTo>
                <a:cubicBezTo>
                  <a:pt x="1440" y="720"/>
                  <a:pt x="1440" y="720"/>
                  <a:pt x="1440" y="720"/>
                </a:cubicBezTo>
                <a:cubicBezTo>
                  <a:pt x="2640" y="720"/>
                  <a:pt x="2640" y="720"/>
                  <a:pt x="2640" y="720"/>
                </a:cubicBezTo>
                <a:cubicBezTo>
                  <a:pt x="2640" y="240"/>
                  <a:pt x="2640" y="240"/>
                  <a:pt x="2640" y="240"/>
                </a:cubicBezTo>
                <a:cubicBezTo>
                  <a:pt x="2640" y="108"/>
                  <a:pt x="2532" y="0"/>
                  <a:pt x="2400" y="0"/>
                </a:cubicBezTo>
                <a:close/>
                <a:moveTo>
                  <a:pt x="2400" y="1680"/>
                </a:moveTo>
                <a:cubicBezTo>
                  <a:pt x="2640" y="1680"/>
                  <a:pt x="2640" y="1680"/>
                  <a:pt x="2640" y="1680"/>
                </a:cubicBezTo>
                <a:cubicBezTo>
                  <a:pt x="2640" y="1440"/>
                  <a:pt x="2640" y="1440"/>
                  <a:pt x="2640" y="1440"/>
                </a:cubicBezTo>
                <a:cubicBezTo>
                  <a:pt x="2400" y="1440"/>
                  <a:pt x="2400" y="1440"/>
                  <a:pt x="2400" y="1440"/>
                </a:cubicBezTo>
                <a:lnTo>
                  <a:pt x="2400" y="1680"/>
                </a:lnTo>
                <a:close/>
                <a:moveTo>
                  <a:pt x="960" y="240"/>
                </a:moveTo>
                <a:cubicBezTo>
                  <a:pt x="1200" y="240"/>
                  <a:pt x="1200" y="240"/>
                  <a:pt x="1200" y="240"/>
                </a:cubicBezTo>
                <a:cubicBezTo>
                  <a:pt x="1200" y="0"/>
                  <a:pt x="1200" y="0"/>
                  <a:pt x="1200" y="0"/>
                </a:cubicBezTo>
                <a:cubicBezTo>
                  <a:pt x="960" y="0"/>
                  <a:pt x="960" y="0"/>
                  <a:pt x="960" y="0"/>
                </a:cubicBezTo>
                <a:lnTo>
                  <a:pt x="960" y="240"/>
                </a:lnTo>
                <a:close/>
                <a:moveTo>
                  <a:pt x="480" y="2160"/>
                </a:moveTo>
                <a:cubicBezTo>
                  <a:pt x="720" y="2160"/>
                  <a:pt x="720" y="2160"/>
                  <a:pt x="720" y="2160"/>
                </a:cubicBezTo>
                <a:cubicBezTo>
                  <a:pt x="720" y="1920"/>
                  <a:pt x="720" y="1920"/>
                  <a:pt x="720" y="1920"/>
                </a:cubicBezTo>
                <a:cubicBezTo>
                  <a:pt x="480" y="1920"/>
                  <a:pt x="480" y="1920"/>
                  <a:pt x="480" y="1920"/>
                </a:cubicBezTo>
                <a:lnTo>
                  <a:pt x="480" y="2160"/>
                </a:lnTo>
                <a:close/>
                <a:moveTo>
                  <a:pt x="480" y="240"/>
                </a:moveTo>
                <a:cubicBezTo>
                  <a:pt x="720" y="240"/>
                  <a:pt x="720" y="240"/>
                  <a:pt x="720" y="240"/>
                </a:cubicBezTo>
                <a:cubicBezTo>
                  <a:pt x="720" y="0"/>
                  <a:pt x="720" y="0"/>
                  <a:pt x="720" y="0"/>
                </a:cubicBezTo>
                <a:cubicBezTo>
                  <a:pt x="480" y="0"/>
                  <a:pt x="480" y="0"/>
                  <a:pt x="480" y="0"/>
                </a:cubicBezTo>
                <a:lnTo>
                  <a:pt x="480" y="240"/>
                </a:lnTo>
                <a:close/>
                <a:moveTo>
                  <a:pt x="2400" y="2160"/>
                </a:moveTo>
                <a:cubicBezTo>
                  <a:pt x="2532" y="2160"/>
                  <a:pt x="2640" y="2052"/>
                  <a:pt x="2640" y="1920"/>
                </a:cubicBezTo>
                <a:cubicBezTo>
                  <a:pt x="2400" y="1920"/>
                  <a:pt x="2400" y="1920"/>
                  <a:pt x="2400" y="1920"/>
                </a:cubicBezTo>
                <a:lnTo>
                  <a:pt x="2400" y="2160"/>
                </a:lnTo>
                <a:close/>
                <a:moveTo>
                  <a:pt x="2400" y="1200"/>
                </a:moveTo>
                <a:cubicBezTo>
                  <a:pt x="2640" y="1200"/>
                  <a:pt x="2640" y="1200"/>
                  <a:pt x="2640" y="1200"/>
                </a:cubicBezTo>
                <a:cubicBezTo>
                  <a:pt x="2640" y="960"/>
                  <a:pt x="2640" y="960"/>
                  <a:pt x="2640" y="960"/>
                </a:cubicBezTo>
                <a:cubicBezTo>
                  <a:pt x="2400" y="960"/>
                  <a:pt x="2400" y="960"/>
                  <a:pt x="2400" y="960"/>
                </a:cubicBezTo>
                <a:lnTo>
                  <a:pt x="2400" y="1200"/>
                </a:lnTo>
                <a:close/>
                <a:moveTo>
                  <a:pt x="1440" y="2160"/>
                </a:moveTo>
                <a:cubicBezTo>
                  <a:pt x="1680" y="2160"/>
                  <a:pt x="1680" y="2160"/>
                  <a:pt x="1680" y="2160"/>
                </a:cubicBezTo>
                <a:cubicBezTo>
                  <a:pt x="1680" y="1920"/>
                  <a:pt x="1680" y="1920"/>
                  <a:pt x="1680" y="1920"/>
                </a:cubicBezTo>
                <a:cubicBezTo>
                  <a:pt x="1440" y="1920"/>
                  <a:pt x="1440" y="1920"/>
                  <a:pt x="1440" y="1920"/>
                </a:cubicBezTo>
                <a:lnTo>
                  <a:pt x="1440" y="2160"/>
                </a:lnTo>
                <a:close/>
                <a:moveTo>
                  <a:pt x="1920" y="2160"/>
                </a:moveTo>
                <a:cubicBezTo>
                  <a:pt x="2160" y="2160"/>
                  <a:pt x="2160" y="2160"/>
                  <a:pt x="2160" y="2160"/>
                </a:cubicBezTo>
                <a:cubicBezTo>
                  <a:pt x="2160" y="1920"/>
                  <a:pt x="2160" y="1920"/>
                  <a:pt x="2160" y="1920"/>
                </a:cubicBezTo>
                <a:cubicBezTo>
                  <a:pt x="1920" y="1920"/>
                  <a:pt x="1920" y="1920"/>
                  <a:pt x="1920" y="1920"/>
                </a:cubicBezTo>
                <a:lnTo>
                  <a:pt x="1920" y="21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57927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heater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12780" cy="914400"/>
          </a:xfrm>
          <a:custGeom>
            <a:avLst/>
            <a:gdLst>
              <a:gd name="T0" fmla="*/ 3969 w 4535"/>
              <a:gd name="T1" fmla="*/ 0 h 5102"/>
              <a:gd name="T2" fmla="*/ 3969 w 4535"/>
              <a:gd name="T3" fmla="*/ 567 h 5102"/>
              <a:gd name="T4" fmla="*/ 3402 w 4535"/>
              <a:gd name="T5" fmla="*/ 567 h 5102"/>
              <a:gd name="T6" fmla="*/ 3402 w 4535"/>
              <a:gd name="T7" fmla="*/ 0 h 5102"/>
              <a:gd name="T8" fmla="*/ 1134 w 4535"/>
              <a:gd name="T9" fmla="*/ 0 h 5102"/>
              <a:gd name="T10" fmla="*/ 1134 w 4535"/>
              <a:gd name="T11" fmla="*/ 567 h 5102"/>
              <a:gd name="T12" fmla="*/ 567 w 4535"/>
              <a:gd name="T13" fmla="*/ 567 h 5102"/>
              <a:gd name="T14" fmla="*/ 567 w 4535"/>
              <a:gd name="T15" fmla="*/ 0 h 5102"/>
              <a:gd name="T16" fmla="*/ 0 w 4535"/>
              <a:gd name="T17" fmla="*/ 0 h 5102"/>
              <a:gd name="T18" fmla="*/ 0 w 4535"/>
              <a:gd name="T19" fmla="*/ 5102 h 5102"/>
              <a:gd name="T20" fmla="*/ 567 w 4535"/>
              <a:gd name="T21" fmla="*/ 5102 h 5102"/>
              <a:gd name="T22" fmla="*/ 567 w 4535"/>
              <a:gd name="T23" fmla="*/ 4535 h 5102"/>
              <a:gd name="T24" fmla="*/ 1134 w 4535"/>
              <a:gd name="T25" fmla="*/ 4535 h 5102"/>
              <a:gd name="T26" fmla="*/ 1134 w 4535"/>
              <a:gd name="T27" fmla="*/ 5102 h 5102"/>
              <a:gd name="T28" fmla="*/ 3402 w 4535"/>
              <a:gd name="T29" fmla="*/ 5102 h 5102"/>
              <a:gd name="T30" fmla="*/ 3402 w 4535"/>
              <a:gd name="T31" fmla="*/ 4535 h 5102"/>
              <a:gd name="T32" fmla="*/ 3969 w 4535"/>
              <a:gd name="T33" fmla="*/ 4535 h 5102"/>
              <a:gd name="T34" fmla="*/ 3969 w 4535"/>
              <a:gd name="T35" fmla="*/ 5102 h 5102"/>
              <a:gd name="T36" fmla="*/ 4535 w 4535"/>
              <a:gd name="T37" fmla="*/ 5102 h 5102"/>
              <a:gd name="T38" fmla="*/ 4535 w 4535"/>
              <a:gd name="T39" fmla="*/ 0 h 5102"/>
              <a:gd name="T40" fmla="*/ 3969 w 4535"/>
              <a:gd name="T41" fmla="*/ 0 h 5102"/>
              <a:gd name="T42" fmla="*/ 1134 w 4535"/>
              <a:gd name="T43" fmla="*/ 3969 h 5102"/>
              <a:gd name="T44" fmla="*/ 567 w 4535"/>
              <a:gd name="T45" fmla="*/ 3969 h 5102"/>
              <a:gd name="T46" fmla="*/ 567 w 4535"/>
              <a:gd name="T47" fmla="*/ 3402 h 5102"/>
              <a:gd name="T48" fmla="*/ 1134 w 4535"/>
              <a:gd name="T49" fmla="*/ 3402 h 5102"/>
              <a:gd name="T50" fmla="*/ 1134 w 4535"/>
              <a:gd name="T51" fmla="*/ 3969 h 5102"/>
              <a:gd name="T52" fmla="*/ 1134 w 4535"/>
              <a:gd name="T53" fmla="*/ 2835 h 5102"/>
              <a:gd name="T54" fmla="*/ 567 w 4535"/>
              <a:gd name="T55" fmla="*/ 2835 h 5102"/>
              <a:gd name="T56" fmla="*/ 567 w 4535"/>
              <a:gd name="T57" fmla="*/ 2268 h 5102"/>
              <a:gd name="T58" fmla="*/ 1134 w 4535"/>
              <a:gd name="T59" fmla="*/ 2268 h 5102"/>
              <a:gd name="T60" fmla="*/ 1134 w 4535"/>
              <a:gd name="T61" fmla="*/ 2835 h 5102"/>
              <a:gd name="T62" fmla="*/ 1134 w 4535"/>
              <a:gd name="T63" fmla="*/ 1701 h 5102"/>
              <a:gd name="T64" fmla="*/ 567 w 4535"/>
              <a:gd name="T65" fmla="*/ 1701 h 5102"/>
              <a:gd name="T66" fmla="*/ 567 w 4535"/>
              <a:gd name="T67" fmla="*/ 1134 h 5102"/>
              <a:gd name="T68" fmla="*/ 1134 w 4535"/>
              <a:gd name="T69" fmla="*/ 1134 h 5102"/>
              <a:gd name="T70" fmla="*/ 1134 w 4535"/>
              <a:gd name="T71" fmla="*/ 1701 h 5102"/>
              <a:gd name="T72" fmla="*/ 3969 w 4535"/>
              <a:gd name="T73" fmla="*/ 3969 h 5102"/>
              <a:gd name="T74" fmla="*/ 3402 w 4535"/>
              <a:gd name="T75" fmla="*/ 3969 h 5102"/>
              <a:gd name="T76" fmla="*/ 3402 w 4535"/>
              <a:gd name="T77" fmla="*/ 3402 h 5102"/>
              <a:gd name="T78" fmla="*/ 3969 w 4535"/>
              <a:gd name="T79" fmla="*/ 3402 h 5102"/>
              <a:gd name="T80" fmla="*/ 3969 w 4535"/>
              <a:gd name="T81" fmla="*/ 3969 h 5102"/>
              <a:gd name="T82" fmla="*/ 3969 w 4535"/>
              <a:gd name="T83" fmla="*/ 2835 h 5102"/>
              <a:gd name="T84" fmla="*/ 3402 w 4535"/>
              <a:gd name="T85" fmla="*/ 2835 h 5102"/>
              <a:gd name="T86" fmla="*/ 3402 w 4535"/>
              <a:gd name="T87" fmla="*/ 2268 h 5102"/>
              <a:gd name="T88" fmla="*/ 3969 w 4535"/>
              <a:gd name="T89" fmla="*/ 2268 h 5102"/>
              <a:gd name="T90" fmla="*/ 3969 w 4535"/>
              <a:gd name="T91" fmla="*/ 2835 h 5102"/>
              <a:gd name="T92" fmla="*/ 3969 w 4535"/>
              <a:gd name="T93" fmla="*/ 1701 h 5102"/>
              <a:gd name="T94" fmla="*/ 3402 w 4535"/>
              <a:gd name="T95" fmla="*/ 1701 h 5102"/>
              <a:gd name="T96" fmla="*/ 3402 w 4535"/>
              <a:gd name="T97" fmla="*/ 1134 h 5102"/>
              <a:gd name="T98" fmla="*/ 3969 w 4535"/>
              <a:gd name="T99" fmla="*/ 1134 h 5102"/>
              <a:gd name="T100" fmla="*/ 3969 w 4535"/>
              <a:gd name="T101" fmla="*/ 1701 h 5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535" h="5102">
                <a:moveTo>
                  <a:pt x="3969" y="0"/>
                </a:moveTo>
                <a:lnTo>
                  <a:pt x="3969" y="567"/>
                </a:lnTo>
                <a:lnTo>
                  <a:pt x="3402" y="567"/>
                </a:lnTo>
                <a:lnTo>
                  <a:pt x="3402" y="0"/>
                </a:lnTo>
                <a:lnTo>
                  <a:pt x="1134" y="0"/>
                </a:lnTo>
                <a:lnTo>
                  <a:pt x="1134" y="567"/>
                </a:lnTo>
                <a:lnTo>
                  <a:pt x="567" y="567"/>
                </a:lnTo>
                <a:lnTo>
                  <a:pt x="567" y="0"/>
                </a:lnTo>
                <a:lnTo>
                  <a:pt x="0" y="0"/>
                </a:lnTo>
                <a:lnTo>
                  <a:pt x="0" y="5102"/>
                </a:lnTo>
                <a:lnTo>
                  <a:pt x="567" y="5102"/>
                </a:lnTo>
                <a:lnTo>
                  <a:pt x="567" y="4535"/>
                </a:lnTo>
                <a:lnTo>
                  <a:pt x="1134" y="4535"/>
                </a:lnTo>
                <a:lnTo>
                  <a:pt x="1134" y="5102"/>
                </a:lnTo>
                <a:lnTo>
                  <a:pt x="3402" y="5102"/>
                </a:lnTo>
                <a:lnTo>
                  <a:pt x="3402" y="4535"/>
                </a:lnTo>
                <a:lnTo>
                  <a:pt x="3969" y="4535"/>
                </a:lnTo>
                <a:lnTo>
                  <a:pt x="3969" y="5102"/>
                </a:lnTo>
                <a:lnTo>
                  <a:pt x="4535" y="5102"/>
                </a:lnTo>
                <a:lnTo>
                  <a:pt x="4535" y="0"/>
                </a:lnTo>
                <a:lnTo>
                  <a:pt x="3969" y="0"/>
                </a:lnTo>
                <a:close/>
                <a:moveTo>
                  <a:pt x="1134" y="3969"/>
                </a:moveTo>
                <a:lnTo>
                  <a:pt x="567" y="3969"/>
                </a:lnTo>
                <a:lnTo>
                  <a:pt x="567" y="3402"/>
                </a:lnTo>
                <a:lnTo>
                  <a:pt x="1134" y="3402"/>
                </a:lnTo>
                <a:lnTo>
                  <a:pt x="1134" y="3969"/>
                </a:lnTo>
                <a:close/>
                <a:moveTo>
                  <a:pt x="1134" y="2835"/>
                </a:moveTo>
                <a:lnTo>
                  <a:pt x="567" y="2835"/>
                </a:lnTo>
                <a:lnTo>
                  <a:pt x="567" y="2268"/>
                </a:lnTo>
                <a:lnTo>
                  <a:pt x="1134" y="2268"/>
                </a:lnTo>
                <a:lnTo>
                  <a:pt x="1134" y="2835"/>
                </a:lnTo>
                <a:close/>
                <a:moveTo>
                  <a:pt x="1134" y="1701"/>
                </a:moveTo>
                <a:lnTo>
                  <a:pt x="567" y="1701"/>
                </a:lnTo>
                <a:lnTo>
                  <a:pt x="567" y="1134"/>
                </a:lnTo>
                <a:lnTo>
                  <a:pt x="1134" y="1134"/>
                </a:lnTo>
                <a:lnTo>
                  <a:pt x="1134" y="1701"/>
                </a:lnTo>
                <a:close/>
                <a:moveTo>
                  <a:pt x="3969" y="3969"/>
                </a:moveTo>
                <a:lnTo>
                  <a:pt x="3402" y="3969"/>
                </a:lnTo>
                <a:lnTo>
                  <a:pt x="3402" y="3402"/>
                </a:lnTo>
                <a:lnTo>
                  <a:pt x="3969" y="3402"/>
                </a:lnTo>
                <a:lnTo>
                  <a:pt x="3969" y="3969"/>
                </a:lnTo>
                <a:close/>
                <a:moveTo>
                  <a:pt x="3969" y="2835"/>
                </a:moveTo>
                <a:lnTo>
                  <a:pt x="3402" y="2835"/>
                </a:lnTo>
                <a:lnTo>
                  <a:pt x="3402" y="2268"/>
                </a:lnTo>
                <a:lnTo>
                  <a:pt x="3969" y="2268"/>
                </a:lnTo>
                <a:lnTo>
                  <a:pt x="3969" y="2835"/>
                </a:lnTo>
                <a:close/>
                <a:moveTo>
                  <a:pt x="3969" y="1701"/>
                </a:moveTo>
                <a:lnTo>
                  <a:pt x="3402" y="1701"/>
                </a:lnTo>
                <a:lnTo>
                  <a:pt x="3402" y="1134"/>
                </a:lnTo>
                <a:lnTo>
                  <a:pt x="3969" y="1134"/>
                </a:lnTo>
                <a:lnTo>
                  <a:pt x="3969" y="17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15987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humb Dow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31259"/>
          </a:xfrm>
          <a:custGeom>
            <a:avLst/>
            <a:gdLst>
              <a:gd name="T0" fmla="*/ 1680 w 2640"/>
              <a:gd name="T1" fmla="*/ 0 h 2400"/>
              <a:gd name="T2" fmla="*/ 600 w 2640"/>
              <a:gd name="T3" fmla="*/ 0 h 2400"/>
              <a:gd name="T4" fmla="*/ 379 w 2640"/>
              <a:gd name="T5" fmla="*/ 146 h 2400"/>
              <a:gd name="T6" fmla="*/ 17 w 2640"/>
              <a:gd name="T7" fmla="*/ 992 h 2400"/>
              <a:gd name="T8" fmla="*/ 0 w 2640"/>
              <a:gd name="T9" fmla="*/ 1080 h 2400"/>
              <a:gd name="T10" fmla="*/ 0 w 2640"/>
              <a:gd name="T11" fmla="*/ 1309 h 2400"/>
              <a:gd name="T12" fmla="*/ 1 w 2640"/>
              <a:gd name="T13" fmla="*/ 1310 h 2400"/>
              <a:gd name="T14" fmla="*/ 0 w 2640"/>
              <a:gd name="T15" fmla="*/ 1320 h 2400"/>
              <a:gd name="T16" fmla="*/ 240 w 2640"/>
              <a:gd name="T17" fmla="*/ 1560 h 2400"/>
              <a:gd name="T18" fmla="*/ 997 w 2640"/>
              <a:gd name="T19" fmla="*/ 1560 h 2400"/>
              <a:gd name="T20" fmla="*/ 883 w 2640"/>
              <a:gd name="T21" fmla="*/ 2108 h 2400"/>
              <a:gd name="T22" fmla="*/ 880 w 2640"/>
              <a:gd name="T23" fmla="*/ 2147 h 2400"/>
              <a:gd name="T24" fmla="*/ 932 w 2640"/>
              <a:gd name="T25" fmla="*/ 2274 h 2400"/>
              <a:gd name="T26" fmla="*/ 1060 w 2640"/>
              <a:gd name="T27" fmla="*/ 2400 h 2400"/>
              <a:gd name="T28" fmla="*/ 1850 w 2640"/>
              <a:gd name="T29" fmla="*/ 1609 h 2400"/>
              <a:gd name="T30" fmla="*/ 1920 w 2640"/>
              <a:gd name="T31" fmla="*/ 1440 h 2400"/>
              <a:gd name="T32" fmla="*/ 1920 w 2640"/>
              <a:gd name="T33" fmla="*/ 240 h 2400"/>
              <a:gd name="T34" fmla="*/ 1680 w 2640"/>
              <a:gd name="T35" fmla="*/ 0 h 2400"/>
              <a:gd name="T36" fmla="*/ 2160 w 2640"/>
              <a:gd name="T37" fmla="*/ 0 h 2400"/>
              <a:gd name="T38" fmla="*/ 2160 w 2640"/>
              <a:gd name="T39" fmla="*/ 1440 h 2400"/>
              <a:gd name="T40" fmla="*/ 2640 w 2640"/>
              <a:gd name="T41" fmla="*/ 1440 h 2400"/>
              <a:gd name="T42" fmla="*/ 2640 w 2640"/>
              <a:gd name="T43" fmla="*/ 0 h 2400"/>
              <a:gd name="T44" fmla="*/ 2160 w 2640"/>
              <a:gd name="T45" fmla="*/ 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640" h="2400">
                <a:moveTo>
                  <a:pt x="1680" y="0"/>
                </a:moveTo>
                <a:cubicBezTo>
                  <a:pt x="600" y="0"/>
                  <a:pt x="600" y="0"/>
                  <a:pt x="600" y="0"/>
                </a:cubicBezTo>
                <a:cubicBezTo>
                  <a:pt x="500" y="0"/>
                  <a:pt x="415" y="60"/>
                  <a:pt x="379" y="146"/>
                </a:cubicBezTo>
                <a:cubicBezTo>
                  <a:pt x="17" y="992"/>
                  <a:pt x="17" y="992"/>
                  <a:pt x="17" y="992"/>
                </a:cubicBezTo>
                <a:cubicBezTo>
                  <a:pt x="6" y="1020"/>
                  <a:pt x="0" y="1049"/>
                  <a:pt x="0" y="1080"/>
                </a:cubicBezTo>
                <a:cubicBezTo>
                  <a:pt x="0" y="1309"/>
                  <a:pt x="0" y="1309"/>
                  <a:pt x="0" y="1309"/>
                </a:cubicBezTo>
                <a:cubicBezTo>
                  <a:pt x="1" y="1310"/>
                  <a:pt x="1" y="1310"/>
                  <a:pt x="1" y="1310"/>
                </a:cubicBezTo>
                <a:cubicBezTo>
                  <a:pt x="0" y="1320"/>
                  <a:pt x="0" y="1320"/>
                  <a:pt x="0" y="1320"/>
                </a:cubicBezTo>
                <a:cubicBezTo>
                  <a:pt x="0" y="1452"/>
                  <a:pt x="108" y="1560"/>
                  <a:pt x="240" y="1560"/>
                </a:cubicBezTo>
                <a:cubicBezTo>
                  <a:pt x="997" y="1560"/>
                  <a:pt x="997" y="1560"/>
                  <a:pt x="997" y="1560"/>
                </a:cubicBezTo>
                <a:cubicBezTo>
                  <a:pt x="883" y="2108"/>
                  <a:pt x="883" y="2108"/>
                  <a:pt x="883" y="2108"/>
                </a:cubicBezTo>
                <a:cubicBezTo>
                  <a:pt x="880" y="2147"/>
                  <a:pt x="880" y="2147"/>
                  <a:pt x="880" y="2147"/>
                </a:cubicBezTo>
                <a:cubicBezTo>
                  <a:pt x="880" y="2196"/>
                  <a:pt x="900" y="2242"/>
                  <a:pt x="932" y="2274"/>
                </a:cubicBezTo>
                <a:cubicBezTo>
                  <a:pt x="1060" y="2400"/>
                  <a:pt x="1060" y="2400"/>
                  <a:pt x="1060" y="2400"/>
                </a:cubicBezTo>
                <a:cubicBezTo>
                  <a:pt x="1850" y="1609"/>
                  <a:pt x="1850" y="1609"/>
                  <a:pt x="1850" y="1609"/>
                </a:cubicBezTo>
                <a:cubicBezTo>
                  <a:pt x="1894" y="1566"/>
                  <a:pt x="1920" y="1506"/>
                  <a:pt x="1920" y="1440"/>
                </a:cubicBezTo>
                <a:cubicBezTo>
                  <a:pt x="1920" y="240"/>
                  <a:pt x="1920" y="240"/>
                  <a:pt x="1920" y="240"/>
                </a:cubicBezTo>
                <a:cubicBezTo>
                  <a:pt x="1920" y="108"/>
                  <a:pt x="1812" y="0"/>
                  <a:pt x="1680" y="0"/>
                </a:cubicBezTo>
                <a:close/>
                <a:moveTo>
                  <a:pt x="2160" y="0"/>
                </a:moveTo>
                <a:cubicBezTo>
                  <a:pt x="2160" y="1440"/>
                  <a:pt x="2160" y="1440"/>
                  <a:pt x="2160" y="1440"/>
                </a:cubicBezTo>
                <a:cubicBezTo>
                  <a:pt x="2640" y="1440"/>
                  <a:pt x="2640" y="1440"/>
                  <a:pt x="2640" y="1440"/>
                </a:cubicBezTo>
                <a:cubicBezTo>
                  <a:pt x="2640" y="0"/>
                  <a:pt x="2640" y="0"/>
                  <a:pt x="2640" y="0"/>
                </a:cubicBezTo>
                <a:lnTo>
                  <a:pt x="216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07011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humb U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31259"/>
          </a:xfrm>
          <a:custGeom>
            <a:avLst/>
            <a:gdLst>
              <a:gd name="T0" fmla="*/ 0 w 2640"/>
              <a:gd name="T1" fmla="*/ 2400 h 2400"/>
              <a:gd name="T2" fmla="*/ 480 w 2640"/>
              <a:gd name="T3" fmla="*/ 2400 h 2400"/>
              <a:gd name="T4" fmla="*/ 480 w 2640"/>
              <a:gd name="T5" fmla="*/ 960 h 2400"/>
              <a:gd name="T6" fmla="*/ 0 w 2640"/>
              <a:gd name="T7" fmla="*/ 960 h 2400"/>
              <a:gd name="T8" fmla="*/ 0 w 2640"/>
              <a:gd name="T9" fmla="*/ 2400 h 2400"/>
              <a:gd name="T10" fmla="*/ 2640 w 2640"/>
              <a:gd name="T11" fmla="*/ 1080 h 2400"/>
              <a:gd name="T12" fmla="*/ 2400 w 2640"/>
              <a:gd name="T13" fmla="*/ 840 h 2400"/>
              <a:gd name="T14" fmla="*/ 1643 w 2640"/>
              <a:gd name="T15" fmla="*/ 840 h 2400"/>
              <a:gd name="T16" fmla="*/ 1757 w 2640"/>
              <a:gd name="T17" fmla="*/ 292 h 2400"/>
              <a:gd name="T18" fmla="*/ 1760 w 2640"/>
              <a:gd name="T19" fmla="*/ 253 h 2400"/>
              <a:gd name="T20" fmla="*/ 1708 w 2640"/>
              <a:gd name="T21" fmla="*/ 126 h 2400"/>
              <a:gd name="T22" fmla="*/ 1580 w 2640"/>
              <a:gd name="T23" fmla="*/ 0 h 2400"/>
              <a:gd name="T24" fmla="*/ 791 w 2640"/>
              <a:gd name="T25" fmla="*/ 791 h 2400"/>
              <a:gd name="T26" fmla="*/ 720 w 2640"/>
              <a:gd name="T27" fmla="*/ 960 h 2400"/>
              <a:gd name="T28" fmla="*/ 720 w 2640"/>
              <a:gd name="T29" fmla="*/ 2160 h 2400"/>
              <a:gd name="T30" fmla="*/ 960 w 2640"/>
              <a:gd name="T31" fmla="*/ 2400 h 2400"/>
              <a:gd name="T32" fmla="*/ 2040 w 2640"/>
              <a:gd name="T33" fmla="*/ 2400 h 2400"/>
              <a:gd name="T34" fmla="*/ 2261 w 2640"/>
              <a:gd name="T35" fmla="*/ 2254 h 2400"/>
              <a:gd name="T36" fmla="*/ 2623 w 2640"/>
              <a:gd name="T37" fmla="*/ 1408 h 2400"/>
              <a:gd name="T38" fmla="*/ 2640 w 2640"/>
              <a:gd name="T39" fmla="*/ 1320 h 2400"/>
              <a:gd name="T40" fmla="*/ 2640 w 2640"/>
              <a:gd name="T41" fmla="*/ 1091 h 2400"/>
              <a:gd name="T42" fmla="*/ 2639 w 2640"/>
              <a:gd name="T43" fmla="*/ 1090 h 2400"/>
              <a:gd name="T44" fmla="*/ 2640 w 2640"/>
              <a:gd name="T45" fmla="*/ 108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640" h="2400">
                <a:moveTo>
                  <a:pt x="0" y="2400"/>
                </a:moveTo>
                <a:cubicBezTo>
                  <a:pt x="480" y="2400"/>
                  <a:pt x="480" y="2400"/>
                  <a:pt x="480" y="2400"/>
                </a:cubicBezTo>
                <a:cubicBezTo>
                  <a:pt x="480" y="960"/>
                  <a:pt x="480" y="960"/>
                  <a:pt x="480" y="960"/>
                </a:cubicBezTo>
                <a:cubicBezTo>
                  <a:pt x="0" y="960"/>
                  <a:pt x="0" y="960"/>
                  <a:pt x="0" y="960"/>
                </a:cubicBezTo>
                <a:lnTo>
                  <a:pt x="0" y="2400"/>
                </a:lnTo>
                <a:close/>
                <a:moveTo>
                  <a:pt x="2640" y="1080"/>
                </a:moveTo>
                <a:cubicBezTo>
                  <a:pt x="2640" y="948"/>
                  <a:pt x="2532" y="840"/>
                  <a:pt x="2400" y="840"/>
                </a:cubicBezTo>
                <a:cubicBezTo>
                  <a:pt x="1643" y="840"/>
                  <a:pt x="1643" y="840"/>
                  <a:pt x="1643" y="840"/>
                </a:cubicBezTo>
                <a:cubicBezTo>
                  <a:pt x="1757" y="292"/>
                  <a:pt x="1757" y="292"/>
                  <a:pt x="1757" y="292"/>
                </a:cubicBezTo>
                <a:cubicBezTo>
                  <a:pt x="1760" y="253"/>
                  <a:pt x="1760" y="253"/>
                  <a:pt x="1760" y="253"/>
                </a:cubicBezTo>
                <a:cubicBezTo>
                  <a:pt x="1760" y="204"/>
                  <a:pt x="1740" y="158"/>
                  <a:pt x="1708" y="126"/>
                </a:cubicBezTo>
                <a:cubicBezTo>
                  <a:pt x="1580" y="0"/>
                  <a:pt x="1580" y="0"/>
                  <a:pt x="1580" y="0"/>
                </a:cubicBezTo>
                <a:cubicBezTo>
                  <a:pt x="791" y="791"/>
                  <a:pt x="791" y="791"/>
                  <a:pt x="791" y="791"/>
                </a:cubicBezTo>
                <a:cubicBezTo>
                  <a:pt x="746" y="834"/>
                  <a:pt x="720" y="894"/>
                  <a:pt x="720" y="960"/>
                </a:cubicBezTo>
                <a:cubicBezTo>
                  <a:pt x="720" y="2160"/>
                  <a:pt x="720" y="2160"/>
                  <a:pt x="720" y="2160"/>
                </a:cubicBezTo>
                <a:cubicBezTo>
                  <a:pt x="720" y="2292"/>
                  <a:pt x="828" y="2400"/>
                  <a:pt x="960" y="2400"/>
                </a:cubicBezTo>
                <a:cubicBezTo>
                  <a:pt x="2040" y="2400"/>
                  <a:pt x="2040" y="2400"/>
                  <a:pt x="2040" y="2400"/>
                </a:cubicBezTo>
                <a:cubicBezTo>
                  <a:pt x="2140" y="2400"/>
                  <a:pt x="2225" y="2340"/>
                  <a:pt x="2261" y="2254"/>
                </a:cubicBezTo>
                <a:cubicBezTo>
                  <a:pt x="2623" y="1408"/>
                  <a:pt x="2623" y="1408"/>
                  <a:pt x="2623" y="1408"/>
                </a:cubicBezTo>
                <a:cubicBezTo>
                  <a:pt x="2634" y="1380"/>
                  <a:pt x="2640" y="1351"/>
                  <a:pt x="2640" y="1320"/>
                </a:cubicBezTo>
                <a:cubicBezTo>
                  <a:pt x="2640" y="1091"/>
                  <a:pt x="2640" y="1091"/>
                  <a:pt x="2640" y="1091"/>
                </a:cubicBezTo>
                <a:cubicBezTo>
                  <a:pt x="2639" y="1090"/>
                  <a:pt x="2639" y="1090"/>
                  <a:pt x="2639" y="1090"/>
                </a:cubicBezTo>
                <a:lnTo>
                  <a:pt x="2640" y="10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0105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humbs Up Dow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440 w 2880"/>
              <a:gd name="T1" fmla="*/ 720 h 2880"/>
              <a:gd name="T2" fmla="*/ 1320 w 2880"/>
              <a:gd name="T3" fmla="*/ 600 h 2880"/>
              <a:gd name="T4" fmla="*/ 698 w 2880"/>
              <a:gd name="T5" fmla="*/ 600 h 2880"/>
              <a:gd name="T6" fmla="*/ 778 w 2880"/>
              <a:gd name="T7" fmla="*/ 218 h 2880"/>
              <a:gd name="T8" fmla="*/ 780 w 2880"/>
              <a:gd name="T9" fmla="*/ 191 h 2880"/>
              <a:gd name="T10" fmla="*/ 740 w 2880"/>
              <a:gd name="T11" fmla="*/ 95 h 2880"/>
              <a:gd name="T12" fmla="*/ 646 w 2880"/>
              <a:gd name="T13" fmla="*/ 0 h 2880"/>
              <a:gd name="T14" fmla="*/ 53 w 2880"/>
              <a:gd name="T15" fmla="*/ 593 h 2880"/>
              <a:gd name="T16" fmla="*/ 0 w 2880"/>
              <a:gd name="T17" fmla="*/ 720 h 2880"/>
              <a:gd name="T18" fmla="*/ 0 w 2880"/>
              <a:gd name="T19" fmla="*/ 1500 h 2880"/>
              <a:gd name="T20" fmla="*/ 180 w 2880"/>
              <a:gd name="T21" fmla="*/ 1680 h 2880"/>
              <a:gd name="T22" fmla="*/ 990 w 2880"/>
              <a:gd name="T23" fmla="*/ 1680 h 2880"/>
              <a:gd name="T24" fmla="*/ 1156 w 2880"/>
              <a:gd name="T25" fmla="*/ 1571 h 2880"/>
              <a:gd name="T26" fmla="*/ 1427 w 2880"/>
              <a:gd name="T27" fmla="*/ 936 h 2880"/>
              <a:gd name="T28" fmla="*/ 1440 w 2880"/>
              <a:gd name="T29" fmla="*/ 870 h 2880"/>
              <a:gd name="T30" fmla="*/ 1440 w 2880"/>
              <a:gd name="T31" fmla="*/ 720 h 2880"/>
              <a:gd name="T32" fmla="*/ 2700 w 2880"/>
              <a:gd name="T33" fmla="*/ 1200 h 2880"/>
              <a:gd name="T34" fmla="*/ 1890 w 2880"/>
              <a:gd name="T35" fmla="*/ 1200 h 2880"/>
              <a:gd name="T36" fmla="*/ 1724 w 2880"/>
              <a:gd name="T37" fmla="*/ 1309 h 2880"/>
              <a:gd name="T38" fmla="*/ 1453 w 2880"/>
              <a:gd name="T39" fmla="*/ 1944 h 2880"/>
              <a:gd name="T40" fmla="*/ 1440 w 2880"/>
              <a:gd name="T41" fmla="*/ 2010 h 2880"/>
              <a:gd name="T42" fmla="*/ 1440 w 2880"/>
              <a:gd name="T43" fmla="*/ 2160 h 2880"/>
              <a:gd name="T44" fmla="*/ 1560 w 2880"/>
              <a:gd name="T45" fmla="*/ 2280 h 2880"/>
              <a:gd name="T46" fmla="*/ 2182 w 2880"/>
              <a:gd name="T47" fmla="*/ 2280 h 2880"/>
              <a:gd name="T48" fmla="*/ 2102 w 2880"/>
              <a:gd name="T49" fmla="*/ 2662 h 2880"/>
              <a:gd name="T50" fmla="*/ 2100 w 2880"/>
              <a:gd name="T51" fmla="*/ 2690 h 2880"/>
              <a:gd name="T52" fmla="*/ 2140 w 2880"/>
              <a:gd name="T53" fmla="*/ 2786 h 2880"/>
              <a:gd name="T54" fmla="*/ 2234 w 2880"/>
              <a:gd name="T55" fmla="*/ 2880 h 2880"/>
              <a:gd name="T56" fmla="*/ 2827 w 2880"/>
              <a:gd name="T57" fmla="*/ 2287 h 2880"/>
              <a:gd name="T58" fmla="*/ 2880 w 2880"/>
              <a:gd name="T59" fmla="*/ 2160 h 2880"/>
              <a:gd name="T60" fmla="*/ 2880 w 2880"/>
              <a:gd name="T61" fmla="*/ 1380 h 2880"/>
              <a:gd name="T62" fmla="*/ 2700 w 2880"/>
              <a:gd name="T63" fmla="*/ 1200 h 28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880" h="2880">
                <a:moveTo>
                  <a:pt x="1440" y="720"/>
                </a:moveTo>
                <a:cubicBezTo>
                  <a:pt x="1440" y="654"/>
                  <a:pt x="1386" y="600"/>
                  <a:pt x="1320" y="600"/>
                </a:cubicBezTo>
                <a:cubicBezTo>
                  <a:pt x="698" y="600"/>
                  <a:pt x="698" y="600"/>
                  <a:pt x="698" y="600"/>
                </a:cubicBezTo>
                <a:cubicBezTo>
                  <a:pt x="778" y="218"/>
                  <a:pt x="778" y="218"/>
                  <a:pt x="778" y="218"/>
                </a:cubicBezTo>
                <a:cubicBezTo>
                  <a:pt x="780" y="191"/>
                  <a:pt x="780" y="191"/>
                  <a:pt x="780" y="191"/>
                </a:cubicBezTo>
                <a:cubicBezTo>
                  <a:pt x="780" y="154"/>
                  <a:pt x="764" y="120"/>
                  <a:pt x="740" y="95"/>
                </a:cubicBezTo>
                <a:cubicBezTo>
                  <a:pt x="646" y="0"/>
                  <a:pt x="646" y="0"/>
                  <a:pt x="646" y="0"/>
                </a:cubicBezTo>
                <a:cubicBezTo>
                  <a:pt x="53" y="593"/>
                  <a:pt x="53" y="593"/>
                  <a:pt x="53" y="593"/>
                </a:cubicBezTo>
                <a:cubicBezTo>
                  <a:pt x="20" y="625"/>
                  <a:pt x="0" y="671"/>
                  <a:pt x="0" y="720"/>
                </a:cubicBezTo>
                <a:cubicBezTo>
                  <a:pt x="0" y="1500"/>
                  <a:pt x="0" y="1500"/>
                  <a:pt x="0" y="1500"/>
                </a:cubicBezTo>
                <a:cubicBezTo>
                  <a:pt x="0" y="1600"/>
                  <a:pt x="80" y="1680"/>
                  <a:pt x="180" y="1680"/>
                </a:cubicBezTo>
                <a:cubicBezTo>
                  <a:pt x="990" y="1680"/>
                  <a:pt x="990" y="1680"/>
                  <a:pt x="990" y="1680"/>
                </a:cubicBezTo>
                <a:cubicBezTo>
                  <a:pt x="1064" y="1680"/>
                  <a:pt x="1128" y="1634"/>
                  <a:pt x="1156" y="1571"/>
                </a:cubicBezTo>
                <a:cubicBezTo>
                  <a:pt x="1427" y="936"/>
                  <a:pt x="1427" y="936"/>
                  <a:pt x="1427" y="936"/>
                </a:cubicBezTo>
                <a:cubicBezTo>
                  <a:pt x="1435" y="916"/>
                  <a:pt x="1440" y="893"/>
                  <a:pt x="1440" y="870"/>
                </a:cubicBezTo>
                <a:lnTo>
                  <a:pt x="1440" y="720"/>
                </a:lnTo>
                <a:close/>
                <a:moveTo>
                  <a:pt x="2700" y="1200"/>
                </a:moveTo>
                <a:cubicBezTo>
                  <a:pt x="1890" y="1200"/>
                  <a:pt x="1890" y="1200"/>
                  <a:pt x="1890" y="1200"/>
                </a:cubicBezTo>
                <a:cubicBezTo>
                  <a:pt x="1816" y="1200"/>
                  <a:pt x="1752" y="1246"/>
                  <a:pt x="1724" y="1309"/>
                </a:cubicBezTo>
                <a:cubicBezTo>
                  <a:pt x="1453" y="1944"/>
                  <a:pt x="1453" y="1944"/>
                  <a:pt x="1453" y="1944"/>
                </a:cubicBezTo>
                <a:cubicBezTo>
                  <a:pt x="1445" y="1964"/>
                  <a:pt x="1440" y="1987"/>
                  <a:pt x="1440" y="2010"/>
                </a:cubicBezTo>
                <a:cubicBezTo>
                  <a:pt x="1440" y="2160"/>
                  <a:pt x="1440" y="2160"/>
                  <a:pt x="1440" y="2160"/>
                </a:cubicBezTo>
                <a:cubicBezTo>
                  <a:pt x="1440" y="2226"/>
                  <a:pt x="1494" y="2280"/>
                  <a:pt x="1560" y="2280"/>
                </a:cubicBezTo>
                <a:cubicBezTo>
                  <a:pt x="2182" y="2280"/>
                  <a:pt x="2182" y="2280"/>
                  <a:pt x="2182" y="2280"/>
                </a:cubicBezTo>
                <a:cubicBezTo>
                  <a:pt x="2102" y="2662"/>
                  <a:pt x="2102" y="2662"/>
                  <a:pt x="2102" y="2662"/>
                </a:cubicBezTo>
                <a:cubicBezTo>
                  <a:pt x="2100" y="2690"/>
                  <a:pt x="2100" y="2690"/>
                  <a:pt x="2100" y="2690"/>
                </a:cubicBezTo>
                <a:cubicBezTo>
                  <a:pt x="2100" y="2728"/>
                  <a:pt x="2116" y="2761"/>
                  <a:pt x="2140" y="2786"/>
                </a:cubicBezTo>
                <a:cubicBezTo>
                  <a:pt x="2234" y="2880"/>
                  <a:pt x="2234" y="2880"/>
                  <a:pt x="2234" y="2880"/>
                </a:cubicBezTo>
                <a:cubicBezTo>
                  <a:pt x="2827" y="2287"/>
                  <a:pt x="2827" y="2287"/>
                  <a:pt x="2827" y="2287"/>
                </a:cubicBezTo>
                <a:cubicBezTo>
                  <a:pt x="2860" y="2255"/>
                  <a:pt x="2880" y="2209"/>
                  <a:pt x="2880" y="2160"/>
                </a:cubicBezTo>
                <a:cubicBezTo>
                  <a:pt x="2880" y="1380"/>
                  <a:pt x="2880" y="1380"/>
                  <a:pt x="2880" y="1380"/>
                </a:cubicBezTo>
                <a:cubicBezTo>
                  <a:pt x="2880" y="1280"/>
                  <a:pt x="2800" y="1200"/>
                  <a:pt x="2700" y="12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525264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melin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98844"/>
          </a:xfrm>
          <a:custGeom>
            <a:avLst/>
            <a:gdLst>
              <a:gd name="T0" fmla="*/ 2640 w 2640"/>
              <a:gd name="T1" fmla="*/ 240 h 1440"/>
              <a:gd name="T2" fmla="*/ 2400 w 2640"/>
              <a:gd name="T3" fmla="*/ 480 h 1440"/>
              <a:gd name="T4" fmla="*/ 2339 w 2640"/>
              <a:gd name="T5" fmla="*/ 472 h 1440"/>
              <a:gd name="T6" fmla="*/ 1912 w 2640"/>
              <a:gd name="T7" fmla="*/ 898 h 1440"/>
              <a:gd name="T8" fmla="*/ 1920 w 2640"/>
              <a:gd name="T9" fmla="*/ 960 h 1440"/>
              <a:gd name="T10" fmla="*/ 1680 w 2640"/>
              <a:gd name="T11" fmla="*/ 1200 h 1440"/>
              <a:gd name="T12" fmla="*/ 1440 w 2640"/>
              <a:gd name="T13" fmla="*/ 960 h 1440"/>
              <a:gd name="T14" fmla="*/ 1448 w 2640"/>
              <a:gd name="T15" fmla="*/ 898 h 1440"/>
              <a:gd name="T16" fmla="*/ 1142 w 2640"/>
              <a:gd name="T17" fmla="*/ 592 h 1440"/>
              <a:gd name="T18" fmla="*/ 1080 w 2640"/>
              <a:gd name="T19" fmla="*/ 600 h 1440"/>
              <a:gd name="T20" fmla="*/ 1018 w 2640"/>
              <a:gd name="T21" fmla="*/ 592 h 1440"/>
              <a:gd name="T22" fmla="*/ 472 w 2640"/>
              <a:gd name="T23" fmla="*/ 1139 h 1440"/>
              <a:gd name="T24" fmla="*/ 480 w 2640"/>
              <a:gd name="T25" fmla="*/ 1200 h 1440"/>
              <a:gd name="T26" fmla="*/ 240 w 2640"/>
              <a:gd name="T27" fmla="*/ 1440 h 1440"/>
              <a:gd name="T28" fmla="*/ 0 w 2640"/>
              <a:gd name="T29" fmla="*/ 1200 h 1440"/>
              <a:gd name="T30" fmla="*/ 240 w 2640"/>
              <a:gd name="T31" fmla="*/ 960 h 1440"/>
              <a:gd name="T32" fmla="*/ 301 w 2640"/>
              <a:gd name="T33" fmla="*/ 968 h 1440"/>
              <a:gd name="T34" fmla="*/ 848 w 2640"/>
              <a:gd name="T35" fmla="*/ 422 h 1440"/>
              <a:gd name="T36" fmla="*/ 840 w 2640"/>
              <a:gd name="T37" fmla="*/ 360 h 1440"/>
              <a:gd name="T38" fmla="*/ 1080 w 2640"/>
              <a:gd name="T39" fmla="*/ 120 h 1440"/>
              <a:gd name="T40" fmla="*/ 1320 w 2640"/>
              <a:gd name="T41" fmla="*/ 360 h 1440"/>
              <a:gd name="T42" fmla="*/ 1312 w 2640"/>
              <a:gd name="T43" fmla="*/ 422 h 1440"/>
              <a:gd name="T44" fmla="*/ 1618 w 2640"/>
              <a:gd name="T45" fmla="*/ 728 h 1440"/>
              <a:gd name="T46" fmla="*/ 1680 w 2640"/>
              <a:gd name="T47" fmla="*/ 720 h 1440"/>
              <a:gd name="T48" fmla="*/ 1742 w 2640"/>
              <a:gd name="T49" fmla="*/ 728 h 1440"/>
              <a:gd name="T50" fmla="*/ 2168 w 2640"/>
              <a:gd name="T51" fmla="*/ 301 h 1440"/>
              <a:gd name="T52" fmla="*/ 2160 w 2640"/>
              <a:gd name="T53" fmla="*/ 240 h 1440"/>
              <a:gd name="T54" fmla="*/ 2400 w 2640"/>
              <a:gd name="T55" fmla="*/ 0 h 1440"/>
              <a:gd name="T56" fmla="*/ 2640 w 2640"/>
              <a:gd name="T57" fmla="*/ 240 h 1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640" h="1440">
                <a:moveTo>
                  <a:pt x="2640" y="240"/>
                </a:moveTo>
                <a:cubicBezTo>
                  <a:pt x="2640" y="372"/>
                  <a:pt x="2532" y="480"/>
                  <a:pt x="2400" y="480"/>
                </a:cubicBezTo>
                <a:cubicBezTo>
                  <a:pt x="2378" y="480"/>
                  <a:pt x="2358" y="478"/>
                  <a:pt x="2339" y="472"/>
                </a:cubicBezTo>
                <a:cubicBezTo>
                  <a:pt x="1912" y="898"/>
                  <a:pt x="1912" y="898"/>
                  <a:pt x="1912" y="898"/>
                </a:cubicBezTo>
                <a:cubicBezTo>
                  <a:pt x="1918" y="917"/>
                  <a:pt x="1920" y="938"/>
                  <a:pt x="1920" y="960"/>
                </a:cubicBezTo>
                <a:cubicBezTo>
                  <a:pt x="1920" y="1092"/>
                  <a:pt x="1812" y="1200"/>
                  <a:pt x="1680" y="1200"/>
                </a:cubicBezTo>
                <a:cubicBezTo>
                  <a:pt x="1548" y="1200"/>
                  <a:pt x="1440" y="1092"/>
                  <a:pt x="1440" y="960"/>
                </a:cubicBezTo>
                <a:cubicBezTo>
                  <a:pt x="1440" y="938"/>
                  <a:pt x="1442" y="917"/>
                  <a:pt x="1448" y="898"/>
                </a:cubicBezTo>
                <a:cubicBezTo>
                  <a:pt x="1142" y="592"/>
                  <a:pt x="1142" y="592"/>
                  <a:pt x="1142" y="592"/>
                </a:cubicBezTo>
                <a:cubicBezTo>
                  <a:pt x="1123" y="598"/>
                  <a:pt x="1102" y="600"/>
                  <a:pt x="1080" y="600"/>
                </a:cubicBezTo>
                <a:cubicBezTo>
                  <a:pt x="1058" y="600"/>
                  <a:pt x="1037" y="598"/>
                  <a:pt x="1018" y="592"/>
                </a:cubicBezTo>
                <a:cubicBezTo>
                  <a:pt x="472" y="1139"/>
                  <a:pt x="472" y="1139"/>
                  <a:pt x="472" y="1139"/>
                </a:cubicBezTo>
                <a:cubicBezTo>
                  <a:pt x="478" y="1158"/>
                  <a:pt x="480" y="1178"/>
                  <a:pt x="480" y="1200"/>
                </a:cubicBezTo>
                <a:cubicBezTo>
                  <a:pt x="480" y="1332"/>
                  <a:pt x="372" y="1440"/>
                  <a:pt x="240" y="1440"/>
                </a:cubicBezTo>
                <a:cubicBezTo>
                  <a:pt x="108" y="1440"/>
                  <a:pt x="0" y="1332"/>
                  <a:pt x="0" y="1200"/>
                </a:cubicBezTo>
                <a:cubicBezTo>
                  <a:pt x="0" y="1068"/>
                  <a:pt x="108" y="960"/>
                  <a:pt x="240" y="960"/>
                </a:cubicBezTo>
                <a:cubicBezTo>
                  <a:pt x="262" y="960"/>
                  <a:pt x="282" y="962"/>
                  <a:pt x="301" y="968"/>
                </a:cubicBezTo>
                <a:cubicBezTo>
                  <a:pt x="848" y="422"/>
                  <a:pt x="848" y="422"/>
                  <a:pt x="848" y="422"/>
                </a:cubicBezTo>
                <a:cubicBezTo>
                  <a:pt x="842" y="403"/>
                  <a:pt x="840" y="382"/>
                  <a:pt x="840" y="360"/>
                </a:cubicBezTo>
                <a:cubicBezTo>
                  <a:pt x="840" y="228"/>
                  <a:pt x="948" y="120"/>
                  <a:pt x="1080" y="120"/>
                </a:cubicBezTo>
                <a:cubicBezTo>
                  <a:pt x="1212" y="120"/>
                  <a:pt x="1320" y="228"/>
                  <a:pt x="1320" y="360"/>
                </a:cubicBezTo>
                <a:cubicBezTo>
                  <a:pt x="1320" y="382"/>
                  <a:pt x="1318" y="403"/>
                  <a:pt x="1312" y="422"/>
                </a:cubicBezTo>
                <a:cubicBezTo>
                  <a:pt x="1618" y="728"/>
                  <a:pt x="1618" y="728"/>
                  <a:pt x="1618" y="728"/>
                </a:cubicBezTo>
                <a:cubicBezTo>
                  <a:pt x="1637" y="722"/>
                  <a:pt x="1658" y="720"/>
                  <a:pt x="1680" y="720"/>
                </a:cubicBezTo>
                <a:cubicBezTo>
                  <a:pt x="1702" y="720"/>
                  <a:pt x="1723" y="722"/>
                  <a:pt x="1742" y="728"/>
                </a:cubicBezTo>
                <a:cubicBezTo>
                  <a:pt x="2168" y="301"/>
                  <a:pt x="2168" y="301"/>
                  <a:pt x="2168" y="301"/>
                </a:cubicBezTo>
                <a:cubicBezTo>
                  <a:pt x="2162" y="282"/>
                  <a:pt x="2160" y="262"/>
                  <a:pt x="2160" y="240"/>
                </a:cubicBezTo>
                <a:cubicBezTo>
                  <a:pt x="2160" y="108"/>
                  <a:pt x="2268" y="0"/>
                  <a:pt x="2400" y="0"/>
                </a:cubicBezTo>
                <a:cubicBezTo>
                  <a:pt x="2532" y="0"/>
                  <a:pt x="2640" y="108"/>
                  <a:pt x="2640" y="2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196742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C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08100"/>
          </a:xfrm>
          <a:custGeom>
            <a:avLst/>
            <a:gdLst>
              <a:gd name="T0" fmla="*/ 0 w 5102"/>
              <a:gd name="T1" fmla="*/ 567 h 2835"/>
              <a:gd name="T2" fmla="*/ 3968 w 5102"/>
              <a:gd name="T3" fmla="*/ 567 h 2835"/>
              <a:gd name="T4" fmla="*/ 3968 w 5102"/>
              <a:gd name="T5" fmla="*/ 0 h 2835"/>
              <a:gd name="T6" fmla="*/ 0 w 5102"/>
              <a:gd name="T7" fmla="*/ 0 h 2835"/>
              <a:gd name="T8" fmla="*/ 0 w 5102"/>
              <a:gd name="T9" fmla="*/ 567 h 2835"/>
              <a:gd name="T10" fmla="*/ 0 w 5102"/>
              <a:gd name="T11" fmla="*/ 1701 h 2835"/>
              <a:gd name="T12" fmla="*/ 3968 w 5102"/>
              <a:gd name="T13" fmla="*/ 1701 h 2835"/>
              <a:gd name="T14" fmla="*/ 3968 w 5102"/>
              <a:gd name="T15" fmla="*/ 1134 h 2835"/>
              <a:gd name="T16" fmla="*/ 0 w 5102"/>
              <a:gd name="T17" fmla="*/ 1134 h 2835"/>
              <a:gd name="T18" fmla="*/ 0 w 5102"/>
              <a:gd name="T19" fmla="*/ 1701 h 2835"/>
              <a:gd name="T20" fmla="*/ 0 w 5102"/>
              <a:gd name="T21" fmla="*/ 2835 h 2835"/>
              <a:gd name="T22" fmla="*/ 3968 w 5102"/>
              <a:gd name="T23" fmla="*/ 2835 h 2835"/>
              <a:gd name="T24" fmla="*/ 3968 w 5102"/>
              <a:gd name="T25" fmla="*/ 2268 h 2835"/>
              <a:gd name="T26" fmla="*/ 0 w 5102"/>
              <a:gd name="T27" fmla="*/ 2268 h 2835"/>
              <a:gd name="T28" fmla="*/ 0 w 5102"/>
              <a:gd name="T29" fmla="*/ 2835 h 2835"/>
              <a:gd name="T30" fmla="*/ 4535 w 5102"/>
              <a:gd name="T31" fmla="*/ 2835 h 2835"/>
              <a:gd name="T32" fmla="*/ 5102 w 5102"/>
              <a:gd name="T33" fmla="*/ 2835 h 2835"/>
              <a:gd name="T34" fmla="*/ 5102 w 5102"/>
              <a:gd name="T35" fmla="*/ 2268 h 2835"/>
              <a:gd name="T36" fmla="*/ 4535 w 5102"/>
              <a:gd name="T37" fmla="*/ 2268 h 2835"/>
              <a:gd name="T38" fmla="*/ 4535 w 5102"/>
              <a:gd name="T39" fmla="*/ 2835 h 2835"/>
              <a:gd name="T40" fmla="*/ 4535 w 5102"/>
              <a:gd name="T41" fmla="*/ 0 h 2835"/>
              <a:gd name="T42" fmla="*/ 4535 w 5102"/>
              <a:gd name="T43" fmla="*/ 567 h 2835"/>
              <a:gd name="T44" fmla="*/ 5102 w 5102"/>
              <a:gd name="T45" fmla="*/ 567 h 2835"/>
              <a:gd name="T46" fmla="*/ 5102 w 5102"/>
              <a:gd name="T47" fmla="*/ 0 h 2835"/>
              <a:gd name="T48" fmla="*/ 4535 w 5102"/>
              <a:gd name="T49" fmla="*/ 0 h 2835"/>
              <a:gd name="T50" fmla="*/ 4535 w 5102"/>
              <a:gd name="T51" fmla="*/ 1701 h 2835"/>
              <a:gd name="T52" fmla="*/ 5102 w 5102"/>
              <a:gd name="T53" fmla="*/ 1701 h 2835"/>
              <a:gd name="T54" fmla="*/ 5102 w 5102"/>
              <a:gd name="T55" fmla="*/ 1134 h 2835"/>
              <a:gd name="T56" fmla="*/ 4535 w 5102"/>
              <a:gd name="T57" fmla="*/ 1134 h 2835"/>
              <a:gd name="T58" fmla="*/ 4535 w 5102"/>
              <a:gd name="T59" fmla="*/ 1701 h 28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5102" h="2835">
                <a:moveTo>
                  <a:pt x="0" y="567"/>
                </a:moveTo>
                <a:lnTo>
                  <a:pt x="3968" y="567"/>
                </a:lnTo>
                <a:lnTo>
                  <a:pt x="3968" y="0"/>
                </a:lnTo>
                <a:lnTo>
                  <a:pt x="0" y="0"/>
                </a:lnTo>
                <a:lnTo>
                  <a:pt x="0" y="567"/>
                </a:lnTo>
                <a:close/>
                <a:moveTo>
                  <a:pt x="0" y="1701"/>
                </a:moveTo>
                <a:lnTo>
                  <a:pt x="3968" y="1701"/>
                </a:lnTo>
                <a:lnTo>
                  <a:pt x="3968" y="1134"/>
                </a:lnTo>
                <a:lnTo>
                  <a:pt x="0" y="1134"/>
                </a:lnTo>
                <a:lnTo>
                  <a:pt x="0" y="1701"/>
                </a:lnTo>
                <a:close/>
                <a:moveTo>
                  <a:pt x="0" y="2835"/>
                </a:moveTo>
                <a:lnTo>
                  <a:pt x="3968" y="2835"/>
                </a:lnTo>
                <a:lnTo>
                  <a:pt x="3968" y="2268"/>
                </a:lnTo>
                <a:lnTo>
                  <a:pt x="0" y="2268"/>
                </a:lnTo>
                <a:lnTo>
                  <a:pt x="0" y="2835"/>
                </a:lnTo>
                <a:close/>
                <a:moveTo>
                  <a:pt x="4535" y="2835"/>
                </a:moveTo>
                <a:lnTo>
                  <a:pt x="5102" y="2835"/>
                </a:lnTo>
                <a:lnTo>
                  <a:pt x="5102" y="2268"/>
                </a:lnTo>
                <a:lnTo>
                  <a:pt x="4535" y="2268"/>
                </a:lnTo>
                <a:lnTo>
                  <a:pt x="4535" y="2835"/>
                </a:lnTo>
                <a:close/>
                <a:moveTo>
                  <a:pt x="4535" y="0"/>
                </a:moveTo>
                <a:lnTo>
                  <a:pt x="4535" y="567"/>
                </a:lnTo>
                <a:lnTo>
                  <a:pt x="5102" y="567"/>
                </a:lnTo>
                <a:lnTo>
                  <a:pt x="5102" y="0"/>
                </a:lnTo>
                <a:lnTo>
                  <a:pt x="4535" y="0"/>
                </a:lnTo>
                <a:close/>
                <a:moveTo>
                  <a:pt x="4535" y="1701"/>
                </a:moveTo>
                <a:lnTo>
                  <a:pt x="5102" y="1701"/>
                </a:lnTo>
                <a:lnTo>
                  <a:pt x="5102" y="1134"/>
                </a:lnTo>
                <a:lnTo>
                  <a:pt x="4535" y="1134"/>
                </a:lnTo>
                <a:lnTo>
                  <a:pt x="4535" y="17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32493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da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944" cy="914400"/>
          </a:xfrm>
          <a:custGeom>
            <a:avLst/>
            <a:gdLst>
              <a:gd name="T0" fmla="*/ 1920 w 2160"/>
              <a:gd name="T1" fmla="*/ 240 h 2400"/>
              <a:gd name="T2" fmla="*/ 1800 w 2160"/>
              <a:gd name="T3" fmla="*/ 240 h 2400"/>
              <a:gd name="T4" fmla="*/ 1800 w 2160"/>
              <a:gd name="T5" fmla="*/ 0 h 2400"/>
              <a:gd name="T6" fmla="*/ 1560 w 2160"/>
              <a:gd name="T7" fmla="*/ 0 h 2400"/>
              <a:gd name="T8" fmla="*/ 1560 w 2160"/>
              <a:gd name="T9" fmla="*/ 240 h 2400"/>
              <a:gd name="T10" fmla="*/ 600 w 2160"/>
              <a:gd name="T11" fmla="*/ 240 h 2400"/>
              <a:gd name="T12" fmla="*/ 600 w 2160"/>
              <a:gd name="T13" fmla="*/ 0 h 2400"/>
              <a:gd name="T14" fmla="*/ 360 w 2160"/>
              <a:gd name="T15" fmla="*/ 0 h 2400"/>
              <a:gd name="T16" fmla="*/ 360 w 2160"/>
              <a:gd name="T17" fmla="*/ 240 h 2400"/>
              <a:gd name="T18" fmla="*/ 240 w 2160"/>
              <a:gd name="T19" fmla="*/ 240 h 2400"/>
              <a:gd name="T20" fmla="*/ 1 w 2160"/>
              <a:gd name="T21" fmla="*/ 480 h 2400"/>
              <a:gd name="T22" fmla="*/ 0 w 2160"/>
              <a:gd name="T23" fmla="*/ 2160 h 2400"/>
              <a:gd name="T24" fmla="*/ 240 w 2160"/>
              <a:gd name="T25" fmla="*/ 2400 h 2400"/>
              <a:gd name="T26" fmla="*/ 1920 w 2160"/>
              <a:gd name="T27" fmla="*/ 2400 h 2400"/>
              <a:gd name="T28" fmla="*/ 2160 w 2160"/>
              <a:gd name="T29" fmla="*/ 2160 h 2400"/>
              <a:gd name="T30" fmla="*/ 2160 w 2160"/>
              <a:gd name="T31" fmla="*/ 480 h 2400"/>
              <a:gd name="T32" fmla="*/ 1920 w 2160"/>
              <a:gd name="T33" fmla="*/ 240 h 2400"/>
              <a:gd name="T34" fmla="*/ 1920 w 2160"/>
              <a:gd name="T35" fmla="*/ 2160 h 2400"/>
              <a:gd name="T36" fmla="*/ 240 w 2160"/>
              <a:gd name="T37" fmla="*/ 2160 h 2400"/>
              <a:gd name="T38" fmla="*/ 240 w 2160"/>
              <a:gd name="T39" fmla="*/ 840 h 2400"/>
              <a:gd name="T40" fmla="*/ 1920 w 2160"/>
              <a:gd name="T41" fmla="*/ 840 h 2400"/>
              <a:gd name="T42" fmla="*/ 1920 w 2160"/>
              <a:gd name="T43" fmla="*/ 2160 h 2400"/>
              <a:gd name="T44" fmla="*/ 480 w 2160"/>
              <a:gd name="T45" fmla="*/ 1080 h 2400"/>
              <a:gd name="T46" fmla="*/ 1080 w 2160"/>
              <a:gd name="T47" fmla="*/ 1080 h 2400"/>
              <a:gd name="T48" fmla="*/ 1080 w 2160"/>
              <a:gd name="T49" fmla="*/ 1680 h 2400"/>
              <a:gd name="T50" fmla="*/ 480 w 2160"/>
              <a:gd name="T51" fmla="*/ 1680 h 2400"/>
              <a:gd name="T52" fmla="*/ 480 w 2160"/>
              <a:gd name="T53" fmla="*/ 108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160" h="2400">
                <a:moveTo>
                  <a:pt x="1920" y="240"/>
                </a:moveTo>
                <a:cubicBezTo>
                  <a:pt x="1800" y="240"/>
                  <a:pt x="1800" y="240"/>
                  <a:pt x="1800" y="240"/>
                </a:cubicBezTo>
                <a:cubicBezTo>
                  <a:pt x="1800" y="0"/>
                  <a:pt x="1800" y="0"/>
                  <a:pt x="1800" y="0"/>
                </a:cubicBezTo>
                <a:cubicBezTo>
                  <a:pt x="1560" y="0"/>
                  <a:pt x="1560" y="0"/>
                  <a:pt x="1560" y="0"/>
                </a:cubicBezTo>
                <a:cubicBezTo>
                  <a:pt x="1560" y="240"/>
                  <a:pt x="1560" y="240"/>
                  <a:pt x="1560" y="240"/>
                </a:cubicBezTo>
                <a:cubicBezTo>
                  <a:pt x="600" y="240"/>
                  <a:pt x="600" y="240"/>
                  <a:pt x="600" y="240"/>
                </a:cubicBezTo>
                <a:cubicBezTo>
                  <a:pt x="600" y="0"/>
                  <a:pt x="600" y="0"/>
                  <a:pt x="600" y="0"/>
                </a:cubicBezTo>
                <a:cubicBezTo>
                  <a:pt x="360" y="0"/>
                  <a:pt x="360" y="0"/>
                  <a:pt x="360" y="0"/>
                </a:cubicBezTo>
                <a:cubicBezTo>
                  <a:pt x="360" y="240"/>
                  <a:pt x="360" y="240"/>
                  <a:pt x="360" y="24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07" y="240"/>
                  <a:pt x="1" y="348"/>
                  <a:pt x="1" y="48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0" y="2292"/>
                  <a:pt x="107" y="2400"/>
                  <a:pt x="240" y="2400"/>
                </a:cubicBezTo>
                <a:cubicBezTo>
                  <a:pt x="1920" y="2400"/>
                  <a:pt x="1920" y="2400"/>
                  <a:pt x="1920" y="2400"/>
                </a:cubicBezTo>
                <a:cubicBezTo>
                  <a:pt x="2052" y="2400"/>
                  <a:pt x="2160" y="2292"/>
                  <a:pt x="2160" y="2160"/>
                </a:cubicBezTo>
                <a:cubicBezTo>
                  <a:pt x="2160" y="480"/>
                  <a:pt x="2160" y="480"/>
                  <a:pt x="2160" y="480"/>
                </a:cubicBezTo>
                <a:cubicBezTo>
                  <a:pt x="2160" y="348"/>
                  <a:pt x="2052" y="240"/>
                  <a:pt x="1920" y="240"/>
                </a:cubicBezTo>
                <a:close/>
                <a:moveTo>
                  <a:pt x="1920" y="2160"/>
                </a:moveTo>
                <a:cubicBezTo>
                  <a:pt x="240" y="2160"/>
                  <a:pt x="240" y="2160"/>
                  <a:pt x="240" y="2160"/>
                </a:cubicBezTo>
                <a:cubicBezTo>
                  <a:pt x="240" y="840"/>
                  <a:pt x="240" y="840"/>
                  <a:pt x="240" y="840"/>
                </a:cubicBezTo>
                <a:cubicBezTo>
                  <a:pt x="1920" y="840"/>
                  <a:pt x="1920" y="840"/>
                  <a:pt x="1920" y="840"/>
                </a:cubicBezTo>
                <a:lnTo>
                  <a:pt x="1920" y="2160"/>
                </a:lnTo>
                <a:close/>
                <a:moveTo>
                  <a:pt x="480" y="1080"/>
                </a:moveTo>
                <a:cubicBezTo>
                  <a:pt x="1080" y="1080"/>
                  <a:pt x="1080" y="1080"/>
                  <a:pt x="1080" y="1080"/>
                </a:cubicBezTo>
                <a:cubicBezTo>
                  <a:pt x="1080" y="1680"/>
                  <a:pt x="1080" y="1680"/>
                  <a:pt x="1080" y="1680"/>
                </a:cubicBezTo>
                <a:cubicBezTo>
                  <a:pt x="480" y="1680"/>
                  <a:pt x="480" y="1680"/>
                  <a:pt x="480" y="1680"/>
                </a:cubicBezTo>
                <a:lnTo>
                  <a:pt x="480" y="10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932578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65106"/>
          </a:xfrm>
          <a:custGeom>
            <a:avLst/>
            <a:gdLst>
              <a:gd name="T0" fmla="*/ 3818 w 6000"/>
              <a:gd name="T1" fmla="*/ 0 h 4364"/>
              <a:gd name="T2" fmla="*/ 1636 w 6000"/>
              <a:gd name="T3" fmla="*/ 2182 h 4364"/>
              <a:gd name="T4" fmla="*/ 3818 w 6000"/>
              <a:gd name="T5" fmla="*/ 4364 h 4364"/>
              <a:gd name="T6" fmla="*/ 6000 w 6000"/>
              <a:gd name="T7" fmla="*/ 2182 h 4364"/>
              <a:gd name="T8" fmla="*/ 3818 w 6000"/>
              <a:gd name="T9" fmla="*/ 0 h 4364"/>
              <a:gd name="T10" fmla="*/ 3818 w 6000"/>
              <a:gd name="T11" fmla="*/ 3818 h 4364"/>
              <a:gd name="T12" fmla="*/ 2182 w 6000"/>
              <a:gd name="T13" fmla="*/ 2182 h 4364"/>
              <a:gd name="T14" fmla="*/ 3818 w 6000"/>
              <a:gd name="T15" fmla="*/ 546 h 4364"/>
              <a:gd name="T16" fmla="*/ 5455 w 6000"/>
              <a:gd name="T17" fmla="*/ 2182 h 4364"/>
              <a:gd name="T18" fmla="*/ 3818 w 6000"/>
              <a:gd name="T19" fmla="*/ 3818 h 4364"/>
              <a:gd name="T20" fmla="*/ 545 w 6000"/>
              <a:gd name="T21" fmla="*/ 2182 h 4364"/>
              <a:gd name="T22" fmla="*/ 1636 w 6000"/>
              <a:gd name="T23" fmla="*/ 641 h 4364"/>
              <a:gd name="T24" fmla="*/ 1636 w 6000"/>
              <a:gd name="T25" fmla="*/ 71 h 4364"/>
              <a:gd name="T26" fmla="*/ 0 w 6000"/>
              <a:gd name="T27" fmla="*/ 2182 h 4364"/>
              <a:gd name="T28" fmla="*/ 1636 w 6000"/>
              <a:gd name="T29" fmla="*/ 4293 h 4364"/>
              <a:gd name="T30" fmla="*/ 1636 w 6000"/>
              <a:gd name="T31" fmla="*/ 3723 h 4364"/>
              <a:gd name="T32" fmla="*/ 545 w 6000"/>
              <a:gd name="T33" fmla="*/ 2182 h 4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000" h="4364">
                <a:moveTo>
                  <a:pt x="3818" y="0"/>
                </a:moveTo>
                <a:cubicBezTo>
                  <a:pt x="2613" y="0"/>
                  <a:pt x="1636" y="977"/>
                  <a:pt x="1636" y="2182"/>
                </a:cubicBezTo>
                <a:cubicBezTo>
                  <a:pt x="1636" y="3387"/>
                  <a:pt x="2613" y="4364"/>
                  <a:pt x="3818" y="4364"/>
                </a:cubicBezTo>
                <a:cubicBezTo>
                  <a:pt x="5024" y="4364"/>
                  <a:pt x="6000" y="3387"/>
                  <a:pt x="6000" y="2182"/>
                </a:cubicBezTo>
                <a:cubicBezTo>
                  <a:pt x="6000" y="977"/>
                  <a:pt x="5024" y="0"/>
                  <a:pt x="3818" y="0"/>
                </a:cubicBezTo>
                <a:close/>
                <a:moveTo>
                  <a:pt x="3818" y="3818"/>
                </a:moveTo>
                <a:cubicBezTo>
                  <a:pt x="2915" y="3818"/>
                  <a:pt x="2182" y="3085"/>
                  <a:pt x="2182" y="2182"/>
                </a:cubicBezTo>
                <a:cubicBezTo>
                  <a:pt x="2182" y="1279"/>
                  <a:pt x="2915" y="546"/>
                  <a:pt x="3818" y="546"/>
                </a:cubicBezTo>
                <a:cubicBezTo>
                  <a:pt x="4721" y="546"/>
                  <a:pt x="5455" y="1279"/>
                  <a:pt x="5455" y="2182"/>
                </a:cubicBezTo>
                <a:cubicBezTo>
                  <a:pt x="5455" y="3085"/>
                  <a:pt x="4721" y="3818"/>
                  <a:pt x="3818" y="3818"/>
                </a:cubicBezTo>
                <a:close/>
                <a:moveTo>
                  <a:pt x="545" y="2182"/>
                </a:moveTo>
                <a:cubicBezTo>
                  <a:pt x="545" y="1470"/>
                  <a:pt x="1001" y="865"/>
                  <a:pt x="1636" y="641"/>
                </a:cubicBezTo>
                <a:cubicBezTo>
                  <a:pt x="1636" y="71"/>
                  <a:pt x="1636" y="71"/>
                  <a:pt x="1636" y="71"/>
                </a:cubicBezTo>
                <a:cubicBezTo>
                  <a:pt x="695" y="314"/>
                  <a:pt x="0" y="1165"/>
                  <a:pt x="0" y="2182"/>
                </a:cubicBezTo>
                <a:cubicBezTo>
                  <a:pt x="0" y="3199"/>
                  <a:pt x="695" y="4050"/>
                  <a:pt x="1636" y="4293"/>
                </a:cubicBezTo>
                <a:cubicBezTo>
                  <a:pt x="1636" y="3723"/>
                  <a:pt x="1636" y="3723"/>
                  <a:pt x="1636" y="3723"/>
                </a:cubicBezTo>
                <a:cubicBezTo>
                  <a:pt x="1001" y="3499"/>
                  <a:pt x="545" y="2894"/>
                  <a:pt x="545" y="21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133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uch Ap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53121" cy="914400"/>
          </a:xfrm>
          <a:custGeom>
            <a:avLst/>
            <a:gdLst>
              <a:gd name="T0" fmla="*/ 510 w 1800"/>
              <a:gd name="T1" fmla="*/ 989 h 2520"/>
              <a:gd name="T2" fmla="*/ 510 w 1800"/>
              <a:gd name="T3" fmla="*/ 540 h 2520"/>
              <a:gd name="T4" fmla="*/ 810 w 1800"/>
              <a:gd name="T5" fmla="*/ 240 h 2520"/>
              <a:gd name="T6" fmla="*/ 1110 w 1800"/>
              <a:gd name="T7" fmla="*/ 540 h 2520"/>
              <a:gd name="T8" fmla="*/ 1110 w 1800"/>
              <a:gd name="T9" fmla="*/ 989 h 2520"/>
              <a:gd name="T10" fmla="*/ 1350 w 1800"/>
              <a:gd name="T11" fmla="*/ 540 h 2520"/>
              <a:gd name="T12" fmla="*/ 810 w 1800"/>
              <a:gd name="T13" fmla="*/ 0 h 2520"/>
              <a:gd name="T14" fmla="*/ 270 w 1800"/>
              <a:gd name="T15" fmla="*/ 540 h 2520"/>
              <a:gd name="T16" fmla="*/ 510 w 1800"/>
              <a:gd name="T17" fmla="*/ 989 h 2520"/>
              <a:gd name="T18" fmla="*/ 1691 w 1800"/>
              <a:gd name="T19" fmla="*/ 1544 h 2520"/>
              <a:gd name="T20" fmla="*/ 1146 w 1800"/>
              <a:gd name="T21" fmla="*/ 1273 h 2520"/>
              <a:gd name="T22" fmla="*/ 1081 w 1800"/>
              <a:gd name="T23" fmla="*/ 1260 h 2520"/>
              <a:gd name="T24" fmla="*/ 990 w 1800"/>
              <a:gd name="T25" fmla="*/ 1260 h 2520"/>
              <a:gd name="T26" fmla="*/ 990 w 1800"/>
              <a:gd name="T27" fmla="*/ 540 h 2520"/>
              <a:gd name="T28" fmla="*/ 810 w 1800"/>
              <a:gd name="T29" fmla="*/ 360 h 2520"/>
              <a:gd name="T30" fmla="*/ 630 w 1800"/>
              <a:gd name="T31" fmla="*/ 540 h 2520"/>
              <a:gd name="T32" fmla="*/ 630 w 1800"/>
              <a:gd name="T33" fmla="*/ 1829 h 2520"/>
              <a:gd name="T34" fmla="*/ 218 w 1800"/>
              <a:gd name="T35" fmla="*/ 1742 h 2520"/>
              <a:gd name="T36" fmla="*/ 190 w 1800"/>
              <a:gd name="T37" fmla="*/ 1739 h 2520"/>
              <a:gd name="T38" fmla="*/ 95 w 1800"/>
              <a:gd name="T39" fmla="*/ 1778 h 2520"/>
              <a:gd name="T40" fmla="*/ 0 w 1800"/>
              <a:gd name="T41" fmla="*/ 1874 h 2520"/>
              <a:gd name="T42" fmla="*/ 593 w 1800"/>
              <a:gd name="T43" fmla="*/ 2467 h 2520"/>
              <a:gd name="T44" fmla="*/ 720 w 1800"/>
              <a:gd name="T45" fmla="*/ 2520 h 2520"/>
              <a:gd name="T46" fmla="*/ 1535 w 1800"/>
              <a:gd name="T47" fmla="*/ 2520 h 2520"/>
              <a:gd name="T48" fmla="*/ 1708 w 1800"/>
              <a:gd name="T49" fmla="*/ 2366 h 2520"/>
              <a:gd name="T50" fmla="*/ 1798 w 1800"/>
              <a:gd name="T51" fmla="*/ 1734 h 2520"/>
              <a:gd name="T52" fmla="*/ 1800 w 1800"/>
              <a:gd name="T53" fmla="*/ 1710 h 2520"/>
              <a:gd name="T54" fmla="*/ 1691 w 1800"/>
              <a:gd name="T55" fmla="*/ 1544 h 2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800" h="2520">
                <a:moveTo>
                  <a:pt x="510" y="989"/>
                </a:moveTo>
                <a:cubicBezTo>
                  <a:pt x="510" y="540"/>
                  <a:pt x="510" y="540"/>
                  <a:pt x="510" y="540"/>
                </a:cubicBezTo>
                <a:cubicBezTo>
                  <a:pt x="510" y="374"/>
                  <a:pt x="644" y="240"/>
                  <a:pt x="810" y="240"/>
                </a:cubicBezTo>
                <a:cubicBezTo>
                  <a:pt x="976" y="240"/>
                  <a:pt x="1110" y="374"/>
                  <a:pt x="1110" y="540"/>
                </a:cubicBezTo>
                <a:cubicBezTo>
                  <a:pt x="1110" y="989"/>
                  <a:pt x="1110" y="989"/>
                  <a:pt x="1110" y="989"/>
                </a:cubicBezTo>
                <a:cubicBezTo>
                  <a:pt x="1255" y="892"/>
                  <a:pt x="1350" y="727"/>
                  <a:pt x="1350" y="540"/>
                </a:cubicBezTo>
                <a:cubicBezTo>
                  <a:pt x="1350" y="241"/>
                  <a:pt x="1109" y="0"/>
                  <a:pt x="810" y="0"/>
                </a:cubicBezTo>
                <a:cubicBezTo>
                  <a:pt x="511" y="0"/>
                  <a:pt x="270" y="241"/>
                  <a:pt x="270" y="540"/>
                </a:cubicBezTo>
                <a:cubicBezTo>
                  <a:pt x="270" y="727"/>
                  <a:pt x="365" y="892"/>
                  <a:pt x="510" y="989"/>
                </a:cubicBezTo>
                <a:close/>
                <a:moveTo>
                  <a:pt x="1691" y="1544"/>
                </a:moveTo>
                <a:cubicBezTo>
                  <a:pt x="1146" y="1273"/>
                  <a:pt x="1146" y="1273"/>
                  <a:pt x="1146" y="1273"/>
                </a:cubicBezTo>
                <a:cubicBezTo>
                  <a:pt x="1126" y="1265"/>
                  <a:pt x="1104" y="1260"/>
                  <a:pt x="1081" y="1260"/>
                </a:cubicBezTo>
                <a:cubicBezTo>
                  <a:pt x="990" y="1260"/>
                  <a:pt x="990" y="1260"/>
                  <a:pt x="990" y="1260"/>
                </a:cubicBezTo>
                <a:cubicBezTo>
                  <a:pt x="990" y="540"/>
                  <a:pt x="990" y="540"/>
                  <a:pt x="990" y="540"/>
                </a:cubicBezTo>
                <a:cubicBezTo>
                  <a:pt x="990" y="440"/>
                  <a:pt x="910" y="360"/>
                  <a:pt x="810" y="360"/>
                </a:cubicBezTo>
                <a:cubicBezTo>
                  <a:pt x="710" y="360"/>
                  <a:pt x="630" y="440"/>
                  <a:pt x="630" y="540"/>
                </a:cubicBezTo>
                <a:cubicBezTo>
                  <a:pt x="630" y="1829"/>
                  <a:pt x="630" y="1829"/>
                  <a:pt x="630" y="1829"/>
                </a:cubicBezTo>
                <a:cubicBezTo>
                  <a:pt x="218" y="1742"/>
                  <a:pt x="218" y="1742"/>
                  <a:pt x="218" y="1742"/>
                </a:cubicBezTo>
                <a:cubicBezTo>
                  <a:pt x="209" y="1741"/>
                  <a:pt x="200" y="1739"/>
                  <a:pt x="190" y="1739"/>
                </a:cubicBezTo>
                <a:cubicBezTo>
                  <a:pt x="152" y="1739"/>
                  <a:pt x="119" y="1754"/>
                  <a:pt x="95" y="1778"/>
                </a:cubicBezTo>
                <a:cubicBezTo>
                  <a:pt x="0" y="1874"/>
                  <a:pt x="0" y="1874"/>
                  <a:pt x="0" y="1874"/>
                </a:cubicBezTo>
                <a:cubicBezTo>
                  <a:pt x="593" y="2467"/>
                  <a:pt x="593" y="2467"/>
                  <a:pt x="593" y="2467"/>
                </a:cubicBezTo>
                <a:cubicBezTo>
                  <a:pt x="625" y="2500"/>
                  <a:pt x="671" y="2520"/>
                  <a:pt x="720" y="2520"/>
                </a:cubicBezTo>
                <a:cubicBezTo>
                  <a:pt x="1535" y="2520"/>
                  <a:pt x="1535" y="2520"/>
                  <a:pt x="1535" y="2520"/>
                </a:cubicBezTo>
                <a:cubicBezTo>
                  <a:pt x="1625" y="2520"/>
                  <a:pt x="1694" y="2454"/>
                  <a:pt x="1708" y="2366"/>
                </a:cubicBezTo>
                <a:cubicBezTo>
                  <a:pt x="1798" y="1734"/>
                  <a:pt x="1798" y="1734"/>
                  <a:pt x="1798" y="1734"/>
                </a:cubicBezTo>
                <a:cubicBezTo>
                  <a:pt x="1799" y="1726"/>
                  <a:pt x="1800" y="1717"/>
                  <a:pt x="1800" y="1710"/>
                </a:cubicBezTo>
                <a:cubicBezTo>
                  <a:pt x="1800" y="1636"/>
                  <a:pt x="1754" y="1571"/>
                  <a:pt x="1691" y="154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3928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ck Changes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048 w 2400"/>
              <a:gd name="T1" fmla="*/ 352 h 2400"/>
              <a:gd name="T2" fmla="*/ 1879 w 2400"/>
              <a:gd name="T3" fmla="*/ 521 h 2400"/>
              <a:gd name="T4" fmla="*/ 2160 w 2400"/>
              <a:gd name="T5" fmla="*/ 1200 h 2400"/>
              <a:gd name="T6" fmla="*/ 1200 w 2400"/>
              <a:gd name="T7" fmla="*/ 2160 h 2400"/>
              <a:gd name="T8" fmla="*/ 240 w 2400"/>
              <a:gd name="T9" fmla="*/ 1200 h 2400"/>
              <a:gd name="T10" fmla="*/ 1080 w 2400"/>
              <a:gd name="T11" fmla="*/ 248 h 2400"/>
              <a:gd name="T12" fmla="*/ 1080 w 2400"/>
              <a:gd name="T13" fmla="*/ 491 h 2400"/>
              <a:gd name="T14" fmla="*/ 480 w 2400"/>
              <a:gd name="T15" fmla="*/ 1200 h 2400"/>
              <a:gd name="T16" fmla="*/ 1200 w 2400"/>
              <a:gd name="T17" fmla="*/ 1920 h 2400"/>
              <a:gd name="T18" fmla="*/ 1920 w 2400"/>
              <a:gd name="T19" fmla="*/ 1200 h 2400"/>
              <a:gd name="T20" fmla="*/ 1709 w 2400"/>
              <a:gd name="T21" fmla="*/ 691 h 2400"/>
              <a:gd name="T22" fmla="*/ 1540 w 2400"/>
              <a:gd name="T23" fmla="*/ 860 h 2400"/>
              <a:gd name="T24" fmla="*/ 1680 w 2400"/>
              <a:gd name="T25" fmla="*/ 1200 h 2400"/>
              <a:gd name="T26" fmla="*/ 1200 w 2400"/>
              <a:gd name="T27" fmla="*/ 1680 h 2400"/>
              <a:gd name="T28" fmla="*/ 720 w 2400"/>
              <a:gd name="T29" fmla="*/ 1200 h 2400"/>
              <a:gd name="T30" fmla="*/ 1080 w 2400"/>
              <a:gd name="T31" fmla="*/ 737 h 2400"/>
              <a:gd name="T32" fmla="*/ 1080 w 2400"/>
              <a:gd name="T33" fmla="*/ 994 h 2400"/>
              <a:gd name="T34" fmla="*/ 960 w 2400"/>
              <a:gd name="T35" fmla="*/ 1200 h 2400"/>
              <a:gd name="T36" fmla="*/ 1200 w 2400"/>
              <a:gd name="T37" fmla="*/ 1440 h 2400"/>
              <a:gd name="T38" fmla="*/ 1440 w 2400"/>
              <a:gd name="T39" fmla="*/ 1200 h 2400"/>
              <a:gd name="T40" fmla="*/ 1320 w 2400"/>
              <a:gd name="T41" fmla="*/ 994 h 2400"/>
              <a:gd name="T42" fmla="*/ 1320 w 2400"/>
              <a:gd name="T43" fmla="*/ 0 h 2400"/>
              <a:gd name="T44" fmla="*/ 1200 w 2400"/>
              <a:gd name="T45" fmla="*/ 0 h 2400"/>
              <a:gd name="T46" fmla="*/ 0 w 2400"/>
              <a:gd name="T47" fmla="*/ 1200 h 2400"/>
              <a:gd name="T48" fmla="*/ 1200 w 2400"/>
              <a:gd name="T49" fmla="*/ 2400 h 2400"/>
              <a:gd name="T50" fmla="*/ 2400 w 2400"/>
              <a:gd name="T51" fmla="*/ 1200 h 2400"/>
              <a:gd name="T52" fmla="*/ 2048 w 2400"/>
              <a:gd name="T53" fmla="*/ 352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400" h="2400">
                <a:moveTo>
                  <a:pt x="2048" y="352"/>
                </a:moveTo>
                <a:cubicBezTo>
                  <a:pt x="1879" y="521"/>
                  <a:pt x="1879" y="521"/>
                  <a:pt x="1879" y="521"/>
                </a:cubicBezTo>
                <a:cubicBezTo>
                  <a:pt x="2052" y="695"/>
                  <a:pt x="2160" y="935"/>
                  <a:pt x="2160" y="1200"/>
                </a:cubicBezTo>
                <a:cubicBezTo>
                  <a:pt x="2160" y="1730"/>
                  <a:pt x="1730" y="2160"/>
                  <a:pt x="1200" y="2160"/>
                </a:cubicBezTo>
                <a:cubicBezTo>
                  <a:pt x="670" y="2160"/>
                  <a:pt x="240" y="1730"/>
                  <a:pt x="240" y="1200"/>
                </a:cubicBezTo>
                <a:cubicBezTo>
                  <a:pt x="240" y="710"/>
                  <a:pt x="606" y="307"/>
                  <a:pt x="1080" y="248"/>
                </a:cubicBezTo>
                <a:cubicBezTo>
                  <a:pt x="1080" y="491"/>
                  <a:pt x="1080" y="491"/>
                  <a:pt x="1080" y="491"/>
                </a:cubicBezTo>
                <a:cubicBezTo>
                  <a:pt x="739" y="548"/>
                  <a:pt x="480" y="844"/>
                  <a:pt x="480" y="1200"/>
                </a:cubicBezTo>
                <a:cubicBezTo>
                  <a:pt x="480" y="1597"/>
                  <a:pt x="803" y="1920"/>
                  <a:pt x="1200" y="1920"/>
                </a:cubicBezTo>
                <a:cubicBezTo>
                  <a:pt x="1597" y="1920"/>
                  <a:pt x="1920" y="1597"/>
                  <a:pt x="1920" y="1200"/>
                </a:cubicBezTo>
                <a:cubicBezTo>
                  <a:pt x="1920" y="1001"/>
                  <a:pt x="1840" y="821"/>
                  <a:pt x="1709" y="691"/>
                </a:cubicBezTo>
                <a:cubicBezTo>
                  <a:pt x="1540" y="860"/>
                  <a:pt x="1540" y="860"/>
                  <a:pt x="1540" y="860"/>
                </a:cubicBezTo>
                <a:cubicBezTo>
                  <a:pt x="1626" y="948"/>
                  <a:pt x="1680" y="1068"/>
                  <a:pt x="1680" y="1200"/>
                </a:cubicBezTo>
                <a:cubicBezTo>
                  <a:pt x="1680" y="1465"/>
                  <a:pt x="1465" y="1680"/>
                  <a:pt x="1200" y="1680"/>
                </a:cubicBezTo>
                <a:cubicBezTo>
                  <a:pt x="935" y="1680"/>
                  <a:pt x="720" y="1465"/>
                  <a:pt x="720" y="1200"/>
                </a:cubicBezTo>
                <a:cubicBezTo>
                  <a:pt x="720" y="977"/>
                  <a:pt x="874" y="791"/>
                  <a:pt x="1080" y="737"/>
                </a:cubicBezTo>
                <a:cubicBezTo>
                  <a:pt x="1080" y="994"/>
                  <a:pt x="1080" y="994"/>
                  <a:pt x="1080" y="994"/>
                </a:cubicBezTo>
                <a:cubicBezTo>
                  <a:pt x="1008" y="1036"/>
                  <a:pt x="960" y="1111"/>
                  <a:pt x="960" y="1200"/>
                </a:cubicBezTo>
                <a:cubicBezTo>
                  <a:pt x="960" y="1332"/>
                  <a:pt x="1068" y="1440"/>
                  <a:pt x="1200" y="1440"/>
                </a:cubicBezTo>
                <a:cubicBezTo>
                  <a:pt x="1332" y="1440"/>
                  <a:pt x="1440" y="1332"/>
                  <a:pt x="1440" y="1200"/>
                </a:cubicBezTo>
                <a:cubicBezTo>
                  <a:pt x="1440" y="1111"/>
                  <a:pt x="1392" y="1034"/>
                  <a:pt x="1320" y="994"/>
                </a:cubicBezTo>
                <a:cubicBezTo>
                  <a:pt x="1320" y="0"/>
                  <a:pt x="1320" y="0"/>
                  <a:pt x="1320" y="0"/>
                </a:cubicBezTo>
                <a:cubicBezTo>
                  <a:pt x="1200" y="0"/>
                  <a:pt x="1200" y="0"/>
                  <a:pt x="1200" y="0"/>
                </a:cubicBezTo>
                <a:cubicBezTo>
                  <a:pt x="538" y="0"/>
                  <a:pt x="0" y="538"/>
                  <a:pt x="0" y="1200"/>
                </a:cubicBezTo>
                <a:cubicBezTo>
                  <a:pt x="0" y="1862"/>
                  <a:pt x="538" y="2400"/>
                  <a:pt x="1200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869"/>
                  <a:pt x="2266" y="569"/>
                  <a:pt x="2048" y="35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37501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nsla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31259"/>
          </a:xfrm>
          <a:custGeom>
            <a:avLst/>
            <a:gdLst>
              <a:gd name="T0" fmla="*/ 1424 w 2640"/>
              <a:gd name="T1" fmla="*/ 1568 h 2400"/>
              <a:gd name="T2" fmla="*/ 1120 w 2640"/>
              <a:gd name="T3" fmla="*/ 1267 h 2400"/>
              <a:gd name="T4" fmla="*/ 1123 w 2640"/>
              <a:gd name="T5" fmla="*/ 1264 h 2400"/>
              <a:gd name="T6" fmla="*/ 1568 w 2640"/>
              <a:gd name="T7" fmla="*/ 480 h 2400"/>
              <a:gd name="T8" fmla="*/ 1920 w 2640"/>
              <a:gd name="T9" fmla="*/ 480 h 2400"/>
              <a:gd name="T10" fmla="*/ 1920 w 2640"/>
              <a:gd name="T11" fmla="*/ 240 h 2400"/>
              <a:gd name="T12" fmla="*/ 1080 w 2640"/>
              <a:gd name="T13" fmla="*/ 240 h 2400"/>
              <a:gd name="T14" fmla="*/ 1080 w 2640"/>
              <a:gd name="T15" fmla="*/ 0 h 2400"/>
              <a:gd name="T16" fmla="*/ 840 w 2640"/>
              <a:gd name="T17" fmla="*/ 0 h 2400"/>
              <a:gd name="T18" fmla="*/ 840 w 2640"/>
              <a:gd name="T19" fmla="*/ 240 h 2400"/>
              <a:gd name="T20" fmla="*/ 0 w 2640"/>
              <a:gd name="T21" fmla="*/ 240 h 2400"/>
              <a:gd name="T22" fmla="*/ 0 w 2640"/>
              <a:gd name="T23" fmla="*/ 479 h 2400"/>
              <a:gd name="T24" fmla="*/ 1340 w 2640"/>
              <a:gd name="T25" fmla="*/ 479 h 2400"/>
              <a:gd name="T26" fmla="*/ 960 w 2640"/>
              <a:gd name="T27" fmla="*/ 1122 h 2400"/>
              <a:gd name="T28" fmla="*/ 683 w 2640"/>
              <a:gd name="T29" fmla="*/ 720 h 2400"/>
              <a:gd name="T30" fmla="*/ 443 w 2640"/>
              <a:gd name="T31" fmla="*/ 720 h 2400"/>
              <a:gd name="T32" fmla="*/ 800 w 2640"/>
              <a:gd name="T33" fmla="*/ 1267 h 2400"/>
              <a:gd name="T34" fmla="*/ 190 w 2640"/>
              <a:gd name="T35" fmla="*/ 1870 h 2400"/>
              <a:gd name="T36" fmla="*/ 360 w 2640"/>
              <a:gd name="T37" fmla="*/ 2040 h 2400"/>
              <a:gd name="T38" fmla="*/ 960 w 2640"/>
              <a:gd name="T39" fmla="*/ 1440 h 2400"/>
              <a:gd name="T40" fmla="*/ 1333 w 2640"/>
              <a:gd name="T41" fmla="*/ 1813 h 2400"/>
              <a:gd name="T42" fmla="*/ 1424 w 2640"/>
              <a:gd name="T43" fmla="*/ 1568 h 2400"/>
              <a:gd name="T44" fmla="*/ 2100 w 2640"/>
              <a:gd name="T45" fmla="*/ 960 h 2400"/>
              <a:gd name="T46" fmla="*/ 1860 w 2640"/>
              <a:gd name="T47" fmla="*/ 960 h 2400"/>
              <a:gd name="T48" fmla="*/ 1320 w 2640"/>
              <a:gd name="T49" fmla="*/ 2400 h 2400"/>
              <a:gd name="T50" fmla="*/ 1560 w 2640"/>
              <a:gd name="T51" fmla="*/ 2400 h 2400"/>
              <a:gd name="T52" fmla="*/ 1694 w 2640"/>
              <a:gd name="T53" fmla="*/ 2040 h 2400"/>
              <a:gd name="T54" fmla="*/ 2264 w 2640"/>
              <a:gd name="T55" fmla="*/ 2040 h 2400"/>
              <a:gd name="T56" fmla="*/ 2400 w 2640"/>
              <a:gd name="T57" fmla="*/ 2400 h 2400"/>
              <a:gd name="T58" fmla="*/ 2640 w 2640"/>
              <a:gd name="T59" fmla="*/ 2400 h 2400"/>
              <a:gd name="T60" fmla="*/ 2100 w 2640"/>
              <a:gd name="T61" fmla="*/ 960 h 2400"/>
              <a:gd name="T62" fmla="*/ 1786 w 2640"/>
              <a:gd name="T63" fmla="*/ 1800 h 2400"/>
              <a:gd name="T64" fmla="*/ 1980 w 2640"/>
              <a:gd name="T65" fmla="*/ 1280 h 2400"/>
              <a:gd name="T66" fmla="*/ 2174 w 2640"/>
              <a:gd name="T67" fmla="*/ 1800 h 2400"/>
              <a:gd name="T68" fmla="*/ 1786 w 2640"/>
              <a:gd name="T69" fmla="*/ 180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640" h="2400">
                <a:moveTo>
                  <a:pt x="1424" y="1568"/>
                </a:moveTo>
                <a:cubicBezTo>
                  <a:pt x="1120" y="1267"/>
                  <a:pt x="1120" y="1267"/>
                  <a:pt x="1120" y="1267"/>
                </a:cubicBezTo>
                <a:cubicBezTo>
                  <a:pt x="1123" y="1264"/>
                  <a:pt x="1123" y="1264"/>
                  <a:pt x="1123" y="1264"/>
                </a:cubicBezTo>
                <a:cubicBezTo>
                  <a:pt x="1332" y="1031"/>
                  <a:pt x="1481" y="763"/>
                  <a:pt x="1568" y="480"/>
                </a:cubicBezTo>
                <a:cubicBezTo>
                  <a:pt x="1920" y="480"/>
                  <a:pt x="1920" y="480"/>
                  <a:pt x="1920" y="480"/>
                </a:cubicBezTo>
                <a:cubicBezTo>
                  <a:pt x="1920" y="240"/>
                  <a:pt x="1920" y="240"/>
                  <a:pt x="1920" y="240"/>
                </a:cubicBezTo>
                <a:cubicBezTo>
                  <a:pt x="1080" y="240"/>
                  <a:pt x="1080" y="240"/>
                  <a:pt x="1080" y="240"/>
                </a:cubicBezTo>
                <a:cubicBezTo>
                  <a:pt x="1080" y="0"/>
                  <a:pt x="1080" y="0"/>
                  <a:pt x="1080" y="0"/>
                </a:cubicBezTo>
                <a:cubicBezTo>
                  <a:pt x="840" y="0"/>
                  <a:pt x="840" y="0"/>
                  <a:pt x="840" y="0"/>
                </a:cubicBezTo>
                <a:cubicBezTo>
                  <a:pt x="840" y="240"/>
                  <a:pt x="840" y="240"/>
                  <a:pt x="840" y="24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479"/>
                  <a:pt x="0" y="479"/>
                  <a:pt x="0" y="479"/>
                </a:cubicBezTo>
                <a:cubicBezTo>
                  <a:pt x="1340" y="479"/>
                  <a:pt x="1340" y="479"/>
                  <a:pt x="1340" y="479"/>
                </a:cubicBezTo>
                <a:cubicBezTo>
                  <a:pt x="1260" y="710"/>
                  <a:pt x="1133" y="930"/>
                  <a:pt x="960" y="1122"/>
                </a:cubicBezTo>
                <a:cubicBezTo>
                  <a:pt x="848" y="998"/>
                  <a:pt x="756" y="863"/>
                  <a:pt x="683" y="720"/>
                </a:cubicBezTo>
                <a:cubicBezTo>
                  <a:pt x="443" y="720"/>
                  <a:pt x="443" y="720"/>
                  <a:pt x="443" y="720"/>
                </a:cubicBezTo>
                <a:cubicBezTo>
                  <a:pt x="530" y="916"/>
                  <a:pt x="650" y="1100"/>
                  <a:pt x="800" y="1267"/>
                </a:cubicBezTo>
                <a:cubicBezTo>
                  <a:pt x="190" y="1870"/>
                  <a:pt x="190" y="1870"/>
                  <a:pt x="190" y="1870"/>
                </a:cubicBezTo>
                <a:cubicBezTo>
                  <a:pt x="360" y="2040"/>
                  <a:pt x="360" y="2040"/>
                  <a:pt x="360" y="2040"/>
                </a:cubicBezTo>
                <a:cubicBezTo>
                  <a:pt x="960" y="1440"/>
                  <a:pt x="960" y="1440"/>
                  <a:pt x="960" y="1440"/>
                </a:cubicBezTo>
                <a:cubicBezTo>
                  <a:pt x="1333" y="1813"/>
                  <a:pt x="1333" y="1813"/>
                  <a:pt x="1333" y="1813"/>
                </a:cubicBezTo>
                <a:lnTo>
                  <a:pt x="1424" y="1568"/>
                </a:lnTo>
                <a:close/>
                <a:moveTo>
                  <a:pt x="2100" y="960"/>
                </a:moveTo>
                <a:cubicBezTo>
                  <a:pt x="1860" y="960"/>
                  <a:pt x="1860" y="960"/>
                  <a:pt x="1860" y="960"/>
                </a:cubicBezTo>
                <a:cubicBezTo>
                  <a:pt x="1320" y="2400"/>
                  <a:pt x="1320" y="2400"/>
                  <a:pt x="1320" y="2400"/>
                </a:cubicBezTo>
                <a:cubicBezTo>
                  <a:pt x="1560" y="2400"/>
                  <a:pt x="1560" y="2400"/>
                  <a:pt x="1560" y="2400"/>
                </a:cubicBezTo>
                <a:cubicBezTo>
                  <a:pt x="1694" y="2040"/>
                  <a:pt x="1694" y="2040"/>
                  <a:pt x="1694" y="2040"/>
                </a:cubicBezTo>
                <a:cubicBezTo>
                  <a:pt x="2264" y="2040"/>
                  <a:pt x="2264" y="2040"/>
                  <a:pt x="2264" y="2040"/>
                </a:cubicBezTo>
                <a:cubicBezTo>
                  <a:pt x="2400" y="2400"/>
                  <a:pt x="2400" y="2400"/>
                  <a:pt x="2400" y="2400"/>
                </a:cubicBezTo>
                <a:cubicBezTo>
                  <a:pt x="2640" y="2400"/>
                  <a:pt x="2640" y="2400"/>
                  <a:pt x="2640" y="2400"/>
                </a:cubicBezTo>
                <a:lnTo>
                  <a:pt x="2100" y="960"/>
                </a:lnTo>
                <a:close/>
                <a:moveTo>
                  <a:pt x="1786" y="1800"/>
                </a:moveTo>
                <a:cubicBezTo>
                  <a:pt x="1980" y="1280"/>
                  <a:pt x="1980" y="1280"/>
                  <a:pt x="1980" y="1280"/>
                </a:cubicBezTo>
                <a:cubicBezTo>
                  <a:pt x="2174" y="1800"/>
                  <a:pt x="2174" y="1800"/>
                  <a:pt x="2174" y="1800"/>
                </a:cubicBezTo>
                <a:lnTo>
                  <a:pt x="1786" y="1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71258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ending Down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48640"/>
          </a:xfrm>
          <a:custGeom>
            <a:avLst/>
            <a:gdLst>
              <a:gd name="T0" fmla="*/ 336 w 480"/>
              <a:gd name="T1" fmla="*/ 288 h 288"/>
              <a:gd name="T2" fmla="*/ 391 w 480"/>
              <a:gd name="T3" fmla="*/ 233 h 288"/>
              <a:gd name="T4" fmla="*/ 274 w 480"/>
              <a:gd name="T5" fmla="*/ 116 h 288"/>
              <a:gd name="T6" fmla="*/ 178 w 480"/>
              <a:gd name="T7" fmla="*/ 212 h 288"/>
              <a:gd name="T8" fmla="*/ 0 w 480"/>
              <a:gd name="T9" fmla="*/ 34 h 288"/>
              <a:gd name="T10" fmla="*/ 34 w 480"/>
              <a:gd name="T11" fmla="*/ 0 h 288"/>
              <a:gd name="T12" fmla="*/ 178 w 480"/>
              <a:gd name="T13" fmla="*/ 144 h 288"/>
              <a:gd name="T14" fmla="*/ 274 w 480"/>
              <a:gd name="T15" fmla="*/ 48 h 288"/>
              <a:gd name="T16" fmla="*/ 425 w 480"/>
              <a:gd name="T17" fmla="*/ 199 h 288"/>
              <a:gd name="T18" fmla="*/ 480 w 480"/>
              <a:gd name="T19" fmla="*/ 144 h 288"/>
              <a:gd name="T20" fmla="*/ 480 w 480"/>
              <a:gd name="T21" fmla="*/ 288 h 288"/>
              <a:gd name="T22" fmla="*/ 336 w 480"/>
              <a:gd name="T23" fmla="*/ 288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80" h="288">
                <a:moveTo>
                  <a:pt x="336" y="288"/>
                </a:moveTo>
                <a:lnTo>
                  <a:pt x="391" y="233"/>
                </a:lnTo>
                <a:lnTo>
                  <a:pt x="274" y="116"/>
                </a:lnTo>
                <a:lnTo>
                  <a:pt x="178" y="212"/>
                </a:lnTo>
                <a:lnTo>
                  <a:pt x="0" y="34"/>
                </a:lnTo>
                <a:lnTo>
                  <a:pt x="34" y="0"/>
                </a:lnTo>
                <a:lnTo>
                  <a:pt x="178" y="144"/>
                </a:lnTo>
                <a:lnTo>
                  <a:pt x="274" y="48"/>
                </a:lnTo>
                <a:lnTo>
                  <a:pt x="425" y="199"/>
                </a:lnTo>
                <a:lnTo>
                  <a:pt x="480" y="144"/>
                </a:lnTo>
                <a:lnTo>
                  <a:pt x="480" y="288"/>
                </a:lnTo>
                <a:lnTo>
                  <a:pt x="336" y="2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31981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ending Flat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385118"/>
          </a:xfrm>
          <a:custGeom>
            <a:avLst/>
            <a:gdLst>
              <a:gd name="T0" fmla="*/ 5385 w 5385"/>
              <a:gd name="T1" fmla="*/ 1134 h 2268"/>
              <a:gd name="T2" fmla="*/ 4252 w 5385"/>
              <a:gd name="T3" fmla="*/ 0 h 2268"/>
              <a:gd name="T4" fmla="*/ 4252 w 5385"/>
              <a:gd name="T5" fmla="*/ 851 h 2268"/>
              <a:gd name="T6" fmla="*/ 0 w 5385"/>
              <a:gd name="T7" fmla="*/ 851 h 2268"/>
              <a:gd name="T8" fmla="*/ 0 w 5385"/>
              <a:gd name="T9" fmla="*/ 1418 h 2268"/>
              <a:gd name="T10" fmla="*/ 4252 w 5385"/>
              <a:gd name="T11" fmla="*/ 1418 h 2268"/>
              <a:gd name="T12" fmla="*/ 4252 w 5385"/>
              <a:gd name="T13" fmla="*/ 2268 h 2268"/>
              <a:gd name="T14" fmla="*/ 5385 w 5385"/>
              <a:gd name="T15" fmla="*/ 1134 h 22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385" h="2268">
                <a:moveTo>
                  <a:pt x="5385" y="1134"/>
                </a:moveTo>
                <a:lnTo>
                  <a:pt x="4252" y="0"/>
                </a:lnTo>
                <a:lnTo>
                  <a:pt x="4252" y="851"/>
                </a:lnTo>
                <a:lnTo>
                  <a:pt x="0" y="851"/>
                </a:lnTo>
                <a:lnTo>
                  <a:pt x="0" y="1418"/>
                </a:lnTo>
                <a:lnTo>
                  <a:pt x="4252" y="1418"/>
                </a:lnTo>
                <a:lnTo>
                  <a:pt x="4252" y="2268"/>
                </a:lnTo>
                <a:lnTo>
                  <a:pt x="5385" y="11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774988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ending Up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48737"/>
          </a:xfrm>
          <a:custGeom>
            <a:avLst/>
            <a:gdLst>
              <a:gd name="T0" fmla="*/ 3969 w 5669"/>
              <a:gd name="T1" fmla="*/ 0 h 3402"/>
              <a:gd name="T2" fmla="*/ 4618 w 5669"/>
              <a:gd name="T3" fmla="*/ 650 h 3402"/>
              <a:gd name="T4" fmla="*/ 3234 w 5669"/>
              <a:gd name="T5" fmla="*/ 2032 h 3402"/>
              <a:gd name="T6" fmla="*/ 2100 w 5669"/>
              <a:gd name="T7" fmla="*/ 898 h 3402"/>
              <a:gd name="T8" fmla="*/ 0 w 5669"/>
              <a:gd name="T9" fmla="*/ 3003 h 3402"/>
              <a:gd name="T10" fmla="*/ 399 w 5669"/>
              <a:gd name="T11" fmla="*/ 3402 h 3402"/>
              <a:gd name="T12" fmla="*/ 2100 w 5669"/>
              <a:gd name="T13" fmla="*/ 1701 h 3402"/>
              <a:gd name="T14" fmla="*/ 3234 w 5669"/>
              <a:gd name="T15" fmla="*/ 2835 h 3402"/>
              <a:gd name="T16" fmla="*/ 5020 w 5669"/>
              <a:gd name="T17" fmla="*/ 1052 h 3402"/>
              <a:gd name="T18" fmla="*/ 5669 w 5669"/>
              <a:gd name="T19" fmla="*/ 1701 h 3402"/>
              <a:gd name="T20" fmla="*/ 5669 w 5669"/>
              <a:gd name="T21" fmla="*/ 0 h 3402"/>
              <a:gd name="T22" fmla="*/ 3969 w 5669"/>
              <a:gd name="T23" fmla="*/ 0 h 3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669" h="3402">
                <a:moveTo>
                  <a:pt x="3969" y="0"/>
                </a:moveTo>
                <a:lnTo>
                  <a:pt x="4618" y="650"/>
                </a:lnTo>
                <a:lnTo>
                  <a:pt x="3234" y="2032"/>
                </a:lnTo>
                <a:lnTo>
                  <a:pt x="2100" y="898"/>
                </a:lnTo>
                <a:lnTo>
                  <a:pt x="0" y="3003"/>
                </a:lnTo>
                <a:lnTo>
                  <a:pt x="399" y="3402"/>
                </a:lnTo>
                <a:lnTo>
                  <a:pt x="2100" y="1701"/>
                </a:lnTo>
                <a:lnTo>
                  <a:pt x="3234" y="2835"/>
                </a:lnTo>
                <a:lnTo>
                  <a:pt x="5020" y="1052"/>
                </a:lnTo>
                <a:lnTo>
                  <a:pt x="5669" y="1701"/>
                </a:lnTo>
                <a:lnTo>
                  <a:pt x="5669" y="0"/>
                </a:lnTo>
                <a:lnTo>
                  <a:pt x="39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83422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urned In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11160" cy="914400"/>
          </a:xfrm>
          <a:custGeom>
            <a:avLst/>
            <a:gdLst>
              <a:gd name="T0" fmla="*/ 1440 w 1680"/>
              <a:gd name="T1" fmla="*/ 0 h 2160"/>
              <a:gd name="T2" fmla="*/ 240 w 1680"/>
              <a:gd name="T3" fmla="*/ 0 h 2160"/>
              <a:gd name="T4" fmla="*/ 1 w 1680"/>
              <a:gd name="T5" fmla="*/ 240 h 2160"/>
              <a:gd name="T6" fmla="*/ 0 w 1680"/>
              <a:gd name="T7" fmla="*/ 2160 h 2160"/>
              <a:gd name="T8" fmla="*/ 840 w 1680"/>
              <a:gd name="T9" fmla="*/ 1800 h 2160"/>
              <a:gd name="T10" fmla="*/ 1680 w 1680"/>
              <a:gd name="T11" fmla="*/ 2160 h 2160"/>
              <a:gd name="T12" fmla="*/ 1680 w 1680"/>
              <a:gd name="T13" fmla="*/ 240 h 2160"/>
              <a:gd name="T14" fmla="*/ 1440 w 1680"/>
              <a:gd name="T15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80" h="2160">
                <a:moveTo>
                  <a:pt x="144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1" y="108"/>
                  <a:pt x="1" y="24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840" y="1800"/>
                  <a:pt x="840" y="1800"/>
                  <a:pt x="840" y="1800"/>
                </a:cubicBezTo>
                <a:cubicBezTo>
                  <a:pt x="1680" y="2160"/>
                  <a:pt x="1680" y="2160"/>
                  <a:pt x="1680" y="2160"/>
                </a:cubicBezTo>
                <a:cubicBezTo>
                  <a:pt x="1680" y="240"/>
                  <a:pt x="1680" y="240"/>
                  <a:pt x="1680" y="240"/>
                </a:cubicBezTo>
                <a:cubicBezTo>
                  <a:pt x="1680" y="108"/>
                  <a:pt x="1572" y="0"/>
                  <a:pt x="144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69510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urned In No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11160" cy="914400"/>
          </a:xfrm>
          <a:custGeom>
            <a:avLst/>
            <a:gdLst>
              <a:gd name="T0" fmla="*/ 1440 w 1680"/>
              <a:gd name="T1" fmla="*/ 0 h 2160"/>
              <a:gd name="T2" fmla="*/ 240 w 1680"/>
              <a:gd name="T3" fmla="*/ 0 h 2160"/>
              <a:gd name="T4" fmla="*/ 1 w 1680"/>
              <a:gd name="T5" fmla="*/ 240 h 2160"/>
              <a:gd name="T6" fmla="*/ 0 w 1680"/>
              <a:gd name="T7" fmla="*/ 2160 h 2160"/>
              <a:gd name="T8" fmla="*/ 840 w 1680"/>
              <a:gd name="T9" fmla="*/ 1800 h 2160"/>
              <a:gd name="T10" fmla="*/ 1680 w 1680"/>
              <a:gd name="T11" fmla="*/ 2160 h 2160"/>
              <a:gd name="T12" fmla="*/ 1680 w 1680"/>
              <a:gd name="T13" fmla="*/ 240 h 2160"/>
              <a:gd name="T14" fmla="*/ 1440 w 1680"/>
              <a:gd name="T15" fmla="*/ 0 h 2160"/>
              <a:gd name="T16" fmla="*/ 1440 w 1680"/>
              <a:gd name="T17" fmla="*/ 1800 h 2160"/>
              <a:gd name="T18" fmla="*/ 840 w 1680"/>
              <a:gd name="T19" fmla="*/ 1538 h 2160"/>
              <a:gd name="T20" fmla="*/ 240 w 1680"/>
              <a:gd name="T21" fmla="*/ 1800 h 2160"/>
              <a:gd name="T22" fmla="*/ 240 w 1680"/>
              <a:gd name="T23" fmla="*/ 240 h 2160"/>
              <a:gd name="T24" fmla="*/ 1440 w 1680"/>
              <a:gd name="T25" fmla="*/ 240 h 2160"/>
              <a:gd name="T26" fmla="*/ 1440 w 1680"/>
              <a:gd name="T27" fmla="*/ 180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80" h="2160">
                <a:moveTo>
                  <a:pt x="144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1" y="108"/>
                  <a:pt x="1" y="240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840" y="1800"/>
                  <a:pt x="840" y="1800"/>
                  <a:pt x="840" y="1800"/>
                </a:cubicBezTo>
                <a:cubicBezTo>
                  <a:pt x="1680" y="2160"/>
                  <a:pt x="1680" y="2160"/>
                  <a:pt x="1680" y="2160"/>
                </a:cubicBezTo>
                <a:cubicBezTo>
                  <a:pt x="1680" y="240"/>
                  <a:pt x="1680" y="240"/>
                  <a:pt x="1680" y="240"/>
                </a:cubicBezTo>
                <a:cubicBezTo>
                  <a:pt x="1680" y="108"/>
                  <a:pt x="1572" y="0"/>
                  <a:pt x="1440" y="0"/>
                </a:cubicBezTo>
                <a:close/>
                <a:moveTo>
                  <a:pt x="1440" y="1800"/>
                </a:moveTo>
                <a:cubicBezTo>
                  <a:pt x="840" y="1538"/>
                  <a:pt x="840" y="1538"/>
                  <a:pt x="840" y="1538"/>
                </a:cubicBezTo>
                <a:cubicBezTo>
                  <a:pt x="240" y="1800"/>
                  <a:pt x="240" y="1800"/>
                  <a:pt x="240" y="180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1440" y="240"/>
                  <a:pt x="1440" y="240"/>
                  <a:pt x="1440" y="240"/>
                </a:cubicBezTo>
                <a:lnTo>
                  <a:pt x="1440" y="1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6577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pda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84663" cy="914400"/>
          </a:xfrm>
          <a:custGeom>
            <a:avLst/>
            <a:gdLst>
              <a:gd name="T0" fmla="*/ 2267 w 2267"/>
              <a:gd name="T1" fmla="*/ 933 h 2343"/>
              <a:gd name="T2" fmla="*/ 1453 w 2267"/>
              <a:gd name="T3" fmla="*/ 933 h 2343"/>
              <a:gd name="T4" fmla="*/ 1782 w 2267"/>
              <a:gd name="T5" fmla="*/ 595 h 2343"/>
              <a:gd name="T6" fmla="*/ 597 w 2267"/>
              <a:gd name="T7" fmla="*/ 583 h 2343"/>
              <a:gd name="T8" fmla="*/ 597 w 2267"/>
              <a:gd name="T9" fmla="*/ 1758 h 2343"/>
              <a:gd name="T10" fmla="*/ 1782 w 2267"/>
              <a:gd name="T11" fmla="*/ 1758 h 2343"/>
              <a:gd name="T12" fmla="*/ 2027 w 2267"/>
              <a:gd name="T13" fmla="*/ 1171 h 2343"/>
              <a:gd name="T14" fmla="*/ 2267 w 2267"/>
              <a:gd name="T15" fmla="*/ 1171 h 2343"/>
              <a:gd name="T16" fmla="*/ 1950 w 2267"/>
              <a:gd name="T17" fmla="*/ 1926 h 2343"/>
              <a:gd name="T18" fmla="*/ 424 w 2267"/>
              <a:gd name="T19" fmla="*/ 1926 h 2343"/>
              <a:gd name="T20" fmla="*/ 421 w 2267"/>
              <a:gd name="T21" fmla="*/ 416 h 2343"/>
              <a:gd name="T22" fmla="*/ 1939 w 2267"/>
              <a:gd name="T23" fmla="*/ 416 h 2343"/>
              <a:gd name="T24" fmla="*/ 2267 w 2267"/>
              <a:gd name="T25" fmla="*/ 79 h 2343"/>
              <a:gd name="T26" fmla="*/ 2267 w 2267"/>
              <a:gd name="T27" fmla="*/ 933 h 2343"/>
              <a:gd name="T28" fmla="*/ 1247 w 2267"/>
              <a:gd name="T29" fmla="*/ 679 h 2343"/>
              <a:gd name="T30" fmla="*/ 1247 w 2267"/>
              <a:gd name="T31" fmla="*/ 1189 h 2343"/>
              <a:gd name="T32" fmla="*/ 1667 w 2267"/>
              <a:gd name="T33" fmla="*/ 1439 h 2343"/>
              <a:gd name="T34" fmla="*/ 1581 w 2267"/>
              <a:gd name="T35" fmla="*/ 1584 h 2343"/>
              <a:gd name="T36" fmla="*/ 1067 w 2267"/>
              <a:gd name="T37" fmla="*/ 1279 h 2343"/>
              <a:gd name="T38" fmla="*/ 1067 w 2267"/>
              <a:gd name="T39" fmla="*/ 679 h 2343"/>
              <a:gd name="T40" fmla="*/ 1247 w 2267"/>
              <a:gd name="T41" fmla="*/ 679 h 23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267" h="2343">
                <a:moveTo>
                  <a:pt x="2267" y="933"/>
                </a:moveTo>
                <a:cubicBezTo>
                  <a:pt x="1453" y="933"/>
                  <a:pt x="1453" y="933"/>
                  <a:pt x="1453" y="933"/>
                </a:cubicBezTo>
                <a:cubicBezTo>
                  <a:pt x="1782" y="595"/>
                  <a:pt x="1782" y="595"/>
                  <a:pt x="1782" y="595"/>
                </a:cubicBezTo>
                <a:cubicBezTo>
                  <a:pt x="1455" y="271"/>
                  <a:pt x="924" y="259"/>
                  <a:pt x="597" y="583"/>
                </a:cubicBezTo>
                <a:cubicBezTo>
                  <a:pt x="269" y="908"/>
                  <a:pt x="269" y="1433"/>
                  <a:pt x="597" y="1758"/>
                </a:cubicBezTo>
                <a:cubicBezTo>
                  <a:pt x="924" y="2083"/>
                  <a:pt x="1455" y="2083"/>
                  <a:pt x="1782" y="1758"/>
                </a:cubicBezTo>
                <a:cubicBezTo>
                  <a:pt x="1945" y="1597"/>
                  <a:pt x="2027" y="1409"/>
                  <a:pt x="2027" y="1171"/>
                </a:cubicBezTo>
                <a:cubicBezTo>
                  <a:pt x="2267" y="1171"/>
                  <a:pt x="2267" y="1171"/>
                  <a:pt x="2267" y="1171"/>
                </a:cubicBezTo>
                <a:cubicBezTo>
                  <a:pt x="2267" y="1409"/>
                  <a:pt x="2161" y="1717"/>
                  <a:pt x="1950" y="1926"/>
                </a:cubicBezTo>
                <a:cubicBezTo>
                  <a:pt x="1529" y="2343"/>
                  <a:pt x="845" y="2343"/>
                  <a:pt x="424" y="1926"/>
                </a:cubicBezTo>
                <a:cubicBezTo>
                  <a:pt x="4" y="1509"/>
                  <a:pt x="0" y="833"/>
                  <a:pt x="421" y="416"/>
                </a:cubicBezTo>
                <a:cubicBezTo>
                  <a:pt x="843" y="0"/>
                  <a:pt x="1518" y="0"/>
                  <a:pt x="1939" y="416"/>
                </a:cubicBezTo>
                <a:cubicBezTo>
                  <a:pt x="2267" y="79"/>
                  <a:pt x="2267" y="79"/>
                  <a:pt x="2267" y="79"/>
                </a:cubicBezTo>
                <a:lnTo>
                  <a:pt x="2267" y="933"/>
                </a:lnTo>
                <a:close/>
                <a:moveTo>
                  <a:pt x="1247" y="679"/>
                </a:moveTo>
                <a:cubicBezTo>
                  <a:pt x="1247" y="1189"/>
                  <a:pt x="1247" y="1189"/>
                  <a:pt x="1247" y="1189"/>
                </a:cubicBezTo>
                <a:cubicBezTo>
                  <a:pt x="1667" y="1439"/>
                  <a:pt x="1667" y="1439"/>
                  <a:pt x="1667" y="1439"/>
                </a:cubicBezTo>
                <a:cubicBezTo>
                  <a:pt x="1581" y="1584"/>
                  <a:pt x="1581" y="1584"/>
                  <a:pt x="1581" y="1584"/>
                </a:cubicBezTo>
                <a:cubicBezTo>
                  <a:pt x="1067" y="1279"/>
                  <a:pt x="1067" y="1279"/>
                  <a:pt x="1067" y="1279"/>
                </a:cubicBezTo>
                <a:cubicBezTo>
                  <a:pt x="1067" y="679"/>
                  <a:pt x="1067" y="679"/>
                  <a:pt x="1067" y="679"/>
                </a:cubicBezTo>
                <a:lnTo>
                  <a:pt x="1247" y="6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65401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ified Us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48119" cy="914400"/>
          </a:xfrm>
          <a:custGeom>
            <a:avLst/>
            <a:gdLst>
              <a:gd name="T0" fmla="*/ 1080 w 2160"/>
              <a:gd name="T1" fmla="*/ 0 h 2640"/>
              <a:gd name="T2" fmla="*/ 0 w 2160"/>
              <a:gd name="T3" fmla="*/ 480 h 2640"/>
              <a:gd name="T4" fmla="*/ 0 w 2160"/>
              <a:gd name="T5" fmla="*/ 1200 h 2640"/>
              <a:gd name="T6" fmla="*/ 1080 w 2160"/>
              <a:gd name="T7" fmla="*/ 2640 h 2640"/>
              <a:gd name="T8" fmla="*/ 2160 w 2160"/>
              <a:gd name="T9" fmla="*/ 1200 h 2640"/>
              <a:gd name="T10" fmla="*/ 2160 w 2160"/>
              <a:gd name="T11" fmla="*/ 480 h 2640"/>
              <a:gd name="T12" fmla="*/ 1080 w 2160"/>
              <a:gd name="T13" fmla="*/ 0 h 2640"/>
              <a:gd name="T14" fmla="*/ 840 w 2160"/>
              <a:gd name="T15" fmla="*/ 1920 h 2640"/>
              <a:gd name="T16" fmla="*/ 360 w 2160"/>
              <a:gd name="T17" fmla="*/ 1440 h 2640"/>
              <a:gd name="T18" fmla="*/ 529 w 2160"/>
              <a:gd name="T19" fmla="*/ 1271 h 2640"/>
              <a:gd name="T20" fmla="*/ 840 w 2160"/>
              <a:gd name="T21" fmla="*/ 1580 h 2640"/>
              <a:gd name="T22" fmla="*/ 1631 w 2160"/>
              <a:gd name="T23" fmla="*/ 790 h 2640"/>
              <a:gd name="T24" fmla="*/ 1800 w 2160"/>
              <a:gd name="T25" fmla="*/ 960 h 2640"/>
              <a:gd name="T26" fmla="*/ 840 w 2160"/>
              <a:gd name="T27" fmla="*/ 1920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60" h="2640">
                <a:moveTo>
                  <a:pt x="1080" y="0"/>
                </a:moveTo>
                <a:cubicBezTo>
                  <a:pt x="0" y="480"/>
                  <a:pt x="0" y="480"/>
                  <a:pt x="0" y="480"/>
                </a:cubicBezTo>
                <a:cubicBezTo>
                  <a:pt x="0" y="1200"/>
                  <a:pt x="0" y="1200"/>
                  <a:pt x="0" y="1200"/>
                </a:cubicBezTo>
                <a:cubicBezTo>
                  <a:pt x="0" y="1866"/>
                  <a:pt x="461" y="2489"/>
                  <a:pt x="1080" y="2640"/>
                </a:cubicBezTo>
                <a:cubicBezTo>
                  <a:pt x="1699" y="2489"/>
                  <a:pt x="2160" y="1866"/>
                  <a:pt x="2160" y="1200"/>
                </a:cubicBezTo>
                <a:cubicBezTo>
                  <a:pt x="2160" y="480"/>
                  <a:pt x="2160" y="480"/>
                  <a:pt x="2160" y="480"/>
                </a:cubicBezTo>
                <a:lnTo>
                  <a:pt x="1080" y="0"/>
                </a:lnTo>
                <a:close/>
                <a:moveTo>
                  <a:pt x="840" y="1920"/>
                </a:moveTo>
                <a:cubicBezTo>
                  <a:pt x="360" y="1440"/>
                  <a:pt x="360" y="1440"/>
                  <a:pt x="360" y="1440"/>
                </a:cubicBezTo>
                <a:cubicBezTo>
                  <a:pt x="529" y="1271"/>
                  <a:pt x="529" y="1271"/>
                  <a:pt x="529" y="1271"/>
                </a:cubicBezTo>
                <a:cubicBezTo>
                  <a:pt x="840" y="1580"/>
                  <a:pt x="840" y="1580"/>
                  <a:pt x="840" y="1580"/>
                </a:cubicBezTo>
                <a:cubicBezTo>
                  <a:pt x="1631" y="790"/>
                  <a:pt x="1631" y="790"/>
                  <a:pt x="1631" y="790"/>
                </a:cubicBezTo>
                <a:cubicBezTo>
                  <a:pt x="1800" y="960"/>
                  <a:pt x="1800" y="960"/>
                  <a:pt x="1800" y="960"/>
                </a:cubicBezTo>
                <a:lnTo>
                  <a:pt x="840" y="19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5619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ew Agenda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6184"/>
          </a:xfrm>
          <a:custGeom>
            <a:avLst/>
            <a:gdLst>
              <a:gd name="T0" fmla="*/ 2160 w 2280"/>
              <a:gd name="T1" fmla="*/ 1200 h 2160"/>
              <a:gd name="T2" fmla="*/ 120 w 2280"/>
              <a:gd name="T3" fmla="*/ 1200 h 2160"/>
              <a:gd name="T4" fmla="*/ 0 w 2280"/>
              <a:gd name="T5" fmla="*/ 1320 h 2160"/>
              <a:gd name="T6" fmla="*/ 0 w 2280"/>
              <a:gd name="T7" fmla="*/ 2040 h 2160"/>
              <a:gd name="T8" fmla="*/ 120 w 2280"/>
              <a:gd name="T9" fmla="*/ 2160 h 2160"/>
              <a:gd name="T10" fmla="*/ 2160 w 2280"/>
              <a:gd name="T11" fmla="*/ 2160 h 2160"/>
              <a:gd name="T12" fmla="*/ 2280 w 2280"/>
              <a:gd name="T13" fmla="*/ 2040 h 2160"/>
              <a:gd name="T14" fmla="*/ 2280 w 2280"/>
              <a:gd name="T15" fmla="*/ 1320 h 2160"/>
              <a:gd name="T16" fmla="*/ 2160 w 2280"/>
              <a:gd name="T17" fmla="*/ 1200 h 2160"/>
              <a:gd name="T18" fmla="*/ 2160 w 2280"/>
              <a:gd name="T19" fmla="*/ 0 h 2160"/>
              <a:gd name="T20" fmla="*/ 120 w 2280"/>
              <a:gd name="T21" fmla="*/ 0 h 2160"/>
              <a:gd name="T22" fmla="*/ 0 w 2280"/>
              <a:gd name="T23" fmla="*/ 120 h 2160"/>
              <a:gd name="T24" fmla="*/ 0 w 2280"/>
              <a:gd name="T25" fmla="*/ 840 h 2160"/>
              <a:gd name="T26" fmla="*/ 120 w 2280"/>
              <a:gd name="T27" fmla="*/ 960 h 2160"/>
              <a:gd name="T28" fmla="*/ 2160 w 2280"/>
              <a:gd name="T29" fmla="*/ 960 h 2160"/>
              <a:gd name="T30" fmla="*/ 2280 w 2280"/>
              <a:gd name="T31" fmla="*/ 840 h 2160"/>
              <a:gd name="T32" fmla="*/ 2280 w 2280"/>
              <a:gd name="T33" fmla="*/ 120 h 2160"/>
              <a:gd name="T34" fmla="*/ 2160 w 2280"/>
              <a:gd name="T35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280" h="2160">
                <a:moveTo>
                  <a:pt x="2160" y="1200"/>
                </a:moveTo>
                <a:cubicBezTo>
                  <a:pt x="120" y="1200"/>
                  <a:pt x="120" y="1200"/>
                  <a:pt x="120" y="1200"/>
                </a:cubicBezTo>
                <a:cubicBezTo>
                  <a:pt x="54" y="1200"/>
                  <a:pt x="0" y="1254"/>
                  <a:pt x="0" y="1320"/>
                </a:cubicBezTo>
                <a:cubicBezTo>
                  <a:pt x="0" y="2040"/>
                  <a:pt x="0" y="2040"/>
                  <a:pt x="0" y="2040"/>
                </a:cubicBezTo>
                <a:cubicBezTo>
                  <a:pt x="0" y="2106"/>
                  <a:pt x="54" y="2160"/>
                  <a:pt x="120" y="2160"/>
                </a:cubicBezTo>
                <a:cubicBezTo>
                  <a:pt x="2160" y="2160"/>
                  <a:pt x="2160" y="2160"/>
                  <a:pt x="2160" y="2160"/>
                </a:cubicBezTo>
                <a:cubicBezTo>
                  <a:pt x="2226" y="2160"/>
                  <a:pt x="2280" y="2106"/>
                  <a:pt x="2280" y="2040"/>
                </a:cubicBezTo>
                <a:cubicBezTo>
                  <a:pt x="2280" y="1320"/>
                  <a:pt x="2280" y="1320"/>
                  <a:pt x="2280" y="1320"/>
                </a:cubicBezTo>
                <a:cubicBezTo>
                  <a:pt x="2280" y="1254"/>
                  <a:pt x="2226" y="1200"/>
                  <a:pt x="2160" y="1200"/>
                </a:cubicBezTo>
                <a:close/>
                <a:moveTo>
                  <a:pt x="2160" y="0"/>
                </a:moveTo>
                <a:cubicBezTo>
                  <a:pt x="120" y="0"/>
                  <a:pt x="120" y="0"/>
                  <a:pt x="120" y="0"/>
                </a:cubicBezTo>
                <a:cubicBezTo>
                  <a:pt x="54" y="0"/>
                  <a:pt x="0" y="54"/>
                  <a:pt x="0" y="120"/>
                </a:cubicBezTo>
                <a:cubicBezTo>
                  <a:pt x="0" y="840"/>
                  <a:pt x="0" y="840"/>
                  <a:pt x="0" y="840"/>
                </a:cubicBezTo>
                <a:cubicBezTo>
                  <a:pt x="0" y="906"/>
                  <a:pt x="54" y="960"/>
                  <a:pt x="120" y="960"/>
                </a:cubicBezTo>
                <a:cubicBezTo>
                  <a:pt x="2160" y="960"/>
                  <a:pt x="2160" y="960"/>
                  <a:pt x="2160" y="960"/>
                </a:cubicBezTo>
                <a:cubicBezTo>
                  <a:pt x="2226" y="960"/>
                  <a:pt x="2280" y="906"/>
                  <a:pt x="2280" y="840"/>
                </a:cubicBezTo>
                <a:cubicBezTo>
                  <a:pt x="2280" y="120"/>
                  <a:pt x="2280" y="120"/>
                  <a:pt x="2280" y="120"/>
                </a:cubicBezTo>
                <a:cubicBezTo>
                  <a:pt x="2280" y="54"/>
                  <a:pt x="2226" y="0"/>
                  <a:pt x="216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543412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ew Arra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99225"/>
          </a:xfrm>
          <a:custGeom>
            <a:avLst/>
            <a:gdLst>
              <a:gd name="T0" fmla="*/ 0 w 4819"/>
              <a:gd name="T1" fmla="*/ 3685 h 3685"/>
              <a:gd name="T2" fmla="*/ 851 w 4819"/>
              <a:gd name="T3" fmla="*/ 3685 h 3685"/>
              <a:gd name="T4" fmla="*/ 851 w 4819"/>
              <a:gd name="T5" fmla="*/ 0 h 3685"/>
              <a:gd name="T6" fmla="*/ 0 w 4819"/>
              <a:gd name="T7" fmla="*/ 0 h 3685"/>
              <a:gd name="T8" fmla="*/ 0 w 4819"/>
              <a:gd name="T9" fmla="*/ 3685 h 3685"/>
              <a:gd name="T10" fmla="*/ 3969 w 4819"/>
              <a:gd name="T11" fmla="*/ 0 h 3685"/>
              <a:gd name="T12" fmla="*/ 3969 w 4819"/>
              <a:gd name="T13" fmla="*/ 3685 h 3685"/>
              <a:gd name="T14" fmla="*/ 4819 w 4819"/>
              <a:gd name="T15" fmla="*/ 3685 h 3685"/>
              <a:gd name="T16" fmla="*/ 4819 w 4819"/>
              <a:gd name="T17" fmla="*/ 0 h 3685"/>
              <a:gd name="T18" fmla="*/ 3969 w 4819"/>
              <a:gd name="T19" fmla="*/ 0 h 3685"/>
              <a:gd name="T20" fmla="*/ 1134 w 4819"/>
              <a:gd name="T21" fmla="*/ 3685 h 3685"/>
              <a:gd name="T22" fmla="*/ 3685 w 4819"/>
              <a:gd name="T23" fmla="*/ 3685 h 3685"/>
              <a:gd name="T24" fmla="*/ 3685 w 4819"/>
              <a:gd name="T25" fmla="*/ 0 h 3685"/>
              <a:gd name="T26" fmla="*/ 1134 w 4819"/>
              <a:gd name="T27" fmla="*/ 0 h 3685"/>
              <a:gd name="T28" fmla="*/ 1134 w 4819"/>
              <a:gd name="T29" fmla="*/ 3685 h 3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819" h="3685">
                <a:moveTo>
                  <a:pt x="0" y="3685"/>
                </a:moveTo>
                <a:lnTo>
                  <a:pt x="851" y="3685"/>
                </a:lnTo>
                <a:lnTo>
                  <a:pt x="851" y="0"/>
                </a:lnTo>
                <a:lnTo>
                  <a:pt x="0" y="0"/>
                </a:lnTo>
                <a:lnTo>
                  <a:pt x="0" y="3685"/>
                </a:lnTo>
                <a:close/>
                <a:moveTo>
                  <a:pt x="3969" y="0"/>
                </a:moveTo>
                <a:lnTo>
                  <a:pt x="3969" y="3685"/>
                </a:lnTo>
                <a:lnTo>
                  <a:pt x="4819" y="3685"/>
                </a:lnTo>
                <a:lnTo>
                  <a:pt x="4819" y="0"/>
                </a:lnTo>
                <a:lnTo>
                  <a:pt x="3969" y="0"/>
                </a:lnTo>
                <a:close/>
                <a:moveTo>
                  <a:pt x="1134" y="3685"/>
                </a:moveTo>
                <a:lnTo>
                  <a:pt x="3685" y="3685"/>
                </a:lnTo>
                <a:lnTo>
                  <a:pt x="3685" y="0"/>
                </a:lnTo>
                <a:lnTo>
                  <a:pt x="1134" y="0"/>
                </a:lnTo>
                <a:lnTo>
                  <a:pt x="1134" y="36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75256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ew Carouse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85679"/>
          </a:xfrm>
          <a:custGeom>
            <a:avLst/>
            <a:gdLst>
              <a:gd name="T0" fmla="*/ 1418 w 5669"/>
              <a:gd name="T1" fmla="*/ 4251 h 4251"/>
              <a:gd name="T2" fmla="*/ 4252 w 5669"/>
              <a:gd name="T3" fmla="*/ 4251 h 4251"/>
              <a:gd name="T4" fmla="*/ 4252 w 5669"/>
              <a:gd name="T5" fmla="*/ 0 h 4251"/>
              <a:gd name="T6" fmla="*/ 1418 w 5669"/>
              <a:gd name="T7" fmla="*/ 0 h 4251"/>
              <a:gd name="T8" fmla="*/ 1418 w 5669"/>
              <a:gd name="T9" fmla="*/ 4251 h 4251"/>
              <a:gd name="T10" fmla="*/ 0 w 5669"/>
              <a:gd name="T11" fmla="*/ 3685 h 4251"/>
              <a:gd name="T12" fmla="*/ 1134 w 5669"/>
              <a:gd name="T13" fmla="*/ 3685 h 4251"/>
              <a:gd name="T14" fmla="*/ 1134 w 5669"/>
              <a:gd name="T15" fmla="*/ 566 h 4251"/>
              <a:gd name="T16" fmla="*/ 0 w 5669"/>
              <a:gd name="T17" fmla="*/ 566 h 4251"/>
              <a:gd name="T18" fmla="*/ 0 w 5669"/>
              <a:gd name="T19" fmla="*/ 3685 h 4251"/>
              <a:gd name="T20" fmla="*/ 4536 w 5669"/>
              <a:gd name="T21" fmla="*/ 566 h 4251"/>
              <a:gd name="T22" fmla="*/ 4536 w 5669"/>
              <a:gd name="T23" fmla="*/ 3685 h 4251"/>
              <a:gd name="T24" fmla="*/ 5669 w 5669"/>
              <a:gd name="T25" fmla="*/ 3685 h 4251"/>
              <a:gd name="T26" fmla="*/ 5669 w 5669"/>
              <a:gd name="T27" fmla="*/ 566 h 4251"/>
              <a:gd name="T28" fmla="*/ 4536 w 5669"/>
              <a:gd name="T29" fmla="*/ 566 h 42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669" h="4251">
                <a:moveTo>
                  <a:pt x="1418" y="4251"/>
                </a:moveTo>
                <a:lnTo>
                  <a:pt x="4252" y="4251"/>
                </a:lnTo>
                <a:lnTo>
                  <a:pt x="4252" y="0"/>
                </a:lnTo>
                <a:lnTo>
                  <a:pt x="1418" y="0"/>
                </a:lnTo>
                <a:lnTo>
                  <a:pt x="1418" y="4251"/>
                </a:lnTo>
                <a:close/>
                <a:moveTo>
                  <a:pt x="0" y="3685"/>
                </a:moveTo>
                <a:lnTo>
                  <a:pt x="1134" y="3685"/>
                </a:lnTo>
                <a:lnTo>
                  <a:pt x="1134" y="566"/>
                </a:lnTo>
                <a:lnTo>
                  <a:pt x="0" y="566"/>
                </a:lnTo>
                <a:lnTo>
                  <a:pt x="0" y="3685"/>
                </a:lnTo>
                <a:close/>
                <a:moveTo>
                  <a:pt x="4536" y="566"/>
                </a:moveTo>
                <a:lnTo>
                  <a:pt x="4536" y="3685"/>
                </a:lnTo>
                <a:lnTo>
                  <a:pt x="5669" y="3685"/>
                </a:lnTo>
                <a:lnTo>
                  <a:pt x="5669" y="566"/>
                </a:lnTo>
                <a:lnTo>
                  <a:pt x="4536" y="5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512609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ew Colum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99225"/>
          </a:xfrm>
          <a:custGeom>
            <a:avLst/>
            <a:gdLst>
              <a:gd name="T0" fmla="*/ 1701 w 4819"/>
              <a:gd name="T1" fmla="*/ 3685 h 3685"/>
              <a:gd name="T2" fmla="*/ 3118 w 4819"/>
              <a:gd name="T3" fmla="*/ 3685 h 3685"/>
              <a:gd name="T4" fmla="*/ 3118 w 4819"/>
              <a:gd name="T5" fmla="*/ 0 h 3685"/>
              <a:gd name="T6" fmla="*/ 1701 w 4819"/>
              <a:gd name="T7" fmla="*/ 0 h 3685"/>
              <a:gd name="T8" fmla="*/ 1701 w 4819"/>
              <a:gd name="T9" fmla="*/ 3685 h 3685"/>
              <a:gd name="T10" fmla="*/ 0 w 4819"/>
              <a:gd name="T11" fmla="*/ 3685 h 3685"/>
              <a:gd name="T12" fmla="*/ 1417 w 4819"/>
              <a:gd name="T13" fmla="*/ 3685 h 3685"/>
              <a:gd name="T14" fmla="*/ 1417 w 4819"/>
              <a:gd name="T15" fmla="*/ 0 h 3685"/>
              <a:gd name="T16" fmla="*/ 0 w 4819"/>
              <a:gd name="T17" fmla="*/ 0 h 3685"/>
              <a:gd name="T18" fmla="*/ 0 w 4819"/>
              <a:gd name="T19" fmla="*/ 3685 h 3685"/>
              <a:gd name="T20" fmla="*/ 3402 w 4819"/>
              <a:gd name="T21" fmla="*/ 0 h 3685"/>
              <a:gd name="T22" fmla="*/ 3402 w 4819"/>
              <a:gd name="T23" fmla="*/ 3685 h 3685"/>
              <a:gd name="T24" fmla="*/ 4819 w 4819"/>
              <a:gd name="T25" fmla="*/ 3685 h 3685"/>
              <a:gd name="T26" fmla="*/ 4819 w 4819"/>
              <a:gd name="T27" fmla="*/ 0 h 3685"/>
              <a:gd name="T28" fmla="*/ 3402 w 4819"/>
              <a:gd name="T29" fmla="*/ 0 h 3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819" h="3685">
                <a:moveTo>
                  <a:pt x="1701" y="3685"/>
                </a:moveTo>
                <a:lnTo>
                  <a:pt x="3118" y="3685"/>
                </a:lnTo>
                <a:lnTo>
                  <a:pt x="3118" y="0"/>
                </a:lnTo>
                <a:lnTo>
                  <a:pt x="1701" y="0"/>
                </a:lnTo>
                <a:lnTo>
                  <a:pt x="1701" y="3685"/>
                </a:lnTo>
                <a:close/>
                <a:moveTo>
                  <a:pt x="0" y="3685"/>
                </a:moveTo>
                <a:lnTo>
                  <a:pt x="1417" y="3685"/>
                </a:lnTo>
                <a:lnTo>
                  <a:pt x="1417" y="0"/>
                </a:lnTo>
                <a:lnTo>
                  <a:pt x="0" y="0"/>
                </a:lnTo>
                <a:lnTo>
                  <a:pt x="0" y="3685"/>
                </a:lnTo>
                <a:close/>
                <a:moveTo>
                  <a:pt x="3402" y="0"/>
                </a:moveTo>
                <a:lnTo>
                  <a:pt x="3402" y="3685"/>
                </a:lnTo>
                <a:lnTo>
                  <a:pt x="4819" y="3685"/>
                </a:lnTo>
                <a:lnTo>
                  <a:pt x="4819" y="0"/>
                </a:lnTo>
                <a:lnTo>
                  <a:pt x="34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50987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ew Da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6184"/>
          </a:xfrm>
          <a:custGeom>
            <a:avLst/>
            <a:gdLst>
              <a:gd name="T0" fmla="*/ 0 w 2280"/>
              <a:gd name="T1" fmla="*/ 2160 h 2160"/>
              <a:gd name="T2" fmla="*/ 2280 w 2280"/>
              <a:gd name="T3" fmla="*/ 2160 h 2160"/>
              <a:gd name="T4" fmla="*/ 2280 w 2280"/>
              <a:gd name="T5" fmla="*/ 1800 h 2160"/>
              <a:gd name="T6" fmla="*/ 0 w 2280"/>
              <a:gd name="T7" fmla="*/ 1800 h 2160"/>
              <a:gd name="T8" fmla="*/ 0 w 2280"/>
              <a:gd name="T9" fmla="*/ 2160 h 2160"/>
              <a:gd name="T10" fmla="*/ 2160 w 2280"/>
              <a:gd name="T11" fmla="*/ 600 h 2160"/>
              <a:gd name="T12" fmla="*/ 120 w 2280"/>
              <a:gd name="T13" fmla="*/ 600 h 2160"/>
              <a:gd name="T14" fmla="*/ 0 w 2280"/>
              <a:gd name="T15" fmla="*/ 720 h 2160"/>
              <a:gd name="T16" fmla="*/ 0 w 2280"/>
              <a:gd name="T17" fmla="*/ 1440 h 2160"/>
              <a:gd name="T18" fmla="*/ 120 w 2280"/>
              <a:gd name="T19" fmla="*/ 1560 h 2160"/>
              <a:gd name="T20" fmla="*/ 2160 w 2280"/>
              <a:gd name="T21" fmla="*/ 1560 h 2160"/>
              <a:gd name="T22" fmla="*/ 2280 w 2280"/>
              <a:gd name="T23" fmla="*/ 1440 h 2160"/>
              <a:gd name="T24" fmla="*/ 2280 w 2280"/>
              <a:gd name="T25" fmla="*/ 720 h 2160"/>
              <a:gd name="T26" fmla="*/ 2160 w 2280"/>
              <a:gd name="T27" fmla="*/ 600 h 2160"/>
              <a:gd name="T28" fmla="*/ 0 w 2280"/>
              <a:gd name="T29" fmla="*/ 0 h 2160"/>
              <a:gd name="T30" fmla="*/ 0 w 2280"/>
              <a:gd name="T31" fmla="*/ 360 h 2160"/>
              <a:gd name="T32" fmla="*/ 2280 w 2280"/>
              <a:gd name="T33" fmla="*/ 360 h 2160"/>
              <a:gd name="T34" fmla="*/ 2280 w 2280"/>
              <a:gd name="T35" fmla="*/ 0 h 2160"/>
              <a:gd name="T36" fmla="*/ 0 w 2280"/>
              <a:gd name="T37" fmla="*/ 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280" h="2160">
                <a:moveTo>
                  <a:pt x="0" y="2160"/>
                </a:moveTo>
                <a:cubicBezTo>
                  <a:pt x="2280" y="2160"/>
                  <a:pt x="2280" y="2160"/>
                  <a:pt x="2280" y="2160"/>
                </a:cubicBezTo>
                <a:cubicBezTo>
                  <a:pt x="2280" y="1800"/>
                  <a:pt x="2280" y="1800"/>
                  <a:pt x="2280" y="1800"/>
                </a:cubicBezTo>
                <a:cubicBezTo>
                  <a:pt x="0" y="1800"/>
                  <a:pt x="0" y="1800"/>
                  <a:pt x="0" y="1800"/>
                </a:cubicBezTo>
                <a:lnTo>
                  <a:pt x="0" y="2160"/>
                </a:lnTo>
                <a:close/>
                <a:moveTo>
                  <a:pt x="2160" y="600"/>
                </a:moveTo>
                <a:cubicBezTo>
                  <a:pt x="120" y="600"/>
                  <a:pt x="120" y="600"/>
                  <a:pt x="120" y="600"/>
                </a:cubicBezTo>
                <a:cubicBezTo>
                  <a:pt x="54" y="600"/>
                  <a:pt x="0" y="654"/>
                  <a:pt x="0" y="720"/>
                </a:cubicBezTo>
                <a:cubicBezTo>
                  <a:pt x="0" y="1440"/>
                  <a:pt x="0" y="1440"/>
                  <a:pt x="0" y="1440"/>
                </a:cubicBezTo>
                <a:cubicBezTo>
                  <a:pt x="0" y="1506"/>
                  <a:pt x="54" y="1560"/>
                  <a:pt x="120" y="1560"/>
                </a:cubicBezTo>
                <a:cubicBezTo>
                  <a:pt x="2160" y="1560"/>
                  <a:pt x="2160" y="1560"/>
                  <a:pt x="2160" y="1560"/>
                </a:cubicBezTo>
                <a:cubicBezTo>
                  <a:pt x="2226" y="1560"/>
                  <a:pt x="2280" y="1506"/>
                  <a:pt x="2280" y="1440"/>
                </a:cubicBezTo>
                <a:cubicBezTo>
                  <a:pt x="2280" y="720"/>
                  <a:pt x="2280" y="720"/>
                  <a:pt x="2280" y="720"/>
                </a:cubicBezTo>
                <a:cubicBezTo>
                  <a:pt x="2280" y="654"/>
                  <a:pt x="2226" y="600"/>
                  <a:pt x="2160" y="600"/>
                </a:cubicBezTo>
                <a:close/>
                <a:moveTo>
                  <a:pt x="0" y="0"/>
                </a:moveTo>
                <a:cubicBezTo>
                  <a:pt x="0" y="360"/>
                  <a:pt x="0" y="360"/>
                  <a:pt x="0" y="360"/>
                </a:cubicBezTo>
                <a:cubicBezTo>
                  <a:pt x="2280" y="360"/>
                  <a:pt x="2280" y="360"/>
                  <a:pt x="2280" y="360"/>
                </a:cubicBezTo>
                <a:cubicBezTo>
                  <a:pt x="2280" y="0"/>
                  <a:pt x="2280" y="0"/>
                  <a:pt x="228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23648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ew Head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00075"/>
          </a:xfrm>
          <a:custGeom>
            <a:avLst/>
            <a:gdLst>
              <a:gd name="T0" fmla="*/ 0 w 4535"/>
              <a:gd name="T1" fmla="*/ 2835 h 3968"/>
              <a:gd name="T2" fmla="*/ 4535 w 4535"/>
              <a:gd name="T3" fmla="*/ 2835 h 3968"/>
              <a:gd name="T4" fmla="*/ 4535 w 4535"/>
              <a:gd name="T5" fmla="*/ 2268 h 3968"/>
              <a:gd name="T6" fmla="*/ 0 w 4535"/>
              <a:gd name="T7" fmla="*/ 2268 h 3968"/>
              <a:gd name="T8" fmla="*/ 0 w 4535"/>
              <a:gd name="T9" fmla="*/ 2835 h 3968"/>
              <a:gd name="T10" fmla="*/ 0 w 4535"/>
              <a:gd name="T11" fmla="*/ 3968 h 3968"/>
              <a:gd name="T12" fmla="*/ 4535 w 4535"/>
              <a:gd name="T13" fmla="*/ 3968 h 3968"/>
              <a:gd name="T14" fmla="*/ 4535 w 4535"/>
              <a:gd name="T15" fmla="*/ 3402 h 3968"/>
              <a:gd name="T16" fmla="*/ 0 w 4535"/>
              <a:gd name="T17" fmla="*/ 3402 h 3968"/>
              <a:gd name="T18" fmla="*/ 0 w 4535"/>
              <a:gd name="T19" fmla="*/ 3968 h 3968"/>
              <a:gd name="T20" fmla="*/ 0 w 4535"/>
              <a:gd name="T21" fmla="*/ 1701 h 3968"/>
              <a:gd name="T22" fmla="*/ 4535 w 4535"/>
              <a:gd name="T23" fmla="*/ 1701 h 3968"/>
              <a:gd name="T24" fmla="*/ 4535 w 4535"/>
              <a:gd name="T25" fmla="*/ 1134 h 3968"/>
              <a:gd name="T26" fmla="*/ 0 w 4535"/>
              <a:gd name="T27" fmla="*/ 1134 h 3968"/>
              <a:gd name="T28" fmla="*/ 0 w 4535"/>
              <a:gd name="T29" fmla="*/ 1701 h 3968"/>
              <a:gd name="T30" fmla="*/ 0 w 4535"/>
              <a:gd name="T31" fmla="*/ 0 h 3968"/>
              <a:gd name="T32" fmla="*/ 0 w 4535"/>
              <a:gd name="T33" fmla="*/ 567 h 3968"/>
              <a:gd name="T34" fmla="*/ 4535 w 4535"/>
              <a:gd name="T35" fmla="*/ 567 h 3968"/>
              <a:gd name="T36" fmla="*/ 4535 w 4535"/>
              <a:gd name="T37" fmla="*/ 0 h 3968"/>
              <a:gd name="T38" fmla="*/ 0 w 4535"/>
              <a:gd name="T39" fmla="*/ 0 h 3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535" h="3968">
                <a:moveTo>
                  <a:pt x="0" y="2835"/>
                </a:moveTo>
                <a:lnTo>
                  <a:pt x="4535" y="2835"/>
                </a:lnTo>
                <a:lnTo>
                  <a:pt x="4535" y="2268"/>
                </a:lnTo>
                <a:lnTo>
                  <a:pt x="0" y="2268"/>
                </a:lnTo>
                <a:lnTo>
                  <a:pt x="0" y="2835"/>
                </a:lnTo>
                <a:close/>
                <a:moveTo>
                  <a:pt x="0" y="3968"/>
                </a:moveTo>
                <a:lnTo>
                  <a:pt x="4535" y="3968"/>
                </a:lnTo>
                <a:lnTo>
                  <a:pt x="4535" y="3402"/>
                </a:lnTo>
                <a:lnTo>
                  <a:pt x="0" y="3402"/>
                </a:lnTo>
                <a:lnTo>
                  <a:pt x="0" y="3968"/>
                </a:lnTo>
                <a:close/>
                <a:moveTo>
                  <a:pt x="0" y="1701"/>
                </a:moveTo>
                <a:lnTo>
                  <a:pt x="4535" y="1701"/>
                </a:lnTo>
                <a:lnTo>
                  <a:pt x="4535" y="1134"/>
                </a:lnTo>
                <a:lnTo>
                  <a:pt x="0" y="1134"/>
                </a:lnTo>
                <a:lnTo>
                  <a:pt x="0" y="1701"/>
                </a:lnTo>
                <a:close/>
                <a:moveTo>
                  <a:pt x="0" y="0"/>
                </a:moveTo>
                <a:lnTo>
                  <a:pt x="0" y="567"/>
                </a:lnTo>
                <a:lnTo>
                  <a:pt x="4535" y="567"/>
                </a:lnTo>
                <a:lnTo>
                  <a:pt x="453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37598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ew Lis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52924"/>
          </a:xfrm>
          <a:custGeom>
            <a:avLst/>
            <a:gdLst>
              <a:gd name="T0" fmla="*/ 0 w 4819"/>
              <a:gd name="T1" fmla="*/ 2551 h 3968"/>
              <a:gd name="T2" fmla="*/ 1134 w 4819"/>
              <a:gd name="T3" fmla="*/ 2551 h 3968"/>
              <a:gd name="T4" fmla="*/ 1134 w 4819"/>
              <a:gd name="T5" fmla="*/ 1417 h 3968"/>
              <a:gd name="T6" fmla="*/ 0 w 4819"/>
              <a:gd name="T7" fmla="*/ 1417 h 3968"/>
              <a:gd name="T8" fmla="*/ 0 w 4819"/>
              <a:gd name="T9" fmla="*/ 2551 h 3968"/>
              <a:gd name="T10" fmla="*/ 0 w 4819"/>
              <a:gd name="T11" fmla="*/ 3968 h 3968"/>
              <a:gd name="T12" fmla="*/ 1134 w 4819"/>
              <a:gd name="T13" fmla="*/ 3968 h 3968"/>
              <a:gd name="T14" fmla="*/ 1134 w 4819"/>
              <a:gd name="T15" fmla="*/ 2835 h 3968"/>
              <a:gd name="T16" fmla="*/ 0 w 4819"/>
              <a:gd name="T17" fmla="*/ 2835 h 3968"/>
              <a:gd name="T18" fmla="*/ 0 w 4819"/>
              <a:gd name="T19" fmla="*/ 3968 h 3968"/>
              <a:gd name="T20" fmla="*/ 0 w 4819"/>
              <a:gd name="T21" fmla="*/ 1134 h 3968"/>
              <a:gd name="T22" fmla="*/ 1134 w 4819"/>
              <a:gd name="T23" fmla="*/ 1134 h 3968"/>
              <a:gd name="T24" fmla="*/ 1134 w 4819"/>
              <a:gd name="T25" fmla="*/ 0 h 3968"/>
              <a:gd name="T26" fmla="*/ 0 w 4819"/>
              <a:gd name="T27" fmla="*/ 0 h 3968"/>
              <a:gd name="T28" fmla="*/ 0 w 4819"/>
              <a:gd name="T29" fmla="*/ 1134 h 3968"/>
              <a:gd name="T30" fmla="*/ 1417 w 4819"/>
              <a:gd name="T31" fmla="*/ 2551 h 3968"/>
              <a:gd name="T32" fmla="*/ 4819 w 4819"/>
              <a:gd name="T33" fmla="*/ 2551 h 3968"/>
              <a:gd name="T34" fmla="*/ 4819 w 4819"/>
              <a:gd name="T35" fmla="*/ 1417 h 3968"/>
              <a:gd name="T36" fmla="*/ 1417 w 4819"/>
              <a:gd name="T37" fmla="*/ 1417 h 3968"/>
              <a:gd name="T38" fmla="*/ 1417 w 4819"/>
              <a:gd name="T39" fmla="*/ 2551 h 3968"/>
              <a:gd name="T40" fmla="*/ 1417 w 4819"/>
              <a:gd name="T41" fmla="*/ 3968 h 3968"/>
              <a:gd name="T42" fmla="*/ 4819 w 4819"/>
              <a:gd name="T43" fmla="*/ 3968 h 3968"/>
              <a:gd name="T44" fmla="*/ 4819 w 4819"/>
              <a:gd name="T45" fmla="*/ 2835 h 3968"/>
              <a:gd name="T46" fmla="*/ 1417 w 4819"/>
              <a:gd name="T47" fmla="*/ 2835 h 3968"/>
              <a:gd name="T48" fmla="*/ 1417 w 4819"/>
              <a:gd name="T49" fmla="*/ 3968 h 3968"/>
              <a:gd name="T50" fmla="*/ 1417 w 4819"/>
              <a:gd name="T51" fmla="*/ 0 h 3968"/>
              <a:gd name="T52" fmla="*/ 1417 w 4819"/>
              <a:gd name="T53" fmla="*/ 1134 h 3968"/>
              <a:gd name="T54" fmla="*/ 4819 w 4819"/>
              <a:gd name="T55" fmla="*/ 1134 h 3968"/>
              <a:gd name="T56" fmla="*/ 4819 w 4819"/>
              <a:gd name="T57" fmla="*/ 0 h 3968"/>
              <a:gd name="T58" fmla="*/ 1417 w 4819"/>
              <a:gd name="T59" fmla="*/ 0 h 3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819" h="3968">
                <a:moveTo>
                  <a:pt x="0" y="2551"/>
                </a:moveTo>
                <a:lnTo>
                  <a:pt x="1134" y="2551"/>
                </a:lnTo>
                <a:lnTo>
                  <a:pt x="1134" y="1417"/>
                </a:lnTo>
                <a:lnTo>
                  <a:pt x="0" y="1417"/>
                </a:lnTo>
                <a:lnTo>
                  <a:pt x="0" y="2551"/>
                </a:lnTo>
                <a:close/>
                <a:moveTo>
                  <a:pt x="0" y="3968"/>
                </a:moveTo>
                <a:lnTo>
                  <a:pt x="1134" y="3968"/>
                </a:lnTo>
                <a:lnTo>
                  <a:pt x="1134" y="2835"/>
                </a:lnTo>
                <a:lnTo>
                  <a:pt x="0" y="2835"/>
                </a:lnTo>
                <a:lnTo>
                  <a:pt x="0" y="3968"/>
                </a:lnTo>
                <a:close/>
                <a:moveTo>
                  <a:pt x="0" y="1134"/>
                </a:moveTo>
                <a:lnTo>
                  <a:pt x="1134" y="1134"/>
                </a:lnTo>
                <a:lnTo>
                  <a:pt x="1134" y="0"/>
                </a:lnTo>
                <a:lnTo>
                  <a:pt x="0" y="0"/>
                </a:lnTo>
                <a:lnTo>
                  <a:pt x="0" y="1134"/>
                </a:lnTo>
                <a:close/>
                <a:moveTo>
                  <a:pt x="1417" y="2551"/>
                </a:moveTo>
                <a:lnTo>
                  <a:pt x="4819" y="2551"/>
                </a:lnTo>
                <a:lnTo>
                  <a:pt x="4819" y="1417"/>
                </a:lnTo>
                <a:lnTo>
                  <a:pt x="1417" y="1417"/>
                </a:lnTo>
                <a:lnTo>
                  <a:pt x="1417" y="2551"/>
                </a:lnTo>
                <a:close/>
                <a:moveTo>
                  <a:pt x="1417" y="3968"/>
                </a:moveTo>
                <a:lnTo>
                  <a:pt x="4819" y="3968"/>
                </a:lnTo>
                <a:lnTo>
                  <a:pt x="4819" y="2835"/>
                </a:lnTo>
                <a:lnTo>
                  <a:pt x="1417" y="2835"/>
                </a:lnTo>
                <a:lnTo>
                  <a:pt x="1417" y="3968"/>
                </a:lnTo>
                <a:close/>
                <a:moveTo>
                  <a:pt x="1417" y="0"/>
                </a:moveTo>
                <a:lnTo>
                  <a:pt x="1417" y="1134"/>
                </a:lnTo>
                <a:lnTo>
                  <a:pt x="4819" y="1134"/>
                </a:lnTo>
                <a:lnTo>
                  <a:pt x="4819" y="0"/>
                </a:lnTo>
                <a:lnTo>
                  <a:pt x="141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165072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ew Modu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99225"/>
          </a:xfrm>
          <a:custGeom>
            <a:avLst/>
            <a:gdLst>
              <a:gd name="T0" fmla="*/ 0 w 4819"/>
              <a:gd name="T1" fmla="*/ 1701 h 3685"/>
              <a:gd name="T2" fmla="*/ 1417 w 4819"/>
              <a:gd name="T3" fmla="*/ 1701 h 3685"/>
              <a:gd name="T4" fmla="*/ 1417 w 4819"/>
              <a:gd name="T5" fmla="*/ 0 h 3685"/>
              <a:gd name="T6" fmla="*/ 0 w 4819"/>
              <a:gd name="T7" fmla="*/ 0 h 3685"/>
              <a:gd name="T8" fmla="*/ 0 w 4819"/>
              <a:gd name="T9" fmla="*/ 1701 h 3685"/>
              <a:gd name="T10" fmla="*/ 0 w 4819"/>
              <a:gd name="T11" fmla="*/ 3685 h 3685"/>
              <a:gd name="T12" fmla="*/ 1417 w 4819"/>
              <a:gd name="T13" fmla="*/ 3685 h 3685"/>
              <a:gd name="T14" fmla="*/ 1417 w 4819"/>
              <a:gd name="T15" fmla="*/ 1984 h 3685"/>
              <a:gd name="T16" fmla="*/ 0 w 4819"/>
              <a:gd name="T17" fmla="*/ 1984 h 3685"/>
              <a:gd name="T18" fmla="*/ 0 w 4819"/>
              <a:gd name="T19" fmla="*/ 3685 h 3685"/>
              <a:gd name="T20" fmla="*/ 1701 w 4819"/>
              <a:gd name="T21" fmla="*/ 3685 h 3685"/>
              <a:gd name="T22" fmla="*/ 3118 w 4819"/>
              <a:gd name="T23" fmla="*/ 3685 h 3685"/>
              <a:gd name="T24" fmla="*/ 3118 w 4819"/>
              <a:gd name="T25" fmla="*/ 1984 h 3685"/>
              <a:gd name="T26" fmla="*/ 1701 w 4819"/>
              <a:gd name="T27" fmla="*/ 1984 h 3685"/>
              <a:gd name="T28" fmla="*/ 1701 w 4819"/>
              <a:gd name="T29" fmla="*/ 3685 h 3685"/>
              <a:gd name="T30" fmla="*/ 3402 w 4819"/>
              <a:gd name="T31" fmla="*/ 3685 h 3685"/>
              <a:gd name="T32" fmla="*/ 4819 w 4819"/>
              <a:gd name="T33" fmla="*/ 3685 h 3685"/>
              <a:gd name="T34" fmla="*/ 4819 w 4819"/>
              <a:gd name="T35" fmla="*/ 1984 h 3685"/>
              <a:gd name="T36" fmla="*/ 3402 w 4819"/>
              <a:gd name="T37" fmla="*/ 1984 h 3685"/>
              <a:gd name="T38" fmla="*/ 3402 w 4819"/>
              <a:gd name="T39" fmla="*/ 3685 h 3685"/>
              <a:gd name="T40" fmla="*/ 1701 w 4819"/>
              <a:gd name="T41" fmla="*/ 1701 h 3685"/>
              <a:gd name="T42" fmla="*/ 3118 w 4819"/>
              <a:gd name="T43" fmla="*/ 1701 h 3685"/>
              <a:gd name="T44" fmla="*/ 3118 w 4819"/>
              <a:gd name="T45" fmla="*/ 0 h 3685"/>
              <a:gd name="T46" fmla="*/ 1701 w 4819"/>
              <a:gd name="T47" fmla="*/ 0 h 3685"/>
              <a:gd name="T48" fmla="*/ 1701 w 4819"/>
              <a:gd name="T49" fmla="*/ 1701 h 3685"/>
              <a:gd name="T50" fmla="*/ 3402 w 4819"/>
              <a:gd name="T51" fmla="*/ 0 h 3685"/>
              <a:gd name="T52" fmla="*/ 3402 w 4819"/>
              <a:gd name="T53" fmla="*/ 1701 h 3685"/>
              <a:gd name="T54" fmla="*/ 4819 w 4819"/>
              <a:gd name="T55" fmla="*/ 1701 h 3685"/>
              <a:gd name="T56" fmla="*/ 4819 w 4819"/>
              <a:gd name="T57" fmla="*/ 0 h 3685"/>
              <a:gd name="T58" fmla="*/ 3402 w 4819"/>
              <a:gd name="T59" fmla="*/ 0 h 3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4819" h="3685">
                <a:moveTo>
                  <a:pt x="0" y="1701"/>
                </a:moveTo>
                <a:lnTo>
                  <a:pt x="1417" y="1701"/>
                </a:lnTo>
                <a:lnTo>
                  <a:pt x="1417" y="0"/>
                </a:lnTo>
                <a:lnTo>
                  <a:pt x="0" y="0"/>
                </a:lnTo>
                <a:lnTo>
                  <a:pt x="0" y="1701"/>
                </a:lnTo>
                <a:close/>
                <a:moveTo>
                  <a:pt x="0" y="3685"/>
                </a:moveTo>
                <a:lnTo>
                  <a:pt x="1417" y="3685"/>
                </a:lnTo>
                <a:lnTo>
                  <a:pt x="1417" y="1984"/>
                </a:lnTo>
                <a:lnTo>
                  <a:pt x="0" y="1984"/>
                </a:lnTo>
                <a:lnTo>
                  <a:pt x="0" y="3685"/>
                </a:lnTo>
                <a:close/>
                <a:moveTo>
                  <a:pt x="1701" y="3685"/>
                </a:moveTo>
                <a:lnTo>
                  <a:pt x="3118" y="3685"/>
                </a:lnTo>
                <a:lnTo>
                  <a:pt x="3118" y="1984"/>
                </a:lnTo>
                <a:lnTo>
                  <a:pt x="1701" y="1984"/>
                </a:lnTo>
                <a:lnTo>
                  <a:pt x="1701" y="3685"/>
                </a:lnTo>
                <a:close/>
                <a:moveTo>
                  <a:pt x="3402" y="3685"/>
                </a:moveTo>
                <a:lnTo>
                  <a:pt x="4819" y="3685"/>
                </a:lnTo>
                <a:lnTo>
                  <a:pt x="4819" y="1984"/>
                </a:lnTo>
                <a:lnTo>
                  <a:pt x="3402" y="1984"/>
                </a:lnTo>
                <a:lnTo>
                  <a:pt x="3402" y="3685"/>
                </a:lnTo>
                <a:close/>
                <a:moveTo>
                  <a:pt x="1701" y="1701"/>
                </a:moveTo>
                <a:lnTo>
                  <a:pt x="3118" y="1701"/>
                </a:lnTo>
                <a:lnTo>
                  <a:pt x="3118" y="0"/>
                </a:lnTo>
                <a:lnTo>
                  <a:pt x="1701" y="0"/>
                </a:lnTo>
                <a:lnTo>
                  <a:pt x="1701" y="1701"/>
                </a:lnTo>
                <a:close/>
                <a:moveTo>
                  <a:pt x="3402" y="0"/>
                </a:moveTo>
                <a:lnTo>
                  <a:pt x="3402" y="1701"/>
                </a:lnTo>
                <a:lnTo>
                  <a:pt x="4819" y="1701"/>
                </a:lnTo>
                <a:lnTo>
                  <a:pt x="4819" y="0"/>
                </a:lnTo>
                <a:lnTo>
                  <a:pt x="340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57935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ew Quil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99225"/>
          </a:xfrm>
          <a:custGeom>
            <a:avLst/>
            <a:gdLst>
              <a:gd name="T0" fmla="*/ 1701 w 4819"/>
              <a:gd name="T1" fmla="*/ 3685 h 3685"/>
              <a:gd name="T2" fmla="*/ 3118 w 4819"/>
              <a:gd name="T3" fmla="*/ 3685 h 3685"/>
              <a:gd name="T4" fmla="*/ 3118 w 4819"/>
              <a:gd name="T5" fmla="*/ 1984 h 3685"/>
              <a:gd name="T6" fmla="*/ 1701 w 4819"/>
              <a:gd name="T7" fmla="*/ 1984 h 3685"/>
              <a:gd name="T8" fmla="*/ 1701 w 4819"/>
              <a:gd name="T9" fmla="*/ 3685 h 3685"/>
              <a:gd name="T10" fmla="*/ 0 w 4819"/>
              <a:gd name="T11" fmla="*/ 3685 h 3685"/>
              <a:gd name="T12" fmla="*/ 1417 w 4819"/>
              <a:gd name="T13" fmla="*/ 3685 h 3685"/>
              <a:gd name="T14" fmla="*/ 1417 w 4819"/>
              <a:gd name="T15" fmla="*/ 0 h 3685"/>
              <a:gd name="T16" fmla="*/ 0 w 4819"/>
              <a:gd name="T17" fmla="*/ 0 h 3685"/>
              <a:gd name="T18" fmla="*/ 0 w 4819"/>
              <a:gd name="T19" fmla="*/ 3685 h 3685"/>
              <a:gd name="T20" fmla="*/ 3402 w 4819"/>
              <a:gd name="T21" fmla="*/ 3685 h 3685"/>
              <a:gd name="T22" fmla="*/ 4819 w 4819"/>
              <a:gd name="T23" fmla="*/ 3685 h 3685"/>
              <a:gd name="T24" fmla="*/ 4819 w 4819"/>
              <a:gd name="T25" fmla="*/ 1984 h 3685"/>
              <a:gd name="T26" fmla="*/ 3402 w 4819"/>
              <a:gd name="T27" fmla="*/ 1984 h 3685"/>
              <a:gd name="T28" fmla="*/ 3402 w 4819"/>
              <a:gd name="T29" fmla="*/ 3685 h 3685"/>
              <a:gd name="T30" fmla="*/ 1701 w 4819"/>
              <a:gd name="T31" fmla="*/ 0 h 3685"/>
              <a:gd name="T32" fmla="*/ 1701 w 4819"/>
              <a:gd name="T33" fmla="*/ 1701 h 3685"/>
              <a:gd name="T34" fmla="*/ 4819 w 4819"/>
              <a:gd name="T35" fmla="*/ 1701 h 3685"/>
              <a:gd name="T36" fmla="*/ 4819 w 4819"/>
              <a:gd name="T37" fmla="*/ 0 h 3685"/>
              <a:gd name="T38" fmla="*/ 1701 w 4819"/>
              <a:gd name="T39" fmla="*/ 0 h 3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819" h="3685">
                <a:moveTo>
                  <a:pt x="1701" y="3685"/>
                </a:moveTo>
                <a:lnTo>
                  <a:pt x="3118" y="3685"/>
                </a:lnTo>
                <a:lnTo>
                  <a:pt x="3118" y="1984"/>
                </a:lnTo>
                <a:lnTo>
                  <a:pt x="1701" y="1984"/>
                </a:lnTo>
                <a:lnTo>
                  <a:pt x="1701" y="3685"/>
                </a:lnTo>
                <a:close/>
                <a:moveTo>
                  <a:pt x="0" y="3685"/>
                </a:moveTo>
                <a:lnTo>
                  <a:pt x="1417" y="3685"/>
                </a:lnTo>
                <a:lnTo>
                  <a:pt x="1417" y="0"/>
                </a:lnTo>
                <a:lnTo>
                  <a:pt x="0" y="0"/>
                </a:lnTo>
                <a:lnTo>
                  <a:pt x="0" y="3685"/>
                </a:lnTo>
                <a:close/>
                <a:moveTo>
                  <a:pt x="3402" y="3685"/>
                </a:moveTo>
                <a:lnTo>
                  <a:pt x="4819" y="3685"/>
                </a:lnTo>
                <a:lnTo>
                  <a:pt x="4819" y="1984"/>
                </a:lnTo>
                <a:lnTo>
                  <a:pt x="3402" y="1984"/>
                </a:lnTo>
                <a:lnTo>
                  <a:pt x="3402" y="3685"/>
                </a:lnTo>
                <a:close/>
                <a:moveTo>
                  <a:pt x="1701" y="0"/>
                </a:moveTo>
                <a:lnTo>
                  <a:pt x="1701" y="1701"/>
                </a:lnTo>
                <a:lnTo>
                  <a:pt x="4819" y="1701"/>
                </a:lnTo>
                <a:lnTo>
                  <a:pt x="4819" y="0"/>
                </a:lnTo>
                <a:lnTo>
                  <a:pt x="170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090083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ew Strea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99225"/>
          </a:xfrm>
          <a:custGeom>
            <a:avLst/>
            <a:gdLst>
              <a:gd name="T0" fmla="*/ 0 w 4819"/>
              <a:gd name="T1" fmla="*/ 3685 h 3685"/>
              <a:gd name="T2" fmla="*/ 4819 w 4819"/>
              <a:gd name="T3" fmla="*/ 3685 h 3685"/>
              <a:gd name="T4" fmla="*/ 4819 w 4819"/>
              <a:gd name="T5" fmla="*/ 1984 h 3685"/>
              <a:gd name="T6" fmla="*/ 0 w 4819"/>
              <a:gd name="T7" fmla="*/ 1984 h 3685"/>
              <a:gd name="T8" fmla="*/ 0 w 4819"/>
              <a:gd name="T9" fmla="*/ 3685 h 3685"/>
              <a:gd name="T10" fmla="*/ 0 w 4819"/>
              <a:gd name="T11" fmla="*/ 0 h 3685"/>
              <a:gd name="T12" fmla="*/ 0 w 4819"/>
              <a:gd name="T13" fmla="*/ 1701 h 3685"/>
              <a:gd name="T14" fmla="*/ 4819 w 4819"/>
              <a:gd name="T15" fmla="*/ 1701 h 3685"/>
              <a:gd name="T16" fmla="*/ 4819 w 4819"/>
              <a:gd name="T17" fmla="*/ 0 h 3685"/>
              <a:gd name="T18" fmla="*/ 0 w 4819"/>
              <a:gd name="T19" fmla="*/ 0 h 3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819" h="3685">
                <a:moveTo>
                  <a:pt x="0" y="3685"/>
                </a:moveTo>
                <a:lnTo>
                  <a:pt x="4819" y="3685"/>
                </a:lnTo>
                <a:lnTo>
                  <a:pt x="4819" y="1984"/>
                </a:lnTo>
                <a:lnTo>
                  <a:pt x="0" y="1984"/>
                </a:lnTo>
                <a:lnTo>
                  <a:pt x="0" y="3685"/>
                </a:lnTo>
                <a:close/>
                <a:moveTo>
                  <a:pt x="0" y="0"/>
                </a:moveTo>
                <a:lnTo>
                  <a:pt x="0" y="1701"/>
                </a:lnTo>
                <a:lnTo>
                  <a:pt x="4819" y="1701"/>
                </a:lnTo>
                <a:lnTo>
                  <a:pt x="481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81074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ew Wee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73661"/>
          </a:xfrm>
          <a:custGeom>
            <a:avLst/>
            <a:gdLst>
              <a:gd name="T0" fmla="*/ 480 w 2280"/>
              <a:gd name="T1" fmla="*/ 0 h 1680"/>
              <a:gd name="T2" fmla="*/ 120 w 2280"/>
              <a:gd name="T3" fmla="*/ 0 h 1680"/>
              <a:gd name="T4" fmla="*/ 0 w 2280"/>
              <a:gd name="T5" fmla="*/ 120 h 1680"/>
              <a:gd name="T6" fmla="*/ 0 w 2280"/>
              <a:gd name="T7" fmla="*/ 1560 h 1680"/>
              <a:gd name="T8" fmla="*/ 120 w 2280"/>
              <a:gd name="T9" fmla="*/ 1680 h 1680"/>
              <a:gd name="T10" fmla="*/ 480 w 2280"/>
              <a:gd name="T11" fmla="*/ 1680 h 1680"/>
              <a:gd name="T12" fmla="*/ 600 w 2280"/>
              <a:gd name="T13" fmla="*/ 1560 h 1680"/>
              <a:gd name="T14" fmla="*/ 600 w 2280"/>
              <a:gd name="T15" fmla="*/ 120 h 1680"/>
              <a:gd name="T16" fmla="*/ 480 w 2280"/>
              <a:gd name="T17" fmla="*/ 0 h 1680"/>
              <a:gd name="T18" fmla="*/ 2160 w 2280"/>
              <a:gd name="T19" fmla="*/ 0 h 1680"/>
              <a:gd name="T20" fmla="*/ 1800 w 2280"/>
              <a:gd name="T21" fmla="*/ 0 h 1680"/>
              <a:gd name="T22" fmla="*/ 1680 w 2280"/>
              <a:gd name="T23" fmla="*/ 120 h 1680"/>
              <a:gd name="T24" fmla="*/ 1680 w 2280"/>
              <a:gd name="T25" fmla="*/ 1560 h 1680"/>
              <a:gd name="T26" fmla="*/ 1800 w 2280"/>
              <a:gd name="T27" fmla="*/ 1680 h 1680"/>
              <a:gd name="T28" fmla="*/ 2160 w 2280"/>
              <a:gd name="T29" fmla="*/ 1680 h 1680"/>
              <a:gd name="T30" fmla="*/ 2280 w 2280"/>
              <a:gd name="T31" fmla="*/ 1560 h 1680"/>
              <a:gd name="T32" fmla="*/ 2280 w 2280"/>
              <a:gd name="T33" fmla="*/ 120 h 1680"/>
              <a:gd name="T34" fmla="*/ 2160 w 2280"/>
              <a:gd name="T35" fmla="*/ 0 h 1680"/>
              <a:gd name="T36" fmla="*/ 1320 w 2280"/>
              <a:gd name="T37" fmla="*/ 0 h 1680"/>
              <a:gd name="T38" fmla="*/ 960 w 2280"/>
              <a:gd name="T39" fmla="*/ 0 h 1680"/>
              <a:gd name="T40" fmla="*/ 840 w 2280"/>
              <a:gd name="T41" fmla="*/ 120 h 1680"/>
              <a:gd name="T42" fmla="*/ 840 w 2280"/>
              <a:gd name="T43" fmla="*/ 1560 h 1680"/>
              <a:gd name="T44" fmla="*/ 960 w 2280"/>
              <a:gd name="T45" fmla="*/ 1680 h 1680"/>
              <a:gd name="T46" fmla="*/ 1320 w 2280"/>
              <a:gd name="T47" fmla="*/ 1680 h 1680"/>
              <a:gd name="T48" fmla="*/ 1440 w 2280"/>
              <a:gd name="T49" fmla="*/ 1560 h 1680"/>
              <a:gd name="T50" fmla="*/ 1440 w 2280"/>
              <a:gd name="T51" fmla="*/ 120 h 1680"/>
              <a:gd name="T52" fmla="*/ 1320 w 2280"/>
              <a:gd name="T53" fmla="*/ 0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280" h="1680">
                <a:moveTo>
                  <a:pt x="480" y="0"/>
                </a:moveTo>
                <a:cubicBezTo>
                  <a:pt x="120" y="0"/>
                  <a:pt x="120" y="0"/>
                  <a:pt x="120" y="0"/>
                </a:cubicBezTo>
                <a:cubicBezTo>
                  <a:pt x="54" y="0"/>
                  <a:pt x="0" y="54"/>
                  <a:pt x="0" y="120"/>
                </a:cubicBezTo>
                <a:cubicBezTo>
                  <a:pt x="0" y="1560"/>
                  <a:pt x="0" y="1560"/>
                  <a:pt x="0" y="1560"/>
                </a:cubicBezTo>
                <a:cubicBezTo>
                  <a:pt x="0" y="1626"/>
                  <a:pt x="54" y="1680"/>
                  <a:pt x="120" y="1680"/>
                </a:cubicBezTo>
                <a:cubicBezTo>
                  <a:pt x="480" y="1680"/>
                  <a:pt x="480" y="1680"/>
                  <a:pt x="480" y="1680"/>
                </a:cubicBezTo>
                <a:cubicBezTo>
                  <a:pt x="546" y="1680"/>
                  <a:pt x="600" y="1626"/>
                  <a:pt x="600" y="1560"/>
                </a:cubicBezTo>
                <a:cubicBezTo>
                  <a:pt x="600" y="120"/>
                  <a:pt x="600" y="120"/>
                  <a:pt x="600" y="120"/>
                </a:cubicBezTo>
                <a:cubicBezTo>
                  <a:pt x="600" y="54"/>
                  <a:pt x="546" y="0"/>
                  <a:pt x="480" y="0"/>
                </a:cubicBezTo>
                <a:close/>
                <a:moveTo>
                  <a:pt x="2160" y="0"/>
                </a:moveTo>
                <a:cubicBezTo>
                  <a:pt x="1800" y="0"/>
                  <a:pt x="1800" y="0"/>
                  <a:pt x="1800" y="0"/>
                </a:cubicBezTo>
                <a:cubicBezTo>
                  <a:pt x="1734" y="0"/>
                  <a:pt x="1680" y="54"/>
                  <a:pt x="1680" y="120"/>
                </a:cubicBezTo>
                <a:cubicBezTo>
                  <a:pt x="1680" y="1560"/>
                  <a:pt x="1680" y="1560"/>
                  <a:pt x="1680" y="1560"/>
                </a:cubicBezTo>
                <a:cubicBezTo>
                  <a:pt x="1680" y="1626"/>
                  <a:pt x="1734" y="1680"/>
                  <a:pt x="1800" y="1680"/>
                </a:cubicBezTo>
                <a:cubicBezTo>
                  <a:pt x="2160" y="1680"/>
                  <a:pt x="2160" y="1680"/>
                  <a:pt x="2160" y="1680"/>
                </a:cubicBezTo>
                <a:cubicBezTo>
                  <a:pt x="2226" y="1680"/>
                  <a:pt x="2280" y="1626"/>
                  <a:pt x="2280" y="1560"/>
                </a:cubicBezTo>
                <a:cubicBezTo>
                  <a:pt x="2280" y="120"/>
                  <a:pt x="2280" y="120"/>
                  <a:pt x="2280" y="120"/>
                </a:cubicBezTo>
                <a:cubicBezTo>
                  <a:pt x="2280" y="54"/>
                  <a:pt x="2226" y="0"/>
                  <a:pt x="2160" y="0"/>
                </a:cubicBezTo>
                <a:close/>
                <a:moveTo>
                  <a:pt x="1320" y="0"/>
                </a:moveTo>
                <a:cubicBezTo>
                  <a:pt x="960" y="0"/>
                  <a:pt x="960" y="0"/>
                  <a:pt x="960" y="0"/>
                </a:cubicBezTo>
                <a:cubicBezTo>
                  <a:pt x="894" y="0"/>
                  <a:pt x="840" y="54"/>
                  <a:pt x="840" y="120"/>
                </a:cubicBezTo>
                <a:cubicBezTo>
                  <a:pt x="840" y="1560"/>
                  <a:pt x="840" y="1560"/>
                  <a:pt x="840" y="1560"/>
                </a:cubicBezTo>
                <a:cubicBezTo>
                  <a:pt x="840" y="1626"/>
                  <a:pt x="894" y="1680"/>
                  <a:pt x="960" y="1680"/>
                </a:cubicBezTo>
                <a:cubicBezTo>
                  <a:pt x="1320" y="1680"/>
                  <a:pt x="1320" y="1680"/>
                  <a:pt x="1320" y="1680"/>
                </a:cubicBezTo>
                <a:cubicBezTo>
                  <a:pt x="1386" y="1680"/>
                  <a:pt x="1440" y="1626"/>
                  <a:pt x="1440" y="1560"/>
                </a:cubicBezTo>
                <a:cubicBezTo>
                  <a:pt x="1440" y="120"/>
                  <a:pt x="1440" y="120"/>
                  <a:pt x="1440" y="120"/>
                </a:cubicBezTo>
                <a:cubicBezTo>
                  <a:pt x="1440" y="54"/>
                  <a:pt x="1386" y="0"/>
                  <a:pt x="132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322737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sibilit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23481"/>
          </a:xfrm>
          <a:custGeom>
            <a:avLst/>
            <a:gdLst>
              <a:gd name="T0" fmla="*/ 1320 w 2640"/>
              <a:gd name="T1" fmla="*/ 0 h 1800"/>
              <a:gd name="T2" fmla="*/ 0 w 2640"/>
              <a:gd name="T3" fmla="*/ 900 h 1800"/>
              <a:gd name="T4" fmla="*/ 1320 w 2640"/>
              <a:gd name="T5" fmla="*/ 1800 h 1800"/>
              <a:gd name="T6" fmla="*/ 2640 w 2640"/>
              <a:gd name="T7" fmla="*/ 900 h 1800"/>
              <a:gd name="T8" fmla="*/ 1320 w 2640"/>
              <a:gd name="T9" fmla="*/ 0 h 1800"/>
              <a:gd name="T10" fmla="*/ 1320 w 2640"/>
              <a:gd name="T11" fmla="*/ 1500 h 1800"/>
              <a:gd name="T12" fmla="*/ 720 w 2640"/>
              <a:gd name="T13" fmla="*/ 900 h 1800"/>
              <a:gd name="T14" fmla="*/ 1320 w 2640"/>
              <a:gd name="T15" fmla="*/ 300 h 1800"/>
              <a:gd name="T16" fmla="*/ 1920 w 2640"/>
              <a:gd name="T17" fmla="*/ 900 h 1800"/>
              <a:gd name="T18" fmla="*/ 1320 w 2640"/>
              <a:gd name="T19" fmla="*/ 1500 h 1800"/>
              <a:gd name="T20" fmla="*/ 1320 w 2640"/>
              <a:gd name="T21" fmla="*/ 540 h 1800"/>
              <a:gd name="T22" fmla="*/ 960 w 2640"/>
              <a:gd name="T23" fmla="*/ 900 h 1800"/>
              <a:gd name="T24" fmla="*/ 1320 w 2640"/>
              <a:gd name="T25" fmla="*/ 1260 h 1800"/>
              <a:gd name="T26" fmla="*/ 1680 w 2640"/>
              <a:gd name="T27" fmla="*/ 900 h 1800"/>
              <a:gd name="T28" fmla="*/ 1320 w 2640"/>
              <a:gd name="T29" fmla="*/ 540 h 1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40" h="1800">
                <a:moveTo>
                  <a:pt x="1320" y="0"/>
                </a:moveTo>
                <a:cubicBezTo>
                  <a:pt x="720" y="0"/>
                  <a:pt x="208" y="373"/>
                  <a:pt x="0" y="900"/>
                </a:cubicBezTo>
                <a:cubicBezTo>
                  <a:pt x="208" y="1427"/>
                  <a:pt x="720" y="1800"/>
                  <a:pt x="1320" y="1800"/>
                </a:cubicBezTo>
                <a:cubicBezTo>
                  <a:pt x="1920" y="1800"/>
                  <a:pt x="2432" y="1427"/>
                  <a:pt x="2640" y="900"/>
                </a:cubicBezTo>
                <a:cubicBezTo>
                  <a:pt x="2432" y="373"/>
                  <a:pt x="1920" y="0"/>
                  <a:pt x="1320" y="0"/>
                </a:cubicBezTo>
                <a:close/>
                <a:moveTo>
                  <a:pt x="1320" y="1500"/>
                </a:moveTo>
                <a:cubicBezTo>
                  <a:pt x="989" y="1500"/>
                  <a:pt x="720" y="1231"/>
                  <a:pt x="720" y="900"/>
                </a:cubicBezTo>
                <a:cubicBezTo>
                  <a:pt x="720" y="569"/>
                  <a:pt x="989" y="300"/>
                  <a:pt x="1320" y="300"/>
                </a:cubicBezTo>
                <a:cubicBezTo>
                  <a:pt x="1651" y="300"/>
                  <a:pt x="1920" y="569"/>
                  <a:pt x="1920" y="900"/>
                </a:cubicBezTo>
                <a:cubicBezTo>
                  <a:pt x="1920" y="1231"/>
                  <a:pt x="1651" y="1500"/>
                  <a:pt x="1320" y="1500"/>
                </a:cubicBezTo>
                <a:close/>
                <a:moveTo>
                  <a:pt x="1320" y="540"/>
                </a:moveTo>
                <a:cubicBezTo>
                  <a:pt x="1121" y="540"/>
                  <a:pt x="960" y="701"/>
                  <a:pt x="960" y="900"/>
                </a:cubicBezTo>
                <a:cubicBezTo>
                  <a:pt x="960" y="1099"/>
                  <a:pt x="1121" y="1260"/>
                  <a:pt x="1320" y="1260"/>
                </a:cubicBezTo>
                <a:cubicBezTo>
                  <a:pt x="1519" y="1260"/>
                  <a:pt x="1680" y="1099"/>
                  <a:pt x="1680" y="900"/>
                </a:cubicBezTo>
                <a:cubicBezTo>
                  <a:pt x="1680" y="701"/>
                  <a:pt x="1519" y="540"/>
                  <a:pt x="1320" y="5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99712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sibility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90142"/>
          </a:xfrm>
          <a:custGeom>
            <a:avLst/>
            <a:gdLst>
              <a:gd name="T0" fmla="*/ 1320 w 2639"/>
              <a:gd name="T1" fmla="*/ 480 h 2280"/>
              <a:gd name="T2" fmla="*/ 1920 w 2639"/>
              <a:gd name="T3" fmla="*/ 1080 h 2280"/>
              <a:gd name="T4" fmla="*/ 1877 w 2639"/>
              <a:gd name="T5" fmla="*/ 1300 h 2280"/>
              <a:gd name="T6" fmla="*/ 2227 w 2639"/>
              <a:gd name="T7" fmla="*/ 1650 h 2280"/>
              <a:gd name="T8" fmla="*/ 2639 w 2639"/>
              <a:gd name="T9" fmla="*/ 1080 h 2280"/>
              <a:gd name="T10" fmla="*/ 1319 w 2639"/>
              <a:gd name="T11" fmla="*/ 180 h 2280"/>
              <a:gd name="T12" fmla="*/ 841 w 2639"/>
              <a:gd name="T13" fmla="*/ 264 h 2280"/>
              <a:gd name="T14" fmla="*/ 1100 w 2639"/>
              <a:gd name="T15" fmla="*/ 523 h 2280"/>
              <a:gd name="T16" fmla="*/ 1320 w 2639"/>
              <a:gd name="T17" fmla="*/ 480 h 2280"/>
              <a:gd name="T18" fmla="*/ 120 w 2639"/>
              <a:gd name="T19" fmla="*/ 152 h 2280"/>
              <a:gd name="T20" fmla="*/ 394 w 2639"/>
              <a:gd name="T21" fmla="*/ 426 h 2280"/>
              <a:gd name="T22" fmla="*/ 449 w 2639"/>
              <a:gd name="T23" fmla="*/ 481 h 2280"/>
              <a:gd name="T24" fmla="*/ 0 w 2639"/>
              <a:gd name="T25" fmla="*/ 1080 h 2280"/>
              <a:gd name="T26" fmla="*/ 1320 w 2639"/>
              <a:gd name="T27" fmla="*/ 1980 h 2280"/>
              <a:gd name="T28" fmla="*/ 1846 w 2639"/>
              <a:gd name="T29" fmla="*/ 1879 h 2280"/>
              <a:gd name="T30" fmla="*/ 1896 w 2639"/>
              <a:gd name="T31" fmla="*/ 1930 h 2280"/>
              <a:gd name="T32" fmla="*/ 2248 w 2639"/>
              <a:gd name="T33" fmla="*/ 2280 h 2280"/>
              <a:gd name="T34" fmla="*/ 2400 w 2639"/>
              <a:gd name="T35" fmla="*/ 2128 h 2280"/>
              <a:gd name="T36" fmla="*/ 272 w 2639"/>
              <a:gd name="T37" fmla="*/ 0 h 2280"/>
              <a:gd name="T38" fmla="*/ 120 w 2639"/>
              <a:gd name="T39" fmla="*/ 152 h 2280"/>
              <a:gd name="T40" fmla="*/ 784 w 2639"/>
              <a:gd name="T41" fmla="*/ 816 h 2280"/>
              <a:gd name="T42" fmla="*/ 970 w 2639"/>
              <a:gd name="T43" fmla="*/ 1002 h 2280"/>
              <a:gd name="T44" fmla="*/ 960 w 2639"/>
              <a:gd name="T45" fmla="*/ 1080 h 2280"/>
              <a:gd name="T46" fmla="*/ 1320 w 2639"/>
              <a:gd name="T47" fmla="*/ 1440 h 2280"/>
              <a:gd name="T48" fmla="*/ 1398 w 2639"/>
              <a:gd name="T49" fmla="*/ 1430 h 2280"/>
              <a:gd name="T50" fmla="*/ 1584 w 2639"/>
              <a:gd name="T51" fmla="*/ 1616 h 2280"/>
              <a:gd name="T52" fmla="*/ 1320 w 2639"/>
              <a:gd name="T53" fmla="*/ 1680 h 2280"/>
              <a:gd name="T54" fmla="*/ 720 w 2639"/>
              <a:gd name="T55" fmla="*/ 1080 h 2280"/>
              <a:gd name="T56" fmla="*/ 784 w 2639"/>
              <a:gd name="T57" fmla="*/ 816 h 2280"/>
              <a:gd name="T58" fmla="*/ 1301 w 2639"/>
              <a:gd name="T59" fmla="*/ 722 h 2280"/>
              <a:gd name="T60" fmla="*/ 1679 w 2639"/>
              <a:gd name="T61" fmla="*/ 1100 h 2280"/>
              <a:gd name="T62" fmla="*/ 1681 w 2639"/>
              <a:gd name="T63" fmla="*/ 1081 h 2280"/>
              <a:gd name="T64" fmla="*/ 1321 w 2639"/>
              <a:gd name="T65" fmla="*/ 721 h 2280"/>
              <a:gd name="T66" fmla="*/ 1301 w 2639"/>
              <a:gd name="T67" fmla="*/ 722 h 2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639" h="2280">
                <a:moveTo>
                  <a:pt x="1320" y="480"/>
                </a:moveTo>
                <a:cubicBezTo>
                  <a:pt x="1651" y="480"/>
                  <a:pt x="1920" y="749"/>
                  <a:pt x="1920" y="1080"/>
                </a:cubicBezTo>
                <a:cubicBezTo>
                  <a:pt x="1920" y="1158"/>
                  <a:pt x="1904" y="1231"/>
                  <a:pt x="1877" y="1300"/>
                </a:cubicBezTo>
                <a:cubicBezTo>
                  <a:pt x="2227" y="1650"/>
                  <a:pt x="2227" y="1650"/>
                  <a:pt x="2227" y="1650"/>
                </a:cubicBezTo>
                <a:cubicBezTo>
                  <a:pt x="2408" y="1499"/>
                  <a:pt x="2551" y="1303"/>
                  <a:pt x="2639" y="1080"/>
                </a:cubicBezTo>
                <a:cubicBezTo>
                  <a:pt x="2431" y="553"/>
                  <a:pt x="1919" y="180"/>
                  <a:pt x="1319" y="180"/>
                </a:cubicBezTo>
                <a:cubicBezTo>
                  <a:pt x="1151" y="180"/>
                  <a:pt x="990" y="210"/>
                  <a:pt x="841" y="264"/>
                </a:cubicBezTo>
                <a:cubicBezTo>
                  <a:pt x="1100" y="523"/>
                  <a:pt x="1100" y="523"/>
                  <a:pt x="1100" y="523"/>
                </a:cubicBezTo>
                <a:cubicBezTo>
                  <a:pt x="1169" y="496"/>
                  <a:pt x="1242" y="480"/>
                  <a:pt x="1320" y="480"/>
                </a:cubicBezTo>
                <a:close/>
                <a:moveTo>
                  <a:pt x="120" y="152"/>
                </a:moveTo>
                <a:cubicBezTo>
                  <a:pt x="394" y="426"/>
                  <a:pt x="394" y="426"/>
                  <a:pt x="394" y="426"/>
                </a:cubicBezTo>
                <a:cubicBezTo>
                  <a:pt x="449" y="481"/>
                  <a:pt x="449" y="481"/>
                  <a:pt x="449" y="481"/>
                </a:cubicBezTo>
                <a:cubicBezTo>
                  <a:pt x="250" y="636"/>
                  <a:pt x="94" y="842"/>
                  <a:pt x="0" y="1080"/>
                </a:cubicBezTo>
                <a:cubicBezTo>
                  <a:pt x="208" y="1607"/>
                  <a:pt x="720" y="1980"/>
                  <a:pt x="1320" y="1980"/>
                </a:cubicBezTo>
                <a:cubicBezTo>
                  <a:pt x="1506" y="1980"/>
                  <a:pt x="1684" y="1944"/>
                  <a:pt x="1846" y="1879"/>
                </a:cubicBezTo>
                <a:cubicBezTo>
                  <a:pt x="1896" y="1930"/>
                  <a:pt x="1896" y="1930"/>
                  <a:pt x="1896" y="1930"/>
                </a:cubicBezTo>
                <a:cubicBezTo>
                  <a:pt x="2248" y="2280"/>
                  <a:pt x="2248" y="2280"/>
                  <a:pt x="2248" y="2280"/>
                </a:cubicBezTo>
                <a:cubicBezTo>
                  <a:pt x="2400" y="2128"/>
                  <a:pt x="2400" y="2128"/>
                  <a:pt x="2400" y="2128"/>
                </a:cubicBezTo>
                <a:cubicBezTo>
                  <a:pt x="272" y="0"/>
                  <a:pt x="272" y="0"/>
                  <a:pt x="272" y="0"/>
                </a:cubicBezTo>
                <a:lnTo>
                  <a:pt x="120" y="152"/>
                </a:lnTo>
                <a:close/>
                <a:moveTo>
                  <a:pt x="784" y="816"/>
                </a:moveTo>
                <a:cubicBezTo>
                  <a:pt x="970" y="1002"/>
                  <a:pt x="970" y="1002"/>
                  <a:pt x="970" y="1002"/>
                </a:cubicBezTo>
                <a:cubicBezTo>
                  <a:pt x="964" y="1027"/>
                  <a:pt x="960" y="1054"/>
                  <a:pt x="960" y="1080"/>
                </a:cubicBezTo>
                <a:cubicBezTo>
                  <a:pt x="960" y="1279"/>
                  <a:pt x="1121" y="1440"/>
                  <a:pt x="1320" y="1440"/>
                </a:cubicBezTo>
                <a:cubicBezTo>
                  <a:pt x="1346" y="1440"/>
                  <a:pt x="1373" y="1436"/>
                  <a:pt x="1398" y="1430"/>
                </a:cubicBezTo>
                <a:cubicBezTo>
                  <a:pt x="1584" y="1616"/>
                  <a:pt x="1584" y="1616"/>
                  <a:pt x="1584" y="1616"/>
                </a:cubicBezTo>
                <a:cubicBezTo>
                  <a:pt x="1504" y="1656"/>
                  <a:pt x="1415" y="1680"/>
                  <a:pt x="1320" y="1680"/>
                </a:cubicBezTo>
                <a:cubicBezTo>
                  <a:pt x="989" y="1680"/>
                  <a:pt x="720" y="1411"/>
                  <a:pt x="720" y="1080"/>
                </a:cubicBezTo>
                <a:cubicBezTo>
                  <a:pt x="720" y="985"/>
                  <a:pt x="744" y="896"/>
                  <a:pt x="784" y="816"/>
                </a:cubicBezTo>
                <a:close/>
                <a:moveTo>
                  <a:pt x="1301" y="722"/>
                </a:moveTo>
                <a:cubicBezTo>
                  <a:pt x="1679" y="1100"/>
                  <a:pt x="1679" y="1100"/>
                  <a:pt x="1679" y="1100"/>
                </a:cubicBezTo>
                <a:cubicBezTo>
                  <a:pt x="1681" y="1081"/>
                  <a:pt x="1681" y="1081"/>
                  <a:pt x="1681" y="1081"/>
                </a:cubicBezTo>
                <a:cubicBezTo>
                  <a:pt x="1681" y="882"/>
                  <a:pt x="1520" y="721"/>
                  <a:pt x="1321" y="721"/>
                </a:cubicBezTo>
                <a:lnTo>
                  <a:pt x="1301" y="7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97546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atch Lat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200 w 2400"/>
              <a:gd name="T1" fmla="*/ 0 h 2400"/>
              <a:gd name="T2" fmla="*/ 0 w 2400"/>
              <a:gd name="T3" fmla="*/ 1200 h 2400"/>
              <a:gd name="T4" fmla="*/ 1200 w 2400"/>
              <a:gd name="T5" fmla="*/ 2400 h 2400"/>
              <a:gd name="T6" fmla="*/ 2400 w 2400"/>
              <a:gd name="T7" fmla="*/ 1200 h 2400"/>
              <a:gd name="T8" fmla="*/ 1200 w 2400"/>
              <a:gd name="T9" fmla="*/ 0 h 2400"/>
              <a:gd name="T10" fmla="*/ 1704 w 2400"/>
              <a:gd name="T11" fmla="*/ 1704 h 2400"/>
              <a:gd name="T12" fmla="*/ 1080 w 2400"/>
              <a:gd name="T13" fmla="*/ 1320 h 2400"/>
              <a:gd name="T14" fmla="*/ 1080 w 2400"/>
              <a:gd name="T15" fmla="*/ 600 h 2400"/>
              <a:gd name="T16" fmla="*/ 1260 w 2400"/>
              <a:gd name="T17" fmla="*/ 600 h 2400"/>
              <a:gd name="T18" fmla="*/ 1260 w 2400"/>
              <a:gd name="T19" fmla="*/ 1224 h 2400"/>
              <a:gd name="T20" fmla="*/ 1800 w 2400"/>
              <a:gd name="T21" fmla="*/ 1548 h 2400"/>
              <a:gd name="T22" fmla="*/ 1704 w 2400"/>
              <a:gd name="T23" fmla="*/ 1704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00" h="2400">
                <a:moveTo>
                  <a:pt x="1200" y="0"/>
                </a:moveTo>
                <a:cubicBezTo>
                  <a:pt x="540" y="0"/>
                  <a:pt x="0" y="540"/>
                  <a:pt x="0" y="1200"/>
                </a:cubicBezTo>
                <a:cubicBezTo>
                  <a:pt x="0" y="1860"/>
                  <a:pt x="540" y="2400"/>
                  <a:pt x="1200" y="2400"/>
                </a:cubicBezTo>
                <a:cubicBezTo>
                  <a:pt x="1860" y="2400"/>
                  <a:pt x="2400" y="1860"/>
                  <a:pt x="2400" y="1200"/>
                </a:cubicBezTo>
                <a:cubicBezTo>
                  <a:pt x="2400" y="540"/>
                  <a:pt x="1860" y="0"/>
                  <a:pt x="1200" y="0"/>
                </a:cubicBezTo>
                <a:close/>
                <a:moveTo>
                  <a:pt x="1704" y="1704"/>
                </a:moveTo>
                <a:cubicBezTo>
                  <a:pt x="1080" y="1320"/>
                  <a:pt x="1080" y="1320"/>
                  <a:pt x="1080" y="1320"/>
                </a:cubicBezTo>
                <a:cubicBezTo>
                  <a:pt x="1080" y="600"/>
                  <a:pt x="1080" y="600"/>
                  <a:pt x="1080" y="600"/>
                </a:cubicBezTo>
                <a:cubicBezTo>
                  <a:pt x="1260" y="600"/>
                  <a:pt x="1260" y="600"/>
                  <a:pt x="1260" y="600"/>
                </a:cubicBezTo>
                <a:cubicBezTo>
                  <a:pt x="1260" y="1224"/>
                  <a:pt x="1260" y="1224"/>
                  <a:pt x="1260" y="1224"/>
                </a:cubicBezTo>
                <a:cubicBezTo>
                  <a:pt x="1800" y="1548"/>
                  <a:pt x="1800" y="1548"/>
                  <a:pt x="1800" y="1548"/>
                </a:cubicBezTo>
                <a:lnTo>
                  <a:pt x="1704" y="17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90867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8591"/>
          </a:xfrm>
          <a:custGeom>
            <a:avLst/>
            <a:gdLst>
              <a:gd name="T0" fmla="*/ 2160 w 2400"/>
              <a:gd name="T1" fmla="*/ 480 h 2280"/>
              <a:gd name="T2" fmla="*/ 1680 w 2400"/>
              <a:gd name="T3" fmla="*/ 480 h 2280"/>
              <a:gd name="T4" fmla="*/ 1680 w 2400"/>
              <a:gd name="T5" fmla="*/ 240 h 2280"/>
              <a:gd name="T6" fmla="*/ 1440 w 2400"/>
              <a:gd name="T7" fmla="*/ 0 h 2280"/>
              <a:gd name="T8" fmla="*/ 960 w 2400"/>
              <a:gd name="T9" fmla="*/ 0 h 2280"/>
              <a:gd name="T10" fmla="*/ 720 w 2400"/>
              <a:gd name="T11" fmla="*/ 240 h 2280"/>
              <a:gd name="T12" fmla="*/ 720 w 2400"/>
              <a:gd name="T13" fmla="*/ 480 h 2280"/>
              <a:gd name="T14" fmla="*/ 240 w 2400"/>
              <a:gd name="T15" fmla="*/ 480 h 2280"/>
              <a:gd name="T16" fmla="*/ 1 w 2400"/>
              <a:gd name="T17" fmla="*/ 720 h 2280"/>
              <a:gd name="T18" fmla="*/ 0 w 2400"/>
              <a:gd name="T19" fmla="*/ 2040 h 2280"/>
              <a:gd name="T20" fmla="*/ 240 w 2400"/>
              <a:gd name="T21" fmla="*/ 2280 h 2280"/>
              <a:gd name="T22" fmla="*/ 2160 w 2400"/>
              <a:gd name="T23" fmla="*/ 2280 h 2280"/>
              <a:gd name="T24" fmla="*/ 2400 w 2400"/>
              <a:gd name="T25" fmla="*/ 2040 h 2280"/>
              <a:gd name="T26" fmla="*/ 2400 w 2400"/>
              <a:gd name="T27" fmla="*/ 720 h 2280"/>
              <a:gd name="T28" fmla="*/ 2160 w 2400"/>
              <a:gd name="T29" fmla="*/ 480 h 2280"/>
              <a:gd name="T30" fmla="*/ 1440 w 2400"/>
              <a:gd name="T31" fmla="*/ 480 h 2280"/>
              <a:gd name="T32" fmla="*/ 960 w 2400"/>
              <a:gd name="T33" fmla="*/ 480 h 2280"/>
              <a:gd name="T34" fmla="*/ 960 w 2400"/>
              <a:gd name="T35" fmla="*/ 240 h 2280"/>
              <a:gd name="T36" fmla="*/ 1440 w 2400"/>
              <a:gd name="T37" fmla="*/ 240 h 2280"/>
              <a:gd name="T38" fmla="*/ 1440 w 2400"/>
              <a:gd name="T39" fmla="*/ 480 h 2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400" h="2280">
                <a:moveTo>
                  <a:pt x="2160" y="480"/>
                </a:moveTo>
                <a:cubicBezTo>
                  <a:pt x="1680" y="480"/>
                  <a:pt x="1680" y="480"/>
                  <a:pt x="1680" y="480"/>
                </a:cubicBezTo>
                <a:cubicBezTo>
                  <a:pt x="1680" y="240"/>
                  <a:pt x="1680" y="240"/>
                  <a:pt x="1680" y="240"/>
                </a:cubicBezTo>
                <a:cubicBezTo>
                  <a:pt x="1680" y="107"/>
                  <a:pt x="1573" y="0"/>
                  <a:pt x="1440" y="0"/>
                </a:cubicBezTo>
                <a:cubicBezTo>
                  <a:pt x="960" y="0"/>
                  <a:pt x="960" y="0"/>
                  <a:pt x="960" y="0"/>
                </a:cubicBezTo>
                <a:cubicBezTo>
                  <a:pt x="827" y="0"/>
                  <a:pt x="720" y="107"/>
                  <a:pt x="720" y="240"/>
                </a:cubicBezTo>
                <a:cubicBezTo>
                  <a:pt x="720" y="480"/>
                  <a:pt x="720" y="480"/>
                  <a:pt x="720" y="480"/>
                </a:cubicBezTo>
                <a:cubicBezTo>
                  <a:pt x="240" y="480"/>
                  <a:pt x="240" y="480"/>
                  <a:pt x="240" y="480"/>
                </a:cubicBezTo>
                <a:cubicBezTo>
                  <a:pt x="107" y="480"/>
                  <a:pt x="1" y="587"/>
                  <a:pt x="1" y="720"/>
                </a:cubicBezTo>
                <a:cubicBezTo>
                  <a:pt x="0" y="2040"/>
                  <a:pt x="0" y="2040"/>
                  <a:pt x="0" y="2040"/>
                </a:cubicBezTo>
                <a:cubicBezTo>
                  <a:pt x="0" y="2173"/>
                  <a:pt x="107" y="2280"/>
                  <a:pt x="240" y="2280"/>
                </a:cubicBezTo>
                <a:cubicBezTo>
                  <a:pt x="2160" y="2280"/>
                  <a:pt x="2160" y="2280"/>
                  <a:pt x="2160" y="2280"/>
                </a:cubicBezTo>
                <a:cubicBezTo>
                  <a:pt x="2293" y="2280"/>
                  <a:pt x="2400" y="2173"/>
                  <a:pt x="2400" y="2040"/>
                </a:cubicBezTo>
                <a:cubicBezTo>
                  <a:pt x="2400" y="720"/>
                  <a:pt x="2400" y="720"/>
                  <a:pt x="2400" y="720"/>
                </a:cubicBezTo>
                <a:cubicBezTo>
                  <a:pt x="2400" y="587"/>
                  <a:pt x="2293" y="480"/>
                  <a:pt x="2160" y="480"/>
                </a:cubicBezTo>
                <a:close/>
                <a:moveTo>
                  <a:pt x="1440" y="480"/>
                </a:moveTo>
                <a:cubicBezTo>
                  <a:pt x="960" y="480"/>
                  <a:pt x="960" y="480"/>
                  <a:pt x="960" y="480"/>
                </a:cubicBezTo>
                <a:cubicBezTo>
                  <a:pt x="960" y="240"/>
                  <a:pt x="960" y="240"/>
                  <a:pt x="960" y="240"/>
                </a:cubicBezTo>
                <a:cubicBezTo>
                  <a:pt x="1440" y="240"/>
                  <a:pt x="1440" y="240"/>
                  <a:pt x="1440" y="240"/>
                </a:cubicBezTo>
                <a:lnTo>
                  <a:pt x="1440" y="4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42550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YouTube Searched For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99394"/>
          </a:xfrm>
          <a:custGeom>
            <a:avLst/>
            <a:gdLst>
              <a:gd name="T0" fmla="*/ 1801 w 2400"/>
              <a:gd name="T1" fmla="*/ 1320 h 2098"/>
              <a:gd name="T2" fmla="*/ 1705 w 2400"/>
              <a:gd name="T3" fmla="*/ 1320 h 2098"/>
              <a:gd name="T4" fmla="*/ 1673 w 2400"/>
              <a:gd name="T5" fmla="*/ 1288 h 2098"/>
              <a:gd name="T6" fmla="*/ 1861 w 2400"/>
              <a:gd name="T7" fmla="*/ 780 h 2098"/>
              <a:gd name="T8" fmla="*/ 1081 w 2400"/>
              <a:gd name="T9" fmla="*/ 0 h 2098"/>
              <a:gd name="T10" fmla="*/ 301 w 2400"/>
              <a:gd name="T11" fmla="*/ 780 h 2098"/>
              <a:gd name="T12" fmla="*/ 0 w 2400"/>
              <a:gd name="T13" fmla="*/ 780 h 2098"/>
              <a:gd name="T14" fmla="*/ 461 w 2400"/>
              <a:gd name="T15" fmla="*/ 1260 h 2098"/>
              <a:gd name="T16" fmla="*/ 960 w 2400"/>
              <a:gd name="T17" fmla="*/ 780 h 2098"/>
              <a:gd name="T18" fmla="*/ 541 w 2400"/>
              <a:gd name="T19" fmla="*/ 780 h 2098"/>
              <a:gd name="T20" fmla="*/ 1081 w 2400"/>
              <a:gd name="T21" fmla="*/ 240 h 2098"/>
              <a:gd name="T22" fmla="*/ 1621 w 2400"/>
              <a:gd name="T23" fmla="*/ 780 h 2098"/>
              <a:gd name="T24" fmla="*/ 1081 w 2400"/>
              <a:gd name="T25" fmla="*/ 1320 h 2098"/>
              <a:gd name="T26" fmla="*/ 863 w 2400"/>
              <a:gd name="T27" fmla="*/ 1274 h 2098"/>
              <a:gd name="T28" fmla="*/ 685 w 2400"/>
              <a:gd name="T29" fmla="*/ 1452 h 2098"/>
              <a:gd name="T30" fmla="*/ 1081 w 2400"/>
              <a:gd name="T31" fmla="*/ 1560 h 2098"/>
              <a:gd name="T32" fmla="*/ 1588 w 2400"/>
              <a:gd name="T33" fmla="*/ 1372 h 2098"/>
              <a:gd name="T34" fmla="*/ 1620 w 2400"/>
              <a:gd name="T35" fmla="*/ 1404 h 2098"/>
              <a:gd name="T36" fmla="*/ 1620 w 2400"/>
              <a:gd name="T37" fmla="*/ 1499 h 2098"/>
              <a:gd name="T38" fmla="*/ 2221 w 2400"/>
              <a:gd name="T39" fmla="*/ 2098 h 2098"/>
              <a:gd name="T40" fmla="*/ 2400 w 2400"/>
              <a:gd name="T41" fmla="*/ 1920 h 2098"/>
              <a:gd name="T42" fmla="*/ 1801 w 2400"/>
              <a:gd name="T43" fmla="*/ 1320 h 20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400" h="2098">
                <a:moveTo>
                  <a:pt x="1801" y="1320"/>
                </a:moveTo>
                <a:cubicBezTo>
                  <a:pt x="1705" y="1320"/>
                  <a:pt x="1705" y="1320"/>
                  <a:pt x="1705" y="1320"/>
                </a:cubicBezTo>
                <a:cubicBezTo>
                  <a:pt x="1673" y="1288"/>
                  <a:pt x="1673" y="1288"/>
                  <a:pt x="1673" y="1288"/>
                </a:cubicBezTo>
                <a:cubicBezTo>
                  <a:pt x="1790" y="1151"/>
                  <a:pt x="1861" y="974"/>
                  <a:pt x="1861" y="780"/>
                </a:cubicBezTo>
                <a:cubicBezTo>
                  <a:pt x="1861" y="349"/>
                  <a:pt x="1512" y="0"/>
                  <a:pt x="1081" y="0"/>
                </a:cubicBezTo>
                <a:cubicBezTo>
                  <a:pt x="650" y="0"/>
                  <a:pt x="301" y="360"/>
                  <a:pt x="301" y="780"/>
                </a:cubicBezTo>
                <a:cubicBezTo>
                  <a:pt x="0" y="780"/>
                  <a:pt x="0" y="780"/>
                  <a:pt x="0" y="780"/>
                </a:cubicBezTo>
                <a:cubicBezTo>
                  <a:pt x="461" y="1260"/>
                  <a:pt x="461" y="1260"/>
                  <a:pt x="461" y="1260"/>
                </a:cubicBezTo>
                <a:cubicBezTo>
                  <a:pt x="960" y="780"/>
                  <a:pt x="960" y="780"/>
                  <a:pt x="960" y="780"/>
                </a:cubicBezTo>
                <a:cubicBezTo>
                  <a:pt x="541" y="780"/>
                  <a:pt x="541" y="780"/>
                  <a:pt x="541" y="780"/>
                </a:cubicBezTo>
                <a:cubicBezTo>
                  <a:pt x="541" y="480"/>
                  <a:pt x="784" y="240"/>
                  <a:pt x="1081" y="240"/>
                </a:cubicBezTo>
                <a:cubicBezTo>
                  <a:pt x="1379" y="240"/>
                  <a:pt x="1621" y="481"/>
                  <a:pt x="1621" y="780"/>
                </a:cubicBezTo>
                <a:cubicBezTo>
                  <a:pt x="1621" y="1078"/>
                  <a:pt x="1379" y="1320"/>
                  <a:pt x="1081" y="1320"/>
                </a:cubicBezTo>
                <a:cubicBezTo>
                  <a:pt x="1003" y="1320"/>
                  <a:pt x="930" y="1303"/>
                  <a:pt x="863" y="1274"/>
                </a:cubicBezTo>
                <a:cubicBezTo>
                  <a:pt x="685" y="1452"/>
                  <a:pt x="685" y="1452"/>
                  <a:pt x="685" y="1452"/>
                </a:cubicBezTo>
                <a:cubicBezTo>
                  <a:pt x="802" y="1520"/>
                  <a:pt x="936" y="1560"/>
                  <a:pt x="1081" y="1560"/>
                </a:cubicBezTo>
                <a:cubicBezTo>
                  <a:pt x="1274" y="1560"/>
                  <a:pt x="1451" y="1489"/>
                  <a:pt x="1588" y="1372"/>
                </a:cubicBezTo>
                <a:cubicBezTo>
                  <a:pt x="1620" y="1404"/>
                  <a:pt x="1620" y="1404"/>
                  <a:pt x="1620" y="1404"/>
                </a:cubicBezTo>
                <a:cubicBezTo>
                  <a:pt x="1620" y="1499"/>
                  <a:pt x="1620" y="1499"/>
                  <a:pt x="1620" y="1499"/>
                </a:cubicBezTo>
                <a:cubicBezTo>
                  <a:pt x="2221" y="2098"/>
                  <a:pt x="2221" y="2098"/>
                  <a:pt x="2221" y="2098"/>
                </a:cubicBezTo>
                <a:cubicBezTo>
                  <a:pt x="2400" y="1920"/>
                  <a:pt x="2400" y="1920"/>
                  <a:pt x="2400" y="1920"/>
                </a:cubicBezTo>
                <a:lnTo>
                  <a:pt x="1801" y="13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675943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om I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288 w 6000"/>
              <a:gd name="T1" fmla="*/ 3774 h 6000"/>
              <a:gd name="T2" fmla="*/ 4017 w 6000"/>
              <a:gd name="T3" fmla="*/ 3774 h 6000"/>
              <a:gd name="T4" fmla="*/ 3921 w 6000"/>
              <a:gd name="T5" fmla="*/ 3681 h 6000"/>
              <a:gd name="T6" fmla="*/ 4460 w 6000"/>
              <a:gd name="T7" fmla="*/ 2230 h 6000"/>
              <a:gd name="T8" fmla="*/ 2230 w 6000"/>
              <a:gd name="T9" fmla="*/ 0 h 6000"/>
              <a:gd name="T10" fmla="*/ 0 w 6000"/>
              <a:gd name="T11" fmla="*/ 2230 h 6000"/>
              <a:gd name="T12" fmla="*/ 2230 w 6000"/>
              <a:gd name="T13" fmla="*/ 4460 h 6000"/>
              <a:gd name="T14" fmla="*/ 3681 w 6000"/>
              <a:gd name="T15" fmla="*/ 3921 h 6000"/>
              <a:gd name="T16" fmla="*/ 3774 w 6000"/>
              <a:gd name="T17" fmla="*/ 4017 h 6000"/>
              <a:gd name="T18" fmla="*/ 3774 w 6000"/>
              <a:gd name="T19" fmla="*/ 4288 h 6000"/>
              <a:gd name="T20" fmla="*/ 5489 w 6000"/>
              <a:gd name="T21" fmla="*/ 6000 h 6000"/>
              <a:gd name="T22" fmla="*/ 6000 w 6000"/>
              <a:gd name="T23" fmla="*/ 5489 h 6000"/>
              <a:gd name="T24" fmla="*/ 4288 w 6000"/>
              <a:gd name="T25" fmla="*/ 3774 h 6000"/>
              <a:gd name="T26" fmla="*/ 2230 w 6000"/>
              <a:gd name="T27" fmla="*/ 3774 h 6000"/>
              <a:gd name="T28" fmla="*/ 686 w 6000"/>
              <a:gd name="T29" fmla="*/ 2230 h 6000"/>
              <a:gd name="T30" fmla="*/ 2230 w 6000"/>
              <a:gd name="T31" fmla="*/ 686 h 6000"/>
              <a:gd name="T32" fmla="*/ 3774 w 6000"/>
              <a:gd name="T33" fmla="*/ 2230 h 6000"/>
              <a:gd name="T34" fmla="*/ 2230 w 6000"/>
              <a:gd name="T35" fmla="*/ 3774 h 6000"/>
              <a:gd name="T36" fmla="*/ 3087 w 6000"/>
              <a:gd name="T37" fmla="*/ 2401 h 6000"/>
              <a:gd name="T38" fmla="*/ 2401 w 6000"/>
              <a:gd name="T39" fmla="*/ 2401 h 6000"/>
              <a:gd name="T40" fmla="*/ 2401 w 6000"/>
              <a:gd name="T41" fmla="*/ 3087 h 6000"/>
              <a:gd name="T42" fmla="*/ 2058 w 6000"/>
              <a:gd name="T43" fmla="*/ 3087 h 6000"/>
              <a:gd name="T44" fmla="*/ 2058 w 6000"/>
              <a:gd name="T45" fmla="*/ 2401 h 6000"/>
              <a:gd name="T46" fmla="*/ 1372 w 6000"/>
              <a:gd name="T47" fmla="*/ 2401 h 6000"/>
              <a:gd name="T48" fmla="*/ 1372 w 6000"/>
              <a:gd name="T49" fmla="*/ 2058 h 6000"/>
              <a:gd name="T50" fmla="*/ 2058 w 6000"/>
              <a:gd name="T51" fmla="*/ 2058 h 6000"/>
              <a:gd name="T52" fmla="*/ 2058 w 6000"/>
              <a:gd name="T53" fmla="*/ 1372 h 6000"/>
              <a:gd name="T54" fmla="*/ 2401 w 6000"/>
              <a:gd name="T55" fmla="*/ 1372 h 6000"/>
              <a:gd name="T56" fmla="*/ 2401 w 6000"/>
              <a:gd name="T57" fmla="*/ 2058 h 6000"/>
              <a:gd name="T58" fmla="*/ 3087 w 6000"/>
              <a:gd name="T59" fmla="*/ 2058 h 6000"/>
              <a:gd name="T60" fmla="*/ 3087 w 6000"/>
              <a:gd name="T61" fmla="*/ 2401 h 6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6000" h="6000">
                <a:moveTo>
                  <a:pt x="4288" y="3774"/>
                </a:moveTo>
                <a:cubicBezTo>
                  <a:pt x="4017" y="3774"/>
                  <a:pt x="4017" y="3774"/>
                  <a:pt x="4017" y="3774"/>
                </a:cubicBezTo>
                <a:cubicBezTo>
                  <a:pt x="3921" y="3681"/>
                  <a:pt x="3921" y="3681"/>
                  <a:pt x="3921" y="3681"/>
                </a:cubicBezTo>
                <a:cubicBezTo>
                  <a:pt x="4257" y="3290"/>
                  <a:pt x="4460" y="2782"/>
                  <a:pt x="4460" y="2230"/>
                </a:cubicBezTo>
                <a:cubicBezTo>
                  <a:pt x="4460" y="998"/>
                  <a:pt x="3461" y="0"/>
                  <a:pt x="2230" y="0"/>
                </a:cubicBezTo>
                <a:cubicBezTo>
                  <a:pt x="998" y="0"/>
                  <a:pt x="0" y="998"/>
                  <a:pt x="0" y="2230"/>
                </a:cubicBezTo>
                <a:cubicBezTo>
                  <a:pt x="0" y="3461"/>
                  <a:pt x="998" y="4460"/>
                  <a:pt x="2230" y="4460"/>
                </a:cubicBezTo>
                <a:cubicBezTo>
                  <a:pt x="2782" y="4460"/>
                  <a:pt x="3290" y="4257"/>
                  <a:pt x="3681" y="3921"/>
                </a:cubicBezTo>
                <a:cubicBezTo>
                  <a:pt x="3774" y="4017"/>
                  <a:pt x="3774" y="4017"/>
                  <a:pt x="3774" y="4017"/>
                </a:cubicBezTo>
                <a:cubicBezTo>
                  <a:pt x="3774" y="4288"/>
                  <a:pt x="3774" y="4288"/>
                  <a:pt x="3774" y="4288"/>
                </a:cubicBezTo>
                <a:cubicBezTo>
                  <a:pt x="5489" y="6000"/>
                  <a:pt x="5489" y="6000"/>
                  <a:pt x="5489" y="6000"/>
                </a:cubicBezTo>
                <a:cubicBezTo>
                  <a:pt x="6000" y="5489"/>
                  <a:pt x="6000" y="5489"/>
                  <a:pt x="6000" y="5489"/>
                </a:cubicBezTo>
                <a:lnTo>
                  <a:pt x="4288" y="3774"/>
                </a:lnTo>
                <a:close/>
                <a:moveTo>
                  <a:pt x="2230" y="3774"/>
                </a:moveTo>
                <a:cubicBezTo>
                  <a:pt x="1376" y="3774"/>
                  <a:pt x="686" y="3084"/>
                  <a:pt x="686" y="2230"/>
                </a:cubicBezTo>
                <a:cubicBezTo>
                  <a:pt x="686" y="1376"/>
                  <a:pt x="1376" y="686"/>
                  <a:pt x="2230" y="686"/>
                </a:cubicBezTo>
                <a:cubicBezTo>
                  <a:pt x="3084" y="686"/>
                  <a:pt x="3774" y="1376"/>
                  <a:pt x="3774" y="2230"/>
                </a:cubicBezTo>
                <a:cubicBezTo>
                  <a:pt x="3774" y="3084"/>
                  <a:pt x="3084" y="3774"/>
                  <a:pt x="2230" y="3774"/>
                </a:cubicBezTo>
                <a:close/>
                <a:moveTo>
                  <a:pt x="3087" y="2401"/>
                </a:moveTo>
                <a:cubicBezTo>
                  <a:pt x="2401" y="2401"/>
                  <a:pt x="2401" y="2401"/>
                  <a:pt x="2401" y="2401"/>
                </a:cubicBezTo>
                <a:cubicBezTo>
                  <a:pt x="2401" y="3087"/>
                  <a:pt x="2401" y="3087"/>
                  <a:pt x="2401" y="3087"/>
                </a:cubicBezTo>
                <a:cubicBezTo>
                  <a:pt x="2058" y="3087"/>
                  <a:pt x="2058" y="3087"/>
                  <a:pt x="2058" y="3087"/>
                </a:cubicBezTo>
                <a:cubicBezTo>
                  <a:pt x="2058" y="2401"/>
                  <a:pt x="2058" y="2401"/>
                  <a:pt x="2058" y="2401"/>
                </a:cubicBezTo>
                <a:cubicBezTo>
                  <a:pt x="1372" y="2401"/>
                  <a:pt x="1372" y="2401"/>
                  <a:pt x="1372" y="2401"/>
                </a:cubicBezTo>
                <a:cubicBezTo>
                  <a:pt x="1372" y="2058"/>
                  <a:pt x="1372" y="2058"/>
                  <a:pt x="1372" y="2058"/>
                </a:cubicBezTo>
                <a:cubicBezTo>
                  <a:pt x="2058" y="2058"/>
                  <a:pt x="2058" y="2058"/>
                  <a:pt x="2058" y="2058"/>
                </a:cubicBezTo>
                <a:cubicBezTo>
                  <a:pt x="2058" y="1372"/>
                  <a:pt x="2058" y="1372"/>
                  <a:pt x="2058" y="1372"/>
                </a:cubicBezTo>
                <a:cubicBezTo>
                  <a:pt x="2401" y="1372"/>
                  <a:pt x="2401" y="1372"/>
                  <a:pt x="2401" y="1372"/>
                </a:cubicBezTo>
                <a:cubicBezTo>
                  <a:pt x="2401" y="2058"/>
                  <a:pt x="2401" y="2058"/>
                  <a:pt x="2401" y="2058"/>
                </a:cubicBezTo>
                <a:cubicBezTo>
                  <a:pt x="3087" y="2058"/>
                  <a:pt x="3087" y="2058"/>
                  <a:pt x="3087" y="2058"/>
                </a:cubicBezTo>
                <a:lnTo>
                  <a:pt x="3087" y="24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756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om Ou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500 w 2099"/>
              <a:gd name="T1" fmla="*/ 1320 h 2099"/>
              <a:gd name="T2" fmla="*/ 1405 w 2099"/>
              <a:gd name="T3" fmla="*/ 1320 h 2099"/>
              <a:gd name="T4" fmla="*/ 1372 w 2099"/>
              <a:gd name="T5" fmla="*/ 1288 h 2099"/>
              <a:gd name="T6" fmla="*/ 1560 w 2099"/>
              <a:gd name="T7" fmla="*/ 780 h 2099"/>
              <a:gd name="T8" fmla="*/ 780 w 2099"/>
              <a:gd name="T9" fmla="*/ 0 h 2099"/>
              <a:gd name="T10" fmla="*/ 0 w 2099"/>
              <a:gd name="T11" fmla="*/ 780 h 2099"/>
              <a:gd name="T12" fmla="*/ 780 w 2099"/>
              <a:gd name="T13" fmla="*/ 1560 h 2099"/>
              <a:gd name="T14" fmla="*/ 1288 w 2099"/>
              <a:gd name="T15" fmla="*/ 1372 h 2099"/>
              <a:gd name="T16" fmla="*/ 1320 w 2099"/>
              <a:gd name="T17" fmla="*/ 1405 h 2099"/>
              <a:gd name="T18" fmla="*/ 1320 w 2099"/>
              <a:gd name="T19" fmla="*/ 1500 h 2099"/>
              <a:gd name="T20" fmla="*/ 1920 w 2099"/>
              <a:gd name="T21" fmla="*/ 2099 h 2099"/>
              <a:gd name="T22" fmla="*/ 2099 w 2099"/>
              <a:gd name="T23" fmla="*/ 1920 h 2099"/>
              <a:gd name="T24" fmla="*/ 1500 w 2099"/>
              <a:gd name="T25" fmla="*/ 1320 h 2099"/>
              <a:gd name="T26" fmla="*/ 780 w 2099"/>
              <a:gd name="T27" fmla="*/ 1320 h 2099"/>
              <a:gd name="T28" fmla="*/ 240 w 2099"/>
              <a:gd name="T29" fmla="*/ 780 h 2099"/>
              <a:gd name="T30" fmla="*/ 780 w 2099"/>
              <a:gd name="T31" fmla="*/ 240 h 2099"/>
              <a:gd name="T32" fmla="*/ 1320 w 2099"/>
              <a:gd name="T33" fmla="*/ 780 h 2099"/>
              <a:gd name="T34" fmla="*/ 780 w 2099"/>
              <a:gd name="T35" fmla="*/ 1320 h 2099"/>
              <a:gd name="T36" fmla="*/ 480 w 2099"/>
              <a:gd name="T37" fmla="*/ 720 h 2099"/>
              <a:gd name="T38" fmla="*/ 1080 w 2099"/>
              <a:gd name="T39" fmla="*/ 720 h 2099"/>
              <a:gd name="T40" fmla="*/ 1080 w 2099"/>
              <a:gd name="T41" fmla="*/ 840 h 2099"/>
              <a:gd name="T42" fmla="*/ 480 w 2099"/>
              <a:gd name="T43" fmla="*/ 840 h 2099"/>
              <a:gd name="T44" fmla="*/ 480 w 2099"/>
              <a:gd name="T45" fmla="*/ 720 h 20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099" h="2099">
                <a:moveTo>
                  <a:pt x="1500" y="1320"/>
                </a:moveTo>
                <a:cubicBezTo>
                  <a:pt x="1405" y="1320"/>
                  <a:pt x="1405" y="1320"/>
                  <a:pt x="1405" y="1320"/>
                </a:cubicBezTo>
                <a:cubicBezTo>
                  <a:pt x="1372" y="1288"/>
                  <a:pt x="1372" y="1288"/>
                  <a:pt x="1372" y="1288"/>
                </a:cubicBezTo>
                <a:cubicBezTo>
                  <a:pt x="1489" y="1151"/>
                  <a:pt x="1560" y="973"/>
                  <a:pt x="1560" y="780"/>
                </a:cubicBezTo>
                <a:cubicBezTo>
                  <a:pt x="1560" y="349"/>
                  <a:pt x="1211" y="0"/>
                  <a:pt x="780" y="0"/>
                </a:cubicBezTo>
                <a:cubicBezTo>
                  <a:pt x="349" y="0"/>
                  <a:pt x="0" y="349"/>
                  <a:pt x="0" y="780"/>
                </a:cubicBezTo>
                <a:cubicBezTo>
                  <a:pt x="0" y="1211"/>
                  <a:pt x="349" y="1560"/>
                  <a:pt x="780" y="1560"/>
                </a:cubicBezTo>
                <a:cubicBezTo>
                  <a:pt x="973" y="1560"/>
                  <a:pt x="1151" y="1489"/>
                  <a:pt x="1288" y="1372"/>
                </a:cubicBezTo>
                <a:cubicBezTo>
                  <a:pt x="1320" y="1405"/>
                  <a:pt x="1320" y="1405"/>
                  <a:pt x="1320" y="1405"/>
                </a:cubicBezTo>
                <a:cubicBezTo>
                  <a:pt x="1320" y="1500"/>
                  <a:pt x="1320" y="1500"/>
                  <a:pt x="1320" y="1500"/>
                </a:cubicBezTo>
                <a:cubicBezTo>
                  <a:pt x="1920" y="2099"/>
                  <a:pt x="1920" y="2099"/>
                  <a:pt x="1920" y="2099"/>
                </a:cubicBezTo>
                <a:cubicBezTo>
                  <a:pt x="2099" y="1920"/>
                  <a:pt x="2099" y="1920"/>
                  <a:pt x="2099" y="1920"/>
                </a:cubicBezTo>
                <a:lnTo>
                  <a:pt x="1500" y="1320"/>
                </a:lnTo>
                <a:close/>
                <a:moveTo>
                  <a:pt x="780" y="1320"/>
                </a:moveTo>
                <a:cubicBezTo>
                  <a:pt x="481" y="1320"/>
                  <a:pt x="240" y="1079"/>
                  <a:pt x="240" y="780"/>
                </a:cubicBezTo>
                <a:cubicBezTo>
                  <a:pt x="240" y="481"/>
                  <a:pt x="481" y="240"/>
                  <a:pt x="780" y="240"/>
                </a:cubicBezTo>
                <a:cubicBezTo>
                  <a:pt x="1079" y="240"/>
                  <a:pt x="1320" y="481"/>
                  <a:pt x="1320" y="780"/>
                </a:cubicBezTo>
                <a:cubicBezTo>
                  <a:pt x="1320" y="1079"/>
                  <a:pt x="1079" y="1320"/>
                  <a:pt x="780" y="1320"/>
                </a:cubicBezTo>
                <a:close/>
                <a:moveTo>
                  <a:pt x="480" y="720"/>
                </a:moveTo>
                <a:cubicBezTo>
                  <a:pt x="1080" y="720"/>
                  <a:pt x="1080" y="720"/>
                  <a:pt x="1080" y="720"/>
                </a:cubicBezTo>
                <a:cubicBezTo>
                  <a:pt x="1080" y="840"/>
                  <a:pt x="1080" y="840"/>
                  <a:pt x="1080" y="840"/>
                </a:cubicBezTo>
                <a:cubicBezTo>
                  <a:pt x="480" y="840"/>
                  <a:pt x="480" y="840"/>
                  <a:pt x="480" y="840"/>
                </a:cubicBezTo>
                <a:lnTo>
                  <a:pt x="480" y="7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20844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83815" cy="914400"/>
          </a:xfrm>
          <a:custGeom>
            <a:avLst/>
            <a:gdLst>
              <a:gd name="T0" fmla="*/ 841 w 2160"/>
              <a:gd name="T1" fmla="*/ 2281 h 2520"/>
              <a:gd name="T2" fmla="*/ 1080 w 2160"/>
              <a:gd name="T3" fmla="*/ 2520 h 2520"/>
              <a:gd name="T4" fmla="*/ 1319 w 2160"/>
              <a:gd name="T5" fmla="*/ 2281 h 2520"/>
              <a:gd name="T6" fmla="*/ 841 w 2160"/>
              <a:gd name="T7" fmla="*/ 2281 h 2520"/>
              <a:gd name="T8" fmla="*/ 1906 w 2160"/>
              <a:gd name="T9" fmla="*/ 1778 h 2520"/>
              <a:gd name="T10" fmla="*/ 1906 w 2160"/>
              <a:gd name="T11" fmla="*/ 1080 h 2520"/>
              <a:gd name="T12" fmla="*/ 1271 w 2160"/>
              <a:gd name="T13" fmla="*/ 277 h 2520"/>
              <a:gd name="T14" fmla="*/ 1271 w 2160"/>
              <a:gd name="T15" fmla="*/ 191 h 2520"/>
              <a:gd name="T16" fmla="*/ 1080 w 2160"/>
              <a:gd name="T17" fmla="*/ 0 h 2520"/>
              <a:gd name="T18" fmla="*/ 889 w 2160"/>
              <a:gd name="T19" fmla="*/ 191 h 2520"/>
              <a:gd name="T20" fmla="*/ 889 w 2160"/>
              <a:gd name="T21" fmla="*/ 277 h 2520"/>
              <a:gd name="T22" fmla="*/ 254 w 2160"/>
              <a:gd name="T23" fmla="*/ 1080 h 2520"/>
              <a:gd name="T24" fmla="*/ 254 w 2160"/>
              <a:gd name="T25" fmla="*/ 1778 h 2520"/>
              <a:gd name="T26" fmla="*/ 0 w 2160"/>
              <a:gd name="T27" fmla="*/ 2033 h 2520"/>
              <a:gd name="T28" fmla="*/ 0 w 2160"/>
              <a:gd name="T29" fmla="*/ 2160 h 2520"/>
              <a:gd name="T30" fmla="*/ 2160 w 2160"/>
              <a:gd name="T31" fmla="*/ 2160 h 2520"/>
              <a:gd name="T32" fmla="*/ 2160 w 2160"/>
              <a:gd name="T33" fmla="*/ 2033 h 2520"/>
              <a:gd name="T34" fmla="*/ 1906 w 2160"/>
              <a:gd name="T35" fmla="*/ 1778 h 2520"/>
              <a:gd name="T36" fmla="*/ 1560 w 2160"/>
              <a:gd name="T37" fmla="*/ 1321 h 2520"/>
              <a:gd name="T38" fmla="*/ 1200 w 2160"/>
              <a:gd name="T39" fmla="*/ 1321 h 2520"/>
              <a:gd name="T40" fmla="*/ 1200 w 2160"/>
              <a:gd name="T41" fmla="*/ 1681 h 2520"/>
              <a:gd name="T42" fmla="*/ 960 w 2160"/>
              <a:gd name="T43" fmla="*/ 1681 h 2520"/>
              <a:gd name="T44" fmla="*/ 960 w 2160"/>
              <a:gd name="T45" fmla="*/ 1321 h 2520"/>
              <a:gd name="T46" fmla="*/ 600 w 2160"/>
              <a:gd name="T47" fmla="*/ 1321 h 2520"/>
              <a:gd name="T48" fmla="*/ 600 w 2160"/>
              <a:gd name="T49" fmla="*/ 1080 h 2520"/>
              <a:gd name="T50" fmla="*/ 960 w 2160"/>
              <a:gd name="T51" fmla="*/ 1080 h 2520"/>
              <a:gd name="T52" fmla="*/ 960 w 2160"/>
              <a:gd name="T53" fmla="*/ 720 h 2520"/>
              <a:gd name="T54" fmla="*/ 1200 w 2160"/>
              <a:gd name="T55" fmla="*/ 720 h 2520"/>
              <a:gd name="T56" fmla="*/ 1200 w 2160"/>
              <a:gd name="T57" fmla="*/ 1080 h 2520"/>
              <a:gd name="T58" fmla="*/ 1560 w 2160"/>
              <a:gd name="T59" fmla="*/ 1080 h 2520"/>
              <a:gd name="T60" fmla="*/ 1560 w 2160"/>
              <a:gd name="T61" fmla="*/ 1321 h 25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160" h="2520">
                <a:moveTo>
                  <a:pt x="841" y="2281"/>
                </a:moveTo>
                <a:cubicBezTo>
                  <a:pt x="841" y="2413"/>
                  <a:pt x="948" y="2520"/>
                  <a:pt x="1080" y="2520"/>
                </a:cubicBezTo>
                <a:cubicBezTo>
                  <a:pt x="1212" y="2520"/>
                  <a:pt x="1319" y="2413"/>
                  <a:pt x="1319" y="2281"/>
                </a:cubicBezTo>
                <a:lnTo>
                  <a:pt x="841" y="2281"/>
                </a:lnTo>
                <a:close/>
                <a:moveTo>
                  <a:pt x="1906" y="1778"/>
                </a:moveTo>
                <a:cubicBezTo>
                  <a:pt x="1906" y="1080"/>
                  <a:pt x="1906" y="1080"/>
                  <a:pt x="1906" y="1080"/>
                </a:cubicBezTo>
                <a:cubicBezTo>
                  <a:pt x="1906" y="690"/>
                  <a:pt x="1636" y="364"/>
                  <a:pt x="1271" y="277"/>
                </a:cubicBezTo>
                <a:cubicBezTo>
                  <a:pt x="1271" y="191"/>
                  <a:pt x="1271" y="191"/>
                  <a:pt x="1271" y="191"/>
                </a:cubicBezTo>
                <a:cubicBezTo>
                  <a:pt x="1271" y="85"/>
                  <a:pt x="1186" y="0"/>
                  <a:pt x="1080" y="0"/>
                </a:cubicBezTo>
                <a:cubicBezTo>
                  <a:pt x="974" y="0"/>
                  <a:pt x="889" y="85"/>
                  <a:pt x="889" y="191"/>
                </a:cubicBezTo>
                <a:cubicBezTo>
                  <a:pt x="889" y="277"/>
                  <a:pt x="889" y="277"/>
                  <a:pt x="889" y="277"/>
                </a:cubicBezTo>
                <a:cubicBezTo>
                  <a:pt x="524" y="364"/>
                  <a:pt x="254" y="690"/>
                  <a:pt x="254" y="1080"/>
                </a:cubicBezTo>
                <a:cubicBezTo>
                  <a:pt x="254" y="1778"/>
                  <a:pt x="254" y="1778"/>
                  <a:pt x="254" y="1778"/>
                </a:cubicBezTo>
                <a:cubicBezTo>
                  <a:pt x="0" y="2033"/>
                  <a:pt x="0" y="2033"/>
                  <a:pt x="0" y="2033"/>
                </a:cubicBezTo>
                <a:cubicBezTo>
                  <a:pt x="0" y="2160"/>
                  <a:pt x="0" y="2160"/>
                  <a:pt x="0" y="2160"/>
                </a:cubicBezTo>
                <a:cubicBezTo>
                  <a:pt x="2160" y="2160"/>
                  <a:pt x="2160" y="2160"/>
                  <a:pt x="2160" y="2160"/>
                </a:cubicBezTo>
                <a:cubicBezTo>
                  <a:pt x="2160" y="2033"/>
                  <a:pt x="2160" y="2033"/>
                  <a:pt x="2160" y="2033"/>
                </a:cubicBezTo>
                <a:lnTo>
                  <a:pt x="1906" y="1778"/>
                </a:lnTo>
                <a:close/>
                <a:moveTo>
                  <a:pt x="1560" y="1321"/>
                </a:moveTo>
                <a:cubicBezTo>
                  <a:pt x="1200" y="1321"/>
                  <a:pt x="1200" y="1321"/>
                  <a:pt x="1200" y="1321"/>
                </a:cubicBezTo>
                <a:cubicBezTo>
                  <a:pt x="1200" y="1681"/>
                  <a:pt x="1200" y="1681"/>
                  <a:pt x="1200" y="1681"/>
                </a:cubicBezTo>
                <a:cubicBezTo>
                  <a:pt x="960" y="1681"/>
                  <a:pt x="960" y="1681"/>
                  <a:pt x="960" y="1681"/>
                </a:cubicBezTo>
                <a:cubicBezTo>
                  <a:pt x="960" y="1321"/>
                  <a:pt x="960" y="1321"/>
                  <a:pt x="960" y="1321"/>
                </a:cubicBezTo>
                <a:cubicBezTo>
                  <a:pt x="600" y="1321"/>
                  <a:pt x="600" y="1321"/>
                  <a:pt x="600" y="1321"/>
                </a:cubicBezTo>
                <a:cubicBezTo>
                  <a:pt x="600" y="1080"/>
                  <a:pt x="600" y="1080"/>
                  <a:pt x="600" y="1080"/>
                </a:cubicBezTo>
                <a:cubicBezTo>
                  <a:pt x="960" y="1080"/>
                  <a:pt x="960" y="1080"/>
                  <a:pt x="960" y="1080"/>
                </a:cubicBezTo>
                <a:cubicBezTo>
                  <a:pt x="960" y="720"/>
                  <a:pt x="960" y="720"/>
                  <a:pt x="960" y="720"/>
                </a:cubicBezTo>
                <a:cubicBezTo>
                  <a:pt x="1200" y="720"/>
                  <a:pt x="1200" y="720"/>
                  <a:pt x="1200" y="720"/>
                </a:cubicBezTo>
                <a:cubicBezTo>
                  <a:pt x="1200" y="1080"/>
                  <a:pt x="1200" y="1080"/>
                  <a:pt x="1200" y="1080"/>
                </a:cubicBezTo>
                <a:cubicBezTo>
                  <a:pt x="1560" y="1080"/>
                  <a:pt x="1560" y="1080"/>
                  <a:pt x="1560" y="1080"/>
                </a:cubicBezTo>
                <a:lnTo>
                  <a:pt x="1560" y="13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09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200 w 2400"/>
              <a:gd name="T1" fmla="*/ 0 h 2400"/>
              <a:gd name="T2" fmla="*/ 0 w 2400"/>
              <a:gd name="T3" fmla="*/ 1200 h 2400"/>
              <a:gd name="T4" fmla="*/ 1200 w 2400"/>
              <a:gd name="T5" fmla="*/ 2400 h 2400"/>
              <a:gd name="T6" fmla="*/ 2400 w 2400"/>
              <a:gd name="T7" fmla="*/ 1200 h 2400"/>
              <a:gd name="T8" fmla="*/ 1200 w 2400"/>
              <a:gd name="T9" fmla="*/ 0 h 2400"/>
              <a:gd name="T10" fmla="*/ 1320 w 2400"/>
              <a:gd name="T11" fmla="*/ 1800 h 2400"/>
              <a:gd name="T12" fmla="*/ 1080 w 2400"/>
              <a:gd name="T13" fmla="*/ 1800 h 2400"/>
              <a:gd name="T14" fmla="*/ 1080 w 2400"/>
              <a:gd name="T15" fmla="*/ 1560 h 2400"/>
              <a:gd name="T16" fmla="*/ 1320 w 2400"/>
              <a:gd name="T17" fmla="*/ 1560 h 2400"/>
              <a:gd name="T18" fmla="*/ 1320 w 2400"/>
              <a:gd name="T19" fmla="*/ 1800 h 2400"/>
              <a:gd name="T20" fmla="*/ 1320 w 2400"/>
              <a:gd name="T21" fmla="*/ 1320 h 2400"/>
              <a:gd name="T22" fmla="*/ 1080 w 2400"/>
              <a:gd name="T23" fmla="*/ 1320 h 2400"/>
              <a:gd name="T24" fmla="*/ 1080 w 2400"/>
              <a:gd name="T25" fmla="*/ 600 h 2400"/>
              <a:gd name="T26" fmla="*/ 1320 w 2400"/>
              <a:gd name="T27" fmla="*/ 600 h 2400"/>
              <a:gd name="T28" fmla="*/ 1320 w 2400"/>
              <a:gd name="T29" fmla="*/ 132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400" h="2400">
                <a:moveTo>
                  <a:pt x="1200" y="0"/>
                </a:moveTo>
                <a:cubicBezTo>
                  <a:pt x="538" y="0"/>
                  <a:pt x="0" y="538"/>
                  <a:pt x="0" y="1200"/>
                </a:cubicBezTo>
                <a:cubicBezTo>
                  <a:pt x="0" y="1862"/>
                  <a:pt x="538" y="2400"/>
                  <a:pt x="1200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200" y="0"/>
                </a:cubicBezTo>
                <a:close/>
                <a:moveTo>
                  <a:pt x="1320" y="1800"/>
                </a:moveTo>
                <a:cubicBezTo>
                  <a:pt x="1080" y="1800"/>
                  <a:pt x="1080" y="1800"/>
                  <a:pt x="1080" y="1800"/>
                </a:cubicBezTo>
                <a:cubicBezTo>
                  <a:pt x="1080" y="1560"/>
                  <a:pt x="1080" y="1560"/>
                  <a:pt x="1080" y="1560"/>
                </a:cubicBezTo>
                <a:cubicBezTo>
                  <a:pt x="1320" y="1560"/>
                  <a:pt x="1320" y="1560"/>
                  <a:pt x="1320" y="1560"/>
                </a:cubicBezTo>
                <a:lnTo>
                  <a:pt x="1320" y="1800"/>
                </a:lnTo>
                <a:close/>
                <a:moveTo>
                  <a:pt x="1320" y="1320"/>
                </a:moveTo>
                <a:cubicBezTo>
                  <a:pt x="1080" y="1320"/>
                  <a:pt x="1080" y="1320"/>
                  <a:pt x="1080" y="1320"/>
                </a:cubicBezTo>
                <a:cubicBezTo>
                  <a:pt x="1080" y="600"/>
                  <a:pt x="1080" y="600"/>
                  <a:pt x="1080" y="600"/>
                </a:cubicBezTo>
                <a:cubicBezTo>
                  <a:pt x="1320" y="600"/>
                  <a:pt x="1320" y="600"/>
                  <a:pt x="1320" y="600"/>
                </a:cubicBezTo>
                <a:lnTo>
                  <a:pt x="1320" y="13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05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rror Out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080 w 2400"/>
              <a:gd name="T1" fmla="*/ 1560 h 2400"/>
              <a:gd name="T2" fmla="*/ 1320 w 2400"/>
              <a:gd name="T3" fmla="*/ 1560 h 2400"/>
              <a:gd name="T4" fmla="*/ 1320 w 2400"/>
              <a:gd name="T5" fmla="*/ 1800 h 2400"/>
              <a:gd name="T6" fmla="*/ 1080 w 2400"/>
              <a:gd name="T7" fmla="*/ 1800 h 2400"/>
              <a:gd name="T8" fmla="*/ 1080 w 2400"/>
              <a:gd name="T9" fmla="*/ 1560 h 2400"/>
              <a:gd name="T10" fmla="*/ 1080 w 2400"/>
              <a:gd name="T11" fmla="*/ 600 h 2400"/>
              <a:gd name="T12" fmla="*/ 1320 w 2400"/>
              <a:gd name="T13" fmla="*/ 600 h 2400"/>
              <a:gd name="T14" fmla="*/ 1320 w 2400"/>
              <a:gd name="T15" fmla="*/ 1320 h 2400"/>
              <a:gd name="T16" fmla="*/ 1080 w 2400"/>
              <a:gd name="T17" fmla="*/ 1320 h 2400"/>
              <a:gd name="T18" fmla="*/ 1080 w 2400"/>
              <a:gd name="T19" fmla="*/ 600 h 2400"/>
              <a:gd name="T20" fmla="*/ 1199 w 2400"/>
              <a:gd name="T21" fmla="*/ 0 h 2400"/>
              <a:gd name="T22" fmla="*/ 0 w 2400"/>
              <a:gd name="T23" fmla="*/ 1200 h 2400"/>
              <a:gd name="T24" fmla="*/ 1199 w 2400"/>
              <a:gd name="T25" fmla="*/ 2400 h 2400"/>
              <a:gd name="T26" fmla="*/ 2400 w 2400"/>
              <a:gd name="T27" fmla="*/ 1200 h 2400"/>
              <a:gd name="T28" fmla="*/ 1199 w 2400"/>
              <a:gd name="T29" fmla="*/ 0 h 2400"/>
              <a:gd name="T30" fmla="*/ 1200 w 2400"/>
              <a:gd name="T31" fmla="*/ 2160 h 2400"/>
              <a:gd name="T32" fmla="*/ 240 w 2400"/>
              <a:gd name="T33" fmla="*/ 1200 h 2400"/>
              <a:gd name="T34" fmla="*/ 1200 w 2400"/>
              <a:gd name="T35" fmla="*/ 240 h 2400"/>
              <a:gd name="T36" fmla="*/ 2160 w 2400"/>
              <a:gd name="T37" fmla="*/ 1200 h 2400"/>
              <a:gd name="T38" fmla="*/ 1200 w 2400"/>
              <a:gd name="T39" fmla="*/ 216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400" h="2400">
                <a:moveTo>
                  <a:pt x="1080" y="1560"/>
                </a:moveTo>
                <a:cubicBezTo>
                  <a:pt x="1320" y="1560"/>
                  <a:pt x="1320" y="1560"/>
                  <a:pt x="1320" y="1560"/>
                </a:cubicBezTo>
                <a:cubicBezTo>
                  <a:pt x="1320" y="1800"/>
                  <a:pt x="1320" y="1800"/>
                  <a:pt x="1320" y="1800"/>
                </a:cubicBezTo>
                <a:cubicBezTo>
                  <a:pt x="1080" y="1800"/>
                  <a:pt x="1080" y="1800"/>
                  <a:pt x="1080" y="1800"/>
                </a:cubicBezTo>
                <a:lnTo>
                  <a:pt x="1080" y="1560"/>
                </a:lnTo>
                <a:close/>
                <a:moveTo>
                  <a:pt x="1080" y="600"/>
                </a:moveTo>
                <a:cubicBezTo>
                  <a:pt x="1320" y="600"/>
                  <a:pt x="1320" y="600"/>
                  <a:pt x="1320" y="600"/>
                </a:cubicBezTo>
                <a:cubicBezTo>
                  <a:pt x="1320" y="1320"/>
                  <a:pt x="1320" y="1320"/>
                  <a:pt x="1320" y="1320"/>
                </a:cubicBezTo>
                <a:cubicBezTo>
                  <a:pt x="1080" y="1320"/>
                  <a:pt x="1080" y="1320"/>
                  <a:pt x="1080" y="1320"/>
                </a:cubicBezTo>
                <a:lnTo>
                  <a:pt x="1080" y="600"/>
                </a:lnTo>
                <a:close/>
                <a:moveTo>
                  <a:pt x="1199" y="0"/>
                </a:moveTo>
                <a:cubicBezTo>
                  <a:pt x="536" y="0"/>
                  <a:pt x="0" y="538"/>
                  <a:pt x="0" y="1200"/>
                </a:cubicBezTo>
                <a:cubicBezTo>
                  <a:pt x="0" y="1862"/>
                  <a:pt x="536" y="2400"/>
                  <a:pt x="1199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199" y="0"/>
                </a:cubicBezTo>
                <a:close/>
                <a:moveTo>
                  <a:pt x="1200" y="2160"/>
                </a:moveTo>
                <a:cubicBezTo>
                  <a:pt x="670" y="2160"/>
                  <a:pt x="240" y="1730"/>
                  <a:pt x="240" y="1200"/>
                </a:cubicBezTo>
                <a:cubicBezTo>
                  <a:pt x="240" y="670"/>
                  <a:pt x="670" y="240"/>
                  <a:pt x="1200" y="240"/>
                </a:cubicBezTo>
                <a:cubicBezTo>
                  <a:pt x="1730" y="240"/>
                  <a:pt x="2160" y="670"/>
                  <a:pt x="2160" y="1200"/>
                </a:cubicBezTo>
                <a:cubicBezTo>
                  <a:pt x="2160" y="1730"/>
                  <a:pt x="1730" y="2160"/>
                  <a:pt x="1200" y="216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0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arni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89616"/>
          </a:xfrm>
          <a:custGeom>
            <a:avLst/>
            <a:gdLst>
              <a:gd name="T0" fmla="*/ 0 w 6236"/>
              <a:gd name="T1" fmla="*/ 5385 h 5385"/>
              <a:gd name="T2" fmla="*/ 6236 w 6236"/>
              <a:gd name="T3" fmla="*/ 5385 h 5385"/>
              <a:gd name="T4" fmla="*/ 3118 w 6236"/>
              <a:gd name="T5" fmla="*/ 0 h 5385"/>
              <a:gd name="T6" fmla="*/ 0 w 6236"/>
              <a:gd name="T7" fmla="*/ 5385 h 5385"/>
              <a:gd name="T8" fmla="*/ 3401 w 6236"/>
              <a:gd name="T9" fmla="*/ 4535 h 5385"/>
              <a:gd name="T10" fmla="*/ 2834 w 6236"/>
              <a:gd name="T11" fmla="*/ 4535 h 5385"/>
              <a:gd name="T12" fmla="*/ 2834 w 6236"/>
              <a:gd name="T13" fmla="*/ 3968 h 5385"/>
              <a:gd name="T14" fmla="*/ 3401 w 6236"/>
              <a:gd name="T15" fmla="*/ 3968 h 5385"/>
              <a:gd name="T16" fmla="*/ 3401 w 6236"/>
              <a:gd name="T17" fmla="*/ 4535 h 5385"/>
              <a:gd name="T18" fmla="*/ 3401 w 6236"/>
              <a:gd name="T19" fmla="*/ 3401 h 5385"/>
              <a:gd name="T20" fmla="*/ 2834 w 6236"/>
              <a:gd name="T21" fmla="*/ 3401 h 5385"/>
              <a:gd name="T22" fmla="*/ 2834 w 6236"/>
              <a:gd name="T23" fmla="*/ 2267 h 5385"/>
              <a:gd name="T24" fmla="*/ 3401 w 6236"/>
              <a:gd name="T25" fmla="*/ 2267 h 5385"/>
              <a:gd name="T26" fmla="*/ 3401 w 6236"/>
              <a:gd name="T27" fmla="*/ 3401 h 5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6236" h="5385">
                <a:moveTo>
                  <a:pt x="0" y="5385"/>
                </a:moveTo>
                <a:lnTo>
                  <a:pt x="6236" y="5385"/>
                </a:lnTo>
                <a:lnTo>
                  <a:pt x="3118" y="0"/>
                </a:lnTo>
                <a:lnTo>
                  <a:pt x="0" y="5385"/>
                </a:lnTo>
                <a:close/>
                <a:moveTo>
                  <a:pt x="3401" y="4535"/>
                </a:moveTo>
                <a:lnTo>
                  <a:pt x="2834" y="4535"/>
                </a:lnTo>
                <a:lnTo>
                  <a:pt x="2834" y="3968"/>
                </a:lnTo>
                <a:lnTo>
                  <a:pt x="3401" y="3968"/>
                </a:lnTo>
                <a:lnTo>
                  <a:pt x="3401" y="4535"/>
                </a:lnTo>
                <a:close/>
                <a:moveTo>
                  <a:pt x="3401" y="3401"/>
                </a:moveTo>
                <a:lnTo>
                  <a:pt x="2834" y="3401"/>
                </a:lnTo>
                <a:lnTo>
                  <a:pt x="2834" y="2267"/>
                </a:lnTo>
                <a:lnTo>
                  <a:pt x="3401" y="2267"/>
                </a:lnTo>
                <a:lnTo>
                  <a:pt x="3401" y="34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83950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dd To Queu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119"/>
          </a:xfrm>
          <a:custGeom>
            <a:avLst/>
            <a:gdLst>
              <a:gd name="T0" fmla="*/ 2400 w 2640"/>
              <a:gd name="T1" fmla="*/ 0 h 2160"/>
              <a:gd name="T2" fmla="*/ 240 w 2640"/>
              <a:gd name="T3" fmla="*/ 0 h 2160"/>
              <a:gd name="T4" fmla="*/ 0 w 2640"/>
              <a:gd name="T5" fmla="*/ 240 h 2160"/>
              <a:gd name="T6" fmla="*/ 0 w 2640"/>
              <a:gd name="T7" fmla="*/ 1680 h 2160"/>
              <a:gd name="T8" fmla="*/ 240 w 2640"/>
              <a:gd name="T9" fmla="*/ 1920 h 2160"/>
              <a:gd name="T10" fmla="*/ 840 w 2640"/>
              <a:gd name="T11" fmla="*/ 1920 h 2160"/>
              <a:gd name="T12" fmla="*/ 840 w 2640"/>
              <a:gd name="T13" fmla="*/ 2160 h 2160"/>
              <a:gd name="T14" fmla="*/ 1800 w 2640"/>
              <a:gd name="T15" fmla="*/ 2160 h 2160"/>
              <a:gd name="T16" fmla="*/ 1800 w 2640"/>
              <a:gd name="T17" fmla="*/ 1920 h 2160"/>
              <a:gd name="T18" fmla="*/ 2400 w 2640"/>
              <a:gd name="T19" fmla="*/ 1920 h 2160"/>
              <a:gd name="T20" fmla="*/ 2639 w 2640"/>
              <a:gd name="T21" fmla="*/ 1680 h 2160"/>
              <a:gd name="T22" fmla="*/ 2640 w 2640"/>
              <a:gd name="T23" fmla="*/ 240 h 2160"/>
              <a:gd name="T24" fmla="*/ 2400 w 2640"/>
              <a:gd name="T25" fmla="*/ 0 h 2160"/>
              <a:gd name="T26" fmla="*/ 2400 w 2640"/>
              <a:gd name="T27" fmla="*/ 1680 h 2160"/>
              <a:gd name="T28" fmla="*/ 240 w 2640"/>
              <a:gd name="T29" fmla="*/ 1680 h 2160"/>
              <a:gd name="T30" fmla="*/ 240 w 2640"/>
              <a:gd name="T31" fmla="*/ 240 h 2160"/>
              <a:gd name="T32" fmla="*/ 2400 w 2640"/>
              <a:gd name="T33" fmla="*/ 240 h 2160"/>
              <a:gd name="T34" fmla="*/ 2400 w 2640"/>
              <a:gd name="T35" fmla="*/ 1680 h 2160"/>
              <a:gd name="T36" fmla="*/ 1800 w 2640"/>
              <a:gd name="T37" fmla="*/ 840 h 2160"/>
              <a:gd name="T38" fmla="*/ 1800 w 2640"/>
              <a:gd name="T39" fmla="*/ 1080 h 2160"/>
              <a:gd name="T40" fmla="*/ 1440 w 2640"/>
              <a:gd name="T41" fmla="*/ 1080 h 2160"/>
              <a:gd name="T42" fmla="*/ 1440 w 2640"/>
              <a:gd name="T43" fmla="*/ 1440 h 2160"/>
              <a:gd name="T44" fmla="*/ 1200 w 2640"/>
              <a:gd name="T45" fmla="*/ 1440 h 2160"/>
              <a:gd name="T46" fmla="*/ 1200 w 2640"/>
              <a:gd name="T47" fmla="*/ 1080 h 2160"/>
              <a:gd name="T48" fmla="*/ 840 w 2640"/>
              <a:gd name="T49" fmla="*/ 1080 h 2160"/>
              <a:gd name="T50" fmla="*/ 840 w 2640"/>
              <a:gd name="T51" fmla="*/ 840 h 2160"/>
              <a:gd name="T52" fmla="*/ 1200 w 2640"/>
              <a:gd name="T53" fmla="*/ 840 h 2160"/>
              <a:gd name="T54" fmla="*/ 1200 w 2640"/>
              <a:gd name="T55" fmla="*/ 480 h 2160"/>
              <a:gd name="T56" fmla="*/ 1440 w 2640"/>
              <a:gd name="T57" fmla="*/ 480 h 2160"/>
              <a:gd name="T58" fmla="*/ 1440 w 2640"/>
              <a:gd name="T59" fmla="*/ 840 h 2160"/>
              <a:gd name="T60" fmla="*/ 1800 w 2640"/>
              <a:gd name="T61" fmla="*/ 84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640" h="2160">
                <a:moveTo>
                  <a:pt x="240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0" y="107"/>
                  <a:pt x="0" y="240"/>
                </a:cubicBezTo>
                <a:cubicBezTo>
                  <a:pt x="0" y="1680"/>
                  <a:pt x="0" y="1680"/>
                  <a:pt x="0" y="1680"/>
                </a:cubicBezTo>
                <a:cubicBezTo>
                  <a:pt x="0" y="1812"/>
                  <a:pt x="107" y="1920"/>
                  <a:pt x="240" y="1920"/>
                </a:cubicBezTo>
                <a:cubicBezTo>
                  <a:pt x="840" y="1920"/>
                  <a:pt x="840" y="1920"/>
                  <a:pt x="840" y="1920"/>
                </a:cubicBezTo>
                <a:cubicBezTo>
                  <a:pt x="840" y="2160"/>
                  <a:pt x="840" y="2160"/>
                  <a:pt x="840" y="2160"/>
                </a:cubicBezTo>
                <a:cubicBezTo>
                  <a:pt x="1800" y="2160"/>
                  <a:pt x="1800" y="2160"/>
                  <a:pt x="1800" y="2160"/>
                </a:cubicBezTo>
                <a:cubicBezTo>
                  <a:pt x="1800" y="1920"/>
                  <a:pt x="1800" y="1920"/>
                  <a:pt x="1800" y="1920"/>
                </a:cubicBezTo>
                <a:cubicBezTo>
                  <a:pt x="2400" y="1920"/>
                  <a:pt x="2400" y="1920"/>
                  <a:pt x="2400" y="1920"/>
                </a:cubicBezTo>
                <a:cubicBezTo>
                  <a:pt x="2532" y="1920"/>
                  <a:pt x="2639" y="1812"/>
                  <a:pt x="2639" y="1680"/>
                </a:cubicBezTo>
                <a:cubicBezTo>
                  <a:pt x="2640" y="240"/>
                  <a:pt x="2640" y="240"/>
                  <a:pt x="2640" y="240"/>
                </a:cubicBezTo>
                <a:cubicBezTo>
                  <a:pt x="2640" y="107"/>
                  <a:pt x="2532" y="0"/>
                  <a:pt x="2400" y="0"/>
                </a:cubicBezTo>
                <a:close/>
                <a:moveTo>
                  <a:pt x="2400" y="1680"/>
                </a:moveTo>
                <a:cubicBezTo>
                  <a:pt x="240" y="1680"/>
                  <a:pt x="240" y="1680"/>
                  <a:pt x="240" y="168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2400" y="240"/>
                  <a:pt x="2400" y="240"/>
                  <a:pt x="2400" y="240"/>
                </a:cubicBezTo>
                <a:lnTo>
                  <a:pt x="2400" y="1680"/>
                </a:lnTo>
                <a:close/>
                <a:moveTo>
                  <a:pt x="1800" y="840"/>
                </a:moveTo>
                <a:cubicBezTo>
                  <a:pt x="1800" y="1080"/>
                  <a:pt x="1800" y="1080"/>
                  <a:pt x="1800" y="1080"/>
                </a:cubicBezTo>
                <a:cubicBezTo>
                  <a:pt x="1440" y="1080"/>
                  <a:pt x="1440" y="1080"/>
                  <a:pt x="1440" y="1080"/>
                </a:cubicBezTo>
                <a:cubicBezTo>
                  <a:pt x="1440" y="1440"/>
                  <a:pt x="1440" y="1440"/>
                  <a:pt x="1440" y="1440"/>
                </a:cubicBezTo>
                <a:cubicBezTo>
                  <a:pt x="1200" y="1440"/>
                  <a:pt x="1200" y="1440"/>
                  <a:pt x="1200" y="1440"/>
                </a:cubicBezTo>
                <a:cubicBezTo>
                  <a:pt x="1200" y="1080"/>
                  <a:pt x="1200" y="1080"/>
                  <a:pt x="1200" y="1080"/>
                </a:cubicBezTo>
                <a:cubicBezTo>
                  <a:pt x="840" y="1080"/>
                  <a:pt x="840" y="1080"/>
                  <a:pt x="840" y="1080"/>
                </a:cubicBezTo>
                <a:cubicBezTo>
                  <a:pt x="840" y="840"/>
                  <a:pt x="840" y="840"/>
                  <a:pt x="840" y="840"/>
                </a:cubicBezTo>
                <a:cubicBezTo>
                  <a:pt x="1200" y="840"/>
                  <a:pt x="1200" y="840"/>
                  <a:pt x="1200" y="840"/>
                </a:cubicBezTo>
                <a:cubicBezTo>
                  <a:pt x="1200" y="480"/>
                  <a:pt x="1200" y="480"/>
                  <a:pt x="1200" y="480"/>
                </a:cubicBezTo>
                <a:cubicBezTo>
                  <a:pt x="1440" y="480"/>
                  <a:pt x="1440" y="480"/>
                  <a:pt x="1440" y="480"/>
                </a:cubicBezTo>
                <a:cubicBezTo>
                  <a:pt x="1440" y="840"/>
                  <a:pt x="1440" y="840"/>
                  <a:pt x="1440" y="840"/>
                </a:cubicBezTo>
                <a:lnTo>
                  <a:pt x="1800" y="8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887906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irpla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89762"/>
          </a:xfrm>
          <a:custGeom>
            <a:avLst/>
            <a:gdLst>
              <a:gd name="T0" fmla="*/ 600 w 2640"/>
              <a:gd name="T1" fmla="*/ 2280 h 2280"/>
              <a:gd name="T2" fmla="*/ 2040 w 2640"/>
              <a:gd name="T3" fmla="*/ 2280 h 2280"/>
              <a:gd name="T4" fmla="*/ 1320 w 2640"/>
              <a:gd name="T5" fmla="*/ 1560 h 2280"/>
              <a:gd name="T6" fmla="*/ 600 w 2640"/>
              <a:gd name="T7" fmla="*/ 2280 h 2280"/>
              <a:gd name="T8" fmla="*/ 2400 w 2640"/>
              <a:gd name="T9" fmla="*/ 0 h 2280"/>
              <a:gd name="T10" fmla="*/ 240 w 2640"/>
              <a:gd name="T11" fmla="*/ 0 h 2280"/>
              <a:gd name="T12" fmla="*/ 0 w 2640"/>
              <a:gd name="T13" fmla="*/ 240 h 2280"/>
              <a:gd name="T14" fmla="*/ 0 w 2640"/>
              <a:gd name="T15" fmla="*/ 1680 h 2280"/>
              <a:gd name="T16" fmla="*/ 240 w 2640"/>
              <a:gd name="T17" fmla="*/ 1920 h 2280"/>
              <a:gd name="T18" fmla="*/ 720 w 2640"/>
              <a:gd name="T19" fmla="*/ 1920 h 2280"/>
              <a:gd name="T20" fmla="*/ 720 w 2640"/>
              <a:gd name="T21" fmla="*/ 1680 h 2280"/>
              <a:gd name="T22" fmla="*/ 240 w 2640"/>
              <a:gd name="T23" fmla="*/ 1680 h 2280"/>
              <a:gd name="T24" fmla="*/ 240 w 2640"/>
              <a:gd name="T25" fmla="*/ 240 h 2280"/>
              <a:gd name="T26" fmla="*/ 2400 w 2640"/>
              <a:gd name="T27" fmla="*/ 240 h 2280"/>
              <a:gd name="T28" fmla="*/ 2400 w 2640"/>
              <a:gd name="T29" fmla="*/ 1680 h 2280"/>
              <a:gd name="T30" fmla="*/ 1920 w 2640"/>
              <a:gd name="T31" fmla="*/ 1680 h 2280"/>
              <a:gd name="T32" fmla="*/ 1920 w 2640"/>
              <a:gd name="T33" fmla="*/ 1920 h 2280"/>
              <a:gd name="T34" fmla="*/ 2400 w 2640"/>
              <a:gd name="T35" fmla="*/ 1920 h 2280"/>
              <a:gd name="T36" fmla="*/ 2640 w 2640"/>
              <a:gd name="T37" fmla="*/ 1680 h 2280"/>
              <a:gd name="T38" fmla="*/ 2640 w 2640"/>
              <a:gd name="T39" fmla="*/ 240 h 2280"/>
              <a:gd name="T40" fmla="*/ 2400 w 2640"/>
              <a:gd name="T41" fmla="*/ 0 h 22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640" h="2280">
                <a:moveTo>
                  <a:pt x="600" y="2280"/>
                </a:moveTo>
                <a:cubicBezTo>
                  <a:pt x="2040" y="2280"/>
                  <a:pt x="2040" y="2280"/>
                  <a:pt x="2040" y="2280"/>
                </a:cubicBezTo>
                <a:cubicBezTo>
                  <a:pt x="1320" y="1560"/>
                  <a:pt x="1320" y="1560"/>
                  <a:pt x="1320" y="1560"/>
                </a:cubicBezTo>
                <a:lnTo>
                  <a:pt x="600" y="2280"/>
                </a:lnTo>
                <a:close/>
                <a:moveTo>
                  <a:pt x="240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1680"/>
                  <a:pt x="0" y="1680"/>
                  <a:pt x="0" y="1680"/>
                </a:cubicBezTo>
                <a:cubicBezTo>
                  <a:pt x="0" y="1812"/>
                  <a:pt x="108" y="1920"/>
                  <a:pt x="240" y="1920"/>
                </a:cubicBezTo>
                <a:cubicBezTo>
                  <a:pt x="720" y="1920"/>
                  <a:pt x="720" y="1920"/>
                  <a:pt x="720" y="1920"/>
                </a:cubicBezTo>
                <a:cubicBezTo>
                  <a:pt x="720" y="1680"/>
                  <a:pt x="720" y="1680"/>
                  <a:pt x="720" y="1680"/>
                </a:cubicBezTo>
                <a:cubicBezTo>
                  <a:pt x="240" y="1680"/>
                  <a:pt x="240" y="1680"/>
                  <a:pt x="240" y="1680"/>
                </a:cubicBezTo>
                <a:cubicBezTo>
                  <a:pt x="240" y="240"/>
                  <a:pt x="240" y="240"/>
                  <a:pt x="240" y="240"/>
                </a:cubicBezTo>
                <a:cubicBezTo>
                  <a:pt x="2400" y="240"/>
                  <a:pt x="2400" y="240"/>
                  <a:pt x="2400" y="240"/>
                </a:cubicBezTo>
                <a:cubicBezTo>
                  <a:pt x="2400" y="1680"/>
                  <a:pt x="2400" y="1680"/>
                  <a:pt x="2400" y="1680"/>
                </a:cubicBezTo>
                <a:cubicBezTo>
                  <a:pt x="1920" y="1680"/>
                  <a:pt x="1920" y="1680"/>
                  <a:pt x="1920" y="1680"/>
                </a:cubicBezTo>
                <a:cubicBezTo>
                  <a:pt x="1920" y="1920"/>
                  <a:pt x="1920" y="1920"/>
                  <a:pt x="1920" y="1920"/>
                </a:cubicBezTo>
                <a:cubicBezTo>
                  <a:pt x="2400" y="1920"/>
                  <a:pt x="2400" y="1920"/>
                  <a:pt x="2400" y="1920"/>
                </a:cubicBezTo>
                <a:cubicBezTo>
                  <a:pt x="2532" y="1920"/>
                  <a:pt x="2640" y="1812"/>
                  <a:pt x="2640" y="1680"/>
                </a:cubicBezTo>
                <a:cubicBezTo>
                  <a:pt x="2640" y="240"/>
                  <a:pt x="2640" y="240"/>
                  <a:pt x="2640" y="240"/>
                </a:cubicBezTo>
                <a:cubicBezTo>
                  <a:pt x="2640" y="108"/>
                  <a:pt x="2532" y="0"/>
                  <a:pt x="24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175274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bu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200 w 2400"/>
              <a:gd name="T1" fmla="*/ 0 h 2400"/>
              <a:gd name="T2" fmla="*/ 0 w 2400"/>
              <a:gd name="T3" fmla="*/ 1200 h 2400"/>
              <a:gd name="T4" fmla="*/ 1200 w 2400"/>
              <a:gd name="T5" fmla="*/ 2400 h 2400"/>
              <a:gd name="T6" fmla="*/ 2400 w 2400"/>
              <a:gd name="T7" fmla="*/ 1200 h 2400"/>
              <a:gd name="T8" fmla="*/ 1200 w 2400"/>
              <a:gd name="T9" fmla="*/ 0 h 2400"/>
              <a:gd name="T10" fmla="*/ 1200 w 2400"/>
              <a:gd name="T11" fmla="*/ 1740 h 2400"/>
              <a:gd name="T12" fmla="*/ 660 w 2400"/>
              <a:gd name="T13" fmla="*/ 1200 h 2400"/>
              <a:gd name="T14" fmla="*/ 1200 w 2400"/>
              <a:gd name="T15" fmla="*/ 660 h 2400"/>
              <a:gd name="T16" fmla="*/ 1740 w 2400"/>
              <a:gd name="T17" fmla="*/ 1200 h 2400"/>
              <a:gd name="T18" fmla="*/ 1200 w 2400"/>
              <a:gd name="T19" fmla="*/ 1740 h 2400"/>
              <a:gd name="T20" fmla="*/ 1200 w 2400"/>
              <a:gd name="T21" fmla="*/ 1080 h 2400"/>
              <a:gd name="T22" fmla="*/ 1080 w 2400"/>
              <a:gd name="T23" fmla="*/ 1200 h 2400"/>
              <a:gd name="T24" fmla="*/ 1200 w 2400"/>
              <a:gd name="T25" fmla="*/ 1320 h 2400"/>
              <a:gd name="T26" fmla="*/ 1320 w 2400"/>
              <a:gd name="T27" fmla="*/ 1200 h 2400"/>
              <a:gd name="T28" fmla="*/ 1200 w 2400"/>
              <a:gd name="T29" fmla="*/ 1080 h 2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400" h="2400">
                <a:moveTo>
                  <a:pt x="1200" y="0"/>
                </a:moveTo>
                <a:cubicBezTo>
                  <a:pt x="538" y="0"/>
                  <a:pt x="0" y="538"/>
                  <a:pt x="0" y="1200"/>
                </a:cubicBezTo>
                <a:cubicBezTo>
                  <a:pt x="0" y="1862"/>
                  <a:pt x="538" y="2400"/>
                  <a:pt x="1200" y="2400"/>
                </a:cubicBezTo>
                <a:cubicBezTo>
                  <a:pt x="1862" y="2400"/>
                  <a:pt x="2400" y="1862"/>
                  <a:pt x="2400" y="1200"/>
                </a:cubicBezTo>
                <a:cubicBezTo>
                  <a:pt x="2400" y="538"/>
                  <a:pt x="1862" y="0"/>
                  <a:pt x="1200" y="0"/>
                </a:cubicBezTo>
                <a:close/>
                <a:moveTo>
                  <a:pt x="1200" y="1740"/>
                </a:moveTo>
                <a:cubicBezTo>
                  <a:pt x="901" y="1740"/>
                  <a:pt x="660" y="1499"/>
                  <a:pt x="660" y="1200"/>
                </a:cubicBezTo>
                <a:cubicBezTo>
                  <a:pt x="660" y="901"/>
                  <a:pt x="901" y="660"/>
                  <a:pt x="1200" y="660"/>
                </a:cubicBezTo>
                <a:cubicBezTo>
                  <a:pt x="1499" y="660"/>
                  <a:pt x="1740" y="901"/>
                  <a:pt x="1740" y="1200"/>
                </a:cubicBezTo>
                <a:cubicBezTo>
                  <a:pt x="1740" y="1499"/>
                  <a:pt x="1499" y="1740"/>
                  <a:pt x="1200" y="1740"/>
                </a:cubicBezTo>
                <a:close/>
                <a:moveTo>
                  <a:pt x="1200" y="1080"/>
                </a:moveTo>
                <a:cubicBezTo>
                  <a:pt x="1134" y="1080"/>
                  <a:pt x="1080" y="1134"/>
                  <a:pt x="1080" y="1200"/>
                </a:cubicBezTo>
                <a:cubicBezTo>
                  <a:pt x="1080" y="1266"/>
                  <a:pt x="1134" y="1320"/>
                  <a:pt x="1200" y="1320"/>
                </a:cubicBezTo>
                <a:cubicBezTo>
                  <a:pt x="1266" y="1320"/>
                  <a:pt x="1320" y="1266"/>
                  <a:pt x="1320" y="1200"/>
                </a:cubicBezTo>
                <a:cubicBezTo>
                  <a:pt x="1320" y="1134"/>
                  <a:pt x="1266" y="1080"/>
                  <a:pt x="1200" y="10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543832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t Trac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57281"/>
          </a:xfrm>
          <a:custGeom>
            <a:avLst/>
            <a:gdLst>
              <a:gd name="T0" fmla="*/ 2400 w 2400"/>
              <a:gd name="T1" fmla="*/ 720 h 1200"/>
              <a:gd name="T2" fmla="*/ 1440 w 2400"/>
              <a:gd name="T3" fmla="*/ 720 h 1200"/>
              <a:gd name="T4" fmla="*/ 1440 w 2400"/>
              <a:gd name="T5" fmla="*/ 480 h 1200"/>
              <a:gd name="T6" fmla="*/ 2400 w 2400"/>
              <a:gd name="T7" fmla="*/ 480 h 1200"/>
              <a:gd name="T8" fmla="*/ 2400 w 2400"/>
              <a:gd name="T9" fmla="*/ 720 h 1200"/>
              <a:gd name="T10" fmla="*/ 2400 w 2400"/>
              <a:gd name="T11" fmla="*/ 0 h 1200"/>
              <a:gd name="T12" fmla="*/ 1440 w 2400"/>
              <a:gd name="T13" fmla="*/ 0 h 1200"/>
              <a:gd name="T14" fmla="*/ 1440 w 2400"/>
              <a:gd name="T15" fmla="*/ 240 h 1200"/>
              <a:gd name="T16" fmla="*/ 2400 w 2400"/>
              <a:gd name="T17" fmla="*/ 240 h 1200"/>
              <a:gd name="T18" fmla="*/ 2400 w 2400"/>
              <a:gd name="T19" fmla="*/ 0 h 1200"/>
              <a:gd name="T20" fmla="*/ 1440 w 2400"/>
              <a:gd name="T21" fmla="*/ 1200 h 1200"/>
              <a:gd name="T22" fmla="*/ 2400 w 2400"/>
              <a:gd name="T23" fmla="*/ 1200 h 1200"/>
              <a:gd name="T24" fmla="*/ 2400 w 2400"/>
              <a:gd name="T25" fmla="*/ 960 h 1200"/>
              <a:gd name="T26" fmla="*/ 1440 w 2400"/>
              <a:gd name="T27" fmla="*/ 960 h 1200"/>
              <a:gd name="T28" fmla="*/ 1440 w 2400"/>
              <a:gd name="T29" fmla="*/ 1200 h 1200"/>
              <a:gd name="T30" fmla="*/ 1200 w 2400"/>
              <a:gd name="T31" fmla="*/ 240 h 1200"/>
              <a:gd name="T32" fmla="*/ 1200 w 2400"/>
              <a:gd name="T33" fmla="*/ 960 h 1200"/>
              <a:gd name="T34" fmla="*/ 960 w 2400"/>
              <a:gd name="T35" fmla="*/ 1200 h 1200"/>
              <a:gd name="T36" fmla="*/ 240 w 2400"/>
              <a:gd name="T37" fmla="*/ 1200 h 1200"/>
              <a:gd name="T38" fmla="*/ 0 w 2400"/>
              <a:gd name="T39" fmla="*/ 960 h 1200"/>
              <a:gd name="T40" fmla="*/ 0 w 2400"/>
              <a:gd name="T41" fmla="*/ 240 h 1200"/>
              <a:gd name="T42" fmla="*/ 240 w 2400"/>
              <a:gd name="T43" fmla="*/ 0 h 1200"/>
              <a:gd name="T44" fmla="*/ 960 w 2400"/>
              <a:gd name="T45" fmla="*/ 0 h 1200"/>
              <a:gd name="T46" fmla="*/ 1200 w 2400"/>
              <a:gd name="T47" fmla="*/ 240 h 1200"/>
              <a:gd name="T48" fmla="*/ 1020 w 2400"/>
              <a:gd name="T49" fmla="*/ 960 h 1200"/>
              <a:gd name="T50" fmla="*/ 750 w 2400"/>
              <a:gd name="T51" fmla="*/ 600 h 1200"/>
              <a:gd name="T52" fmla="*/ 540 w 2400"/>
              <a:gd name="T53" fmla="*/ 871 h 1200"/>
              <a:gd name="T54" fmla="*/ 390 w 2400"/>
              <a:gd name="T55" fmla="*/ 690 h 1200"/>
              <a:gd name="T56" fmla="*/ 180 w 2400"/>
              <a:gd name="T57" fmla="*/ 960 h 1200"/>
              <a:gd name="T58" fmla="*/ 1020 w 2400"/>
              <a:gd name="T59" fmla="*/ 960 h 1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400" h="1200">
                <a:moveTo>
                  <a:pt x="2400" y="720"/>
                </a:moveTo>
                <a:cubicBezTo>
                  <a:pt x="1440" y="720"/>
                  <a:pt x="1440" y="720"/>
                  <a:pt x="1440" y="720"/>
                </a:cubicBezTo>
                <a:cubicBezTo>
                  <a:pt x="1440" y="480"/>
                  <a:pt x="1440" y="480"/>
                  <a:pt x="1440" y="480"/>
                </a:cubicBezTo>
                <a:cubicBezTo>
                  <a:pt x="2400" y="480"/>
                  <a:pt x="2400" y="480"/>
                  <a:pt x="2400" y="480"/>
                </a:cubicBezTo>
                <a:lnTo>
                  <a:pt x="2400" y="720"/>
                </a:lnTo>
                <a:close/>
                <a:moveTo>
                  <a:pt x="2400" y="0"/>
                </a:moveTo>
                <a:cubicBezTo>
                  <a:pt x="1440" y="0"/>
                  <a:pt x="1440" y="0"/>
                  <a:pt x="1440" y="0"/>
                </a:cubicBezTo>
                <a:cubicBezTo>
                  <a:pt x="1440" y="240"/>
                  <a:pt x="1440" y="240"/>
                  <a:pt x="1440" y="240"/>
                </a:cubicBezTo>
                <a:cubicBezTo>
                  <a:pt x="2400" y="240"/>
                  <a:pt x="2400" y="240"/>
                  <a:pt x="2400" y="240"/>
                </a:cubicBezTo>
                <a:lnTo>
                  <a:pt x="2400" y="0"/>
                </a:lnTo>
                <a:close/>
                <a:moveTo>
                  <a:pt x="1440" y="1200"/>
                </a:moveTo>
                <a:cubicBezTo>
                  <a:pt x="2400" y="1200"/>
                  <a:pt x="2400" y="1200"/>
                  <a:pt x="2400" y="1200"/>
                </a:cubicBezTo>
                <a:cubicBezTo>
                  <a:pt x="2400" y="960"/>
                  <a:pt x="2400" y="960"/>
                  <a:pt x="2400" y="960"/>
                </a:cubicBezTo>
                <a:cubicBezTo>
                  <a:pt x="1440" y="960"/>
                  <a:pt x="1440" y="960"/>
                  <a:pt x="1440" y="960"/>
                </a:cubicBezTo>
                <a:lnTo>
                  <a:pt x="1440" y="1200"/>
                </a:lnTo>
                <a:close/>
                <a:moveTo>
                  <a:pt x="1200" y="240"/>
                </a:moveTo>
                <a:cubicBezTo>
                  <a:pt x="1200" y="960"/>
                  <a:pt x="1200" y="960"/>
                  <a:pt x="1200" y="960"/>
                </a:cubicBezTo>
                <a:cubicBezTo>
                  <a:pt x="1200" y="1092"/>
                  <a:pt x="1092" y="1200"/>
                  <a:pt x="960" y="1200"/>
                </a:cubicBezTo>
                <a:cubicBezTo>
                  <a:pt x="240" y="1200"/>
                  <a:pt x="240" y="1200"/>
                  <a:pt x="240" y="1200"/>
                </a:cubicBezTo>
                <a:cubicBezTo>
                  <a:pt x="108" y="1200"/>
                  <a:pt x="0" y="1092"/>
                  <a:pt x="0" y="960"/>
                </a:cubicBezTo>
                <a:cubicBezTo>
                  <a:pt x="0" y="240"/>
                  <a:pt x="0" y="240"/>
                  <a:pt x="0" y="240"/>
                </a:cubicBezTo>
                <a:cubicBezTo>
                  <a:pt x="0" y="108"/>
                  <a:pt x="108" y="0"/>
                  <a:pt x="240" y="0"/>
                </a:cubicBezTo>
                <a:cubicBezTo>
                  <a:pt x="960" y="0"/>
                  <a:pt x="960" y="0"/>
                  <a:pt x="960" y="0"/>
                </a:cubicBezTo>
                <a:cubicBezTo>
                  <a:pt x="1092" y="0"/>
                  <a:pt x="1200" y="108"/>
                  <a:pt x="1200" y="240"/>
                </a:cubicBezTo>
                <a:close/>
                <a:moveTo>
                  <a:pt x="1020" y="960"/>
                </a:moveTo>
                <a:cubicBezTo>
                  <a:pt x="750" y="600"/>
                  <a:pt x="750" y="600"/>
                  <a:pt x="750" y="600"/>
                </a:cubicBezTo>
                <a:cubicBezTo>
                  <a:pt x="540" y="871"/>
                  <a:pt x="540" y="871"/>
                  <a:pt x="540" y="871"/>
                </a:cubicBezTo>
                <a:cubicBezTo>
                  <a:pt x="390" y="690"/>
                  <a:pt x="390" y="690"/>
                  <a:pt x="390" y="690"/>
                </a:cubicBezTo>
                <a:cubicBezTo>
                  <a:pt x="180" y="960"/>
                  <a:pt x="180" y="960"/>
                  <a:pt x="180" y="960"/>
                </a:cubicBezTo>
                <a:lnTo>
                  <a:pt x="1020" y="9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37282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V Tim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960 w 2160"/>
              <a:gd name="T1" fmla="*/ 1680 h 2160"/>
              <a:gd name="T2" fmla="*/ 1080 w 2160"/>
              <a:gd name="T3" fmla="*/ 1800 h 2160"/>
              <a:gd name="T4" fmla="*/ 1200 w 2160"/>
              <a:gd name="T5" fmla="*/ 1680 h 2160"/>
              <a:gd name="T6" fmla="*/ 1080 w 2160"/>
              <a:gd name="T7" fmla="*/ 1560 h 2160"/>
              <a:gd name="T8" fmla="*/ 960 w 2160"/>
              <a:gd name="T9" fmla="*/ 1680 h 2160"/>
              <a:gd name="T10" fmla="*/ 960 w 2160"/>
              <a:gd name="T11" fmla="*/ 0 h 2160"/>
              <a:gd name="T12" fmla="*/ 960 w 2160"/>
              <a:gd name="T13" fmla="*/ 480 h 2160"/>
              <a:gd name="T14" fmla="*/ 1200 w 2160"/>
              <a:gd name="T15" fmla="*/ 480 h 2160"/>
              <a:gd name="T16" fmla="*/ 1200 w 2160"/>
              <a:gd name="T17" fmla="*/ 250 h 2160"/>
              <a:gd name="T18" fmla="*/ 1920 w 2160"/>
              <a:gd name="T19" fmla="*/ 1080 h 2160"/>
              <a:gd name="T20" fmla="*/ 1080 w 2160"/>
              <a:gd name="T21" fmla="*/ 1920 h 2160"/>
              <a:gd name="T22" fmla="*/ 240 w 2160"/>
              <a:gd name="T23" fmla="*/ 1080 h 2160"/>
              <a:gd name="T24" fmla="*/ 430 w 2160"/>
              <a:gd name="T25" fmla="*/ 550 h 2160"/>
              <a:gd name="T26" fmla="*/ 1080 w 2160"/>
              <a:gd name="T27" fmla="*/ 1200 h 2160"/>
              <a:gd name="T28" fmla="*/ 1249 w 2160"/>
              <a:gd name="T29" fmla="*/ 1031 h 2160"/>
              <a:gd name="T30" fmla="*/ 433 w 2160"/>
              <a:gd name="T31" fmla="*/ 215 h 2160"/>
              <a:gd name="T32" fmla="*/ 433 w 2160"/>
              <a:gd name="T33" fmla="*/ 217 h 2160"/>
              <a:gd name="T34" fmla="*/ 0 w 2160"/>
              <a:gd name="T35" fmla="*/ 1080 h 2160"/>
              <a:gd name="T36" fmla="*/ 1080 w 2160"/>
              <a:gd name="T37" fmla="*/ 2160 h 2160"/>
              <a:gd name="T38" fmla="*/ 2160 w 2160"/>
              <a:gd name="T39" fmla="*/ 1080 h 2160"/>
              <a:gd name="T40" fmla="*/ 1080 w 2160"/>
              <a:gd name="T41" fmla="*/ 0 h 2160"/>
              <a:gd name="T42" fmla="*/ 960 w 2160"/>
              <a:gd name="T43" fmla="*/ 0 h 2160"/>
              <a:gd name="T44" fmla="*/ 1800 w 2160"/>
              <a:gd name="T45" fmla="*/ 1080 h 2160"/>
              <a:gd name="T46" fmla="*/ 1680 w 2160"/>
              <a:gd name="T47" fmla="*/ 960 h 2160"/>
              <a:gd name="T48" fmla="*/ 1560 w 2160"/>
              <a:gd name="T49" fmla="*/ 1080 h 2160"/>
              <a:gd name="T50" fmla="*/ 1680 w 2160"/>
              <a:gd name="T51" fmla="*/ 1200 h 2160"/>
              <a:gd name="T52" fmla="*/ 1800 w 2160"/>
              <a:gd name="T53" fmla="*/ 1080 h 2160"/>
              <a:gd name="T54" fmla="*/ 360 w 2160"/>
              <a:gd name="T55" fmla="*/ 1080 h 2160"/>
              <a:gd name="T56" fmla="*/ 480 w 2160"/>
              <a:gd name="T57" fmla="*/ 1200 h 2160"/>
              <a:gd name="T58" fmla="*/ 600 w 2160"/>
              <a:gd name="T59" fmla="*/ 1080 h 2160"/>
              <a:gd name="T60" fmla="*/ 480 w 2160"/>
              <a:gd name="T61" fmla="*/ 960 h 2160"/>
              <a:gd name="T62" fmla="*/ 360 w 2160"/>
              <a:gd name="T63" fmla="*/ 108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60" h="2160">
                <a:moveTo>
                  <a:pt x="960" y="1680"/>
                </a:moveTo>
                <a:cubicBezTo>
                  <a:pt x="960" y="1746"/>
                  <a:pt x="1014" y="1800"/>
                  <a:pt x="1080" y="1800"/>
                </a:cubicBezTo>
                <a:cubicBezTo>
                  <a:pt x="1146" y="1800"/>
                  <a:pt x="1200" y="1746"/>
                  <a:pt x="1200" y="1680"/>
                </a:cubicBezTo>
                <a:cubicBezTo>
                  <a:pt x="1200" y="1614"/>
                  <a:pt x="1146" y="1560"/>
                  <a:pt x="1080" y="1560"/>
                </a:cubicBezTo>
                <a:cubicBezTo>
                  <a:pt x="1014" y="1560"/>
                  <a:pt x="960" y="1614"/>
                  <a:pt x="960" y="1680"/>
                </a:cubicBezTo>
                <a:close/>
                <a:moveTo>
                  <a:pt x="960" y="0"/>
                </a:moveTo>
                <a:cubicBezTo>
                  <a:pt x="960" y="480"/>
                  <a:pt x="960" y="480"/>
                  <a:pt x="960" y="480"/>
                </a:cubicBezTo>
                <a:cubicBezTo>
                  <a:pt x="1200" y="480"/>
                  <a:pt x="1200" y="480"/>
                  <a:pt x="1200" y="480"/>
                </a:cubicBezTo>
                <a:cubicBezTo>
                  <a:pt x="1200" y="250"/>
                  <a:pt x="1200" y="250"/>
                  <a:pt x="1200" y="250"/>
                </a:cubicBezTo>
                <a:cubicBezTo>
                  <a:pt x="1607" y="308"/>
                  <a:pt x="1920" y="656"/>
                  <a:pt x="1920" y="1080"/>
                </a:cubicBezTo>
                <a:cubicBezTo>
                  <a:pt x="1920" y="1544"/>
                  <a:pt x="1544" y="1920"/>
                  <a:pt x="1080" y="1920"/>
                </a:cubicBezTo>
                <a:cubicBezTo>
                  <a:pt x="616" y="1920"/>
                  <a:pt x="240" y="1544"/>
                  <a:pt x="240" y="1080"/>
                </a:cubicBezTo>
                <a:cubicBezTo>
                  <a:pt x="240" y="878"/>
                  <a:pt x="311" y="694"/>
                  <a:pt x="430" y="550"/>
                </a:cubicBezTo>
                <a:cubicBezTo>
                  <a:pt x="1080" y="1200"/>
                  <a:pt x="1080" y="1200"/>
                  <a:pt x="1080" y="1200"/>
                </a:cubicBezTo>
                <a:cubicBezTo>
                  <a:pt x="1249" y="1031"/>
                  <a:pt x="1249" y="1031"/>
                  <a:pt x="1249" y="1031"/>
                </a:cubicBezTo>
                <a:cubicBezTo>
                  <a:pt x="433" y="215"/>
                  <a:pt x="433" y="215"/>
                  <a:pt x="433" y="215"/>
                </a:cubicBezTo>
                <a:cubicBezTo>
                  <a:pt x="433" y="217"/>
                  <a:pt x="433" y="217"/>
                  <a:pt x="433" y="217"/>
                </a:cubicBezTo>
                <a:cubicBezTo>
                  <a:pt x="170" y="414"/>
                  <a:pt x="0" y="726"/>
                  <a:pt x="0" y="1080"/>
                </a:cubicBezTo>
                <a:cubicBezTo>
                  <a:pt x="0" y="1676"/>
                  <a:pt x="482" y="2160"/>
                  <a:pt x="1080" y="2160"/>
                </a:cubicBezTo>
                <a:cubicBezTo>
                  <a:pt x="1676" y="2160"/>
                  <a:pt x="2160" y="1676"/>
                  <a:pt x="2160" y="1080"/>
                </a:cubicBezTo>
                <a:cubicBezTo>
                  <a:pt x="2160" y="484"/>
                  <a:pt x="1676" y="0"/>
                  <a:pt x="1080" y="0"/>
                </a:cubicBezTo>
                <a:lnTo>
                  <a:pt x="960" y="0"/>
                </a:lnTo>
                <a:close/>
                <a:moveTo>
                  <a:pt x="1800" y="1080"/>
                </a:moveTo>
                <a:cubicBezTo>
                  <a:pt x="1800" y="1014"/>
                  <a:pt x="1746" y="960"/>
                  <a:pt x="1680" y="960"/>
                </a:cubicBezTo>
                <a:cubicBezTo>
                  <a:pt x="1614" y="960"/>
                  <a:pt x="1560" y="1014"/>
                  <a:pt x="1560" y="1080"/>
                </a:cubicBezTo>
                <a:cubicBezTo>
                  <a:pt x="1560" y="1146"/>
                  <a:pt x="1614" y="1200"/>
                  <a:pt x="1680" y="1200"/>
                </a:cubicBezTo>
                <a:cubicBezTo>
                  <a:pt x="1746" y="1200"/>
                  <a:pt x="1800" y="1146"/>
                  <a:pt x="1800" y="1080"/>
                </a:cubicBezTo>
                <a:close/>
                <a:moveTo>
                  <a:pt x="360" y="1080"/>
                </a:moveTo>
                <a:cubicBezTo>
                  <a:pt x="360" y="1146"/>
                  <a:pt x="414" y="1200"/>
                  <a:pt x="480" y="1200"/>
                </a:cubicBezTo>
                <a:cubicBezTo>
                  <a:pt x="546" y="1200"/>
                  <a:pt x="600" y="1146"/>
                  <a:pt x="600" y="1080"/>
                </a:cubicBezTo>
                <a:cubicBezTo>
                  <a:pt x="600" y="1014"/>
                  <a:pt x="546" y="960"/>
                  <a:pt x="480" y="960"/>
                </a:cubicBezTo>
                <a:cubicBezTo>
                  <a:pt x="414" y="960"/>
                  <a:pt x="360" y="1014"/>
                  <a:pt x="360" y="108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677027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sed Capti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2780"/>
          </a:xfrm>
          <a:custGeom>
            <a:avLst/>
            <a:gdLst>
              <a:gd name="T0" fmla="*/ 1920 w 2160"/>
              <a:gd name="T1" fmla="*/ 0 h 1920"/>
              <a:gd name="T2" fmla="*/ 240 w 2160"/>
              <a:gd name="T3" fmla="*/ 0 h 1920"/>
              <a:gd name="T4" fmla="*/ 0 w 2160"/>
              <a:gd name="T5" fmla="*/ 240 h 1920"/>
              <a:gd name="T6" fmla="*/ 0 w 2160"/>
              <a:gd name="T7" fmla="*/ 1680 h 1920"/>
              <a:gd name="T8" fmla="*/ 240 w 2160"/>
              <a:gd name="T9" fmla="*/ 1920 h 1920"/>
              <a:gd name="T10" fmla="*/ 1920 w 2160"/>
              <a:gd name="T11" fmla="*/ 1920 h 1920"/>
              <a:gd name="T12" fmla="*/ 2160 w 2160"/>
              <a:gd name="T13" fmla="*/ 1680 h 1920"/>
              <a:gd name="T14" fmla="*/ 2160 w 2160"/>
              <a:gd name="T15" fmla="*/ 240 h 1920"/>
              <a:gd name="T16" fmla="*/ 1920 w 2160"/>
              <a:gd name="T17" fmla="*/ 0 h 1920"/>
              <a:gd name="T18" fmla="*/ 960 w 2160"/>
              <a:gd name="T19" fmla="*/ 840 h 1920"/>
              <a:gd name="T20" fmla="*/ 780 w 2160"/>
              <a:gd name="T21" fmla="*/ 840 h 1920"/>
              <a:gd name="T22" fmla="*/ 780 w 2160"/>
              <a:gd name="T23" fmla="*/ 780 h 1920"/>
              <a:gd name="T24" fmla="*/ 540 w 2160"/>
              <a:gd name="T25" fmla="*/ 780 h 1920"/>
              <a:gd name="T26" fmla="*/ 540 w 2160"/>
              <a:gd name="T27" fmla="*/ 1140 h 1920"/>
              <a:gd name="T28" fmla="*/ 780 w 2160"/>
              <a:gd name="T29" fmla="*/ 1140 h 1920"/>
              <a:gd name="T30" fmla="*/ 780 w 2160"/>
              <a:gd name="T31" fmla="*/ 1080 h 1920"/>
              <a:gd name="T32" fmla="*/ 960 w 2160"/>
              <a:gd name="T33" fmla="*/ 1080 h 1920"/>
              <a:gd name="T34" fmla="*/ 960 w 2160"/>
              <a:gd name="T35" fmla="*/ 1200 h 1920"/>
              <a:gd name="T36" fmla="*/ 840 w 2160"/>
              <a:gd name="T37" fmla="*/ 1320 h 1920"/>
              <a:gd name="T38" fmla="*/ 480 w 2160"/>
              <a:gd name="T39" fmla="*/ 1320 h 1920"/>
              <a:gd name="T40" fmla="*/ 360 w 2160"/>
              <a:gd name="T41" fmla="*/ 1200 h 1920"/>
              <a:gd name="T42" fmla="*/ 360 w 2160"/>
              <a:gd name="T43" fmla="*/ 720 h 1920"/>
              <a:gd name="T44" fmla="*/ 480 w 2160"/>
              <a:gd name="T45" fmla="*/ 600 h 1920"/>
              <a:gd name="T46" fmla="*/ 840 w 2160"/>
              <a:gd name="T47" fmla="*/ 600 h 1920"/>
              <a:gd name="T48" fmla="*/ 960 w 2160"/>
              <a:gd name="T49" fmla="*/ 720 h 1920"/>
              <a:gd name="T50" fmla="*/ 960 w 2160"/>
              <a:gd name="T51" fmla="*/ 840 h 1920"/>
              <a:gd name="T52" fmla="*/ 1800 w 2160"/>
              <a:gd name="T53" fmla="*/ 840 h 1920"/>
              <a:gd name="T54" fmla="*/ 1620 w 2160"/>
              <a:gd name="T55" fmla="*/ 840 h 1920"/>
              <a:gd name="T56" fmla="*/ 1620 w 2160"/>
              <a:gd name="T57" fmla="*/ 780 h 1920"/>
              <a:gd name="T58" fmla="*/ 1380 w 2160"/>
              <a:gd name="T59" fmla="*/ 780 h 1920"/>
              <a:gd name="T60" fmla="*/ 1380 w 2160"/>
              <a:gd name="T61" fmla="*/ 1140 h 1920"/>
              <a:gd name="T62" fmla="*/ 1620 w 2160"/>
              <a:gd name="T63" fmla="*/ 1140 h 1920"/>
              <a:gd name="T64" fmla="*/ 1620 w 2160"/>
              <a:gd name="T65" fmla="*/ 1080 h 1920"/>
              <a:gd name="T66" fmla="*/ 1800 w 2160"/>
              <a:gd name="T67" fmla="*/ 1080 h 1920"/>
              <a:gd name="T68" fmla="*/ 1800 w 2160"/>
              <a:gd name="T69" fmla="*/ 1200 h 1920"/>
              <a:gd name="T70" fmla="*/ 1680 w 2160"/>
              <a:gd name="T71" fmla="*/ 1320 h 1920"/>
              <a:gd name="T72" fmla="*/ 1320 w 2160"/>
              <a:gd name="T73" fmla="*/ 1320 h 1920"/>
              <a:gd name="T74" fmla="*/ 1200 w 2160"/>
              <a:gd name="T75" fmla="*/ 1200 h 1920"/>
              <a:gd name="T76" fmla="*/ 1200 w 2160"/>
              <a:gd name="T77" fmla="*/ 720 h 1920"/>
              <a:gd name="T78" fmla="*/ 1320 w 2160"/>
              <a:gd name="T79" fmla="*/ 600 h 1920"/>
              <a:gd name="T80" fmla="*/ 1680 w 2160"/>
              <a:gd name="T81" fmla="*/ 600 h 1920"/>
              <a:gd name="T82" fmla="*/ 1800 w 2160"/>
              <a:gd name="T83" fmla="*/ 720 h 1920"/>
              <a:gd name="T84" fmla="*/ 1800 w 2160"/>
              <a:gd name="T85" fmla="*/ 840 h 1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160" h="1920">
                <a:moveTo>
                  <a:pt x="192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0" y="108"/>
                  <a:pt x="0" y="240"/>
                </a:cubicBezTo>
                <a:cubicBezTo>
                  <a:pt x="0" y="1680"/>
                  <a:pt x="0" y="1680"/>
                  <a:pt x="0" y="1680"/>
                </a:cubicBezTo>
                <a:cubicBezTo>
                  <a:pt x="0" y="1812"/>
                  <a:pt x="107" y="1920"/>
                  <a:pt x="240" y="1920"/>
                </a:cubicBezTo>
                <a:cubicBezTo>
                  <a:pt x="1920" y="1920"/>
                  <a:pt x="1920" y="1920"/>
                  <a:pt x="1920" y="1920"/>
                </a:cubicBezTo>
                <a:cubicBezTo>
                  <a:pt x="2052" y="1920"/>
                  <a:pt x="2160" y="1812"/>
                  <a:pt x="2160" y="1680"/>
                </a:cubicBezTo>
                <a:cubicBezTo>
                  <a:pt x="2160" y="240"/>
                  <a:pt x="2160" y="240"/>
                  <a:pt x="2160" y="240"/>
                </a:cubicBezTo>
                <a:cubicBezTo>
                  <a:pt x="2160" y="108"/>
                  <a:pt x="2052" y="0"/>
                  <a:pt x="1920" y="0"/>
                </a:cubicBezTo>
                <a:close/>
                <a:moveTo>
                  <a:pt x="960" y="840"/>
                </a:moveTo>
                <a:cubicBezTo>
                  <a:pt x="780" y="840"/>
                  <a:pt x="780" y="840"/>
                  <a:pt x="780" y="840"/>
                </a:cubicBezTo>
                <a:cubicBezTo>
                  <a:pt x="780" y="780"/>
                  <a:pt x="780" y="780"/>
                  <a:pt x="780" y="780"/>
                </a:cubicBezTo>
                <a:cubicBezTo>
                  <a:pt x="540" y="780"/>
                  <a:pt x="540" y="780"/>
                  <a:pt x="540" y="780"/>
                </a:cubicBezTo>
                <a:cubicBezTo>
                  <a:pt x="540" y="1140"/>
                  <a:pt x="540" y="1140"/>
                  <a:pt x="540" y="1140"/>
                </a:cubicBezTo>
                <a:cubicBezTo>
                  <a:pt x="780" y="1140"/>
                  <a:pt x="780" y="1140"/>
                  <a:pt x="780" y="1140"/>
                </a:cubicBezTo>
                <a:cubicBezTo>
                  <a:pt x="780" y="1080"/>
                  <a:pt x="780" y="1080"/>
                  <a:pt x="780" y="1080"/>
                </a:cubicBezTo>
                <a:cubicBezTo>
                  <a:pt x="960" y="1080"/>
                  <a:pt x="960" y="1080"/>
                  <a:pt x="960" y="1080"/>
                </a:cubicBezTo>
                <a:cubicBezTo>
                  <a:pt x="960" y="1200"/>
                  <a:pt x="960" y="1200"/>
                  <a:pt x="960" y="1200"/>
                </a:cubicBezTo>
                <a:cubicBezTo>
                  <a:pt x="960" y="1266"/>
                  <a:pt x="906" y="1320"/>
                  <a:pt x="840" y="1320"/>
                </a:cubicBezTo>
                <a:cubicBezTo>
                  <a:pt x="480" y="1320"/>
                  <a:pt x="480" y="1320"/>
                  <a:pt x="480" y="1320"/>
                </a:cubicBezTo>
                <a:cubicBezTo>
                  <a:pt x="414" y="1320"/>
                  <a:pt x="360" y="1266"/>
                  <a:pt x="360" y="1200"/>
                </a:cubicBezTo>
                <a:cubicBezTo>
                  <a:pt x="360" y="720"/>
                  <a:pt x="360" y="720"/>
                  <a:pt x="360" y="720"/>
                </a:cubicBezTo>
                <a:cubicBezTo>
                  <a:pt x="360" y="654"/>
                  <a:pt x="414" y="600"/>
                  <a:pt x="480" y="600"/>
                </a:cubicBezTo>
                <a:cubicBezTo>
                  <a:pt x="840" y="600"/>
                  <a:pt x="840" y="600"/>
                  <a:pt x="840" y="600"/>
                </a:cubicBezTo>
                <a:cubicBezTo>
                  <a:pt x="906" y="600"/>
                  <a:pt x="960" y="654"/>
                  <a:pt x="960" y="720"/>
                </a:cubicBezTo>
                <a:lnTo>
                  <a:pt x="960" y="840"/>
                </a:lnTo>
                <a:close/>
                <a:moveTo>
                  <a:pt x="1800" y="840"/>
                </a:moveTo>
                <a:cubicBezTo>
                  <a:pt x="1620" y="840"/>
                  <a:pt x="1620" y="840"/>
                  <a:pt x="1620" y="840"/>
                </a:cubicBezTo>
                <a:cubicBezTo>
                  <a:pt x="1620" y="780"/>
                  <a:pt x="1620" y="780"/>
                  <a:pt x="1620" y="780"/>
                </a:cubicBezTo>
                <a:cubicBezTo>
                  <a:pt x="1380" y="780"/>
                  <a:pt x="1380" y="780"/>
                  <a:pt x="1380" y="780"/>
                </a:cubicBezTo>
                <a:cubicBezTo>
                  <a:pt x="1380" y="1140"/>
                  <a:pt x="1380" y="1140"/>
                  <a:pt x="1380" y="1140"/>
                </a:cubicBezTo>
                <a:cubicBezTo>
                  <a:pt x="1620" y="1140"/>
                  <a:pt x="1620" y="1140"/>
                  <a:pt x="1620" y="1140"/>
                </a:cubicBezTo>
                <a:cubicBezTo>
                  <a:pt x="1620" y="1080"/>
                  <a:pt x="1620" y="1080"/>
                  <a:pt x="1620" y="1080"/>
                </a:cubicBezTo>
                <a:cubicBezTo>
                  <a:pt x="1800" y="1080"/>
                  <a:pt x="1800" y="1080"/>
                  <a:pt x="1800" y="1080"/>
                </a:cubicBezTo>
                <a:cubicBezTo>
                  <a:pt x="1800" y="1200"/>
                  <a:pt x="1800" y="1200"/>
                  <a:pt x="1800" y="1200"/>
                </a:cubicBezTo>
                <a:cubicBezTo>
                  <a:pt x="1800" y="1266"/>
                  <a:pt x="1746" y="1320"/>
                  <a:pt x="1680" y="1320"/>
                </a:cubicBezTo>
                <a:cubicBezTo>
                  <a:pt x="1320" y="1320"/>
                  <a:pt x="1320" y="1320"/>
                  <a:pt x="1320" y="1320"/>
                </a:cubicBezTo>
                <a:cubicBezTo>
                  <a:pt x="1254" y="1320"/>
                  <a:pt x="1200" y="1266"/>
                  <a:pt x="1200" y="1200"/>
                </a:cubicBezTo>
                <a:cubicBezTo>
                  <a:pt x="1200" y="720"/>
                  <a:pt x="1200" y="720"/>
                  <a:pt x="1200" y="720"/>
                </a:cubicBezTo>
                <a:cubicBezTo>
                  <a:pt x="1200" y="654"/>
                  <a:pt x="1254" y="600"/>
                  <a:pt x="1320" y="600"/>
                </a:cubicBezTo>
                <a:cubicBezTo>
                  <a:pt x="1680" y="600"/>
                  <a:pt x="1680" y="600"/>
                  <a:pt x="1680" y="600"/>
                </a:cubicBezTo>
                <a:cubicBezTo>
                  <a:pt x="1746" y="600"/>
                  <a:pt x="1800" y="654"/>
                  <a:pt x="1800" y="720"/>
                </a:cubicBezTo>
                <a:lnTo>
                  <a:pt x="1800" y="8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52019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qualiz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701 w 4535"/>
              <a:gd name="T1" fmla="*/ 4535 h 4535"/>
              <a:gd name="T2" fmla="*/ 2835 w 4535"/>
              <a:gd name="T3" fmla="*/ 4535 h 4535"/>
              <a:gd name="T4" fmla="*/ 2835 w 4535"/>
              <a:gd name="T5" fmla="*/ 0 h 4535"/>
              <a:gd name="T6" fmla="*/ 1701 w 4535"/>
              <a:gd name="T7" fmla="*/ 0 h 4535"/>
              <a:gd name="T8" fmla="*/ 1701 w 4535"/>
              <a:gd name="T9" fmla="*/ 4535 h 4535"/>
              <a:gd name="T10" fmla="*/ 0 w 4535"/>
              <a:gd name="T11" fmla="*/ 4535 h 4535"/>
              <a:gd name="T12" fmla="*/ 1134 w 4535"/>
              <a:gd name="T13" fmla="*/ 4535 h 4535"/>
              <a:gd name="T14" fmla="*/ 1134 w 4535"/>
              <a:gd name="T15" fmla="*/ 2267 h 4535"/>
              <a:gd name="T16" fmla="*/ 0 w 4535"/>
              <a:gd name="T17" fmla="*/ 2267 h 4535"/>
              <a:gd name="T18" fmla="*/ 0 w 4535"/>
              <a:gd name="T19" fmla="*/ 4535 h 4535"/>
              <a:gd name="T20" fmla="*/ 3402 w 4535"/>
              <a:gd name="T21" fmla="*/ 1417 h 4535"/>
              <a:gd name="T22" fmla="*/ 3402 w 4535"/>
              <a:gd name="T23" fmla="*/ 4535 h 4535"/>
              <a:gd name="T24" fmla="*/ 4535 w 4535"/>
              <a:gd name="T25" fmla="*/ 4535 h 4535"/>
              <a:gd name="T26" fmla="*/ 4535 w 4535"/>
              <a:gd name="T27" fmla="*/ 1417 h 4535"/>
              <a:gd name="T28" fmla="*/ 3402 w 4535"/>
              <a:gd name="T29" fmla="*/ 1417 h 45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535" h="4535">
                <a:moveTo>
                  <a:pt x="1701" y="4535"/>
                </a:moveTo>
                <a:lnTo>
                  <a:pt x="2835" y="4535"/>
                </a:lnTo>
                <a:lnTo>
                  <a:pt x="2835" y="0"/>
                </a:lnTo>
                <a:lnTo>
                  <a:pt x="1701" y="0"/>
                </a:lnTo>
                <a:lnTo>
                  <a:pt x="1701" y="4535"/>
                </a:lnTo>
                <a:close/>
                <a:moveTo>
                  <a:pt x="0" y="4535"/>
                </a:moveTo>
                <a:lnTo>
                  <a:pt x="1134" y="4535"/>
                </a:lnTo>
                <a:lnTo>
                  <a:pt x="1134" y="2267"/>
                </a:lnTo>
                <a:lnTo>
                  <a:pt x="0" y="2267"/>
                </a:lnTo>
                <a:lnTo>
                  <a:pt x="0" y="4535"/>
                </a:lnTo>
                <a:close/>
                <a:moveTo>
                  <a:pt x="3402" y="1417"/>
                </a:moveTo>
                <a:lnTo>
                  <a:pt x="3402" y="4535"/>
                </a:lnTo>
                <a:lnTo>
                  <a:pt x="4535" y="4535"/>
                </a:lnTo>
                <a:lnTo>
                  <a:pt x="4535" y="1417"/>
                </a:lnTo>
                <a:lnTo>
                  <a:pt x="3402" y="14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66648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lici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920 w 2160"/>
              <a:gd name="T1" fmla="*/ 0 h 2160"/>
              <a:gd name="T2" fmla="*/ 240 w 2160"/>
              <a:gd name="T3" fmla="*/ 0 h 2160"/>
              <a:gd name="T4" fmla="*/ 0 w 2160"/>
              <a:gd name="T5" fmla="*/ 240 h 2160"/>
              <a:gd name="T6" fmla="*/ 0 w 2160"/>
              <a:gd name="T7" fmla="*/ 1920 h 2160"/>
              <a:gd name="T8" fmla="*/ 240 w 2160"/>
              <a:gd name="T9" fmla="*/ 2160 h 2160"/>
              <a:gd name="T10" fmla="*/ 1920 w 2160"/>
              <a:gd name="T11" fmla="*/ 2160 h 2160"/>
              <a:gd name="T12" fmla="*/ 2160 w 2160"/>
              <a:gd name="T13" fmla="*/ 1920 h 2160"/>
              <a:gd name="T14" fmla="*/ 2160 w 2160"/>
              <a:gd name="T15" fmla="*/ 240 h 2160"/>
              <a:gd name="T16" fmla="*/ 1920 w 2160"/>
              <a:gd name="T17" fmla="*/ 0 h 2160"/>
              <a:gd name="T18" fmla="*/ 1440 w 2160"/>
              <a:gd name="T19" fmla="*/ 720 h 2160"/>
              <a:gd name="T20" fmla="*/ 960 w 2160"/>
              <a:gd name="T21" fmla="*/ 720 h 2160"/>
              <a:gd name="T22" fmla="*/ 960 w 2160"/>
              <a:gd name="T23" fmla="*/ 960 h 2160"/>
              <a:gd name="T24" fmla="*/ 1440 w 2160"/>
              <a:gd name="T25" fmla="*/ 960 h 2160"/>
              <a:gd name="T26" fmla="*/ 1440 w 2160"/>
              <a:gd name="T27" fmla="*/ 1200 h 2160"/>
              <a:gd name="T28" fmla="*/ 960 w 2160"/>
              <a:gd name="T29" fmla="*/ 1200 h 2160"/>
              <a:gd name="T30" fmla="*/ 960 w 2160"/>
              <a:gd name="T31" fmla="*/ 1440 h 2160"/>
              <a:gd name="T32" fmla="*/ 1440 w 2160"/>
              <a:gd name="T33" fmla="*/ 1440 h 2160"/>
              <a:gd name="T34" fmla="*/ 1440 w 2160"/>
              <a:gd name="T35" fmla="*/ 1680 h 2160"/>
              <a:gd name="T36" fmla="*/ 720 w 2160"/>
              <a:gd name="T37" fmla="*/ 1680 h 2160"/>
              <a:gd name="T38" fmla="*/ 720 w 2160"/>
              <a:gd name="T39" fmla="*/ 480 h 2160"/>
              <a:gd name="T40" fmla="*/ 1440 w 2160"/>
              <a:gd name="T41" fmla="*/ 480 h 2160"/>
              <a:gd name="T42" fmla="*/ 1440 w 2160"/>
              <a:gd name="T43" fmla="*/ 72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160" h="2160">
                <a:moveTo>
                  <a:pt x="192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8" y="0"/>
                  <a:pt x="0" y="108"/>
                  <a:pt x="0" y="24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8" y="2160"/>
                  <a:pt x="240" y="2160"/>
                </a:cubicBezTo>
                <a:cubicBezTo>
                  <a:pt x="1920" y="2160"/>
                  <a:pt x="1920" y="2160"/>
                  <a:pt x="1920" y="2160"/>
                </a:cubicBezTo>
                <a:cubicBezTo>
                  <a:pt x="2052" y="2160"/>
                  <a:pt x="2160" y="2052"/>
                  <a:pt x="2160" y="1920"/>
                </a:cubicBezTo>
                <a:cubicBezTo>
                  <a:pt x="2160" y="240"/>
                  <a:pt x="2160" y="240"/>
                  <a:pt x="2160" y="240"/>
                </a:cubicBezTo>
                <a:cubicBezTo>
                  <a:pt x="2160" y="108"/>
                  <a:pt x="2052" y="0"/>
                  <a:pt x="1920" y="0"/>
                </a:cubicBezTo>
                <a:close/>
                <a:moveTo>
                  <a:pt x="1440" y="720"/>
                </a:moveTo>
                <a:cubicBezTo>
                  <a:pt x="960" y="720"/>
                  <a:pt x="960" y="720"/>
                  <a:pt x="960" y="720"/>
                </a:cubicBezTo>
                <a:cubicBezTo>
                  <a:pt x="960" y="960"/>
                  <a:pt x="960" y="960"/>
                  <a:pt x="960" y="960"/>
                </a:cubicBezTo>
                <a:cubicBezTo>
                  <a:pt x="1440" y="960"/>
                  <a:pt x="1440" y="960"/>
                  <a:pt x="1440" y="960"/>
                </a:cubicBezTo>
                <a:cubicBezTo>
                  <a:pt x="1440" y="1200"/>
                  <a:pt x="1440" y="1200"/>
                  <a:pt x="1440" y="1200"/>
                </a:cubicBezTo>
                <a:cubicBezTo>
                  <a:pt x="960" y="1200"/>
                  <a:pt x="960" y="1200"/>
                  <a:pt x="960" y="1200"/>
                </a:cubicBezTo>
                <a:cubicBezTo>
                  <a:pt x="960" y="1440"/>
                  <a:pt x="960" y="1440"/>
                  <a:pt x="960" y="1440"/>
                </a:cubicBezTo>
                <a:cubicBezTo>
                  <a:pt x="1440" y="1440"/>
                  <a:pt x="1440" y="1440"/>
                  <a:pt x="1440" y="1440"/>
                </a:cubicBezTo>
                <a:cubicBezTo>
                  <a:pt x="1440" y="1680"/>
                  <a:pt x="1440" y="1680"/>
                  <a:pt x="1440" y="1680"/>
                </a:cubicBezTo>
                <a:cubicBezTo>
                  <a:pt x="720" y="1680"/>
                  <a:pt x="720" y="1680"/>
                  <a:pt x="720" y="1680"/>
                </a:cubicBezTo>
                <a:cubicBezTo>
                  <a:pt x="720" y="480"/>
                  <a:pt x="720" y="480"/>
                  <a:pt x="720" y="480"/>
                </a:cubicBezTo>
                <a:cubicBezTo>
                  <a:pt x="1440" y="480"/>
                  <a:pt x="1440" y="480"/>
                  <a:pt x="1440" y="480"/>
                </a:cubicBezTo>
                <a:lnTo>
                  <a:pt x="1440" y="7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41687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ast Forwar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27049"/>
          </a:xfrm>
          <a:custGeom>
            <a:avLst/>
            <a:gdLst>
              <a:gd name="T0" fmla="*/ 0 w 4961"/>
              <a:gd name="T1" fmla="*/ 3402 h 3402"/>
              <a:gd name="T2" fmla="*/ 2410 w 4961"/>
              <a:gd name="T3" fmla="*/ 1701 h 3402"/>
              <a:gd name="T4" fmla="*/ 0 w 4961"/>
              <a:gd name="T5" fmla="*/ 0 h 3402"/>
              <a:gd name="T6" fmla="*/ 0 w 4961"/>
              <a:gd name="T7" fmla="*/ 3402 h 3402"/>
              <a:gd name="T8" fmla="*/ 2551 w 4961"/>
              <a:gd name="T9" fmla="*/ 0 h 3402"/>
              <a:gd name="T10" fmla="*/ 2551 w 4961"/>
              <a:gd name="T11" fmla="*/ 3402 h 3402"/>
              <a:gd name="T12" fmla="*/ 4961 w 4961"/>
              <a:gd name="T13" fmla="*/ 1701 h 3402"/>
              <a:gd name="T14" fmla="*/ 2551 w 4961"/>
              <a:gd name="T15" fmla="*/ 0 h 3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61" h="3402">
                <a:moveTo>
                  <a:pt x="0" y="3402"/>
                </a:moveTo>
                <a:lnTo>
                  <a:pt x="2410" y="1701"/>
                </a:lnTo>
                <a:lnTo>
                  <a:pt x="0" y="0"/>
                </a:lnTo>
                <a:lnTo>
                  <a:pt x="0" y="3402"/>
                </a:lnTo>
                <a:close/>
                <a:moveTo>
                  <a:pt x="2551" y="0"/>
                </a:moveTo>
                <a:lnTo>
                  <a:pt x="2551" y="3402"/>
                </a:lnTo>
                <a:lnTo>
                  <a:pt x="4961" y="1701"/>
                </a:lnTo>
                <a:lnTo>
                  <a:pt x="255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11031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ast Rewin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27175"/>
          </a:xfrm>
          <a:custGeom>
            <a:avLst/>
            <a:gdLst>
              <a:gd name="T0" fmla="*/ 2409 w 4960"/>
              <a:gd name="T1" fmla="*/ 3402 h 3402"/>
              <a:gd name="T2" fmla="*/ 2409 w 4960"/>
              <a:gd name="T3" fmla="*/ 0 h 3402"/>
              <a:gd name="T4" fmla="*/ 0 w 4960"/>
              <a:gd name="T5" fmla="*/ 1701 h 3402"/>
              <a:gd name="T6" fmla="*/ 2409 w 4960"/>
              <a:gd name="T7" fmla="*/ 3402 h 3402"/>
              <a:gd name="T8" fmla="*/ 2551 w 4960"/>
              <a:gd name="T9" fmla="*/ 1701 h 3402"/>
              <a:gd name="T10" fmla="*/ 4960 w 4960"/>
              <a:gd name="T11" fmla="*/ 3402 h 3402"/>
              <a:gd name="T12" fmla="*/ 4960 w 4960"/>
              <a:gd name="T13" fmla="*/ 0 h 3402"/>
              <a:gd name="T14" fmla="*/ 2551 w 4960"/>
              <a:gd name="T15" fmla="*/ 1701 h 3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60" h="3402">
                <a:moveTo>
                  <a:pt x="2409" y="3402"/>
                </a:moveTo>
                <a:lnTo>
                  <a:pt x="2409" y="0"/>
                </a:lnTo>
                <a:lnTo>
                  <a:pt x="0" y="1701"/>
                </a:lnTo>
                <a:lnTo>
                  <a:pt x="2409" y="3402"/>
                </a:lnTo>
                <a:close/>
                <a:moveTo>
                  <a:pt x="2551" y="1701"/>
                </a:moveTo>
                <a:lnTo>
                  <a:pt x="4960" y="3402"/>
                </a:lnTo>
                <a:lnTo>
                  <a:pt x="4960" y="0"/>
                </a:lnTo>
                <a:lnTo>
                  <a:pt x="2551" y="17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69205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ber DV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119"/>
          </a:xfrm>
          <a:custGeom>
            <a:avLst/>
            <a:gdLst>
              <a:gd name="T0" fmla="*/ 1980 w 2640"/>
              <a:gd name="T1" fmla="*/ 900 h 2160"/>
              <a:gd name="T2" fmla="*/ 2220 w 2640"/>
              <a:gd name="T3" fmla="*/ 900 h 2160"/>
              <a:gd name="T4" fmla="*/ 2220 w 2640"/>
              <a:gd name="T5" fmla="*/ 1020 h 2160"/>
              <a:gd name="T6" fmla="*/ 1980 w 2640"/>
              <a:gd name="T7" fmla="*/ 1020 h 2160"/>
              <a:gd name="T8" fmla="*/ 1980 w 2640"/>
              <a:gd name="T9" fmla="*/ 900 h 2160"/>
              <a:gd name="T10" fmla="*/ 420 w 2640"/>
              <a:gd name="T11" fmla="*/ 900 h 2160"/>
              <a:gd name="T12" fmla="*/ 660 w 2640"/>
              <a:gd name="T13" fmla="*/ 900 h 2160"/>
              <a:gd name="T14" fmla="*/ 660 w 2640"/>
              <a:gd name="T15" fmla="*/ 1260 h 2160"/>
              <a:gd name="T16" fmla="*/ 420 w 2640"/>
              <a:gd name="T17" fmla="*/ 1260 h 2160"/>
              <a:gd name="T18" fmla="*/ 420 w 2640"/>
              <a:gd name="T19" fmla="*/ 900 h 2160"/>
              <a:gd name="T20" fmla="*/ 2400 w 2640"/>
              <a:gd name="T21" fmla="*/ 0 h 2160"/>
              <a:gd name="T22" fmla="*/ 240 w 2640"/>
              <a:gd name="T23" fmla="*/ 0 h 2160"/>
              <a:gd name="T24" fmla="*/ 0 w 2640"/>
              <a:gd name="T25" fmla="*/ 240 h 2160"/>
              <a:gd name="T26" fmla="*/ 0 w 2640"/>
              <a:gd name="T27" fmla="*/ 1920 h 2160"/>
              <a:gd name="T28" fmla="*/ 240 w 2640"/>
              <a:gd name="T29" fmla="*/ 2160 h 2160"/>
              <a:gd name="T30" fmla="*/ 2400 w 2640"/>
              <a:gd name="T31" fmla="*/ 2160 h 2160"/>
              <a:gd name="T32" fmla="*/ 2640 w 2640"/>
              <a:gd name="T33" fmla="*/ 1920 h 2160"/>
              <a:gd name="T34" fmla="*/ 2640 w 2640"/>
              <a:gd name="T35" fmla="*/ 240 h 2160"/>
              <a:gd name="T36" fmla="*/ 2400 w 2640"/>
              <a:gd name="T37" fmla="*/ 0 h 2160"/>
              <a:gd name="T38" fmla="*/ 840 w 2640"/>
              <a:gd name="T39" fmla="*/ 1260 h 2160"/>
              <a:gd name="T40" fmla="*/ 660 w 2640"/>
              <a:gd name="T41" fmla="*/ 1440 h 2160"/>
              <a:gd name="T42" fmla="*/ 240 w 2640"/>
              <a:gd name="T43" fmla="*/ 1440 h 2160"/>
              <a:gd name="T44" fmla="*/ 240 w 2640"/>
              <a:gd name="T45" fmla="*/ 720 h 2160"/>
              <a:gd name="T46" fmla="*/ 660 w 2640"/>
              <a:gd name="T47" fmla="*/ 720 h 2160"/>
              <a:gd name="T48" fmla="*/ 840 w 2640"/>
              <a:gd name="T49" fmla="*/ 900 h 2160"/>
              <a:gd name="T50" fmla="*/ 840 w 2640"/>
              <a:gd name="T51" fmla="*/ 1260 h 2160"/>
              <a:gd name="T52" fmla="*/ 1394 w 2640"/>
              <a:gd name="T53" fmla="*/ 1440 h 2160"/>
              <a:gd name="T54" fmla="*/ 1214 w 2640"/>
              <a:gd name="T55" fmla="*/ 1440 h 2160"/>
              <a:gd name="T56" fmla="*/ 1004 w 2640"/>
              <a:gd name="T57" fmla="*/ 720 h 2160"/>
              <a:gd name="T58" fmla="*/ 1184 w 2640"/>
              <a:gd name="T59" fmla="*/ 720 h 2160"/>
              <a:gd name="T60" fmla="*/ 1304 w 2640"/>
              <a:gd name="T61" fmla="*/ 1132 h 2160"/>
              <a:gd name="T62" fmla="*/ 1424 w 2640"/>
              <a:gd name="T63" fmla="*/ 720 h 2160"/>
              <a:gd name="T64" fmla="*/ 1604 w 2640"/>
              <a:gd name="T65" fmla="*/ 720 h 2160"/>
              <a:gd name="T66" fmla="*/ 1394 w 2640"/>
              <a:gd name="T67" fmla="*/ 1440 h 2160"/>
              <a:gd name="T68" fmla="*/ 2400 w 2640"/>
              <a:gd name="T69" fmla="*/ 1020 h 2160"/>
              <a:gd name="T70" fmla="*/ 2292 w 2640"/>
              <a:gd name="T71" fmla="*/ 1188 h 2160"/>
              <a:gd name="T72" fmla="*/ 2400 w 2640"/>
              <a:gd name="T73" fmla="*/ 1440 h 2160"/>
              <a:gd name="T74" fmla="*/ 2220 w 2640"/>
              <a:gd name="T75" fmla="*/ 1440 h 2160"/>
              <a:gd name="T76" fmla="*/ 2118 w 2640"/>
              <a:gd name="T77" fmla="*/ 1200 h 2160"/>
              <a:gd name="T78" fmla="*/ 1980 w 2640"/>
              <a:gd name="T79" fmla="*/ 1200 h 2160"/>
              <a:gd name="T80" fmla="*/ 1980 w 2640"/>
              <a:gd name="T81" fmla="*/ 1440 h 2160"/>
              <a:gd name="T82" fmla="*/ 1800 w 2640"/>
              <a:gd name="T83" fmla="*/ 1440 h 2160"/>
              <a:gd name="T84" fmla="*/ 1800 w 2640"/>
              <a:gd name="T85" fmla="*/ 720 h 2160"/>
              <a:gd name="T86" fmla="*/ 2220 w 2640"/>
              <a:gd name="T87" fmla="*/ 720 h 2160"/>
              <a:gd name="T88" fmla="*/ 2400 w 2640"/>
              <a:gd name="T89" fmla="*/ 900 h 2160"/>
              <a:gd name="T90" fmla="*/ 2400 w 2640"/>
              <a:gd name="T91" fmla="*/ 102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640" h="2160">
                <a:moveTo>
                  <a:pt x="1980" y="900"/>
                </a:moveTo>
                <a:cubicBezTo>
                  <a:pt x="2220" y="900"/>
                  <a:pt x="2220" y="900"/>
                  <a:pt x="2220" y="900"/>
                </a:cubicBezTo>
                <a:cubicBezTo>
                  <a:pt x="2220" y="1020"/>
                  <a:pt x="2220" y="1020"/>
                  <a:pt x="2220" y="1020"/>
                </a:cubicBezTo>
                <a:cubicBezTo>
                  <a:pt x="1980" y="1020"/>
                  <a:pt x="1980" y="1020"/>
                  <a:pt x="1980" y="1020"/>
                </a:cubicBezTo>
                <a:lnTo>
                  <a:pt x="1980" y="900"/>
                </a:lnTo>
                <a:close/>
                <a:moveTo>
                  <a:pt x="420" y="900"/>
                </a:moveTo>
                <a:cubicBezTo>
                  <a:pt x="660" y="900"/>
                  <a:pt x="660" y="900"/>
                  <a:pt x="660" y="900"/>
                </a:cubicBezTo>
                <a:cubicBezTo>
                  <a:pt x="660" y="1260"/>
                  <a:pt x="660" y="1260"/>
                  <a:pt x="660" y="1260"/>
                </a:cubicBezTo>
                <a:cubicBezTo>
                  <a:pt x="420" y="1260"/>
                  <a:pt x="420" y="1260"/>
                  <a:pt x="420" y="1260"/>
                </a:cubicBezTo>
                <a:lnTo>
                  <a:pt x="420" y="900"/>
                </a:lnTo>
                <a:close/>
                <a:moveTo>
                  <a:pt x="240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0" y="107"/>
                  <a:pt x="0" y="24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7" y="2160"/>
                  <a:pt x="240" y="2160"/>
                </a:cubicBezTo>
                <a:cubicBezTo>
                  <a:pt x="2400" y="2160"/>
                  <a:pt x="2400" y="2160"/>
                  <a:pt x="2400" y="2160"/>
                </a:cubicBezTo>
                <a:cubicBezTo>
                  <a:pt x="2533" y="2160"/>
                  <a:pt x="2640" y="2052"/>
                  <a:pt x="2640" y="1920"/>
                </a:cubicBezTo>
                <a:cubicBezTo>
                  <a:pt x="2640" y="240"/>
                  <a:pt x="2640" y="240"/>
                  <a:pt x="2640" y="240"/>
                </a:cubicBezTo>
                <a:cubicBezTo>
                  <a:pt x="2640" y="107"/>
                  <a:pt x="2533" y="0"/>
                  <a:pt x="2400" y="0"/>
                </a:cubicBezTo>
                <a:close/>
                <a:moveTo>
                  <a:pt x="840" y="1260"/>
                </a:moveTo>
                <a:cubicBezTo>
                  <a:pt x="840" y="1362"/>
                  <a:pt x="762" y="1440"/>
                  <a:pt x="660" y="1440"/>
                </a:cubicBezTo>
                <a:cubicBezTo>
                  <a:pt x="240" y="1440"/>
                  <a:pt x="240" y="1440"/>
                  <a:pt x="240" y="1440"/>
                </a:cubicBezTo>
                <a:cubicBezTo>
                  <a:pt x="240" y="720"/>
                  <a:pt x="240" y="720"/>
                  <a:pt x="240" y="720"/>
                </a:cubicBezTo>
                <a:cubicBezTo>
                  <a:pt x="660" y="720"/>
                  <a:pt x="660" y="720"/>
                  <a:pt x="660" y="720"/>
                </a:cubicBezTo>
                <a:cubicBezTo>
                  <a:pt x="762" y="720"/>
                  <a:pt x="840" y="798"/>
                  <a:pt x="840" y="900"/>
                </a:cubicBezTo>
                <a:lnTo>
                  <a:pt x="840" y="1260"/>
                </a:lnTo>
                <a:close/>
                <a:moveTo>
                  <a:pt x="1394" y="1440"/>
                </a:moveTo>
                <a:cubicBezTo>
                  <a:pt x="1214" y="1440"/>
                  <a:pt x="1214" y="1440"/>
                  <a:pt x="1214" y="1440"/>
                </a:cubicBezTo>
                <a:cubicBezTo>
                  <a:pt x="1004" y="720"/>
                  <a:pt x="1004" y="720"/>
                  <a:pt x="1004" y="720"/>
                </a:cubicBezTo>
                <a:cubicBezTo>
                  <a:pt x="1184" y="720"/>
                  <a:pt x="1184" y="720"/>
                  <a:pt x="1184" y="720"/>
                </a:cubicBezTo>
                <a:cubicBezTo>
                  <a:pt x="1304" y="1132"/>
                  <a:pt x="1304" y="1132"/>
                  <a:pt x="1304" y="1132"/>
                </a:cubicBezTo>
                <a:cubicBezTo>
                  <a:pt x="1424" y="720"/>
                  <a:pt x="1424" y="720"/>
                  <a:pt x="1424" y="720"/>
                </a:cubicBezTo>
                <a:cubicBezTo>
                  <a:pt x="1604" y="720"/>
                  <a:pt x="1604" y="720"/>
                  <a:pt x="1604" y="720"/>
                </a:cubicBezTo>
                <a:lnTo>
                  <a:pt x="1394" y="1440"/>
                </a:lnTo>
                <a:close/>
                <a:moveTo>
                  <a:pt x="2400" y="1020"/>
                </a:moveTo>
                <a:cubicBezTo>
                  <a:pt x="2400" y="1092"/>
                  <a:pt x="2352" y="1158"/>
                  <a:pt x="2292" y="1188"/>
                </a:cubicBezTo>
                <a:cubicBezTo>
                  <a:pt x="2400" y="1440"/>
                  <a:pt x="2400" y="1440"/>
                  <a:pt x="2400" y="1440"/>
                </a:cubicBezTo>
                <a:cubicBezTo>
                  <a:pt x="2220" y="1440"/>
                  <a:pt x="2220" y="1440"/>
                  <a:pt x="2220" y="1440"/>
                </a:cubicBezTo>
                <a:cubicBezTo>
                  <a:pt x="2118" y="1200"/>
                  <a:pt x="2118" y="1200"/>
                  <a:pt x="2118" y="1200"/>
                </a:cubicBezTo>
                <a:cubicBezTo>
                  <a:pt x="1980" y="1200"/>
                  <a:pt x="1980" y="1200"/>
                  <a:pt x="1980" y="1200"/>
                </a:cubicBezTo>
                <a:cubicBezTo>
                  <a:pt x="1980" y="1440"/>
                  <a:pt x="1980" y="1440"/>
                  <a:pt x="1980" y="1440"/>
                </a:cubicBezTo>
                <a:cubicBezTo>
                  <a:pt x="1800" y="1440"/>
                  <a:pt x="1800" y="1440"/>
                  <a:pt x="1800" y="1440"/>
                </a:cubicBezTo>
                <a:cubicBezTo>
                  <a:pt x="1800" y="720"/>
                  <a:pt x="1800" y="720"/>
                  <a:pt x="1800" y="720"/>
                </a:cubicBezTo>
                <a:cubicBezTo>
                  <a:pt x="2220" y="720"/>
                  <a:pt x="2220" y="720"/>
                  <a:pt x="2220" y="720"/>
                </a:cubicBezTo>
                <a:cubicBezTo>
                  <a:pt x="2322" y="720"/>
                  <a:pt x="2400" y="798"/>
                  <a:pt x="2400" y="900"/>
                </a:cubicBezTo>
                <a:lnTo>
                  <a:pt x="2400" y="10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92173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ber Manual Record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64823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ber New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1488"/>
          </a:xfrm>
          <a:custGeom>
            <a:avLst/>
            <a:gdLst>
              <a:gd name="T0" fmla="*/ 2160 w 2400"/>
              <a:gd name="T1" fmla="*/ 0 h 1920"/>
              <a:gd name="T2" fmla="*/ 240 w 2400"/>
              <a:gd name="T3" fmla="*/ 0 h 1920"/>
              <a:gd name="T4" fmla="*/ 1 w 2400"/>
              <a:gd name="T5" fmla="*/ 240 h 1920"/>
              <a:gd name="T6" fmla="*/ 0 w 2400"/>
              <a:gd name="T7" fmla="*/ 1680 h 1920"/>
              <a:gd name="T8" fmla="*/ 240 w 2400"/>
              <a:gd name="T9" fmla="*/ 1920 h 1920"/>
              <a:gd name="T10" fmla="*/ 2160 w 2400"/>
              <a:gd name="T11" fmla="*/ 1920 h 1920"/>
              <a:gd name="T12" fmla="*/ 2400 w 2400"/>
              <a:gd name="T13" fmla="*/ 1680 h 1920"/>
              <a:gd name="T14" fmla="*/ 2400 w 2400"/>
              <a:gd name="T15" fmla="*/ 240 h 1920"/>
              <a:gd name="T16" fmla="*/ 2160 w 2400"/>
              <a:gd name="T17" fmla="*/ 0 h 1920"/>
              <a:gd name="T18" fmla="*/ 780 w 2400"/>
              <a:gd name="T19" fmla="*/ 1320 h 1920"/>
              <a:gd name="T20" fmla="*/ 636 w 2400"/>
              <a:gd name="T21" fmla="*/ 1320 h 1920"/>
              <a:gd name="T22" fmla="*/ 330 w 2400"/>
              <a:gd name="T23" fmla="*/ 900 h 1920"/>
              <a:gd name="T24" fmla="*/ 330 w 2400"/>
              <a:gd name="T25" fmla="*/ 1320 h 1920"/>
              <a:gd name="T26" fmla="*/ 180 w 2400"/>
              <a:gd name="T27" fmla="*/ 1320 h 1920"/>
              <a:gd name="T28" fmla="*/ 180 w 2400"/>
              <a:gd name="T29" fmla="*/ 600 h 1920"/>
              <a:gd name="T30" fmla="*/ 330 w 2400"/>
              <a:gd name="T31" fmla="*/ 600 h 1920"/>
              <a:gd name="T32" fmla="*/ 630 w 2400"/>
              <a:gd name="T33" fmla="*/ 1020 h 1920"/>
              <a:gd name="T34" fmla="*/ 630 w 2400"/>
              <a:gd name="T35" fmla="*/ 600 h 1920"/>
              <a:gd name="T36" fmla="*/ 780 w 2400"/>
              <a:gd name="T37" fmla="*/ 600 h 1920"/>
              <a:gd name="T38" fmla="*/ 780 w 2400"/>
              <a:gd name="T39" fmla="*/ 1320 h 1920"/>
              <a:gd name="T40" fmla="*/ 1380 w 2400"/>
              <a:gd name="T41" fmla="*/ 751 h 1920"/>
              <a:gd name="T42" fmla="*/ 1080 w 2400"/>
              <a:gd name="T43" fmla="*/ 751 h 1920"/>
              <a:gd name="T44" fmla="*/ 1080 w 2400"/>
              <a:gd name="T45" fmla="*/ 886 h 1920"/>
              <a:gd name="T46" fmla="*/ 1380 w 2400"/>
              <a:gd name="T47" fmla="*/ 886 h 1920"/>
              <a:gd name="T48" fmla="*/ 1380 w 2400"/>
              <a:gd name="T49" fmla="*/ 1037 h 1920"/>
              <a:gd name="T50" fmla="*/ 1080 w 2400"/>
              <a:gd name="T51" fmla="*/ 1037 h 1920"/>
              <a:gd name="T52" fmla="*/ 1080 w 2400"/>
              <a:gd name="T53" fmla="*/ 1170 h 1920"/>
              <a:gd name="T54" fmla="*/ 1380 w 2400"/>
              <a:gd name="T55" fmla="*/ 1170 h 1920"/>
              <a:gd name="T56" fmla="*/ 1380 w 2400"/>
              <a:gd name="T57" fmla="*/ 1320 h 1920"/>
              <a:gd name="T58" fmla="*/ 900 w 2400"/>
              <a:gd name="T59" fmla="*/ 1320 h 1920"/>
              <a:gd name="T60" fmla="*/ 900 w 2400"/>
              <a:gd name="T61" fmla="*/ 600 h 1920"/>
              <a:gd name="T62" fmla="*/ 1380 w 2400"/>
              <a:gd name="T63" fmla="*/ 600 h 1920"/>
              <a:gd name="T64" fmla="*/ 1380 w 2400"/>
              <a:gd name="T65" fmla="*/ 751 h 1920"/>
              <a:gd name="T66" fmla="*/ 2220 w 2400"/>
              <a:gd name="T67" fmla="*/ 1200 h 1920"/>
              <a:gd name="T68" fmla="*/ 2100 w 2400"/>
              <a:gd name="T69" fmla="*/ 1320 h 1920"/>
              <a:gd name="T70" fmla="*/ 1620 w 2400"/>
              <a:gd name="T71" fmla="*/ 1320 h 1920"/>
              <a:gd name="T72" fmla="*/ 1500 w 2400"/>
              <a:gd name="T73" fmla="*/ 1200 h 1920"/>
              <a:gd name="T74" fmla="*/ 1500 w 2400"/>
              <a:gd name="T75" fmla="*/ 600 h 1920"/>
              <a:gd name="T76" fmla="*/ 1650 w 2400"/>
              <a:gd name="T77" fmla="*/ 600 h 1920"/>
              <a:gd name="T78" fmla="*/ 1650 w 2400"/>
              <a:gd name="T79" fmla="*/ 1141 h 1920"/>
              <a:gd name="T80" fmla="*/ 1786 w 2400"/>
              <a:gd name="T81" fmla="*/ 1141 h 1920"/>
              <a:gd name="T82" fmla="*/ 1786 w 2400"/>
              <a:gd name="T83" fmla="*/ 719 h 1920"/>
              <a:gd name="T84" fmla="*/ 1936 w 2400"/>
              <a:gd name="T85" fmla="*/ 719 h 1920"/>
              <a:gd name="T86" fmla="*/ 1936 w 2400"/>
              <a:gd name="T87" fmla="*/ 1140 h 1920"/>
              <a:gd name="T88" fmla="*/ 2070 w 2400"/>
              <a:gd name="T89" fmla="*/ 1140 h 1920"/>
              <a:gd name="T90" fmla="*/ 2070 w 2400"/>
              <a:gd name="T91" fmla="*/ 600 h 1920"/>
              <a:gd name="T92" fmla="*/ 2220 w 2400"/>
              <a:gd name="T93" fmla="*/ 600 h 1920"/>
              <a:gd name="T94" fmla="*/ 2220 w 2400"/>
              <a:gd name="T95" fmla="*/ 1200 h 1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400" h="1920">
                <a:moveTo>
                  <a:pt x="216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1" y="107"/>
                  <a:pt x="1" y="240"/>
                </a:cubicBezTo>
                <a:cubicBezTo>
                  <a:pt x="0" y="1680"/>
                  <a:pt x="0" y="1680"/>
                  <a:pt x="0" y="1680"/>
                </a:cubicBezTo>
                <a:cubicBezTo>
                  <a:pt x="0" y="1813"/>
                  <a:pt x="107" y="1920"/>
                  <a:pt x="240" y="1920"/>
                </a:cubicBezTo>
                <a:cubicBezTo>
                  <a:pt x="2160" y="1920"/>
                  <a:pt x="2160" y="1920"/>
                  <a:pt x="2160" y="1920"/>
                </a:cubicBezTo>
                <a:cubicBezTo>
                  <a:pt x="2293" y="1920"/>
                  <a:pt x="2400" y="1813"/>
                  <a:pt x="2400" y="1680"/>
                </a:cubicBezTo>
                <a:cubicBezTo>
                  <a:pt x="2400" y="240"/>
                  <a:pt x="2400" y="240"/>
                  <a:pt x="2400" y="240"/>
                </a:cubicBezTo>
                <a:cubicBezTo>
                  <a:pt x="2400" y="107"/>
                  <a:pt x="2293" y="0"/>
                  <a:pt x="2160" y="0"/>
                </a:cubicBezTo>
                <a:close/>
                <a:moveTo>
                  <a:pt x="780" y="1320"/>
                </a:moveTo>
                <a:cubicBezTo>
                  <a:pt x="636" y="1320"/>
                  <a:pt x="636" y="1320"/>
                  <a:pt x="636" y="1320"/>
                </a:cubicBezTo>
                <a:cubicBezTo>
                  <a:pt x="330" y="900"/>
                  <a:pt x="330" y="900"/>
                  <a:pt x="330" y="900"/>
                </a:cubicBezTo>
                <a:cubicBezTo>
                  <a:pt x="330" y="1320"/>
                  <a:pt x="330" y="1320"/>
                  <a:pt x="330" y="1320"/>
                </a:cubicBezTo>
                <a:cubicBezTo>
                  <a:pt x="180" y="1320"/>
                  <a:pt x="180" y="1320"/>
                  <a:pt x="180" y="1320"/>
                </a:cubicBezTo>
                <a:cubicBezTo>
                  <a:pt x="180" y="600"/>
                  <a:pt x="180" y="600"/>
                  <a:pt x="180" y="600"/>
                </a:cubicBezTo>
                <a:cubicBezTo>
                  <a:pt x="330" y="600"/>
                  <a:pt x="330" y="600"/>
                  <a:pt x="330" y="600"/>
                </a:cubicBezTo>
                <a:cubicBezTo>
                  <a:pt x="630" y="1020"/>
                  <a:pt x="630" y="1020"/>
                  <a:pt x="630" y="1020"/>
                </a:cubicBezTo>
                <a:cubicBezTo>
                  <a:pt x="630" y="600"/>
                  <a:pt x="630" y="600"/>
                  <a:pt x="630" y="600"/>
                </a:cubicBezTo>
                <a:cubicBezTo>
                  <a:pt x="780" y="600"/>
                  <a:pt x="780" y="600"/>
                  <a:pt x="780" y="600"/>
                </a:cubicBezTo>
                <a:lnTo>
                  <a:pt x="780" y="1320"/>
                </a:lnTo>
                <a:close/>
                <a:moveTo>
                  <a:pt x="1380" y="751"/>
                </a:moveTo>
                <a:cubicBezTo>
                  <a:pt x="1080" y="751"/>
                  <a:pt x="1080" y="751"/>
                  <a:pt x="1080" y="751"/>
                </a:cubicBezTo>
                <a:cubicBezTo>
                  <a:pt x="1080" y="886"/>
                  <a:pt x="1080" y="886"/>
                  <a:pt x="1080" y="886"/>
                </a:cubicBezTo>
                <a:cubicBezTo>
                  <a:pt x="1380" y="886"/>
                  <a:pt x="1380" y="886"/>
                  <a:pt x="1380" y="886"/>
                </a:cubicBezTo>
                <a:cubicBezTo>
                  <a:pt x="1380" y="1037"/>
                  <a:pt x="1380" y="1037"/>
                  <a:pt x="1380" y="1037"/>
                </a:cubicBezTo>
                <a:cubicBezTo>
                  <a:pt x="1080" y="1037"/>
                  <a:pt x="1080" y="1037"/>
                  <a:pt x="1080" y="1037"/>
                </a:cubicBezTo>
                <a:cubicBezTo>
                  <a:pt x="1080" y="1170"/>
                  <a:pt x="1080" y="1170"/>
                  <a:pt x="1080" y="1170"/>
                </a:cubicBezTo>
                <a:cubicBezTo>
                  <a:pt x="1380" y="1170"/>
                  <a:pt x="1380" y="1170"/>
                  <a:pt x="1380" y="1170"/>
                </a:cubicBezTo>
                <a:cubicBezTo>
                  <a:pt x="1380" y="1320"/>
                  <a:pt x="1380" y="1320"/>
                  <a:pt x="1380" y="1320"/>
                </a:cubicBezTo>
                <a:cubicBezTo>
                  <a:pt x="900" y="1320"/>
                  <a:pt x="900" y="1320"/>
                  <a:pt x="900" y="1320"/>
                </a:cubicBezTo>
                <a:cubicBezTo>
                  <a:pt x="900" y="600"/>
                  <a:pt x="900" y="600"/>
                  <a:pt x="900" y="600"/>
                </a:cubicBezTo>
                <a:cubicBezTo>
                  <a:pt x="1380" y="600"/>
                  <a:pt x="1380" y="600"/>
                  <a:pt x="1380" y="600"/>
                </a:cubicBezTo>
                <a:lnTo>
                  <a:pt x="1380" y="751"/>
                </a:lnTo>
                <a:close/>
                <a:moveTo>
                  <a:pt x="2220" y="1200"/>
                </a:moveTo>
                <a:cubicBezTo>
                  <a:pt x="2220" y="1266"/>
                  <a:pt x="2166" y="1320"/>
                  <a:pt x="2100" y="1320"/>
                </a:cubicBezTo>
                <a:cubicBezTo>
                  <a:pt x="1620" y="1320"/>
                  <a:pt x="1620" y="1320"/>
                  <a:pt x="1620" y="1320"/>
                </a:cubicBezTo>
                <a:cubicBezTo>
                  <a:pt x="1554" y="1320"/>
                  <a:pt x="1500" y="1266"/>
                  <a:pt x="1500" y="1200"/>
                </a:cubicBezTo>
                <a:cubicBezTo>
                  <a:pt x="1500" y="600"/>
                  <a:pt x="1500" y="600"/>
                  <a:pt x="1500" y="600"/>
                </a:cubicBezTo>
                <a:cubicBezTo>
                  <a:pt x="1650" y="600"/>
                  <a:pt x="1650" y="600"/>
                  <a:pt x="1650" y="600"/>
                </a:cubicBezTo>
                <a:cubicBezTo>
                  <a:pt x="1650" y="1141"/>
                  <a:pt x="1650" y="1141"/>
                  <a:pt x="1650" y="1141"/>
                </a:cubicBezTo>
                <a:cubicBezTo>
                  <a:pt x="1786" y="1141"/>
                  <a:pt x="1786" y="1141"/>
                  <a:pt x="1786" y="1141"/>
                </a:cubicBezTo>
                <a:cubicBezTo>
                  <a:pt x="1786" y="719"/>
                  <a:pt x="1786" y="719"/>
                  <a:pt x="1786" y="719"/>
                </a:cubicBezTo>
                <a:cubicBezTo>
                  <a:pt x="1936" y="719"/>
                  <a:pt x="1936" y="719"/>
                  <a:pt x="1936" y="719"/>
                </a:cubicBezTo>
                <a:cubicBezTo>
                  <a:pt x="1936" y="1140"/>
                  <a:pt x="1936" y="1140"/>
                  <a:pt x="1936" y="1140"/>
                </a:cubicBezTo>
                <a:cubicBezTo>
                  <a:pt x="2070" y="1140"/>
                  <a:pt x="2070" y="1140"/>
                  <a:pt x="2070" y="1140"/>
                </a:cubicBezTo>
                <a:cubicBezTo>
                  <a:pt x="2070" y="600"/>
                  <a:pt x="2070" y="600"/>
                  <a:pt x="2070" y="600"/>
                </a:cubicBezTo>
                <a:cubicBezTo>
                  <a:pt x="2220" y="600"/>
                  <a:pt x="2220" y="600"/>
                  <a:pt x="2220" y="600"/>
                </a:cubicBezTo>
                <a:lnTo>
                  <a:pt x="2220" y="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705662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ber Pi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1488"/>
          </a:xfrm>
          <a:custGeom>
            <a:avLst/>
            <a:gdLst>
              <a:gd name="T0" fmla="*/ 420 w 2400"/>
              <a:gd name="T1" fmla="*/ 780 h 1920"/>
              <a:gd name="T2" fmla="*/ 660 w 2400"/>
              <a:gd name="T3" fmla="*/ 780 h 1920"/>
              <a:gd name="T4" fmla="*/ 660 w 2400"/>
              <a:gd name="T5" fmla="*/ 900 h 1920"/>
              <a:gd name="T6" fmla="*/ 420 w 2400"/>
              <a:gd name="T7" fmla="*/ 900 h 1920"/>
              <a:gd name="T8" fmla="*/ 420 w 2400"/>
              <a:gd name="T9" fmla="*/ 780 h 1920"/>
              <a:gd name="T10" fmla="*/ 2160 w 2400"/>
              <a:gd name="T11" fmla="*/ 0 h 1920"/>
              <a:gd name="T12" fmla="*/ 240 w 2400"/>
              <a:gd name="T13" fmla="*/ 0 h 1920"/>
              <a:gd name="T14" fmla="*/ 1 w 2400"/>
              <a:gd name="T15" fmla="*/ 240 h 1920"/>
              <a:gd name="T16" fmla="*/ 0 w 2400"/>
              <a:gd name="T17" fmla="*/ 1680 h 1920"/>
              <a:gd name="T18" fmla="*/ 240 w 2400"/>
              <a:gd name="T19" fmla="*/ 1920 h 1920"/>
              <a:gd name="T20" fmla="*/ 2160 w 2400"/>
              <a:gd name="T21" fmla="*/ 1920 h 1920"/>
              <a:gd name="T22" fmla="*/ 2400 w 2400"/>
              <a:gd name="T23" fmla="*/ 1680 h 1920"/>
              <a:gd name="T24" fmla="*/ 2400 w 2400"/>
              <a:gd name="T25" fmla="*/ 240 h 1920"/>
              <a:gd name="T26" fmla="*/ 2160 w 2400"/>
              <a:gd name="T27" fmla="*/ 0 h 1920"/>
              <a:gd name="T28" fmla="*/ 840 w 2400"/>
              <a:gd name="T29" fmla="*/ 900 h 1920"/>
              <a:gd name="T30" fmla="*/ 660 w 2400"/>
              <a:gd name="T31" fmla="*/ 1080 h 1920"/>
              <a:gd name="T32" fmla="*/ 420 w 2400"/>
              <a:gd name="T33" fmla="*/ 1080 h 1920"/>
              <a:gd name="T34" fmla="*/ 420 w 2400"/>
              <a:gd name="T35" fmla="*/ 1320 h 1920"/>
              <a:gd name="T36" fmla="*/ 240 w 2400"/>
              <a:gd name="T37" fmla="*/ 1320 h 1920"/>
              <a:gd name="T38" fmla="*/ 240 w 2400"/>
              <a:gd name="T39" fmla="*/ 600 h 1920"/>
              <a:gd name="T40" fmla="*/ 660 w 2400"/>
              <a:gd name="T41" fmla="*/ 600 h 1920"/>
              <a:gd name="T42" fmla="*/ 840 w 2400"/>
              <a:gd name="T43" fmla="*/ 780 h 1920"/>
              <a:gd name="T44" fmla="*/ 840 w 2400"/>
              <a:gd name="T45" fmla="*/ 900 h 1920"/>
              <a:gd name="T46" fmla="*/ 1260 w 2400"/>
              <a:gd name="T47" fmla="*/ 1320 h 1920"/>
              <a:gd name="T48" fmla="*/ 1080 w 2400"/>
              <a:gd name="T49" fmla="*/ 1320 h 1920"/>
              <a:gd name="T50" fmla="*/ 1080 w 2400"/>
              <a:gd name="T51" fmla="*/ 600 h 1920"/>
              <a:gd name="T52" fmla="*/ 1260 w 2400"/>
              <a:gd name="T53" fmla="*/ 600 h 1920"/>
              <a:gd name="T54" fmla="*/ 1260 w 2400"/>
              <a:gd name="T55" fmla="*/ 1320 h 1920"/>
              <a:gd name="T56" fmla="*/ 2160 w 2400"/>
              <a:gd name="T57" fmla="*/ 1320 h 1920"/>
              <a:gd name="T58" fmla="*/ 2016 w 2400"/>
              <a:gd name="T59" fmla="*/ 1320 h 1920"/>
              <a:gd name="T60" fmla="*/ 1710 w 2400"/>
              <a:gd name="T61" fmla="*/ 900 h 1920"/>
              <a:gd name="T62" fmla="*/ 1710 w 2400"/>
              <a:gd name="T63" fmla="*/ 1320 h 1920"/>
              <a:gd name="T64" fmla="*/ 1560 w 2400"/>
              <a:gd name="T65" fmla="*/ 1320 h 1920"/>
              <a:gd name="T66" fmla="*/ 1560 w 2400"/>
              <a:gd name="T67" fmla="*/ 600 h 1920"/>
              <a:gd name="T68" fmla="*/ 1710 w 2400"/>
              <a:gd name="T69" fmla="*/ 600 h 1920"/>
              <a:gd name="T70" fmla="*/ 2010 w 2400"/>
              <a:gd name="T71" fmla="*/ 1020 h 1920"/>
              <a:gd name="T72" fmla="*/ 2010 w 2400"/>
              <a:gd name="T73" fmla="*/ 600 h 1920"/>
              <a:gd name="T74" fmla="*/ 2160 w 2400"/>
              <a:gd name="T75" fmla="*/ 600 h 1920"/>
              <a:gd name="T76" fmla="*/ 2160 w 2400"/>
              <a:gd name="T77" fmla="*/ 1320 h 19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400" h="1920">
                <a:moveTo>
                  <a:pt x="420" y="780"/>
                </a:moveTo>
                <a:cubicBezTo>
                  <a:pt x="660" y="780"/>
                  <a:pt x="660" y="780"/>
                  <a:pt x="660" y="780"/>
                </a:cubicBezTo>
                <a:cubicBezTo>
                  <a:pt x="660" y="900"/>
                  <a:pt x="660" y="900"/>
                  <a:pt x="660" y="900"/>
                </a:cubicBezTo>
                <a:cubicBezTo>
                  <a:pt x="420" y="900"/>
                  <a:pt x="420" y="900"/>
                  <a:pt x="420" y="900"/>
                </a:cubicBezTo>
                <a:lnTo>
                  <a:pt x="420" y="780"/>
                </a:lnTo>
                <a:close/>
                <a:moveTo>
                  <a:pt x="216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1" y="107"/>
                  <a:pt x="1" y="240"/>
                </a:cubicBezTo>
                <a:cubicBezTo>
                  <a:pt x="0" y="1680"/>
                  <a:pt x="0" y="1680"/>
                  <a:pt x="0" y="1680"/>
                </a:cubicBezTo>
                <a:cubicBezTo>
                  <a:pt x="0" y="1813"/>
                  <a:pt x="107" y="1920"/>
                  <a:pt x="240" y="1920"/>
                </a:cubicBezTo>
                <a:cubicBezTo>
                  <a:pt x="2160" y="1920"/>
                  <a:pt x="2160" y="1920"/>
                  <a:pt x="2160" y="1920"/>
                </a:cubicBezTo>
                <a:cubicBezTo>
                  <a:pt x="2293" y="1920"/>
                  <a:pt x="2400" y="1813"/>
                  <a:pt x="2400" y="1680"/>
                </a:cubicBezTo>
                <a:cubicBezTo>
                  <a:pt x="2400" y="240"/>
                  <a:pt x="2400" y="240"/>
                  <a:pt x="2400" y="240"/>
                </a:cubicBezTo>
                <a:cubicBezTo>
                  <a:pt x="2400" y="107"/>
                  <a:pt x="2293" y="0"/>
                  <a:pt x="2160" y="0"/>
                </a:cubicBezTo>
                <a:close/>
                <a:moveTo>
                  <a:pt x="840" y="900"/>
                </a:moveTo>
                <a:cubicBezTo>
                  <a:pt x="840" y="1002"/>
                  <a:pt x="762" y="1080"/>
                  <a:pt x="660" y="1080"/>
                </a:cubicBezTo>
                <a:cubicBezTo>
                  <a:pt x="420" y="1080"/>
                  <a:pt x="420" y="1080"/>
                  <a:pt x="420" y="1080"/>
                </a:cubicBezTo>
                <a:cubicBezTo>
                  <a:pt x="420" y="1320"/>
                  <a:pt x="420" y="1320"/>
                  <a:pt x="420" y="1320"/>
                </a:cubicBezTo>
                <a:cubicBezTo>
                  <a:pt x="240" y="1320"/>
                  <a:pt x="240" y="1320"/>
                  <a:pt x="240" y="1320"/>
                </a:cubicBezTo>
                <a:cubicBezTo>
                  <a:pt x="240" y="600"/>
                  <a:pt x="240" y="600"/>
                  <a:pt x="240" y="600"/>
                </a:cubicBezTo>
                <a:cubicBezTo>
                  <a:pt x="660" y="600"/>
                  <a:pt x="660" y="600"/>
                  <a:pt x="660" y="600"/>
                </a:cubicBezTo>
                <a:cubicBezTo>
                  <a:pt x="762" y="600"/>
                  <a:pt x="840" y="678"/>
                  <a:pt x="840" y="780"/>
                </a:cubicBezTo>
                <a:lnTo>
                  <a:pt x="840" y="900"/>
                </a:lnTo>
                <a:close/>
                <a:moveTo>
                  <a:pt x="1260" y="1320"/>
                </a:moveTo>
                <a:cubicBezTo>
                  <a:pt x="1080" y="1320"/>
                  <a:pt x="1080" y="1320"/>
                  <a:pt x="1080" y="1320"/>
                </a:cubicBezTo>
                <a:cubicBezTo>
                  <a:pt x="1080" y="600"/>
                  <a:pt x="1080" y="600"/>
                  <a:pt x="1080" y="600"/>
                </a:cubicBezTo>
                <a:cubicBezTo>
                  <a:pt x="1260" y="600"/>
                  <a:pt x="1260" y="600"/>
                  <a:pt x="1260" y="600"/>
                </a:cubicBezTo>
                <a:lnTo>
                  <a:pt x="1260" y="1320"/>
                </a:lnTo>
                <a:close/>
                <a:moveTo>
                  <a:pt x="2160" y="1320"/>
                </a:moveTo>
                <a:cubicBezTo>
                  <a:pt x="2016" y="1320"/>
                  <a:pt x="2016" y="1320"/>
                  <a:pt x="2016" y="1320"/>
                </a:cubicBezTo>
                <a:cubicBezTo>
                  <a:pt x="1710" y="900"/>
                  <a:pt x="1710" y="900"/>
                  <a:pt x="1710" y="900"/>
                </a:cubicBezTo>
                <a:cubicBezTo>
                  <a:pt x="1710" y="1320"/>
                  <a:pt x="1710" y="1320"/>
                  <a:pt x="1710" y="1320"/>
                </a:cubicBezTo>
                <a:cubicBezTo>
                  <a:pt x="1560" y="1320"/>
                  <a:pt x="1560" y="1320"/>
                  <a:pt x="1560" y="1320"/>
                </a:cubicBezTo>
                <a:cubicBezTo>
                  <a:pt x="1560" y="600"/>
                  <a:pt x="1560" y="600"/>
                  <a:pt x="1560" y="600"/>
                </a:cubicBezTo>
                <a:cubicBezTo>
                  <a:pt x="1710" y="600"/>
                  <a:pt x="1710" y="600"/>
                  <a:pt x="1710" y="600"/>
                </a:cubicBezTo>
                <a:cubicBezTo>
                  <a:pt x="2010" y="1020"/>
                  <a:pt x="2010" y="1020"/>
                  <a:pt x="2010" y="1020"/>
                </a:cubicBezTo>
                <a:cubicBezTo>
                  <a:pt x="2010" y="600"/>
                  <a:pt x="2010" y="600"/>
                  <a:pt x="2010" y="600"/>
                </a:cubicBezTo>
                <a:cubicBezTo>
                  <a:pt x="2160" y="600"/>
                  <a:pt x="2160" y="600"/>
                  <a:pt x="2160" y="600"/>
                </a:cubicBezTo>
                <a:lnTo>
                  <a:pt x="2160" y="13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41261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iber Smart Recor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65106"/>
          </a:xfrm>
          <a:custGeom>
            <a:avLst/>
            <a:gdLst>
              <a:gd name="T0" fmla="*/ 2182 w 6000"/>
              <a:gd name="T1" fmla="*/ 0 h 4364"/>
              <a:gd name="T2" fmla="*/ 4364 w 6000"/>
              <a:gd name="T3" fmla="*/ 2182 h 4364"/>
              <a:gd name="T4" fmla="*/ 2182 w 6000"/>
              <a:gd name="T5" fmla="*/ 4364 h 4364"/>
              <a:gd name="T6" fmla="*/ 0 w 6000"/>
              <a:gd name="T7" fmla="*/ 2182 h 4364"/>
              <a:gd name="T8" fmla="*/ 2182 w 6000"/>
              <a:gd name="T9" fmla="*/ 0 h 4364"/>
              <a:gd name="T10" fmla="*/ 4364 w 6000"/>
              <a:gd name="T11" fmla="*/ 71 h 4364"/>
              <a:gd name="T12" fmla="*/ 4364 w 6000"/>
              <a:gd name="T13" fmla="*/ 641 h 4364"/>
              <a:gd name="T14" fmla="*/ 5455 w 6000"/>
              <a:gd name="T15" fmla="*/ 2182 h 4364"/>
              <a:gd name="T16" fmla="*/ 4364 w 6000"/>
              <a:gd name="T17" fmla="*/ 3723 h 4364"/>
              <a:gd name="T18" fmla="*/ 4364 w 6000"/>
              <a:gd name="T19" fmla="*/ 4293 h 4364"/>
              <a:gd name="T20" fmla="*/ 6000 w 6000"/>
              <a:gd name="T21" fmla="*/ 2182 h 4364"/>
              <a:gd name="T22" fmla="*/ 4364 w 6000"/>
              <a:gd name="T23" fmla="*/ 71 h 43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6000" h="4364">
                <a:moveTo>
                  <a:pt x="2182" y="0"/>
                </a:moveTo>
                <a:cubicBezTo>
                  <a:pt x="3387" y="0"/>
                  <a:pt x="4364" y="977"/>
                  <a:pt x="4364" y="2182"/>
                </a:cubicBezTo>
                <a:cubicBezTo>
                  <a:pt x="4364" y="3387"/>
                  <a:pt x="3387" y="4364"/>
                  <a:pt x="2182" y="4364"/>
                </a:cubicBezTo>
                <a:cubicBezTo>
                  <a:pt x="977" y="4364"/>
                  <a:pt x="0" y="3387"/>
                  <a:pt x="0" y="2182"/>
                </a:cubicBezTo>
                <a:cubicBezTo>
                  <a:pt x="0" y="977"/>
                  <a:pt x="977" y="0"/>
                  <a:pt x="2182" y="0"/>
                </a:cubicBezTo>
                <a:close/>
                <a:moveTo>
                  <a:pt x="4364" y="71"/>
                </a:moveTo>
                <a:cubicBezTo>
                  <a:pt x="4364" y="641"/>
                  <a:pt x="4364" y="641"/>
                  <a:pt x="4364" y="641"/>
                </a:cubicBezTo>
                <a:cubicBezTo>
                  <a:pt x="4999" y="865"/>
                  <a:pt x="5455" y="1470"/>
                  <a:pt x="5455" y="2182"/>
                </a:cubicBezTo>
                <a:cubicBezTo>
                  <a:pt x="5455" y="2894"/>
                  <a:pt x="4999" y="3499"/>
                  <a:pt x="4364" y="3723"/>
                </a:cubicBezTo>
                <a:cubicBezTo>
                  <a:pt x="4364" y="4293"/>
                  <a:pt x="4364" y="4293"/>
                  <a:pt x="4364" y="4293"/>
                </a:cubicBezTo>
                <a:cubicBezTo>
                  <a:pt x="5305" y="4050"/>
                  <a:pt x="6000" y="3199"/>
                  <a:pt x="6000" y="2182"/>
                </a:cubicBezTo>
                <a:cubicBezTo>
                  <a:pt x="6000" y="1165"/>
                  <a:pt x="5305" y="314"/>
                  <a:pt x="4364" y="7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77703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ward 5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489" cy="914400"/>
          </a:xfrm>
          <a:custGeom>
            <a:avLst/>
            <a:gdLst>
              <a:gd name="T0" fmla="*/ 0 w 6000"/>
              <a:gd name="T1" fmla="*/ 4500 h 7500"/>
              <a:gd name="T2" fmla="*/ 3000 w 6000"/>
              <a:gd name="T3" fmla="*/ 7500 h 7500"/>
              <a:gd name="T4" fmla="*/ 6000 w 6000"/>
              <a:gd name="T5" fmla="*/ 4500 h 7500"/>
              <a:gd name="T6" fmla="*/ 5250 w 6000"/>
              <a:gd name="T7" fmla="*/ 4500 h 7500"/>
              <a:gd name="T8" fmla="*/ 3000 w 6000"/>
              <a:gd name="T9" fmla="*/ 6750 h 7500"/>
              <a:gd name="T10" fmla="*/ 750 w 6000"/>
              <a:gd name="T11" fmla="*/ 4500 h 7500"/>
              <a:gd name="T12" fmla="*/ 3000 w 6000"/>
              <a:gd name="T13" fmla="*/ 2250 h 7500"/>
              <a:gd name="T14" fmla="*/ 3000 w 6000"/>
              <a:gd name="T15" fmla="*/ 3750 h 7500"/>
              <a:gd name="T16" fmla="*/ 4875 w 6000"/>
              <a:gd name="T17" fmla="*/ 1875 h 7500"/>
              <a:gd name="T18" fmla="*/ 3000 w 6000"/>
              <a:gd name="T19" fmla="*/ 0 h 7500"/>
              <a:gd name="T20" fmla="*/ 3000 w 6000"/>
              <a:gd name="T21" fmla="*/ 1500 h 7500"/>
              <a:gd name="T22" fmla="*/ 0 w 6000"/>
              <a:gd name="T23" fmla="*/ 4500 h 7500"/>
              <a:gd name="T24" fmla="*/ 2492 w 6000"/>
              <a:gd name="T25" fmla="*/ 4905 h 7500"/>
              <a:gd name="T26" fmla="*/ 2585 w 6000"/>
              <a:gd name="T27" fmla="*/ 4014 h 7500"/>
              <a:gd name="T28" fmla="*/ 3477 w 6000"/>
              <a:gd name="T29" fmla="*/ 4014 h 7500"/>
              <a:gd name="T30" fmla="*/ 3477 w 6000"/>
              <a:gd name="T31" fmla="*/ 4271 h 7500"/>
              <a:gd name="T32" fmla="*/ 2847 w 6000"/>
              <a:gd name="T33" fmla="*/ 4271 h 7500"/>
              <a:gd name="T34" fmla="*/ 2803 w 6000"/>
              <a:gd name="T35" fmla="*/ 4641 h 7500"/>
              <a:gd name="T36" fmla="*/ 2910 w 6000"/>
              <a:gd name="T37" fmla="*/ 4586 h 7500"/>
              <a:gd name="T38" fmla="*/ 3048 w 6000"/>
              <a:gd name="T39" fmla="*/ 4564 h 7500"/>
              <a:gd name="T40" fmla="*/ 3406 w 6000"/>
              <a:gd name="T41" fmla="*/ 4703 h 7500"/>
              <a:gd name="T42" fmla="*/ 3533 w 6000"/>
              <a:gd name="T43" fmla="*/ 5101 h 7500"/>
              <a:gd name="T44" fmla="*/ 3394 w 6000"/>
              <a:gd name="T45" fmla="*/ 5485 h 7500"/>
              <a:gd name="T46" fmla="*/ 2993 w 6000"/>
              <a:gd name="T47" fmla="*/ 5638 h 7500"/>
              <a:gd name="T48" fmla="*/ 2615 w 6000"/>
              <a:gd name="T49" fmla="*/ 5517 h 7500"/>
              <a:gd name="T50" fmla="*/ 2464 w 6000"/>
              <a:gd name="T51" fmla="*/ 5185 h 7500"/>
              <a:gd name="T52" fmla="*/ 2466 w 6000"/>
              <a:gd name="T53" fmla="*/ 5179 h 7500"/>
              <a:gd name="T54" fmla="*/ 2775 w 6000"/>
              <a:gd name="T55" fmla="*/ 5164 h 7500"/>
              <a:gd name="T56" fmla="*/ 2835 w 6000"/>
              <a:gd name="T57" fmla="*/ 5330 h 7500"/>
              <a:gd name="T58" fmla="*/ 2993 w 6000"/>
              <a:gd name="T59" fmla="*/ 5390 h 7500"/>
              <a:gd name="T60" fmla="*/ 3159 w 6000"/>
              <a:gd name="T61" fmla="*/ 5311 h 7500"/>
              <a:gd name="T62" fmla="*/ 3212 w 6000"/>
              <a:gd name="T63" fmla="*/ 5103 h 7500"/>
              <a:gd name="T64" fmla="*/ 3155 w 6000"/>
              <a:gd name="T65" fmla="*/ 4881 h 7500"/>
              <a:gd name="T66" fmla="*/ 2986 w 6000"/>
              <a:gd name="T67" fmla="*/ 4798 h 7500"/>
              <a:gd name="T68" fmla="*/ 2844 w 6000"/>
              <a:gd name="T69" fmla="*/ 4832 h 7500"/>
              <a:gd name="T70" fmla="*/ 2775 w 6000"/>
              <a:gd name="T71" fmla="*/ 4924 h 7500"/>
              <a:gd name="T72" fmla="*/ 2492 w 6000"/>
              <a:gd name="T73" fmla="*/ 4905 h 7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6000" h="7500">
                <a:moveTo>
                  <a:pt x="0" y="4500"/>
                </a:moveTo>
                <a:cubicBezTo>
                  <a:pt x="0" y="6150"/>
                  <a:pt x="1350" y="7500"/>
                  <a:pt x="3000" y="7500"/>
                </a:cubicBezTo>
                <a:cubicBezTo>
                  <a:pt x="4650" y="7500"/>
                  <a:pt x="6000" y="6150"/>
                  <a:pt x="6000" y="4500"/>
                </a:cubicBezTo>
                <a:cubicBezTo>
                  <a:pt x="5250" y="4500"/>
                  <a:pt x="5250" y="4500"/>
                  <a:pt x="5250" y="4500"/>
                </a:cubicBezTo>
                <a:cubicBezTo>
                  <a:pt x="5250" y="5737"/>
                  <a:pt x="4237" y="6750"/>
                  <a:pt x="3000" y="6750"/>
                </a:cubicBezTo>
                <a:cubicBezTo>
                  <a:pt x="1763" y="6750"/>
                  <a:pt x="750" y="5737"/>
                  <a:pt x="750" y="4500"/>
                </a:cubicBezTo>
                <a:cubicBezTo>
                  <a:pt x="750" y="3263"/>
                  <a:pt x="1763" y="2250"/>
                  <a:pt x="3000" y="2250"/>
                </a:cubicBezTo>
                <a:cubicBezTo>
                  <a:pt x="3000" y="3750"/>
                  <a:pt x="3000" y="3750"/>
                  <a:pt x="3000" y="3750"/>
                </a:cubicBezTo>
                <a:cubicBezTo>
                  <a:pt x="4875" y="1875"/>
                  <a:pt x="4875" y="1875"/>
                  <a:pt x="4875" y="1875"/>
                </a:cubicBezTo>
                <a:cubicBezTo>
                  <a:pt x="3000" y="0"/>
                  <a:pt x="3000" y="0"/>
                  <a:pt x="3000" y="0"/>
                </a:cubicBezTo>
                <a:cubicBezTo>
                  <a:pt x="3000" y="1500"/>
                  <a:pt x="3000" y="1500"/>
                  <a:pt x="3000" y="1500"/>
                </a:cubicBezTo>
                <a:cubicBezTo>
                  <a:pt x="1350" y="1500"/>
                  <a:pt x="0" y="2850"/>
                  <a:pt x="0" y="4500"/>
                </a:cubicBezTo>
                <a:close/>
                <a:moveTo>
                  <a:pt x="2492" y="4905"/>
                </a:moveTo>
                <a:cubicBezTo>
                  <a:pt x="2585" y="4014"/>
                  <a:pt x="2585" y="4014"/>
                  <a:pt x="2585" y="4014"/>
                </a:cubicBezTo>
                <a:cubicBezTo>
                  <a:pt x="3477" y="4014"/>
                  <a:pt x="3477" y="4014"/>
                  <a:pt x="3477" y="4014"/>
                </a:cubicBezTo>
                <a:cubicBezTo>
                  <a:pt x="3477" y="4271"/>
                  <a:pt x="3477" y="4271"/>
                  <a:pt x="3477" y="4271"/>
                </a:cubicBezTo>
                <a:cubicBezTo>
                  <a:pt x="2847" y="4271"/>
                  <a:pt x="2847" y="4271"/>
                  <a:pt x="2847" y="4271"/>
                </a:cubicBezTo>
                <a:cubicBezTo>
                  <a:pt x="2803" y="4641"/>
                  <a:pt x="2803" y="4641"/>
                  <a:pt x="2803" y="4641"/>
                </a:cubicBezTo>
                <a:cubicBezTo>
                  <a:pt x="2832" y="4619"/>
                  <a:pt x="2868" y="4600"/>
                  <a:pt x="2910" y="4586"/>
                </a:cubicBezTo>
                <a:cubicBezTo>
                  <a:pt x="2951" y="4572"/>
                  <a:pt x="2998" y="4565"/>
                  <a:pt x="3048" y="4564"/>
                </a:cubicBezTo>
                <a:cubicBezTo>
                  <a:pt x="3202" y="4562"/>
                  <a:pt x="3322" y="4608"/>
                  <a:pt x="3406" y="4703"/>
                </a:cubicBezTo>
                <a:cubicBezTo>
                  <a:pt x="3491" y="4799"/>
                  <a:pt x="3533" y="4931"/>
                  <a:pt x="3533" y="5101"/>
                </a:cubicBezTo>
                <a:cubicBezTo>
                  <a:pt x="3533" y="5255"/>
                  <a:pt x="3487" y="5383"/>
                  <a:pt x="3394" y="5485"/>
                </a:cubicBezTo>
                <a:cubicBezTo>
                  <a:pt x="3301" y="5587"/>
                  <a:pt x="3168" y="5638"/>
                  <a:pt x="2993" y="5638"/>
                </a:cubicBezTo>
                <a:cubicBezTo>
                  <a:pt x="2846" y="5638"/>
                  <a:pt x="2720" y="5597"/>
                  <a:pt x="2615" y="5517"/>
                </a:cubicBezTo>
                <a:cubicBezTo>
                  <a:pt x="2510" y="5436"/>
                  <a:pt x="2460" y="5326"/>
                  <a:pt x="2464" y="5185"/>
                </a:cubicBezTo>
                <a:cubicBezTo>
                  <a:pt x="2466" y="5179"/>
                  <a:pt x="2466" y="5179"/>
                  <a:pt x="2466" y="5179"/>
                </a:cubicBezTo>
                <a:cubicBezTo>
                  <a:pt x="2775" y="5164"/>
                  <a:pt x="2775" y="5164"/>
                  <a:pt x="2775" y="5164"/>
                </a:cubicBezTo>
                <a:cubicBezTo>
                  <a:pt x="2775" y="5235"/>
                  <a:pt x="2795" y="5290"/>
                  <a:pt x="2835" y="5330"/>
                </a:cubicBezTo>
                <a:cubicBezTo>
                  <a:pt x="2875" y="5370"/>
                  <a:pt x="2928" y="5390"/>
                  <a:pt x="2993" y="5390"/>
                </a:cubicBezTo>
                <a:cubicBezTo>
                  <a:pt x="3068" y="5390"/>
                  <a:pt x="3123" y="5364"/>
                  <a:pt x="3159" y="5311"/>
                </a:cubicBezTo>
                <a:cubicBezTo>
                  <a:pt x="3194" y="5258"/>
                  <a:pt x="3212" y="5189"/>
                  <a:pt x="3212" y="5103"/>
                </a:cubicBezTo>
                <a:cubicBezTo>
                  <a:pt x="3212" y="5011"/>
                  <a:pt x="3193" y="4937"/>
                  <a:pt x="3155" y="4881"/>
                </a:cubicBezTo>
                <a:cubicBezTo>
                  <a:pt x="3117" y="4826"/>
                  <a:pt x="3060" y="4798"/>
                  <a:pt x="2986" y="4798"/>
                </a:cubicBezTo>
                <a:cubicBezTo>
                  <a:pt x="2924" y="4798"/>
                  <a:pt x="2877" y="4809"/>
                  <a:pt x="2844" y="4832"/>
                </a:cubicBezTo>
                <a:cubicBezTo>
                  <a:pt x="2812" y="4855"/>
                  <a:pt x="2789" y="4885"/>
                  <a:pt x="2775" y="4924"/>
                </a:cubicBezTo>
                <a:lnTo>
                  <a:pt x="2492" y="49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321360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ward 10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489" cy="914400"/>
          </a:xfrm>
          <a:custGeom>
            <a:avLst/>
            <a:gdLst>
              <a:gd name="T0" fmla="*/ 0 w 6000"/>
              <a:gd name="T1" fmla="*/ 4500 h 7500"/>
              <a:gd name="T2" fmla="*/ 3000 w 6000"/>
              <a:gd name="T3" fmla="*/ 7500 h 7500"/>
              <a:gd name="T4" fmla="*/ 6000 w 6000"/>
              <a:gd name="T5" fmla="*/ 4500 h 7500"/>
              <a:gd name="T6" fmla="*/ 5250 w 6000"/>
              <a:gd name="T7" fmla="*/ 4500 h 7500"/>
              <a:gd name="T8" fmla="*/ 3000 w 6000"/>
              <a:gd name="T9" fmla="*/ 6750 h 7500"/>
              <a:gd name="T10" fmla="*/ 750 w 6000"/>
              <a:gd name="T11" fmla="*/ 4500 h 7500"/>
              <a:gd name="T12" fmla="*/ 3000 w 6000"/>
              <a:gd name="T13" fmla="*/ 2250 h 7500"/>
              <a:gd name="T14" fmla="*/ 3000 w 6000"/>
              <a:gd name="T15" fmla="*/ 3750 h 7500"/>
              <a:gd name="T16" fmla="*/ 4875 w 6000"/>
              <a:gd name="T17" fmla="*/ 1875 h 7500"/>
              <a:gd name="T18" fmla="*/ 3000 w 6000"/>
              <a:gd name="T19" fmla="*/ 0 h 7500"/>
              <a:gd name="T20" fmla="*/ 3000 w 6000"/>
              <a:gd name="T21" fmla="*/ 1500 h 7500"/>
              <a:gd name="T22" fmla="*/ 0 w 6000"/>
              <a:gd name="T23" fmla="*/ 4500 h 7500"/>
              <a:gd name="T24" fmla="*/ 2584 w 6000"/>
              <a:gd name="T25" fmla="*/ 5615 h 7500"/>
              <a:gd name="T26" fmla="*/ 2244 w 6000"/>
              <a:gd name="T27" fmla="*/ 5619 h 7500"/>
              <a:gd name="T28" fmla="*/ 2244 w 6000"/>
              <a:gd name="T29" fmla="*/ 4389 h 7500"/>
              <a:gd name="T30" fmla="*/ 1869 w 6000"/>
              <a:gd name="T31" fmla="*/ 4512 h 7500"/>
              <a:gd name="T32" fmla="*/ 1869 w 6000"/>
              <a:gd name="T33" fmla="*/ 4225 h 7500"/>
              <a:gd name="T34" fmla="*/ 2584 w 6000"/>
              <a:gd name="T35" fmla="*/ 4015 h 7500"/>
              <a:gd name="T36" fmla="*/ 2584 w 6000"/>
              <a:gd name="T37" fmla="*/ 5615 h 7500"/>
              <a:gd name="T38" fmla="*/ 4176 w 6000"/>
              <a:gd name="T39" fmla="*/ 4992 h 7500"/>
              <a:gd name="T40" fmla="*/ 4030 w 6000"/>
              <a:gd name="T41" fmla="*/ 5474 h 7500"/>
              <a:gd name="T42" fmla="*/ 3636 w 6000"/>
              <a:gd name="T43" fmla="*/ 5639 h 7500"/>
              <a:gd name="T44" fmla="*/ 3240 w 6000"/>
              <a:gd name="T45" fmla="*/ 5474 h 7500"/>
              <a:gd name="T46" fmla="*/ 3093 w 6000"/>
              <a:gd name="T47" fmla="*/ 4992 h 7500"/>
              <a:gd name="T48" fmla="*/ 3093 w 6000"/>
              <a:gd name="T49" fmla="*/ 4640 h 7500"/>
              <a:gd name="T50" fmla="*/ 3239 w 6000"/>
              <a:gd name="T51" fmla="*/ 4158 h 7500"/>
              <a:gd name="T52" fmla="*/ 3634 w 6000"/>
              <a:gd name="T53" fmla="*/ 3992 h 7500"/>
              <a:gd name="T54" fmla="*/ 4029 w 6000"/>
              <a:gd name="T55" fmla="*/ 4158 h 7500"/>
              <a:gd name="T56" fmla="*/ 4176 w 6000"/>
              <a:gd name="T57" fmla="*/ 4640 h 7500"/>
              <a:gd name="T58" fmla="*/ 4176 w 6000"/>
              <a:gd name="T59" fmla="*/ 4992 h 7500"/>
              <a:gd name="T60" fmla="*/ 3856 w 6000"/>
              <a:gd name="T61" fmla="*/ 4606 h 7500"/>
              <a:gd name="T62" fmla="*/ 3798 w 6000"/>
              <a:gd name="T63" fmla="*/ 4328 h 7500"/>
              <a:gd name="T64" fmla="*/ 3634 w 6000"/>
              <a:gd name="T65" fmla="*/ 4240 h 7500"/>
              <a:gd name="T66" fmla="*/ 3469 w 6000"/>
              <a:gd name="T67" fmla="*/ 4327 h 7500"/>
              <a:gd name="T68" fmla="*/ 3413 w 6000"/>
              <a:gd name="T69" fmla="*/ 4606 h 7500"/>
              <a:gd name="T70" fmla="*/ 3413 w 6000"/>
              <a:gd name="T71" fmla="*/ 5022 h 7500"/>
              <a:gd name="T72" fmla="*/ 3469 w 6000"/>
              <a:gd name="T73" fmla="*/ 5303 h 7500"/>
              <a:gd name="T74" fmla="*/ 3636 w 6000"/>
              <a:gd name="T75" fmla="*/ 5391 h 7500"/>
              <a:gd name="T76" fmla="*/ 3800 w 6000"/>
              <a:gd name="T77" fmla="*/ 5303 h 7500"/>
              <a:gd name="T78" fmla="*/ 3856 w 6000"/>
              <a:gd name="T79" fmla="*/ 5022 h 7500"/>
              <a:gd name="T80" fmla="*/ 3856 w 6000"/>
              <a:gd name="T81" fmla="*/ 4606 h 7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000" h="7500">
                <a:moveTo>
                  <a:pt x="0" y="4500"/>
                </a:moveTo>
                <a:cubicBezTo>
                  <a:pt x="0" y="6150"/>
                  <a:pt x="1350" y="7500"/>
                  <a:pt x="3000" y="7500"/>
                </a:cubicBezTo>
                <a:cubicBezTo>
                  <a:pt x="4650" y="7500"/>
                  <a:pt x="6000" y="6150"/>
                  <a:pt x="6000" y="4500"/>
                </a:cubicBezTo>
                <a:cubicBezTo>
                  <a:pt x="5250" y="4500"/>
                  <a:pt x="5250" y="4500"/>
                  <a:pt x="5250" y="4500"/>
                </a:cubicBezTo>
                <a:cubicBezTo>
                  <a:pt x="5250" y="5737"/>
                  <a:pt x="4237" y="6750"/>
                  <a:pt x="3000" y="6750"/>
                </a:cubicBezTo>
                <a:cubicBezTo>
                  <a:pt x="1763" y="6750"/>
                  <a:pt x="750" y="5737"/>
                  <a:pt x="750" y="4500"/>
                </a:cubicBezTo>
                <a:cubicBezTo>
                  <a:pt x="750" y="3263"/>
                  <a:pt x="1763" y="2250"/>
                  <a:pt x="3000" y="2250"/>
                </a:cubicBezTo>
                <a:cubicBezTo>
                  <a:pt x="3000" y="3750"/>
                  <a:pt x="3000" y="3750"/>
                  <a:pt x="3000" y="3750"/>
                </a:cubicBezTo>
                <a:cubicBezTo>
                  <a:pt x="4875" y="1875"/>
                  <a:pt x="4875" y="1875"/>
                  <a:pt x="4875" y="1875"/>
                </a:cubicBezTo>
                <a:cubicBezTo>
                  <a:pt x="3000" y="0"/>
                  <a:pt x="3000" y="0"/>
                  <a:pt x="3000" y="0"/>
                </a:cubicBezTo>
                <a:cubicBezTo>
                  <a:pt x="3000" y="1500"/>
                  <a:pt x="3000" y="1500"/>
                  <a:pt x="3000" y="1500"/>
                </a:cubicBezTo>
                <a:cubicBezTo>
                  <a:pt x="1350" y="1500"/>
                  <a:pt x="0" y="2850"/>
                  <a:pt x="0" y="4500"/>
                </a:cubicBezTo>
                <a:close/>
                <a:moveTo>
                  <a:pt x="2584" y="5615"/>
                </a:moveTo>
                <a:cubicBezTo>
                  <a:pt x="2244" y="5619"/>
                  <a:pt x="2244" y="5619"/>
                  <a:pt x="2244" y="5619"/>
                </a:cubicBezTo>
                <a:cubicBezTo>
                  <a:pt x="2244" y="4389"/>
                  <a:pt x="2244" y="4389"/>
                  <a:pt x="2244" y="4389"/>
                </a:cubicBezTo>
                <a:cubicBezTo>
                  <a:pt x="1869" y="4512"/>
                  <a:pt x="1869" y="4512"/>
                  <a:pt x="1869" y="4512"/>
                </a:cubicBezTo>
                <a:cubicBezTo>
                  <a:pt x="1869" y="4225"/>
                  <a:pt x="1869" y="4225"/>
                  <a:pt x="1869" y="4225"/>
                </a:cubicBezTo>
                <a:cubicBezTo>
                  <a:pt x="2584" y="4015"/>
                  <a:pt x="2584" y="4015"/>
                  <a:pt x="2584" y="4015"/>
                </a:cubicBezTo>
                <a:lnTo>
                  <a:pt x="2584" y="5615"/>
                </a:lnTo>
                <a:close/>
                <a:moveTo>
                  <a:pt x="4176" y="4992"/>
                </a:moveTo>
                <a:cubicBezTo>
                  <a:pt x="4176" y="5205"/>
                  <a:pt x="4127" y="5365"/>
                  <a:pt x="4030" y="5474"/>
                </a:cubicBezTo>
                <a:cubicBezTo>
                  <a:pt x="3933" y="5584"/>
                  <a:pt x="3801" y="5639"/>
                  <a:pt x="3636" y="5639"/>
                </a:cubicBezTo>
                <a:cubicBezTo>
                  <a:pt x="3469" y="5639"/>
                  <a:pt x="3337" y="5584"/>
                  <a:pt x="3240" y="5474"/>
                </a:cubicBezTo>
                <a:cubicBezTo>
                  <a:pt x="3142" y="5365"/>
                  <a:pt x="3093" y="5205"/>
                  <a:pt x="3093" y="4992"/>
                </a:cubicBezTo>
                <a:cubicBezTo>
                  <a:pt x="3093" y="4640"/>
                  <a:pt x="3093" y="4640"/>
                  <a:pt x="3093" y="4640"/>
                </a:cubicBezTo>
                <a:cubicBezTo>
                  <a:pt x="3093" y="4429"/>
                  <a:pt x="3142" y="4268"/>
                  <a:pt x="3239" y="4158"/>
                </a:cubicBezTo>
                <a:cubicBezTo>
                  <a:pt x="3335" y="4047"/>
                  <a:pt x="3467" y="3992"/>
                  <a:pt x="3634" y="3992"/>
                </a:cubicBezTo>
                <a:cubicBezTo>
                  <a:pt x="3799" y="3992"/>
                  <a:pt x="3931" y="4047"/>
                  <a:pt x="4029" y="4158"/>
                </a:cubicBezTo>
                <a:cubicBezTo>
                  <a:pt x="4126" y="4268"/>
                  <a:pt x="4176" y="4429"/>
                  <a:pt x="4176" y="4640"/>
                </a:cubicBezTo>
                <a:lnTo>
                  <a:pt x="4176" y="4992"/>
                </a:lnTo>
                <a:close/>
                <a:moveTo>
                  <a:pt x="3856" y="4606"/>
                </a:moveTo>
                <a:cubicBezTo>
                  <a:pt x="3856" y="4479"/>
                  <a:pt x="3836" y="4387"/>
                  <a:pt x="3798" y="4328"/>
                </a:cubicBezTo>
                <a:cubicBezTo>
                  <a:pt x="3760" y="4269"/>
                  <a:pt x="3705" y="4240"/>
                  <a:pt x="3634" y="4240"/>
                </a:cubicBezTo>
                <a:cubicBezTo>
                  <a:pt x="3561" y="4240"/>
                  <a:pt x="3506" y="4269"/>
                  <a:pt x="3469" y="4327"/>
                </a:cubicBezTo>
                <a:cubicBezTo>
                  <a:pt x="3431" y="4386"/>
                  <a:pt x="3413" y="4479"/>
                  <a:pt x="3413" y="4606"/>
                </a:cubicBezTo>
                <a:cubicBezTo>
                  <a:pt x="3413" y="5022"/>
                  <a:pt x="3413" y="5022"/>
                  <a:pt x="3413" y="5022"/>
                </a:cubicBezTo>
                <a:cubicBezTo>
                  <a:pt x="3413" y="5151"/>
                  <a:pt x="3431" y="5245"/>
                  <a:pt x="3469" y="5303"/>
                </a:cubicBezTo>
                <a:cubicBezTo>
                  <a:pt x="3508" y="5362"/>
                  <a:pt x="3563" y="5391"/>
                  <a:pt x="3636" y="5391"/>
                </a:cubicBezTo>
                <a:cubicBezTo>
                  <a:pt x="3708" y="5391"/>
                  <a:pt x="3762" y="5362"/>
                  <a:pt x="3800" y="5303"/>
                </a:cubicBezTo>
                <a:cubicBezTo>
                  <a:pt x="3837" y="5245"/>
                  <a:pt x="3856" y="5151"/>
                  <a:pt x="3856" y="5022"/>
                </a:cubicBezTo>
                <a:lnTo>
                  <a:pt x="3856" y="46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72216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rward 30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489" cy="914400"/>
          </a:xfrm>
          <a:custGeom>
            <a:avLst/>
            <a:gdLst>
              <a:gd name="T0" fmla="*/ 3000 w 6000"/>
              <a:gd name="T1" fmla="*/ 7500 h 7500"/>
              <a:gd name="T2" fmla="*/ 5250 w 6000"/>
              <a:gd name="T3" fmla="*/ 4500 h 7500"/>
              <a:gd name="T4" fmla="*/ 750 w 6000"/>
              <a:gd name="T5" fmla="*/ 4500 h 7500"/>
              <a:gd name="T6" fmla="*/ 3000 w 6000"/>
              <a:gd name="T7" fmla="*/ 3750 h 7500"/>
              <a:gd name="T8" fmla="*/ 3000 w 6000"/>
              <a:gd name="T9" fmla="*/ 0 h 7500"/>
              <a:gd name="T10" fmla="*/ 0 w 6000"/>
              <a:gd name="T11" fmla="*/ 4500 h 7500"/>
              <a:gd name="T12" fmla="*/ 2254 w 6000"/>
              <a:gd name="T13" fmla="*/ 4679 h 7500"/>
              <a:gd name="T14" fmla="*/ 2479 w 6000"/>
              <a:gd name="T15" fmla="*/ 4453 h 7500"/>
              <a:gd name="T16" fmla="*/ 2264 w 6000"/>
              <a:gd name="T17" fmla="*/ 4239 h 7500"/>
              <a:gd name="T18" fmla="*/ 2051 w 6000"/>
              <a:gd name="T19" fmla="*/ 4431 h 7500"/>
              <a:gd name="T20" fmla="*/ 1738 w 6000"/>
              <a:gd name="T21" fmla="*/ 4424 h 7500"/>
              <a:gd name="T22" fmla="*/ 2255 w 6000"/>
              <a:gd name="T23" fmla="*/ 3992 h 7500"/>
              <a:gd name="T24" fmla="*/ 2799 w 6000"/>
              <a:gd name="T25" fmla="*/ 4449 h 7500"/>
              <a:gd name="T26" fmla="*/ 2552 w 6000"/>
              <a:gd name="T27" fmla="*/ 4794 h 7500"/>
              <a:gd name="T28" fmla="*/ 2825 w 6000"/>
              <a:gd name="T29" fmla="*/ 5167 h 7500"/>
              <a:gd name="T30" fmla="*/ 2255 w 6000"/>
              <a:gd name="T31" fmla="*/ 5639 h 7500"/>
              <a:gd name="T32" fmla="*/ 1718 w 6000"/>
              <a:gd name="T33" fmla="*/ 5187 h 7500"/>
              <a:gd name="T34" fmla="*/ 2031 w 6000"/>
              <a:gd name="T35" fmla="*/ 5180 h 7500"/>
              <a:gd name="T36" fmla="*/ 2264 w 6000"/>
              <a:gd name="T37" fmla="*/ 5391 h 7500"/>
              <a:gd name="T38" fmla="*/ 2504 w 6000"/>
              <a:gd name="T39" fmla="*/ 5163 h 7500"/>
              <a:gd name="T40" fmla="*/ 2254 w 6000"/>
              <a:gd name="T41" fmla="*/ 4920 h 7500"/>
              <a:gd name="T42" fmla="*/ 2074 w 6000"/>
              <a:gd name="T43" fmla="*/ 4679 h 7500"/>
              <a:gd name="T44" fmla="*/ 4086 w 6000"/>
              <a:gd name="T45" fmla="*/ 5474 h 7500"/>
              <a:gd name="T46" fmla="*/ 3296 w 6000"/>
              <a:gd name="T47" fmla="*/ 5474 h 7500"/>
              <a:gd name="T48" fmla="*/ 3149 w 6000"/>
              <a:gd name="T49" fmla="*/ 4640 h 7500"/>
              <a:gd name="T50" fmla="*/ 3690 w 6000"/>
              <a:gd name="T51" fmla="*/ 3992 h 7500"/>
              <a:gd name="T52" fmla="*/ 4232 w 6000"/>
              <a:gd name="T53" fmla="*/ 4640 h 7500"/>
              <a:gd name="T54" fmla="*/ 3913 w 6000"/>
              <a:gd name="T55" fmla="*/ 4606 h 7500"/>
              <a:gd name="T56" fmla="*/ 3690 w 6000"/>
              <a:gd name="T57" fmla="*/ 4239 h 7500"/>
              <a:gd name="T58" fmla="*/ 3469 w 6000"/>
              <a:gd name="T59" fmla="*/ 4606 h 7500"/>
              <a:gd name="T60" fmla="*/ 3526 w 6000"/>
              <a:gd name="T61" fmla="*/ 5303 h 7500"/>
              <a:gd name="T62" fmla="*/ 3856 w 6000"/>
              <a:gd name="T63" fmla="*/ 5303 h 7500"/>
              <a:gd name="T64" fmla="*/ 3913 w 6000"/>
              <a:gd name="T65" fmla="*/ 4606 h 7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000" h="7500">
                <a:moveTo>
                  <a:pt x="0" y="4500"/>
                </a:moveTo>
                <a:cubicBezTo>
                  <a:pt x="0" y="6150"/>
                  <a:pt x="1350" y="7500"/>
                  <a:pt x="3000" y="7500"/>
                </a:cubicBezTo>
                <a:cubicBezTo>
                  <a:pt x="4650" y="7500"/>
                  <a:pt x="6000" y="6150"/>
                  <a:pt x="6000" y="4500"/>
                </a:cubicBezTo>
                <a:cubicBezTo>
                  <a:pt x="5250" y="4500"/>
                  <a:pt x="5250" y="4500"/>
                  <a:pt x="5250" y="4500"/>
                </a:cubicBezTo>
                <a:cubicBezTo>
                  <a:pt x="5250" y="5737"/>
                  <a:pt x="4237" y="6750"/>
                  <a:pt x="3000" y="6750"/>
                </a:cubicBezTo>
                <a:cubicBezTo>
                  <a:pt x="1763" y="6750"/>
                  <a:pt x="750" y="5737"/>
                  <a:pt x="750" y="4500"/>
                </a:cubicBezTo>
                <a:cubicBezTo>
                  <a:pt x="750" y="3263"/>
                  <a:pt x="1763" y="2250"/>
                  <a:pt x="3000" y="2250"/>
                </a:cubicBezTo>
                <a:cubicBezTo>
                  <a:pt x="3000" y="3750"/>
                  <a:pt x="3000" y="3750"/>
                  <a:pt x="3000" y="3750"/>
                </a:cubicBezTo>
                <a:cubicBezTo>
                  <a:pt x="4875" y="1875"/>
                  <a:pt x="4875" y="1875"/>
                  <a:pt x="4875" y="1875"/>
                </a:cubicBezTo>
                <a:cubicBezTo>
                  <a:pt x="3000" y="0"/>
                  <a:pt x="3000" y="0"/>
                  <a:pt x="3000" y="0"/>
                </a:cubicBezTo>
                <a:cubicBezTo>
                  <a:pt x="3000" y="1500"/>
                  <a:pt x="3000" y="1500"/>
                  <a:pt x="3000" y="1500"/>
                </a:cubicBezTo>
                <a:cubicBezTo>
                  <a:pt x="1350" y="1500"/>
                  <a:pt x="0" y="2850"/>
                  <a:pt x="0" y="4500"/>
                </a:cubicBezTo>
                <a:close/>
                <a:moveTo>
                  <a:pt x="2074" y="4679"/>
                </a:moveTo>
                <a:cubicBezTo>
                  <a:pt x="2254" y="4679"/>
                  <a:pt x="2254" y="4679"/>
                  <a:pt x="2254" y="4679"/>
                </a:cubicBezTo>
                <a:cubicBezTo>
                  <a:pt x="2331" y="4679"/>
                  <a:pt x="2387" y="4659"/>
                  <a:pt x="2424" y="4619"/>
                </a:cubicBezTo>
                <a:cubicBezTo>
                  <a:pt x="2460" y="4579"/>
                  <a:pt x="2479" y="4524"/>
                  <a:pt x="2479" y="4453"/>
                </a:cubicBezTo>
                <a:cubicBezTo>
                  <a:pt x="2479" y="4388"/>
                  <a:pt x="2460" y="4336"/>
                  <a:pt x="2424" y="4297"/>
                </a:cubicBezTo>
                <a:cubicBezTo>
                  <a:pt x="2387" y="4259"/>
                  <a:pt x="2334" y="4239"/>
                  <a:pt x="2264" y="4239"/>
                </a:cubicBezTo>
                <a:cubicBezTo>
                  <a:pt x="2204" y="4239"/>
                  <a:pt x="2153" y="4257"/>
                  <a:pt x="2112" y="4292"/>
                </a:cubicBezTo>
                <a:cubicBezTo>
                  <a:pt x="2071" y="4327"/>
                  <a:pt x="2051" y="4373"/>
                  <a:pt x="2051" y="4431"/>
                </a:cubicBezTo>
                <a:cubicBezTo>
                  <a:pt x="1740" y="4431"/>
                  <a:pt x="1740" y="4431"/>
                  <a:pt x="1740" y="4431"/>
                </a:cubicBezTo>
                <a:cubicBezTo>
                  <a:pt x="1738" y="4424"/>
                  <a:pt x="1738" y="4424"/>
                  <a:pt x="1738" y="4424"/>
                </a:cubicBezTo>
                <a:cubicBezTo>
                  <a:pt x="1733" y="4299"/>
                  <a:pt x="1781" y="4195"/>
                  <a:pt x="1882" y="4114"/>
                </a:cubicBezTo>
                <a:cubicBezTo>
                  <a:pt x="1982" y="4033"/>
                  <a:pt x="2106" y="3992"/>
                  <a:pt x="2255" y="3992"/>
                </a:cubicBezTo>
                <a:cubicBezTo>
                  <a:pt x="2421" y="3992"/>
                  <a:pt x="2553" y="4031"/>
                  <a:pt x="2651" y="4111"/>
                </a:cubicBezTo>
                <a:cubicBezTo>
                  <a:pt x="2750" y="4190"/>
                  <a:pt x="2799" y="4303"/>
                  <a:pt x="2799" y="4449"/>
                </a:cubicBezTo>
                <a:cubicBezTo>
                  <a:pt x="2799" y="4519"/>
                  <a:pt x="2777" y="4585"/>
                  <a:pt x="2733" y="4648"/>
                </a:cubicBezTo>
                <a:cubicBezTo>
                  <a:pt x="2689" y="4710"/>
                  <a:pt x="2629" y="4759"/>
                  <a:pt x="2552" y="4794"/>
                </a:cubicBezTo>
                <a:cubicBezTo>
                  <a:pt x="2641" y="4826"/>
                  <a:pt x="2708" y="4874"/>
                  <a:pt x="2755" y="4939"/>
                </a:cubicBezTo>
                <a:cubicBezTo>
                  <a:pt x="2802" y="5005"/>
                  <a:pt x="2825" y="5080"/>
                  <a:pt x="2825" y="5167"/>
                </a:cubicBezTo>
                <a:cubicBezTo>
                  <a:pt x="2825" y="5314"/>
                  <a:pt x="2771" y="5429"/>
                  <a:pt x="2665" y="5513"/>
                </a:cubicBezTo>
                <a:cubicBezTo>
                  <a:pt x="2558" y="5597"/>
                  <a:pt x="2422" y="5639"/>
                  <a:pt x="2255" y="5639"/>
                </a:cubicBezTo>
                <a:cubicBezTo>
                  <a:pt x="2106" y="5639"/>
                  <a:pt x="1979" y="5599"/>
                  <a:pt x="1872" y="5520"/>
                </a:cubicBezTo>
                <a:cubicBezTo>
                  <a:pt x="1766" y="5442"/>
                  <a:pt x="1714" y="5331"/>
                  <a:pt x="1718" y="5187"/>
                </a:cubicBezTo>
                <a:cubicBezTo>
                  <a:pt x="1720" y="5180"/>
                  <a:pt x="1720" y="5180"/>
                  <a:pt x="1720" y="5180"/>
                </a:cubicBezTo>
                <a:cubicBezTo>
                  <a:pt x="2031" y="5180"/>
                  <a:pt x="2031" y="5180"/>
                  <a:pt x="2031" y="5180"/>
                </a:cubicBezTo>
                <a:cubicBezTo>
                  <a:pt x="2031" y="5242"/>
                  <a:pt x="2053" y="5292"/>
                  <a:pt x="2097" y="5332"/>
                </a:cubicBezTo>
                <a:cubicBezTo>
                  <a:pt x="2141" y="5372"/>
                  <a:pt x="2197" y="5391"/>
                  <a:pt x="2264" y="5391"/>
                </a:cubicBezTo>
                <a:cubicBezTo>
                  <a:pt x="2338" y="5391"/>
                  <a:pt x="2396" y="5371"/>
                  <a:pt x="2440" y="5330"/>
                </a:cubicBezTo>
                <a:cubicBezTo>
                  <a:pt x="2482" y="5289"/>
                  <a:pt x="2504" y="5234"/>
                  <a:pt x="2504" y="5163"/>
                </a:cubicBezTo>
                <a:cubicBezTo>
                  <a:pt x="2504" y="5079"/>
                  <a:pt x="2483" y="5017"/>
                  <a:pt x="2440" y="4978"/>
                </a:cubicBezTo>
                <a:cubicBezTo>
                  <a:pt x="2399" y="4939"/>
                  <a:pt x="2336" y="4920"/>
                  <a:pt x="2254" y="4920"/>
                </a:cubicBezTo>
                <a:cubicBezTo>
                  <a:pt x="2074" y="4920"/>
                  <a:pt x="2074" y="4920"/>
                  <a:pt x="2074" y="4920"/>
                </a:cubicBezTo>
                <a:lnTo>
                  <a:pt x="2074" y="4679"/>
                </a:lnTo>
                <a:close/>
                <a:moveTo>
                  <a:pt x="4232" y="4992"/>
                </a:moveTo>
                <a:cubicBezTo>
                  <a:pt x="4232" y="5204"/>
                  <a:pt x="4184" y="5365"/>
                  <a:pt x="4086" y="5474"/>
                </a:cubicBezTo>
                <a:cubicBezTo>
                  <a:pt x="3990" y="5584"/>
                  <a:pt x="3858" y="5639"/>
                  <a:pt x="3692" y="5639"/>
                </a:cubicBezTo>
                <a:cubicBezTo>
                  <a:pt x="3525" y="5639"/>
                  <a:pt x="3393" y="5584"/>
                  <a:pt x="3296" y="5474"/>
                </a:cubicBezTo>
                <a:cubicBezTo>
                  <a:pt x="3198" y="5365"/>
                  <a:pt x="3149" y="5204"/>
                  <a:pt x="3149" y="4992"/>
                </a:cubicBezTo>
                <a:cubicBezTo>
                  <a:pt x="3149" y="4640"/>
                  <a:pt x="3149" y="4640"/>
                  <a:pt x="3149" y="4640"/>
                </a:cubicBezTo>
                <a:cubicBezTo>
                  <a:pt x="3149" y="4429"/>
                  <a:pt x="3198" y="4268"/>
                  <a:pt x="3295" y="4157"/>
                </a:cubicBezTo>
                <a:cubicBezTo>
                  <a:pt x="3392" y="4047"/>
                  <a:pt x="3524" y="3992"/>
                  <a:pt x="3690" y="3992"/>
                </a:cubicBezTo>
                <a:cubicBezTo>
                  <a:pt x="3855" y="3992"/>
                  <a:pt x="3987" y="4047"/>
                  <a:pt x="4085" y="4157"/>
                </a:cubicBezTo>
                <a:cubicBezTo>
                  <a:pt x="4183" y="4268"/>
                  <a:pt x="4232" y="4429"/>
                  <a:pt x="4232" y="4640"/>
                </a:cubicBezTo>
                <a:lnTo>
                  <a:pt x="4232" y="4992"/>
                </a:lnTo>
                <a:close/>
                <a:moveTo>
                  <a:pt x="3913" y="4606"/>
                </a:moveTo>
                <a:cubicBezTo>
                  <a:pt x="3913" y="4479"/>
                  <a:pt x="3893" y="4387"/>
                  <a:pt x="3855" y="4328"/>
                </a:cubicBezTo>
                <a:cubicBezTo>
                  <a:pt x="3817" y="4269"/>
                  <a:pt x="3762" y="4239"/>
                  <a:pt x="3690" y="4239"/>
                </a:cubicBezTo>
                <a:cubicBezTo>
                  <a:pt x="3617" y="4239"/>
                  <a:pt x="3563" y="4269"/>
                  <a:pt x="3525" y="4327"/>
                </a:cubicBezTo>
                <a:cubicBezTo>
                  <a:pt x="3488" y="4386"/>
                  <a:pt x="3469" y="4479"/>
                  <a:pt x="3469" y="4606"/>
                </a:cubicBezTo>
                <a:cubicBezTo>
                  <a:pt x="3469" y="5022"/>
                  <a:pt x="3469" y="5022"/>
                  <a:pt x="3469" y="5022"/>
                </a:cubicBezTo>
                <a:cubicBezTo>
                  <a:pt x="3469" y="5151"/>
                  <a:pt x="3488" y="5245"/>
                  <a:pt x="3526" y="5303"/>
                </a:cubicBezTo>
                <a:cubicBezTo>
                  <a:pt x="3564" y="5362"/>
                  <a:pt x="3619" y="5391"/>
                  <a:pt x="3692" y="5391"/>
                </a:cubicBezTo>
                <a:cubicBezTo>
                  <a:pt x="3764" y="5391"/>
                  <a:pt x="3819" y="5362"/>
                  <a:pt x="3856" y="5303"/>
                </a:cubicBezTo>
                <a:cubicBezTo>
                  <a:pt x="3894" y="5245"/>
                  <a:pt x="3913" y="5151"/>
                  <a:pt x="3913" y="5022"/>
                </a:cubicBezTo>
                <a:lnTo>
                  <a:pt x="3913" y="46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691960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ame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3685 w 5669"/>
              <a:gd name="T1" fmla="*/ 1559 h 5669"/>
              <a:gd name="T2" fmla="*/ 3685 w 5669"/>
              <a:gd name="T3" fmla="*/ 0 h 5669"/>
              <a:gd name="T4" fmla="*/ 1984 w 5669"/>
              <a:gd name="T5" fmla="*/ 0 h 5669"/>
              <a:gd name="T6" fmla="*/ 1984 w 5669"/>
              <a:gd name="T7" fmla="*/ 1559 h 5669"/>
              <a:gd name="T8" fmla="*/ 2835 w 5669"/>
              <a:gd name="T9" fmla="*/ 2409 h 5669"/>
              <a:gd name="T10" fmla="*/ 3685 w 5669"/>
              <a:gd name="T11" fmla="*/ 1559 h 5669"/>
              <a:gd name="T12" fmla="*/ 1559 w 5669"/>
              <a:gd name="T13" fmla="*/ 1984 h 5669"/>
              <a:gd name="T14" fmla="*/ 0 w 5669"/>
              <a:gd name="T15" fmla="*/ 1984 h 5669"/>
              <a:gd name="T16" fmla="*/ 0 w 5669"/>
              <a:gd name="T17" fmla="*/ 3685 h 5669"/>
              <a:gd name="T18" fmla="*/ 1559 w 5669"/>
              <a:gd name="T19" fmla="*/ 3685 h 5669"/>
              <a:gd name="T20" fmla="*/ 2410 w 5669"/>
              <a:gd name="T21" fmla="*/ 2834 h 5669"/>
              <a:gd name="T22" fmla="*/ 1559 w 5669"/>
              <a:gd name="T23" fmla="*/ 1984 h 5669"/>
              <a:gd name="T24" fmla="*/ 1984 w 5669"/>
              <a:gd name="T25" fmla="*/ 4110 h 5669"/>
              <a:gd name="T26" fmla="*/ 1984 w 5669"/>
              <a:gd name="T27" fmla="*/ 5669 h 5669"/>
              <a:gd name="T28" fmla="*/ 3685 w 5669"/>
              <a:gd name="T29" fmla="*/ 5669 h 5669"/>
              <a:gd name="T30" fmla="*/ 3685 w 5669"/>
              <a:gd name="T31" fmla="*/ 4110 h 5669"/>
              <a:gd name="T32" fmla="*/ 2835 w 5669"/>
              <a:gd name="T33" fmla="*/ 3259 h 5669"/>
              <a:gd name="T34" fmla="*/ 1984 w 5669"/>
              <a:gd name="T35" fmla="*/ 4110 h 5669"/>
              <a:gd name="T36" fmla="*/ 4110 w 5669"/>
              <a:gd name="T37" fmla="*/ 1984 h 5669"/>
              <a:gd name="T38" fmla="*/ 3260 w 5669"/>
              <a:gd name="T39" fmla="*/ 2834 h 5669"/>
              <a:gd name="T40" fmla="*/ 4110 w 5669"/>
              <a:gd name="T41" fmla="*/ 3685 h 5669"/>
              <a:gd name="T42" fmla="*/ 5669 w 5669"/>
              <a:gd name="T43" fmla="*/ 3685 h 5669"/>
              <a:gd name="T44" fmla="*/ 5669 w 5669"/>
              <a:gd name="T45" fmla="*/ 1984 h 5669"/>
              <a:gd name="T46" fmla="*/ 4110 w 5669"/>
              <a:gd name="T47" fmla="*/ 1984 h 56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669" h="5669">
                <a:moveTo>
                  <a:pt x="3685" y="1559"/>
                </a:moveTo>
                <a:lnTo>
                  <a:pt x="3685" y="0"/>
                </a:lnTo>
                <a:lnTo>
                  <a:pt x="1984" y="0"/>
                </a:lnTo>
                <a:lnTo>
                  <a:pt x="1984" y="1559"/>
                </a:lnTo>
                <a:lnTo>
                  <a:pt x="2835" y="2409"/>
                </a:lnTo>
                <a:lnTo>
                  <a:pt x="3685" y="1559"/>
                </a:lnTo>
                <a:close/>
                <a:moveTo>
                  <a:pt x="1559" y="1984"/>
                </a:moveTo>
                <a:lnTo>
                  <a:pt x="0" y="1984"/>
                </a:lnTo>
                <a:lnTo>
                  <a:pt x="0" y="3685"/>
                </a:lnTo>
                <a:lnTo>
                  <a:pt x="1559" y="3685"/>
                </a:lnTo>
                <a:lnTo>
                  <a:pt x="2410" y="2834"/>
                </a:lnTo>
                <a:lnTo>
                  <a:pt x="1559" y="1984"/>
                </a:lnTo>
                <a:close/>
                <a:moveTo>
                  <a:pt x="1984" y="4110"/>
                </a:moveTo>
                <a:lnTo>
                  <a:pt x="1984" y="5669"/>
                </a:lnTo>
                <a:lnTo>
                  <a:pt x="3685" y="5669"/>
                </a:lnTo>
                <a:lnTo>
                  <a:pt x="3685" y="4110"/>
                </a:lnTo>
                <a:lnTo>
                  <a:pt x="2835" y="3259"/>
                </a:lnTo>
                <a:lnTo>
                  <a:pt x="1984" y="4110"/>
                </a:lnTo>
                <a:close/>
                <a:moveTo>
                  <a:pt x="4110" y="1984"/>
                </a:moveTo>
                <a:lnTo>
                  <a:pt x="3260" y="2834"/>
                </a:lnTo>
                <a:lnTo>
                  <a:pt x="4110" y="3685"/>
                </a:lnTo>
                <a:lnTo>
                  <a:pt x="5669" y="3685"/>
                </a:lnTo>
                <a:lnTo>
                  <a:pt x="5669" y="1984"/>
                </a:lnTo>
                <a:lnTo>
                  <a:pt x="4110" y="198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91242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920 w 2160"/>
              <a:gd name="T1" fmla="*/ 0 h 2160"/>
              <a:gd name="T2" fmla="*/ 240 w 2160"/>
              <a:gd name="T3" fmla="*/ 0 h 2160"/>
              <a:gd name="T4" fmla="*/ 0 w 2160"/>
              <a:gd name="T5" fmla="*/ 240 h 2160"/>
              <a:gd name="T6" fmla="*/ 0 w 2160"/>
              <a:gd name="T7" fmla="*/ 1920 h 2160"/>
              <a:gd name="T8" fmla="*/ 240 w 2160"/>
              <a:gd name="T9" fmla="*/ 2160 h 2160"/>
              <a:gd name="T10" fmla="*/ 1920 w 2160"/>
              <a:gd name="T11" fmla="*/ 2160 h 2160"/>
              <a:gd name="T12" fmla="*/ 2160 w 2160"/>
              <a:gd name="T13" fmla="*/ 1920 h 2160"/>
              <a:gd name="T14" fmla="*/ 2160 w 2160"/>
              <a:gd name="T15" fmla="*/ 240 h 2160"/>
              <a:gd name="T16" fmla="*/ 1920 w 2160"/>
              <a:gd name="T17" fmla="*/ 0 h 2160"/>
              <a:gd name="T18" fmla="*/ 960 w 2160"/>
              <a:gd name="T19" fmla="*/ 1440 h 2160"/>
              <a:gd name="T20" fmla="*/ 780 w 2160"/>
              <a:gd name="T21" fmla="*/ 1440 h 2160"/>
              <a:gd name="T22" fmla="*/ 780 w 2160"/>
              <a:gd name="T23" fmla="*/ 1200 h 2160"/>
              <a:gd name="T24" fmla="*/ 540 w 2160"/>
              <a:gd name="T25" fmla="*/ 1200 h 2160"/>
              <a:gd name="T26" fmla="*/ 540 w 2160"/>
              <a:gd name="T27" fmla="*/ 1440 h 2160"/>
              <a:gd name="T28" fmla="*/ 360 w 2160"/>
              <a:gd name="T29" fmla="*/ 1440 h 2160"/>
              <a:gd name="T30" fmla="*/ 360 w 2160"/>
              <a:gd name="T31" fmla="*/ 720 h 2160"/>
              <a:gd name="T32" fmla="*/ 540 w 2160"/>
              <a:gd name="T33" fmla="*/ 720 h 2160"/>
              <a:gd name="T34" fmla="*/ 540 w 2160"/>
              <a:gd name="T35" fmla="*/ 1020 h 2160"/>
              <a:gd name="T36" fmla="*/ 780 w 2160"/>
              <a:gd name="T37" fmla="*/ 1020 h 2160"/>
              <a:gd name="T38" fmla="*/ 780 w 2160"/>
              <a:gd name="T39" fmla="*/ 720 h 2160"/>
              <a:gd name="T40" fmla="*/ 960 w 2160"/>
              <a:gd name="T41" fmla="*/ 720 h 2160"/>
              <a:gd name="T42" fmla="*/ 960 w 2160"/>
              <a:gd name="T43" fmla="*/ 1440 h 2160"/>
              <a:gd name="T44" fmla="*/ 1200 w 2160"/>
              <a:gd name="T45" fmla="*/ 720 h 2160"/>
              <a:gd name="T46" fmla="*/ 1680 w 2160"/>
              <a:gd name="T47" fmla="*/ 720 h 2160"/>
              <a:gd name="T48" fmla="*/ 1800 w 2160"/>
              <a:gd name="T49" fmla="*/ 840 h 2160"/>
              <a:gd name="T50" fmla="*/ 1800 w 2160"/>
              <a:gd name="T51" fmla="*/ 1320 h 2160"/>
              <a:gd name="T52" fmla="*/ 1680 w 2160"/>
              <a:gd name="T53" fmla="*/ 1440 h 2160"/>
              <a:gd name="T54" fmla="*/ 1200 w 2160"/>
              <a:gd name="T55" fmla="*/ 1440 h 2160"/>
              <a:gd name="T56" fmla="*/ 1200 w 2160"/>
              <a:gd name="T57" fmla="*/ 720 h 2160"/>
              <a:gd name="T58" fmla="*/ 1380 w 2160"/>
              <a:gd name="T59" fmla="*/ 1260 h 2160"/>
              <a:gd name="T60" fmla="*/ 1620 w 2160"/>
              <a:gd name="T61" fmla="*/ 1260 h 2160"/>
              <a:gd name="T62" fmla="*/ 1620 w 2160"/>
              <a:gd name="T63" fmla="*/ 900 h 2160"/>
              <a:gd name="T64" fmla="*/ 1380 w 2160"/>
              <a:gd name="T65" fmla="*/ 900 h 2160"/>
              <a:gd name="T66" fmla="*/ 1380 w 2160"/>
              <a:gd name="T67" fmla="*/ 1260 h 21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60" h="2160">
                <a:moveTo>
                  <a:pt x="1920" y="0"/>
                </a:moveTo>
                <a:cubicBezTo>
                  <a:pt x="240" y="0"/>
                  <a:pt x="240" y="0"/>
                  <a:pt x="240" y="0"/>
                </a:cubicBezTo>
                <a:cubicBezTo>
                  <a:pt x="107" y="0"/>
                  <a:pt x="0" y="108"/>
                  <a:pt x="0" y="240"/>
                </a:cubicBezTo>
                <a:cubicBezTo>
                  <a:pt x="0" y="1920"/>
                  <a:pt x="0" y="1920"/>
                  <a:pt x="0" y="1920"/>
                </a:cubicBezTo>
                <a:cubicBezTo>
                  <a:pt x="0" y="2052"/>
                  <a:pt x="107" y="2160"/>
                  <a:pt x="240" y="2160"/>
                </a:cubicBezTo>
                <a:cubicBezTo>
                  <a:pt x="1920" y="2160"/>
                  <a:pt x="1920" y="2160"/>
                  <a:pt x="1920" y="2160"/>
                </a:cubicBezTo>
                <a:cubicBezTo>
                  <a:pt x="2052" y="2160"/>
                  <a:pt x="2160" y="2052"/>
                  <a:pt x="2160" y="1920"/>
                </a:cubicBezTo>
                <a:cubicBezTo>
                  <a:pt x="2160" y="240"/>
                  <a:pt x="2160" y="240"/>
                  <a:pt x="2160" y="240"/>
                </a:cubicBezTo>
                <a:cubicBezTo>
                  <a:pt x="2160" y="108"/>
                  <a:pt x="2052" y="0"/>
                  <a:pt x="1920" y="0"/>
                </a:cubicBezTo>
                <a:close/>
                <a:moveTo>
                  <a:pt x="960" y="1440"/>
                </a:moveTo>
                <a:cubicBezTo>
                  <a:pt x="780" y="1440"/>
                  <a:pt x="780" y="1440"/>
                  <a:pt x="780" y="1440"/>
                </a:cubicBezTo>
                <a:cubicBezTo>
                  <a:pt x="780" y="1200"/>
                  <a:pt x="780" y="1200"/>
                  <a:pt x="780" y="1200"/>
                </a:cubicBezTo>
                <a:cubicBezTo>
                  <a:pt x="540" y="1200"/>
                  <a:pt x="540" y="1200"/>
                  <a:pt x="540" y="1200"/>
                </a:cubicBezTo>
                <a:cubicBezTo>
                  <a:pt x="540" y="1440"/>
                  <a:pt x="540" y="1440"/>
                  <a:pt x="540" y="1440"/>
                </a:cubicBezTo>
                <a:cubicBezTo>
                  <a:pt x="360" y="1440"/>
                  <a:pt x="360" y="1440"/>
                  <a:pt x="360" y="1440"/>
                </a:cubicBezTo>
                <a:cubicBezTo>
                  <a:pt x="360" y="720"/>
                  <a:pt x="360" y="720"/>
                  <a:pt x="360" y="720"/>
                </a:cubicBezTo>
                <a:cubicBezTo>
                  <a:pt x="540" y="720"/>
                  <a:pt x="540" y="720"/>
                  <a:pt x="540" y="720"/>
                </a:cubicBezTo>
                <a:cubicBezTo>
                  <a:pt x="540" y="1020"/>
                  <a:pt x="540" y="1020"/>
                  <a:pt x="540" y="1020"/>
                </a:cubicBezTo>
                <a:cubicBezTo>
                  <a:pt x="780" y="1020"/>
                  <a:pt x="780" y="1020"/>
                  <a:pt x="780" y="1020"/>
                </a:cubicBezTo>
                <a:cubicBezTo>
                  <a:pt x="780" y="720"/>
                  <a:pt x="780" y="720"/>
                  <a:pt x="780" y="720"/>
                </a:cubicBezTo>
                <a:cubicBezTo>
                  <a:pt x="960" y="720"/>
                  <a:pt x="960" y="720"/>
                  <a:pt x="960" y="720"/>
                </a:cubicBezTo>
                <a:lnTo>
                  <a:pt x="960" y="1440"/>
                </a:lnTo>
                <a:close/>
                <a:moveTo>
                  <a:pt x="1200" y="720"/>
                </a:moveTo>
                <a:cubicBezTo>
                  <a:pt x="1680" y="720"/>
                  <a:pt x="1680" y="720"/>
                  <a:pt x="1680" y="720"/>
                </a:cubicBezTo>
                <a:cubicBezTo>
                  <a:pt x="1746" y="720"/>
                  <a:pt x="1800" y="774"/>
                  <a:pt x="1800" y="840"/>
                </a:cubicBezTo>
                <a:cubicBezTo>
                  <a:pt x="1800" y="1320"/>
                  <a:pt x="1800" y="1320"/>
                  <a:pt x="1800" y="1320"/>
                </a:cubicBezTo>
                <a:cubicBezTo>
                  <a:pt x="1800" y="1386"/>
                  <a:pt x="1746" y="1440"/>
                  <a:pt x="1680" y="1440"/>
                </a:cubicBezTo>
                <a:cubicBezTo>
                  <a:pt x="1200" y="1440"/>
                  <a:pt x="1200" y="1440"/>
                  <a:pt x="1200" y="1440"/>
                </a:cubicBezTo>
                <a:lnTo>
                  <a:pt x="1200" y="720"/>
                </a:lnTo>
                <a:close/>
                <a:moveTo>
                  <a:pt x="1380" y="1260"/>
                </a:moveTo>
                <a:cubicBezTo>
                  <a:pt x="1620" y="1260"/>
                  <a:pt x="1620" y="1260"/>
                  <a:pt x="1620" y="1260"/>
                </a:cubicBezTo>
                <a:cubicBezTo>
                  <a:pt x="1620" y="900"/>
                  <a:pt x="1620" y="900"/>
                  <a:pt x="1620" y="900"/>
                </a:cubicBezTo>
                <a:cubicBezTo>
                  <a:pt x="1380" y="900"/>
                  <a:pt x="1380" y="900"/>
                  <a:pt x="1380" y="900"/>
                </a:cubicBezTo>
                <a:lnTo>
                  <a:pt x="1380" y="12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27062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ri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91932" cy="914400"/>
          </a:xfrm>
          <a:custGeom>
            <a:avLst/>
            <a:gdLst>
              <a:gd name="T0" fmla="*/ 1680 w 2160"/>
              <a:gd name="T1" fmla="*/ 2254 h 2494"/>
              <a:gd name="T2" fmla="*/ 1589 w 2160"/>
              <a:gd name="T3" fmla="*/ 2236 h 2494"/>
              <a:gd name="T4" fmla="*/ 1384 w 2160"/>
              <a:gd name="T5" fmla="*/ 1950 h 2494"/>
              <a:gd name="T6" fmla="*/ 1097 w 2160"/>
              <a:gd name="T7" fmla="*/ 1590 h 2494"/>
              <a:gd name="T8" fmla="*/ 818 w 2160"/>
              <a:gd name="T9" fmla="*/ 1287 h 2494"/>
              <a:gd name="T10" fmla="*/ 720 w 2160"/>
              <a:gd name="T11" fmla="*/ 934 h 2494"/>
              <a:gd name="T12" fmla="*/ 1320 w 2160"/>
              <a:gd name="T13" fmla="*/ 334 h 2494"/>
              <a:gd name="T14" fmla="*/ 1920 w 2160"/>
              <a:gd name="T15" fmla="*/ 934 h 2494"/>
              <a:gd name="T16" fmla="*/ 2160 w 2160"/>
              <a:gd name="T17" fmla="*/ 934 h 2494"/>
              <a:gd name="T18" fmla="*/ 1320 w 2160"/>
              <a:gd name="T19" fmla="*/ 94 h 2494"/>
              <a:gd name="T20" fmla="*/ 480 w 2160"/>
              <a:gd name="T21" fmla="*/ 934 h 2494"/>
              <a:gd name="T22" fmla="*/ 608 w 2160"/>
              <a:gd name="T23" fmla="*/ 1402 h 2494"/>
              <a:gd name="T24" fmla="*/ 950 w 2160"/>
              <a:gd name="T25" fmla="*/ 1780 h 2494"/>
              <a:gd name="T26" fmla="*/ 1156 w 2160"/>
              <a:gd name="T27" fmla="*/ 2026 h 2494"/>
              <a:gd name="T28" fmla="*/ 1483 w 2160"/>
              <a:gd name="T29" fmla="*/ 2452 h 2494"/>
              <a:gd name="T30" fmla="*/ 1680 w 2160"/>
              <a:gd name="T31" fmla="*/ 2494 h 2494"/>
              <a:gd name="T32" fmla="*/ 2160 w 2160"/>
              <a:gd name="T33" fmla="*/ 2014 h 2494"/>
              <a:gd name="T34" fmla="*/ 1920 w 2160"/>
              <a:gd name="T35" fmla="*/ 2014 h 2494"/>
              <a:gd name="T36" fmla="*/ 1680 w 2160"/>
              <a:gd name="T37" fmla="*/ 2254 h 2494"/>
              <a:gd name="T38" fmla="*/ 557 w 2160"/>
              <a:gd name="T39" fmla="*/ 171 h 2494"/>
              <a:gd name="T40" fmla="*/ 386 w 2160"/>
              <a:gd name="T41" fmla="*/ 0 h 2494"/>
              <a:gd name="T42" fmla="*/ 0 w 2160"/>
              <a:gd name="T43" fmla="*/ 934 h 2494"/>
              <a:gd name="T44" fmla="*/ 386 w 2160"/>
              <a:gd name="T45" fmla="*/ 1868 h 2494"/>
              <a:gd name="T46" fmla="*/ 556 w 2160"/>
              <a:gd name="T47" fmla="*/ 1698 h 2494"/>
              <a:gd name="T48" fmla="*/ 240 w 2160"/>
              <a:gd name="T49" fmla="*/ 934 h 2494"/>
              <a:gd name="T50" fmla="*/ 557 w 2160"/>
              <a:gd name="T51" fmla="*/ 171 h 2494"/>
              <a:gd name="T52" fmla="*/ 1020 w 2160"/>
              <a:gd name="T53" fmla="*/ 934 h 2494"/>
              <a:gd name="T54" fmla="*/ 1320 w 2160"/>
              <a:gd name="T55" fmla="*/ 1234 h 2494"/>
              <a:gd name="T56" fmla="*/ 1620 w 2160"/>
              <a:gd name="T57" fmla="*/ 934 h 2494"/>
              <a:gd name="T58" fmla="*/ 1320 w 2160"/>
              <a:gd name="T59" fmla="*/ 634 h 2494"/>
              <a:gd name="T60" fmla="*/ 1020 w 2160"/>
              <a:gd name="T61" fmla="*/ 934 h 2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160" h="2494">
                <a:moveTo>
                  <a:pt x="1680" y="2254"/>
                </a:moveTo>
                <a:cubicBezTo>
                  <a:pt x="1645" y="2254"/>
                  <a:pt x="1613" y="2247"/>
                  <a:pt x="1589" y="2236"/>
                </a:cubicBezTo>
                <a:cubicBezTo>
                  <a:pt x="1504" y="2192"/>
                  <a:pt x="1444" y="2130"/>
                  <a:pt x="1384" y="1950"/>
                </a:cubicBezTo>
                <a:cubicBezTo>
                  <a:pt x="1322" y="1763"/>
                  <a:pt x="1207" y="1676"/>
                  <a:pt x="1097" y="1590"/>
                </a:cubicBezTo>
                <a:cubicBezTo>
                  <a:pt x="1002" y="1517"/>
                  <a:pt x="904" y="1442"/>
                  <a:pt x="818" y="1287"/>
                </a:cubicBezTo>
                <a:cubicBezTo>
                  <a:pt x="755" y="1172"/>
                  <a:pt x="720" y="1046"/>
                  <a:pt x="720" y="934"/>
                </a:cubicBezTo>
                <a:cubicBezTo>
                  <a:pt x="720" y="598"/>
                  <a:pt x="984" y="334"/>
                  <a:pt x="1320" y="334"/>
                </a:cubicBezTo>
                <a:cubicBezTo>
                  <a:pt x="1656" y="334"/>
                  <a:pt x="1920" y="598"/>
                  <a:pt x="1920" y="934"/>
                </a:cubicBezTo>
                <a:cubicBezTo>
                  <a:pt x="2160" y="934"/>
                  <a:pt x="2160" y="934"/>
                  <a:pt x="2160" y="934"/>
                </a:cubicBezTo>
                <a:cubicBezTo>
                  <a:pt x="2160" y="462"/>
                  <a:pt x="1792" y="94"/>
                  <a:pt x="1320" y="94"/>
                </a:cubicBezTo>
                <a:cubicBezTo>
                  <a:pt x="848" y="94"/>
                  <a:pt x="480" y="462"/>
                  <a:pt x="480" y="934"/>
                </a:cubicBezTo>
                <a:cubicBezTo>
                  <a:pt x="480" y="1085"/>
                  <a:pt x="526" y="1252"/>
                  <a:pt x="608" y="1402"/>
                </a:cubicBezTo>
                <a:cubicBezTo>
                  <a:pt x="718" y="1600"/>
                  <a:pt x="846" y="1700"/>
                  <a:pt x="950" y="1780"/>
                </a:cubicBezTo>
                <a:cubicBezTo>
                  <a:pt x="1048" y="1854"/>
                  <a:pt x="1117" y="1908"/>
                  <a:pt x="1156" y="2026"/>
                </a:cubicBezTo>
                <a:cubicBezTo>
                  <a:pt x="1228" y="2244"/>
                  <a:pt x="1320" y="2367"/>
                  <a:pt x="1483" y="2452"/>
                </a:cubicBezTo>
                <a:cubicBezTo>
                  <a:pt x="1544" y="2480"/>
                  <a:pt x="1612" y="2494"/>
                  <a:pt x="1680" y="2494"/>
                </a:cubicBezTo>
                <a:cubicBezTo>
                  <a:pt x="1945" y="2494"/>
                  <a:pt x="2160" y="2279"/>
                  <a:pt x="2160" y="2014"/>
                </a:cubicBezTo>
                <a:cubicBezTo>
                  <a:pt x="1920" y="2014"/>
                  <a:pt x="1920" y="2014"/>
                  <a:pt x="1920" y="2014"/>
                </a:cubicBezTo>
                <a:cubicBezTo>
                  <a:pt x="1920" y="2146"/>
                  <a:pt x="1812" y="2254"/>
                  <a:pt x="1680" y="2254"/>
                </a:cubicBezTo>
                <a:close/>
                <a:moveTo>
                  <a:pt x="557" y="171"/>
                </a:moveTo>
                <a:cubicBezTo>
                  <a:pt x="386" y="0"/>
                  <a:pt x="386" y="0"/>
                  <a:pt x="386" y="0"/>
                </a:cubicBezTo>
                <a:cubicBezTo>
                  <a:pt x="148" y="239"/>
                  <a:pt x="0" y="569"/>
                  <a:pt x="0" y="934"/>
                </a:cubicBezTo>
                <a:cubicBezTo>
                  <a:pt x="0" y="1299"/>
                  <a:pt x="148" y="1629"/>
                  <a:pt x="386" y="1868"/>
                </a:cubicBezTo>
                <a:cubicBezTo>
                  <a:pt x="556" y="1698"/>
                  <a:pt x="556" y="1698"/>
                  <a:pt x="556" y="1698"/>
                </a:cubicBezTo>
                <a:cubicBezTo>
                  <a:pt x="361" y="1503"/>
                  <a:pt x="240" y="1233"/>
                  <a:pt x="240" y="934"/>
                </a:cubicBezTo>
                <a:cubicBezTo>
                  <a:pt x="240" y="635"/>
                  <a:pt x="361" y="365"/>
                  <a:pt x="557" y="171"/>
                </a:cubicBezTo>
                <a:close/>
                <a:moveTo>
                  <a:pt x="1020" y="934"/>
                </a:moveTo>
                <a:cubicBezTo>
                  <a:pt x="1020" y="1100"/>
                  <a:pt x="1154" y="1234"/>
                  <a:pt x="1320" y="1234"/>
                </a:cubicBezTo>
                <a:cubicBezTo>
                  <a:pt x="1486" y="1234"/>
                  <a:pt x="1620" y="1100"/>
                  <a:pt x="1620" y="934"/>
                </a:cubicBezTo>
                <a:cubicBezTo>
                  <a:pt x="1620" y="768"/>
                  <a:pt x="1486" y="634"/>
                  <a:pt x="1320" y="634"/>
                </a:cubicBezTo>
                <a:cubicBezTo>
                  <a:pt x="1154" y="634"/>
                  <a:pt x="1020" y="768"/>
                  <a:pt x="1020" y="9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916696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gh Qualit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2472"/>
          </a:xfrm>
          <a:custGeom>
            <a:avLst/>
            <a:gdLst>
              <a:gd name="T0" fmla="*/ 1867 w 2100"/>
              <a:gd name="T1" fmla="*/ 0 h 1866"/>
              <a:gd name="T2" fmla="*/ 233 w 2100"/>
              <a:gd name="T3" fmla="*/ 0 h 1866"/>
              <a:gd name="T4" fmla="*/ 0 w 2100"/>
              <a:gd name="T5" fmla="*/ 233 h 1866"/>
              <a:gd name="T6" fmla="*/ 0 w 2100"/>
              <a:gd name="T7" fmla="*/ 1633 h 1866"/>
              <a:gd name="T8" fmla="*/ 233 w 2100"/>
              <a:gd name="T9" fmla="*/ 1866 h 1866"/>
              <a:gd name="T10" fmla="*/ 1867 w 2100"/>
              <a:gd name="T11" fmla="*/ 1866 h 1866"/>
              <a:gd name="T12" fmla="*/ 2100 w 2100"/>
              <a:gd name="T13" fmla="*/ 1633 h 1866"/>
              <a:gd name="T14" fmla="*/ 2100 w 2100"/>
              <a:gd name="T15" fmla="*/ 233 h 1866"/>
              <a:gd name="T16" fmla="*/ 1867 w 2100"/>
              <a:gd name="T17" fmla="*/ 0 h 1866"/>
              <a:gd name="T18" fmla="*/ 933 w 2100"/>
              <a:gd name="T19" fmla="*/ 1283 h 1866"/>
              <a:gd name="T20" fmla="*/ 758 w 2100"/>
              <a:gd name="T21" fmla="*/ 1283 h 1866"/>
              <a:gd name="T22" fmla="*/ 758 w 2100"/>
              <a:gd name="T23" fmla="*/ 1050 h 1866"/>
              <a:gd name="T24" fmla="*/ 525 w 2100"/>
              <a:gd name="T25" fmla="*/ 1050 h 1866"/>
              <a:gd name="T26" fmla="*/ 525 w 2100"/>
              <a:gd name="T27" fmla="*/ 1283 h 1866"/>
              <a:gd name="T28" fmla="*/ 350 w 2100"/>
              <a:gd name="T29" fmla="*/ 1283 h 1866"/>
              <a:gd name="T30" fmla="*/ 350 w 2100"/>
              <a:gd name="T31" fmla="*/ 583 h 1866"/>
              <a:gd name="T32" fmla="*/ 525 w 2100"/>
              <a:gd name="T33" fmla="*/ 583 h 1866"/>
              <a:gd name="T34" fmla="*/ 525 w 2100"/>
              <a:gd name="T35" fmla="*/ 875 h 1866"/>
              <a:gd name="T36" fmla="*/ 758 w 2100"/>
              <a:gd name="T37" fmla="*/ 875 h 1866"/>
              <a:gd name="T38" fmla="*/ 758 w 2100"/>
              <a:gd name="T39" fmla="*/ 583 h 1866"/>
              <a:gd name="T40" fmla="*/ 933 w 2100"/>
              <a:gd name="T41" fmla="*/ 583 h 1866"/>
              <a:gd name="T42" fmla="*/ 933 w 2100"/>
              <a:gd name="T43" fmla="*/ 1283 h 1866"/>
              <a:gd name="T44" fmla="*/ 1750 w 2100"/>
              <a:gd name="T45" fmla="*/ 1166 h 1866"/>
              <a:gd name="T46" fmla="*/ 1633 w 2100"/>
              <a:gd name="T47" fmla="*/ 1283 h 1866"/>
              <a:gd name="T48" fmla="*/ 1546 w 2100"/>
              <a:gd name="T49" fmla="*/ 1283 h 1866"/>
              <a:gd name="T50" fmla="*/ 1546 w 2100"/>
              <a:gd name="T51" fmla="*/ 1458 h 1866"/>
              <a:gd name="T52" fmla="*/ 1371 w 2100"/>
              <a:gd name="T53" fmla="*/ 1458 h 1866"/>
              <a:gd name="T54" fmla="*/ 1371 w 2100"/>
              <a:gd name="T55" fmla="*/ 1283 h 1866"/>
              <a:gd name="T56" fmla="*/ 1283 w 2100"/>
              <a:gd name="T57" fmla="*/ 1283 h 1866"/>
              <a:gd name="T58" fmla="*/ 1167 w 2100"/>
              <a:gd name="T59" fmla="*/ 1166 h 1866"/>
              <a:gd name="T60" fmla="*/ 1167 w 2100"/>
              <a:gd name="T61" fmla="*/ 700 h 1866"/>
              <a:gd name="T62" fmla="*/ 1283 w 2100"/>
              <a:gd name="T63" fmla="*/ 583 h 1866"/>
              <a:gd name="T64" fmla="*/ 1633 w 2100"/>
              <a:gd name="T65" fmla="*/ 583 h 1866"/>
              <a:gd name="T66" fmla="*/ 1750 w 2100"/>
              <a:gd name="T67" fmla="*/ 700 h 1866"/>
              <a:gd name="T68" fmla="*/ 1750 w 2100"/>
              <a:gd name="T69" fmla="*/ 1166 h 1866"/>
              <a:gd name="T70" fmla="*/ 1342 w 2100"/>
              <a:gd name="T71" fmla="*/ 1108 h 1866"/>
              <a:gd name="T72" fmla="*/ 1575 w 2100"/>
              <a:gd name="T73" fmla="*/ 1108 h 1866"/>
              <a:gd name="T74" fmla="*/ 1575 w 2100"/>
              <a:gd name="T75" fmla="*/ 758 h 1866"/>
              <a:gd name="T76" fmla="*/ 1342 w 2100"/>
              <a:gd name="T77" fmla="*/ 758 h 1866"/>
              <a:gd name="T78" fmla="*/ 1342 w 2100"/>
              <a:gd name="T79" fmla="*/ 1108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100" h="1866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5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4" y="1866"/>
                  <a:pt x="233" y="1866"/>
                </a:cubicBezTo>
                <a:cubicBezTo>
                  <a:pt x="1867" y="1866"/>
                  <a:pt x="1867" y="1866"/>
                  <a:pt x="1867" y="1866"/>
                </a:cubicBezTo>
                <a:cubicBezTo>
                  <a:pt x="1995" y="1866"/>
                  <a:pt x="2100" y="1761"/>
                  <a:pt x="2100" y="1633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933" y="1283"/>
                </a:moveTo>
                <a:cubicBezTo>
                  <a:pt x="758" y="1283"/>
                  <a:pt x="758" y="1283"/>
                  <a:pt x="758" y="1283"/>
                </a:cubicBezTo>
                <a:cubicBezTo>
                  <a:pt x="758" y="1050"/>
                  <a:pt x="758" y="1050"/>
                  <a:pt x="758" y="1050"/>
                </a:cubicBezTo>
                <a:cubicBezTo>
                  <a:pt x="525" y="1050"/>
                  <a:pt x="525" y="1050"/>
                  <a:pt x="525" y="1050"/>
                </a:cubicBezTo>
                <a:cubicBezTo>
                  <a:pt x="525" y="1283"/>
                  <a:pt x="525" y="1283"/>
                  <a:pt x="525" y="1283"/>
                </a:cubicBezTo>
                <a:cubicBezTo>
                  <a:pt x="350" y="1283"/>
                  <a:pt x="350" y="1283"/>
                  <a:pt x="350" y="1283"/>
                </a:cubicBezTo>
                <a:cubicBezTo>
                  <a:pt x="350" y="583"/>
                  <a:pt x="350" y="583"/>
                  <a:pt x="350" y="583"/>
                </a:cubicBezTo>
                <a:cubicBezTo>
                  <a:pt x="525" y="583"/>
                  <a:pt x="525" y="583"/>
                  <a:pt x="525" y="583"/>
                </a:cubicBezTo>
                <a:cubicBezTo>
                  <a:pt x="525" y="875"/>
                  <a:pt x="525" y="875"/>
                  <a:pt x="525" y="875"/>
                </a:cubicBezTo>
                <a:cubicBezTo>
                  <a:pt x="758" y="875"/>
                  <a:pt x="758" y="875"/>
                  <a:pt x="758" y="875"/>
                </a:cubicBezTo>
                <a:cubicBezTo>
                  <a:pt x="758" y="583"/>
                  <a:pt x="758" y="583"/>
                  <a:pt x="758" y="583"/>
                </a:cubicBezTo>
                <a:cubicBezTo>
                  <a:pt x="933" y="583"/>
                  <a:pt x="933" y="583"/>
                  <a:pt x="933" y="583"/>
                </a:cubicBezTo>
                <a:lnTo>
                  <a:pt x="933" y="1283"/>
                </a:lnTo>
                <a:close/>
                <a:moveTo>
                  <a:pt x="1750" y="1166"/>
                </a:moveTo>
                <a:cubicBezTo>
                  <a:pt x="1750" y="1230"/>
                  <a:pt x="1697" y="1283"/>
                  <a:pt x="1633" y="1283"/>
                </a:cubicBezTo>
                <a:cubicBezTo>
                  <a:pt x="1546" y="1283"/>
                  <a:pt x="1546" y="1283"/>
                  <a:pt x="1546" y="1283"/>
                </a:cubicBezTo>
                <a:cubicBezTo>
                  <a:pt x="1546" y="1458"/>
                  <a:pt x="1546" y="1458"/>
                  <a:pt x="1546" y="1458"/>
                </a:cubicBezTo>
                <a:cubicBezTo>
                  <a:pt x="1371" y="1458"/>
                  <a:pt x="1371" y="1458"/>
                  <a:pt x="1371" y="1458"/>
                </a:cubicBezTo>
                <a:cubicBezTo>
                  <a:pt x="1371" y="1283"/>
                  <a:pt x="1371" y="1283"/>
                  <a:pt x="1371" y="1283"/>
                </a:cubicBezTo>
                <a:cubicBezTo>
                  <a:pt x="1283" y="1283"/>
                  <a:pt x="1283" y="1283"/>
                  <a:pt x="1283" y="1283"/>
                </a:cubicBezTo>
                <a:cubicBezTo>
                  <a:pt x="1219" y="1283"/>
                  <a:pt x="1167" y="1230"/>
                  <a:pt x="1167" y="1166"/>
                </a:cubicBezTo>
                <a:cubicBezTo>
                  <a:pt x="1167" y="700"/>
                  <a:pt x="1167" y="700"/>
                  <a:pt x="1167" y="700"/>
                </a:cubicBezTo>
                <a:cubicBezTo>
                  <a:pt x="1167" y="636"/>
                  <a:pt x="1219" y="583"/>
                  <a:pt x="1283" y="583"/>
                </a:cubicBezTo>
                <a:cubicBezTo>
                  <a:pt x="1633" y="583"/>
                  <a:pt x="1633" y="583"/>
                  <a:pt x="1633" y="583"/>
                </a:cubicBezTo>
                <a:cubicBezTo>
                  <a:pt x="1697" y="583"/>
                  <a:pt x="1750" y="636"/>
                  <a:pt x="1750" y="700"/>
                </a:cubicBezTo>
                <a:lnTo>
                  <a:pt x="1750" y="1166"/>
                </a:lnTo>
                <a:close/>
                <a:moveTo>
                  <a:pt x="1342" y="1108"/>
                </a:moveTo>
                <a:cubicBezTo>
                  <a:pt x="1575" y="1108"/>
                  <a:pt x="1575" y="1108"/>
                  <a:pt x="1575" y="1108"/>
                </a:cubicBezTo>
                <a:cubicBezTo>
                  <a:pt x="1575" y="758"/>
                  <a:pt x="1575" y="758"/>
                  <a:pt x="1575" y="758"/>
                </a:cubicBezTo>
                <a:cubicBezTo>
                  <a:pt x="1342" y="758"/>
                  <a:pt x="1342" y="758"/>
                  <a:pt x="1342" y="758"/>
                </a:cubicBezTo>
                <a:lnTo>
                  <a:pt x="1342" y="11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287498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brary Ad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234 w 2334"/>
              <a:gd name="T1" fmla="*/ 467 h 2334"/>
              <a:gd name="T2" fmla="*/ 0 w 2334"/>
              <a:gd name="T3" fmla="*/ 467 h 2334"/>
              <a:gd name="T4" fmla="*/ 0 w 2334"/>
              <a:gd name="T5" fmla="*/ 2100 h 2334"/>
              <a:gd name="T6" fmla="*/ 234 w 2334"/>
              <a:gd name="T7" fmla="*/ 2334 h 2334"/>
              <a:gd name="T8" fmla="*/ 1867 w 2334"/>
              <a:gd name="T9" fmla="*/ 2334 h 2334"/>
              <a:gd name="T10" fmla="*/ 1867 w 2334"/>
              <a:gd name="T11" fmla="*/ 2100 h 2334"/>
              <a:gd name="T12" fmla="*/ 234 w 2334"/>
              <a:gd name="T13" fmla="*/ 2100 h 2334"/>
              <a:gd name="T14" fmla="*/ 234 w 2334"/>
              <a:gd name="T15" fmla="*/ 467 h 2334"/>
              <a:gd name="T16" fmla="*/ 2100 w 2334"/>
              <a:gd name="T17" fmla="*/ 0 h 2334"/>
              <a:gd name="T18" fmla="*/ 700 w 2334"/>
              <a:gd name="T19" fmla="*/ 0 h 2334"/>
              <a:gd name="T20" fmla="*/ 467 w 2334"/>
              <a:gd name="T21" fmla="*/ 234 h 2334"/>
              <a:gd name="T22" fmla="*/ 467 w 2334"/>
              <a:gd name="T23" fmla="*/ 1634 h 2334"/>
              <a:gd name="T24" fmla="*/ 700 w 2334"/>
              <a:gd name="T25" fmla="*/ 1867 h 2334"/>
              <a:gd name="T26" fmla="*/ 2100 w 2334"/>
              <a:gd name="T27" fmla="*/ 1867 h 2334"/>
              <a:gd name="T28" fmla="*/ 2334 w 2334"/>
              <a:gd name="T29" fmla="*/ 1634 h 2334"/>
              <a:gd name="T30" fmla="*/ 2334 w 2334"/>
              <a:gd name="T31" fmla="*/ 234 h 2334"/>
              <a:gd name="T32" fmla="*/ 2100 w 2334"/>
              <a:gd name="T33" fmla="*/ 0 h 2334"/>
              <a:gd name="T34" fmla="*/ 1984 w 2334"/>
              <a:gd name="T35" fmla="*/ 1050 h 2334"/>
              <a:gd name="T36" fmla="*/ 1517 w 2334"/>
              <a:gd name="T37" fmla="*/ 1050 h 2334"/>
              <a:gd name="T38" fmla="*/ 1517 w 2334"/>
              <a:gd name="T39" fmla="*/ 1517 h 2334"/>
              <a:gd name="T40" fmla="*/ 1284 w 2334"/>
              <a:gd name="T41" fmla="*/ 1517 h 2334"/>
              <a:gd name="T42" fmla="*/ 1284 w 2334"/>
              <a:gd name="T43" fmla="*/ 1050 h 2334"/>
              <a:gd name="T44" fmla="*/ 817 w 2334"/>
              <a:gd name="T45" fmla="*/ 1050 h 2334"/>
              <a:gd name="T46" fmla="*/ 817 w 2334"/>
              <a:gd name="T47" fmla="*/ 817 h 2334"/>
              <a:gd name="T48" fmla="*/ 1284 w 2334"/>
              <a:gd name="T49" fmla="*/ 817 h 2334"/>
              <a:gd name="T50" fmla="*/ 1284 w 2334"/>
              <a:gd name="T51" fmla="*/ 350 h 2334"/>
              <a:gd name="T52" fmla="*/ 1517 w 2334"/>
              <a:gd name="T53" fmla="*/ 350 h 2334"/>
              <a:gd name="T54" fmla="*/ 1517 w 2334"/>
              <a:gd name="T55" fmla="*/ 817 h 2334"/>
              <a:gd name="T56" fmla="*/ 1984 w 2334"/>
              <a:gd name="T57" fmla="*/ 817 h 2334"/>
              <a:gd name="T58" fmla="*/ 1984 w 2334"/>
              <a:gd name="T59" fmla="*/ 105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334" h="2334">
                <a:moveTo>
                  <a:pt x="234" y="467"/>
                </a:moveTo>
                <a:cubicBezTo>
                  <a:pt x="0" y="467"/>
                  <a:pt x="0" y="467"/>
                  <a:pt x="0" y="467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4" y="2334"/>
                </a:cubicBezTo>
                <a:cubicBezTo>
                  <a:pt x="1867" y="2334"/>
                  <a:pt x="1867" y="2334"/>
                  <a:pt x="1867" y="2334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234" y="2100"/>
                  <a:pt x="234" y="2100"/>
                  <a:pt x="234" y="2100"/>
                </a:cubicBezTo>
                <a:lnTo>
                  <a:pt x="234" y="467"/>
                </a:lnTo>
                <a:close/>
                <a:moveTo>
                  <a:pt x="2100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2" y="0"/>
                  <a:pt x="467" y="105"/>
                  <a:pt x="467" y="234"/>
                </a:cubicBezTo>
                <a:cubicBezTo>
                  <a:pt x="467" y="1634"/>
                  <a:pt x="467" y="1634"/>
                  <a:pt x="467" y="1634"/>
                </a:cubicBezTo>
                <a:cubicBezTo>
                  <a:pt x="467" y="1762"/>
                  <a:pt x="572" y="1867"/>
                  <a:pt x="700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984" y="1050"/>
                </a:moveTo>
                <a:cubicBezTo>
                  <a:pt x="1517" y="1050"/>
                  <a:pt x="1517" y="1050"/>
                  <a:pt x="1517" y="1050"/>
                </a:cubicBezTo>
                <a:cubicBezTo>
                  <a:pt x="1517" y="1517"/>
                  <a:pt x="1517" y="1517"/>
                  <a:pt x="1517" y="1517"/>
                </a:cubicBezTo>
                <a:cubicBezTo>
                  <a:pt x="1284" y="1517"/>
                  <a:pt x="1284" y="1517"/>
                  <a:pt x="1284" y="1517"/>
                </a:cubicBezTo>
                <a:cubicBezTo>
                  <a:pt x="1284" y="1050"/>
                  <a:pt x="1284" y="1050"/>
                  <a:pt x="1284" y="1050"/>
                </a:cubicBezTo>
                <a:cubicBezTo>
                  <a:pt x="817" y="1050"/>
                  <a:pt x="817" y="1050"/>
                  <a:pt x="817" y="1050"/>
                </a:cubicBezTo>
                <a:cubicBezTo>
                  <a:pt x="817" y="817"/>
                  <a:pt x="817" y="817"/>
                  <a:pt x="817" y="817"/>
                </a:cubicBezTo>
                <a:cubicBezTo>
                  <a:pt x="1284" y="817"/>
                  <a:pt x="1284" y="817"/>
                  <a:pt x="1284" y="817"/>
                </a:cubicBezTo>
                <a:cubicBezTo>
                  <a:pt x="1284" y="350"/>
                  <a:pt x="1284" y="350"/>
                  <a:pt x="1284" y="350"/>
                </a:cubicBezTo>
                <a:cubicBezTo>
                  <a:pt x="1517" y="350"/>
                  <a:pt x="1517" y="350"/>
                  <a:pt x="1517" y="350"/>
                </a:cubicBezTo>
                <a:cubicBezTo>
                  <a:pt x="1517" y="817"/>
                  <a:pt x="1517" y="817"/>
                  <a:pt x="1517" y="817"/>
                </a:cubicBezTo>
                <a:cubicBezTo>
                  <a:pt x="1984" y="817"/>
                  <a:pt x="1984" y="817"/>
                  <a:pt x="1984" y="817"/>
                </a:cubicBezTo>
                <a:lnTo>
                  <a:pt x="1984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80470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brary Book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34 w 2334"/>
              <a:gd name="T1" fmla="*/ 467 h 2334"/>
              <a:gd name="T2" fmla="*/ 0 w 2334"/>
              <a:gd name="T3" fmla="*/ 467 h 2334"/>
              <a:gd name="T4" fmla="*/ 0 w 2334"/>
              <a:gd name="T5" fmla="*/ 2100 h 2334"/>
              <a:gd name="T6" fmla="*/ 234 w 2334"/>
              <a:gd name="T7" fmla="*/ 2334 h 2334"/>
              <a:gd name="T8" fmla="*/ 1867 w 2334"/>
              <a:gd name="T9" fmla="*/ 2334 h 2334"/>
              <a:gd name="T10" fmla="*/ 1867 w 2334"/>
              <a:gd name="T11" fmla="*/ 2100 h 2334"/>
              <a:gd name="T12" fmla="*/ 234 w 2334"/>
              <a:gd name="T13" fmla="*/ 2100 h 2334"/>
              <a:gd name="T14" fmla="*/ 234 w 2334"/>
              <a:gd name="T15" fmla="*/ 467 h 2334"/>
              <a:gd name="T16" fmla="*/ 2100 w 2334"/>
              <a:gd name="T17" fmla="*/ 0 h 2334"/>
              <a:gd name="T18" fmla="*/ 700 w 2334"/>
              <a:gd name="T19" fmla="*/ 0 h 2334"/>
              <a:gd name="T20" fmla="*/ 467 w 2334"/>
              <a:gd name="T21" fmla="*/ 234 h 2334"/>
              <a:gd name="T22" fmla="*/ 467 w 2334"/>
              <a:gd name="T23" fmla="*/ 1634 h 2334"/>
              <a:gd name="T24" fmla="*/ 700 w 2334"/>
              <a:gd name="T25" fmla="*/ 1867 h 2334"/>
              <a:gd name="T26" fmla="*/ 2100 w 2334"/>
              <a:gd name="T27" fmla="*/ 1867 h 2334"/>
              <a:gd name="T28" fmla="*/ 2334 w 2334"/>
              <a:gd name="T29" fmla="*/ 1634 h 2334"/>
              <a:gd name="T30" fmla="*/ 2334 w 2334"/>
              <a:gd name="T31" fmla="*/ 234 h 2334"/>
              <a:gd name="T32" fmla="*/ 2100 w 2334"/>
              <a:gd name="T33" fmla="*/ 0 h 2334"/>
              <a:gd name="T34" fmla="*/ 1984 w 2334"/>
              <a:gd name="T35" fmla="*/ 1050 h 2334"/>
              <a:gd name="T36" fmla="*/ 817 w 2334"/>
              <a:gd name="T37" fmla="*/ 1050 h 2334"/>
              <a:gd name="T38" fmla="*/ 817 w 2334"/>
              <a:gd name="T39" fmla="*/ 817 h 2334"/>
              <a:gd name="T40" fmla="*/ 1984 w 2334"/>
              <a:gd name="T41" fmla="*/ 817 h 2334"/>
              <a:gd name="T42" fmla="*/ 1984 w 2334"/>
              <a:gd name="T43" fmla="*/ 1050 h 2334"/>
              <a:gd name="T44" fmla="*/ 1517 w 2334"/>
              <a:gd name="T45" fmla="*/ 1517 h 2334"/>
              <a:gd name="T46" fmla="*/ 817 w 2334"/>
              <a:gd name="T47" fmla="*/ 1517 h 2334"/>
              <a:gd name="T48" fmla="*/ 817 w 2334"/>
              <a:gd name="T49" fmla="*/ 1284 h 2334"/>
              <a:gd name="T50" fmla="*/ 1517 w 2334"/>
              <a:gd name="T51" fmla="*/ 1284 h 2334"/>
              <a:gd name="T52" fmla="*/ 1517 w 2334"/>
              <a:gd name="T53" fmla="*/ 1517 h 2334"/>
              <a:gd name="T54" fmla="*/ 1984 w 2334"/>
              <a:gd name="T55" fmla="*/ 584 h 2334"/>
              <a:gd name="T56" fmla="*/ 817 w 2334"/>
              <a:gd name="T57" fmla="*/ 584 h 2334"/>
              <a:gd name="T58" fmla="*/ 817 w 2334"/>
              <a:gd name="T59" fmla="*/ 350 h 2334"/>
              <a:gd name="T60" fmla="*/ 1984 w 2334"/>
              <a:gd name="T61" fmla="*/ 350 h 2334"/>
              <a:gd name="T62" fmla="*/ 1984 w 2334"/>
              <a:gd name="T63" fmla="*/ 58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334" h="2334">
                <a:moveTo>
                  <a:pt x="234" y="467"/>
                </a:moveTo>
                <a:cubicBezTo>
                  <a:pt x="0" y="467"/>
                  <a:pt x="0" y="467"/>
                  <a:pt x="0" y="467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4" y="2334"/>
                </a:cubicBezTo>
                <a:cubicBezTo>
                  <a:pt x="1867" y="2334"/>
                  <a:pt x="1867" y="2334"/>
                  <a:pt x="1867" y="2334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234" y="2100"/>
                  <a:pt x="234" y="2100"/>
                  <a:pt x="234" y="2100"/>
                </a:cubicBezTo>
                <a:lnTo>
                  <a:pt x="234" y="467"/>
                </a:lnTo>
                <a:close/>
                <a:moveTo>
                  <a:pt x="2100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2" y="0"/>
                  <a:pt x="467" y="105"/>
                  <a:pt x="467" y="234"/>
                </a:cubicBezTo>
                <a:cubicBezTo>
                  <a:pt x="467" y="1634"/>
                  <a:pt x="467" y="1634"/>
                  <a:pt x="467" y="1634"/>
                </a:cubicBezTo>
                <a:cubicBezTo>
                  <a:pt x="467" y="1762"/>
                  <a:pt x="572" y="1867"/>
                  <a:pt x="700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984" y="1050"/>
                </a:moveTo>
                <a:cubicBezTo>
                  <a:pt x="817" y="1050"/>
                  <a:pt x="817" y="1050"/>
                  <a:pt x="817" y="1050"/>
                </a:cubicBezTo>
                <a:cubicBezTo>
                  <a:pt x="817" y="817"/>
                  <a:pt x="817" y="817"/>
                  <a:pt x="817" y="817"/>
                </a:cubicBezTo>
                <a:cubicBezTo>
                  <a:pt x="1984" y="817"/>
                  <a:pt x="1984" y="817"/>
                  <a:pt x="1984" y="817"/>
                </a:cubicBezTo>
                <a:lnTo>
                  <a:pt x="1984" y="1050"/>
                </a:lnTo>
                <a:close/>
                <a:moveTo>
                  <a:pt x="1517" y="1517"/>
                </a:moveTo>
                <a:cubicBezTo>
                  <a:pt x="817" y="1517"/>
                  <a:pt x="817" y="1517"/>
                  <a:pt x="817" y="1517"/>
                </a:cubicBezTo>
                <a:cubicBezTo>
                  <a:pt x="817" y="1284"/>
                  <a:pt x="817" y="1284"/>
                  <a:pt x="817" y="1284"/>
                </a:cubicBezTo>
                <a:cubicBezTo>
                  <a:pt x="1517" y="1284"/>
                  <a:pt x="1517" y="1284"/>
                  <a:pt x="1517" y="1284"/>
                </a:cubicBezTo>
                <a:lnTo>
                  <a:pt x="1517" y="1517"/>
                </a:lnTo>
                <a:close/>
                <a:moveTo>
                  <a:pt x="1984" y="584"/>
                </a:moveTo>
                <a:cubicBezTo>
                  <a:pt x="817" y="584"/>
                  <a:pt x="817" y="584"/>
                  <a:pt x="817" y="584"/>
                </a:cubicBezTo>
                <a:cubicBezTo>
                  <a:pt x="817" y="350"/>
                  <a:pt x="817" y="350"/>
                  <a:pt x="817" y="350"/>
                </a:cubicBezTo>
                <a:cubicBezTo>
                  <a:pt x="1984" y="350"/>
                  <a:pt x="1984" y="350"/>
                  <a:pt x="1984" y="350"/>
                </a:cubicBezTo>
                <a:lnTo>
                  <a:pt x="1984" y="58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841029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brary Music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100 w 2334"/>
              <a:gd name="T1" fmla="*/ 0 h 2334"/>
              <a:gd name="T2" fmla="*/ 700 w 2334"/>
              <a:gd name="T3" fmla="*/ 0 h 2334"/>
              <a:gd name="T4" fmla="*/ 467 w 2334"/>
              <a:gd name="T5" fmla="*/ 234 h 2334"/>
              <a:gd name="T6" fmla="*/ 467 w 2334"/>
              <a:gd name="T7" fmla="*/ 1634 h 2334"/>
              <a:gd name="T8" fmla="*/ 700 w 2334"/>
              <a:gd name="T9" fmla="*/ 1867 h 2334"/>
              <a:gd name="T10" fmla="*/ 2100 w 2334"/>
              <a:gd name="T11" fmla="*/ 1867 h 2334"/>
              <a:gd name="T12" fmla="*/ 2334 w 2334"/>
              <a:gd name="T13" fmla="*/ 1634 h 2334"/>
              <a:gd name="T14" fmla="*/ 2334 w 2334"/>
              <a:gd name="T15" fmla="*/ 234 h 2334"/>
              <a:gd name="T16" fmla="*/ 2100 w 2334"/>
              <a:gd name="T17" fmla="*/ 0 h 2334"/>
              <a:gd name="T18" fmla="*/ 1867 w 2334"/>
              <a:gd name="T19" fmla="*/ 584 h 2334"/>
              <a:gd name="T20" fmla="*/ 1517 w 2334"/>
              <a:gd name="T21" fmla="*/ 584 h 2334"/>
              <a:gd name="T22" fmla="*/ 1517 w 2334"/>
              <a:gd name="T23" fmla="*/ 1225 h 2334"/>
              <a:gd name="T24" fmla="*/ 1225 w 2334"/>
              <a:gd name="T25" fmla="*/ 1517 h 2334"/>
              <a:gd name="T26" fmla="*/ 934 w 2334"/>
              <a:gd name="T27" fmla="*/ 1225 h 2334"/>
              <a:gd name="T28" fmla="*/ 1225 w 2334"/>
              <a:gd name="T29" fmla="*/ 934 h 2334"/>
              <a:gd name="T30" fmla="*/ 1400 w 2334"/>
              <a:gd name="T31" fmla="*/ 993 h 2334"/>
              <a:gd name="T32" fmla="*/ 1400 w 2334"/>
              <a:gd name="T33" fmla="*/ 350 h 2334"/>
              <a:gd name="T34" fmla="*/ 1867 w 2334"/>
              <a:gd name="T35" fmla="*/ 350 h 2334"/>
              <a:gd name="T36" fmla="*/ 1867 w 2334"/>
              <a:gd name="T37" fmla="*/ 584 h 2334"/>
              <a:gd name="T38" fmla="*/ 234 w 2334"/>
              <a:gd name="T39" fmla="*/ 467 h 2334"/>
              <a:gd name="T40" fmla="*/ 0 w 2334"/>
              <a:gd name="T41" fmla="*/ 467 h 2334"/>
              <a:gd name="T42" fmla="*/ 0 w 2334"/>
              <a:gd name="T43" fmla="*/ 2100 h 2334"/>
              <a:gd name="T44" fmla="*/ 234 w 2334"/>
              <a:gd name="T45" fmla="*/ 2334 h 2334"/>
              <a:gd name="T46" fmla="*/ 1867 w 2334"/>
              <a:gd name="T47" fmla="*/ 2334 h 2334"/>
              <a:gd name="T48" fmla="*/ 1867 w 2334"/>
              <a:gd name="T49" fmla="*/ 2100 h 2334"/>
              <a:gd name="T50" fmla="*/ 234 w 2334"/>
              <a:gd name="T51" fmla="*/ 2100 h 2334"/>
              <a:gd name="T52" fmla="*/ 234 w 2334"/>
              <a:gd name="T53" fmla="*/ 46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2" y="0"/>
                  <a:pt x="467" y="105"/>
                  <a:pt x="467" y="234"/>
                </a:cubicBezTo>
                <a:cubicBezTo>
                  <a:pt x="467" y="1634"/>
                  <a:pt x="467" y="1634"/>
                  <a:pt x="467" y="1634"/>
                </a:cubicBezTo>
                <a:cubicBezTo>
                  <a:pt x="467" y="1762"/>
                  <a:pt x="572" y="1867"/>
                  <a:pt x="700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867" y="584"/>
                </a:moveTo>
                <a:cubicBezTo>
                  <a:pt x="1517" y="584"/>
                  <a:pt x="1517" y="584"/>
                  <a:pt x="1517" y="584"/>
                </a:cubicBezTo>
                <a:cubicBezTo>
                  <a:pt x="1517" y="1225"/>
                  <a:pt x="1517" y="1225"/>
                  <a:pt x="1517" y="1225"/>
                </a:cubicBezTo>
                <a:cubicBezTo>
                  <a:pt x="1517" y="1386"/>
                  <a:pt x="1386" y="1517"/>
                  <a:pt x="1225" y="1517"/>
                </a:cubicBezTo>
                <a:cubicBezTo>
                  <a:pt x="1064" y="1517"/>
                  <a:pt x="934" y="1386"/>
                  <a:pt x="934" y="1225"/>
                </a:cubicBezTo>
                <a:cubicBezTo>
                  <a:pt x="934" y="1064"/>
                  <a:pt x="1064" y="934"/>
                  <a:pt x="1225" y="934"/>
                </a:cubicBezTo>
                <a:cubicBezTo>
                  <a:pt x="1292" y="934"/>
                  <a:pt x="1351" y="956"/>
                  <a:pt x="1400" y="993"/>
                </a:cubicBezTo>
                <a:cubicBezTo>
                  <a:pt x="1400" y="350"/>
                  <a:pt x="1400" y="350"/>
                  <a:pt x="1400" y="350"/>
                </a:cubicBezTo>
                <a:cubicBezTo>
                  <a:pt x="1867" y="350"/>
                  <a:pt x="1867" y="350"/>
                  <a:pt x="1867" y="350"/>
                </a:cubicBezTo>
                <a:lnTo>
                  <a:pt x="1867" y="584"/>
                </a:lnTo>
                <a:close/>
                <a:moveTo>
                  <a:pt x="234" y="467"/>
                </a:moveTo>
                <a:cubicBezTo>
                  <a:pt x="0" y="467"/>
                  <a:pt x="0" y="467"/>
                  <a:pt x="0" y="467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4" y="2334"/>
                </a:cubicBezTo>
                <a:cubicBezTo>
                  <a:pt x="1867" y="2334"/>
                  <a:pt x="1867" y="2334"/>
                  <a:pt x="1867" y="2334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234" y="2100"/>
                  <a:pt x="234" y="2100"/>
                  <a:pt x="234" y="2100"/>
                </a:cubicBezTo>
                <a:lnTo>
                  <a:pt x="234" y="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920338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o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65018" cy="914400"/>
          </a:xfrm>
          <a:custGeom>
            <a:avLst/>
            <a:gdLst>
              <a:gd name="T0" fmla="*/ 933 w 1866"/>
              <a:gd name="T1" fmla="*/ 350 h 2566"/>
              <a:gd name="T2" fmla="*/ 933 w 1866"/>
              <a:gd name="T3" fmla="*/ 0 h 2566"/>
              <a:gd name="T4" fmla="*/ 466 w 1866"/>
              <a:gd name="T5" fmla="*/ 466 h 2566"/>
              <a:gd name="T6" fmla="*/ 933 w 1866"/>
              <a:gd name="T7" fmla="*/ 933 h 2566"/>
              <a:gd name="T8" fmla="*/ 933 w 1866"/>
              <a:gd name="T9" fmla="*/ 583 h 2566"/>
              <a:gd name="T10" fmla="*/ 1633 w 1866"/>
              <a:gd name="T11" fmla="*/ 1283 h 2566"/>
              <a:gd name="T12" fmla="*/ 1551 w 1866"/>
              <a:gd name="T13" fmla="*/ 1610 h 2566"/>
              <a:gd name="T14" fmla="*/ 1722 w 1866"/>
              <a:gd name="T15" fmla="*/ 1780 h 2566"/>
              <a:gd name="T16" fmla="*/ 1866 w 1866"/>
              <a:gd name="T17" fmla="*/ 1283 h 2566"/>
              <a:gd name="T18" fmla="*/ 933 w 1866"/>
              <a:gd name="T19" fmla="*/ 350 h 2566"/>
              <a:gd name="T20" fmla="*/ 933 w 1866"/>
              <a:gd name="T21" fmla="*/ 1983 h 2566"/>
              <a:gd name="T22" fmla="*/ 233 w 1866"/>
              <a:gd name="T23" fmla="*/ 1283 h 2566"/>
              <a:gd name="T24" fmla="*/ 315 w 1866"/>
              <a:gd name="T25" fmla="*/ 956 h 2566"/>
              <a:gd name="T26" fmla="*/ 144 w 1866"/>
              <a:gd name="T27" fmla="*/ 786 h 2566"/>
              <a:gd name="T28" fmla="*/ 0 w 1866"/>
              <a:gd name="T29" fmla="*/ 1283 h 2566"/>
              <a:gd name="T30" fmla="*/ 933 w 1866"/>
              <a:gd name="T31" fmla="*/ 2216 h 2566"/>
              <a:gd name="T32" fmla="*/ 933 w 1866"/>
              <a:gd name="T33" fmla="*/ 2566 h 2566"/>
              <a:gd name="T34" fmla="*/ 1400 w 1866"/>
              <a:gd name="T35" fmla="*/ 2100 h 2566"/>
              <a:gd name="T36" fmla="*/ 933 w 1866"/>
              <a:gd name="T37" fmla="*/ 1633 h 2566"/>
              <a:gd name="T38" fmla="*/ 933 w 1866"/>
              <a:gd name="T39" fmla="*/ 1983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866" h="2566">
                <a:moveTo>
                  <a:pt x="933" y="350"/>
                </a:moveTo>
                <a:cubicBezTo>
                  <a:pt x="933" y="0"/>
                  <a:pt x="933" y="0"/>
                  <a:pt x="933" y="0"/>
                </a:cubicBezTo>
                <a:cubicBezTo>
                  <a:pt x="466" y="466"/>
                  <a:pt x="466" y="466"/>
                  <a:pt x="466" y="466"/>
                </a:cubicBezTo>
                <a:cubicBezTo>
                  <a:pt x="933" y="933"/>
                  <a:pt x="933" y="933"/>
                  <a:pt x="933" y="933"/>
                </a:cubicBezTo>
                <a:cubicBezTo>
                  <a:pt x="933" y="583"/>
                  <a:pt x="933" y="583"/>
                  <a:pt x="933" y="583"/>
                </a:cubicBezTo>
                <a:cubicBezTo>
                  <a:pt x="1319" y="583"/>
                  <a:pt x="1633" y="897"/>
                  <a:pt x="1633" y="1283"/>
                </a:cubicBezTo>
                <a:cubicBezTo>
                  <a:pt x="1633" y="1401"/>
                  <a:pt x="1604" y="1513"/>
                  <a:pt x="1551" y="1610"/>
                </a:cubicBezTo>
                <a:cubicBezTo>
                  <a:pt x="1722" y="1780"/>
                  <a:pt x="1722" y="1780"/>
                  <a:pt x="1722" y="1780"/>
                </a:cubicBezTo>
                <a:cubicBezTo>
                  <a:pt x="1813" y="1637"/>
                  <a:pt x="1866" y="1466"/>
                  <a:pt x="1866" y="1283"/>
                </a:cubicBezTo>
                <a:cubicBezTo>
                  <a:pt x="1866" y="767"/>
                  <a:pt x="1449" y="350"/>
                  <a:pt x="933" y="350"/>
                </a:cubicBezTo>
                <a:close/>
                <a:moveTo>
                  <a:pt x="933" y="1983"/>
                </a:moveTo>
                <a:cubicBezTo>
                  <a:pt x="547" y="1983"/>
                  <a:pt x="233" y="1669"/>
                  <a:pt x="233" y="1283"/>
                </a:cubicBezTo>
                <a:cubicBezTo>
                  <a:pt x="233" y="1165"/>
                  <a:pt x="262" y="1053"/>
                  <a:pt x="315" y="956"/>
                </a:cubicBezTo>
                <a:cubicBezTo>
                  <a:pt x="144" y="786"/>
                  <a:pt x="144" y="786"/>
                  <a:pt x="144" y="786"/>
                </a:cubicBezTo>
                <a:cubicBezTo>
                  <a:pt x="53" y="929"/>
                  <a:pt x="0" y="1100"/>
                  <a:pt x="0" y="1283"/>
                </a:cubicBezTo>
                <a:cubicBezTo>
                  <a:pt x="0" y="1799"/>
                  <a:pt x="417" y="2216"/>
                  <a:pt x="933" y="2216"/>
                </a:cubicBezTo>
                <a:cubicBezTo>
                  <a:pt x="933" y="2566"/>
                  <a:pt x="933" y="2566"/>
                  <a:pt x="933" y="2566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933" y="1633"/>
                  <a:pt x="933" y="1633"/>
                  <a:pt x="933" y="1633"/>
                </a:cubicBezTo>
                <a:lnTo>
                  <a:pt x="933" y="19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16823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ic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73971" cy="914400"/>
          </a:xfrm>
          <a:custGeom>
            <a:avLst/>
            <a:gdLst>
              <a:gd name="T0" fmla="*/ 817 w 1634"/>
              <a:gd name="T1" fmla="*/ 1400 h 2217"/>
              <a:gd name="T2" fmla="*/ 1166 w 1634"/>
              <a:gd name="T3" fmla="*/ 1050 h 2217"/>
              <a:gd name="T4" fmla="*/ 1167 w 1634"/>
              <a:gd name="T5" fmla="*/ 350 h 2217"/>
              <a:gd name="T6" fmla="*/ 817 w 1634"/>
              <a:gd name="T7" fmla="*/ 0 h 2217"/>
              <a:gd name="T8" fmla="*/ 467 w 1634"/>
              <a:gd name="T9" fmla="*/ 350 h 2217"/>
              <a:gd name="T10" fmla="*/ 467 w 1634"/>
              <a:gd name="T11" fmla="*/ 1050 h 2217"/>
              <a:gd name="T12" fmla="*/ 817 w 1634"/>
              <a:gd name="T13" fmla="*/ 1400 h 2217"/>
              <a:gd name="T14" fmla="*/ 1435 w 1634"/>
              <a:gd name="T15" fmla="*/ 1050 h 2217"/>
              <a:gd name="T16" fmla="*/ 817 w 1634"/>
              <a:gd name="T17" fmla="*/ 1645 h 2217"/>
              <a:gd name="T18" fmla="*/ 199 w 1634"/>
              <a:gd name="T19" fmla="*/ 1050 h 2217"/>
              <a:gd name="T20" fmla="*/ 0 w 1634"/>
              <a:gd name="T21" fmla="*/ 1050 h 2217"/>
              <a:gd name="T22" fmla="*/ 700 w 1634"/>
              <a:gd name="T23" fmla="*/ 1834 h 2217"/>
              <a:gd name="T24" fmla="*/ 700 w 1634"/>
              <a:gd name="T25" fmla="*/ 2217 h 2217"/>
              <a:gd name="T26" fmla="*/ 934 w 1634"/>
              <a:gd name="T27" fmla="*/ 2217 h 2217"/>
              <a:gd name="T28" fmla="*/ 934 w 1634"/>
              <a:gd name="T29" fmla="*/ 1834 h 2217"/>
              <a:gd name="T30" fmla="*/ 1634 w 1634"/>
              <a:gd name="T31" fmla="*/ 1050 h 2217"/>
              <a:gd name="T32" fmla="*/ 1435 w 1634"/>
              <a:gd name="T33" fmla="*/ 1050 h 2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634" h="2217">
                <a:moveTo>
                  <a:pt x="817" y="1400"/>
                </a:moveTo>
                <a:cubicBezTo>
                  <a:pt x="1011" y="1400"/>
                  <a:pt x="1166" y="1244"/>
                  <a:pt x="1166" y="1050"/>
                </a:cubicBezTo>
                <a:cubicBezTo>
                  <a:pt x="1167" y="350"/>
                  <a:pt x="1167" y="350"/>
                  <a:pt x="1167" y="350"/>
                </a:cubicBezTo>
                <a:cubicBezTo>
                  <a:pt x="1167" y="157"/>
                  <a:pt x="1011" y="0"/>
                  <a:pt x="817" y="0"/>
                </a:cubicBezTo>
                <a:cubicBezTo>
                  <a:pt x="623" y="0"/>
                  <a:pt x="467" y="157"/>
                  <a:pt x="467" y="350"/>
                </a:cubicBezTo>
                <a:cubicBezTo>
                  <a:pt x="467" y="1050"/>
                  <a:pt x="467" y="1050"/>
                  <a:pt x="467" y="1050"/>
                </a:cubicBezTo>
                <a:cubicBezTo>
                  <a:pt x="467" y="1244"/>
                  <a:pt x="623" y="1400"/>
                  <a:pt x="817" y="1400"/>
                </a:cubicBezTo>
                <a:close/>
                <a:moveTo>
                  <a:pt x="1435" y="1050"/>
                </a:moveTo>
                <a:cubicBezTo>
                  <a:pt x="1435" y="1400"/>
                  <a:pt x="1139" y="1645"/>
                  <a:pt x="817" y="1645"/>
                </a:cubicBezTo>
                <a:cubicBezTo>
                  <a:pt x="495" y="1645"/>
                  <a:pt x="199" y="1400"/>
                  <a:pt x="199" y="1050"/>
                </a:cubicBezTo>
                <a:cubicBezTo>
                  <a:pt x="0" y="1050"/>
                  <a:pt x="0" y="1050"/>
                  <a:pt x="0" y="1050"/>
                </a:cubicBezTo>
                <a:cubicBezTo>
                  <a:pt x="0" y="1448"/>
                  <a:pt x="318" y="1777"/>
                  <a:pt x="700" y="1834"/>
                </a:cubicBezTo>
                <a:cubicBezTo>
                  <a:pt x="700" y="2217"/>
                  <a:pt x="700" y="2217"/>
                  <a:pt x="700" y="2217"/>
                </a:cubicBezTo>
                <a:cubicBezTo>
                  <a:pt x="934" y="2217"/>
                  <a:pt x="934" y="2217"/>
                  <a:pt x="934" y="2217"/>
                </a:cubicBezTo>
                <a:cubicBezTo>
                  <a:pt x="934" y="1834"/>
                  <a:pt x="934" y="1834"/>
                  <a:pt x="934" y="1834"/>
                </a:cubicBezTo>
                <a:cubicBezTo>
                  <a:pt x="1316" y="1778"/>
                  <a:pt x="1634" y="1449"/>
                  <a:pt x="1634" y="1050"/>
                </a:cubicBezTo>
                <a:lnTo>
                  <a:pt x="1435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023519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ic No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73971" cy="914400"/>
          </a:xfrm>
          <a:custGeom>
            <a:avLst/>
            <a:gdLst>
              <a:gd name="T0" fmla="*/ 817 w 1634"/>
              <a:gd name="T1" fmla="*/ 1400 h 2217"/>
              <a:gd name="T2" fmla="*/ 1166 w 1634"/>
              <a:gd name="T3" fmla="*/ 1050 h 2217"/>
              <a:gd name="T4" fmla="*/ 1167 w 1634"/>
              <a:gd name="T5" fmla="*/ 350 h 2217"/>
              <a:gd name="T6" fmla="*/ 817 w 1634"/>
              <a:gd name="T7" fmla="*/ 0 h 2217"/>
              <a:gd name="T8" fmla="*/ 467 w 1634"/>
              <a:gd name="T9" fmla="*/ 350 h 2217"/>
              <a:gd name="T10" fmla="*/ 467 w 1634"/>
              <a:gd name="T11" fmla="*/ 1050 h 2217"/>
              <a:gd name="T12" fmla="*/ 817 w 1634"/>
              <a:gd name="T13" fmla="*/ 1400 h 2217"/>
              <a:gd name="T14" fmla="*/ 677 w 1634"/>
              <a:gd name="T15" fmla="*/ 339 h 2217"/>
              <a:gd name="T16" fmla="*/ 817 w 1634"/>
              <a:gd name="T17" fmla="*/ 199 h 2217"/>
              <a:gd name="T18" fmla="*/ 957 w 1634"/>
              <a:gd name="T19" fmla="*/ 339 h 2217"/>
              <a:gd name="T20" fmla="*/ 956 w 1634"/>
              <a:gd name="T21" fmla="*/ 1062 h 2217"/>
              <a:gd name="T22" fmla="*/ 817 w 1634"/>
              <a:gd name="T23" fmla="*/ 1202 h 2217"/>
              <a:gd name="T24" fmla="*/ 677 w 1634"/>
              <a:gd name="T25" fmla="*/ 1062 h 2217"/>
              <a:gd name="T26" fmla="*/ 677 w 1634"/>
              <a:gd name="T27" fmla="*/ 339 h 2217"/>
              <a:gd name="T28" fmla="*/ 1435 w 1634"/>
              <a:gd name="T29" fmla="*/ 1050 h 2217"/>
              <a:gd name="T30" fmla="*/ 817 w 1634"/>
              <a:gd name="T31" fmla="*/ 1645 h 2217"/>
              <a:gd name="T32" fmla="*/ 199 w 1634"/>
              <a:gd name="T33" fmla="*/ 1050 h 2217"/>
              <a:gd name="T34" fmla="*/ 0 w 1634"/>
              <a:gd name="T35" fmla="*/ 1050 h 2217"/>
              <a:gd name="T36" fmla="*/ 700 w 1634"/>
              <a:gd name="T37" fmla="*/ 1834 h 2217"/>
              <a:gd name="T38" fmla="*/ 700 w 1634"/>
              <a:gd name="T39" fmla="*/ 2217 h 2217"/>
              <a:gd name="T40" fmla="*/ 934 w 1634"/>
              <a:gd name="T41" fmla="*/ 2217 h 2217"/>
              <a:gd name="T42" fmla="*/ 934 w 1634"/>
              <a:gd name="T43" fmla="*/ 1834 h 2217"/>
              <a:gd name="T44" fmla="*/ 1634 w 1634"/>
              <a:gd name="T45" fmla="*/ 1050 h 2217"/>
              <a:gd name="T46" fmla="*/ 1435 w 1634"/>
              <a:gd name="T47" fmla="*/ 1050 h 2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634" h="2217">
                <a:moveTo>
                  <a:pt x="817" y="1400"/>
                </a:moveTo>
                <a:cubicBezTo>
                  <a:pt x="1011" y="1400"/>
                  <a:pt x="1166" y="1244"/>
                  <a:pt x="1166" y="1050"/>
                </a:cubicBezTo>
                <a:cubicBezTo>
                  <a:pt x="1167" y="350"/>
                  <a:pt x="1167" y="350"/>
                  <a:pt x="1167" y="350"/>
                </a:cubicBezTo>
                <a:cubicBezTo>
                  <a:pt x="1167" y="157"/>
                  <a:pt x="1011" y="0"/>
                  <a:pt x="817" y="0"/>
                </a:cubicBezTo>
                <a:cubicBezTo>
                  <a:pt x="623" y="0"/>
                  <a:pt x="467" y="157"/>
                  <a:pt x="467" y="350"/>
                </a:cubicBezTo>
                <a:cubicBezTo>
                  <a:pt x="467" y="1050"/>
                  <a:pt x="467" y="1050"/>
                  <a:pt x="467" y="1050"/>
                </a:cubicBezTo>
                <a:cubicBezTo>
                  <a:pt x="467" y="1244"/>
                  <a:pt x="623" y="1400"/>
                  <a:pt x="817" y="1400"/>
                </a:cubicBezTo>
                <a:close/>
                <a:moveTo>
                  <a:pt x="677" y="339"/>
                </a:moveTo>
                <a:cubicBezTo>
                  <a:pt x="677" y="262"/>
                  <a:pt x="740" y="199"/>
                  <a:pt x="817" y="199"/>
                </a:cubicBezTo>
                <a:cubicBezTo>
                  <a:pt x="894" y="199"/>
                  <a:pt x="957" y="262"/>
                  <a:pt x="957" y="339"/>
                </a:cubicBezTo>
                <a:cubicBezTo>
                  <a:pt x="956" y="1062"/>
                  <a:pt x="956" y="1062"/>
                  <a:pt x="956" y="1062"/>
                </a:cubicBezTo>
                <a:cubicBezTo>
                  <a:pt x="956" y="1139"/>
                  <a:pt x="894" y="1202"/>
                  <a:pt x="817" y="1202"/>
                </a:cubicBezTo>
                <a:cubicBezTo>
                  <a:pt x="740" y="1202"/>
                  <a:pt x="677" y="1139"/>
                  <a:pt x="677" y="1062"/>
                </a:cubicBezTo>
                <a:lnTo>
                  <a:pt x="677" y="339"/>
                </a:lnTo>
                <a:close/>
                <a:moveTo>
                  <a:pt x="1435" y="1050"/>
                </a:moveTo>
                <a:cubicBezTo>
                  <a:pt x="1435" y="1400"/>
                  <a:pt x="1139" y="1645"/>
                  <a:pt x="817" y="1645"/>
                </a:cubicBezTo>
                <a:cubicBezTo>
                  <a:pt x="495" y="1645"/>
                  <a:pt x="199" y="1400"/>
                  <a:pt x="199" y="1050"/>
                </a:cubicBezTo>
                <a:cubicBezTo>
                  <a:pt x="0" y="1050"/>
                  <a:pt x="0" y="1050"/>
                  <a:pt x="0" y="1050"/>
                </a:cubicBezTo>
                <a:cubicBezTo>
                  <a:pt x="0" y="1448"/>
                  <a:pt x="318" y="1777"/>
                  <a:pt x="700" y="1834"/>
                </a:cubicBezTo>
                <a:cubicBezTo>
                  <a:pt x="700" y="2217"/>
                  <a:pt x="700" y="2217"/>
                  <a:pt x="700" y="2217"/>
                </a:cubicBezTo>
                <a:cubicBezTo>
                  <a:pt x="934" y="2217"/>
                  <a:pt x="934" y="2217"/>
                  <a:pt x="934" y="2217"/>
                </a:cubicBezTo>
                <a:cubicBezTo>
                  <a:pt x="934" y="1834"/>
                  <a:pt x="934" y="1834"/>
                  <a:pt x="934" y="1834"/>
                </a:cubicBezTo>
                <a:cubicBezTo>
                  <a:pt x="1316" y="1778"/>
                  <a:pt x="1634" y="1449"/>
                  <a:pt x="1634" y="1050"/>
                </a:cubicBezTo>
                <a:lnTo>
                  <a:pt x="1435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352959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ic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66209" cy="914400"/>
          </a:xfrm>
          <a:custGeom>
            <a:avLst/>
            <a:gdLst>
              <a:gd name="T0" fmla="*/ 1867 w 2100"/>
              <a:gd name="T1" fmla="*/ 1050 h 2217"/>
              <a:gd name="T2" fmla="*/ 1668 w 2100"/>
              <a:gd name="T3" fmla="*/ 1050 h 2217"/>
              <a:gd name="T4" fmla="*/ 1618 w 2100"/>
              <a:gd name="T5" fmla="*/ 1289 h 2217"/>
              <a:gd name="T6" fmla="*/ 1762 w 2100"/>
              <a:gd name="T7" fmla="*/ 1433 h 2217"/>
              <a:gd name="T8" fmla="*/ 1867 w 2100"/>
              <a:gd name="T9" fmla="*/ 1050 h 2217"/>
              <a:gd name="T10" fmla="*/ 1398 w 2100"/>
              <a:gd name="T11" fmla="*/ 1070 h 2217"/>
              <a:gd name="T12" fmla="*/ 1400 w 2100"/>
              <a:gd name="T13" fmla="*/ 1050 h 2217"/>
              <a:gd name="T14" fmla="*/ 1400 w 2100"/>
              <a:gd name="T15" fmla="*/ 350 h 2217"/>
              <a:gd name="T16" fmla="*/ 1050 w 2100"/>
              <a:gd name="T17" fmla="*/ 0 h 2217"/>
              <a:gd name="T18" fmla="*/ 700 w 2100"/>
              <a:gd name="T19" fmla="*/ 350 h 2217"/>
              <a:gd name="T20" fmla="*/ 700 w 2100"/>
              <a:gd name="T21" fmla="*/ 371 h 2217"/>
              <a:gd name="T22" fmla="*/ 1398 w 2100"/>
              <a:gd name="T23" fmla="*/ 1070 h 2217"/>
              <a:gd name="T24" fmla="*/ 148 w 2100"/>
              <a:gd name="T25" fmla="*/ 117 h 2217"/>
              <a:gd name="T26" fmla="*/ 0 w 2100"/>
              <a:gd name="T27" fmla="*/ 265 h 2217"/>
              <a:gd name="T28" fmla="*/ 701 w 2100"/>
              <a:gd name="T29" fmla="*/ 966 h 2217"/>
              <a:gd name="T30" fmla="*/ 701 w 2100"/>
              <a:gd name="T31" fmla="*/ 1050 h 2217"/>
              <a:gd name="T32" fmla="*/ 1050 w 2100"/>
              <a:gd name="T33" fmla="*/ 1400 h 2217"/>
              <a:gd name="T34" fmla="*/ 1126 w 2100"/>
              <a:gd name="T35" fmla="*/ 1391 h 2217"/>
              <a:gd name="T36" fmla="*/ 1320 w 2100"/>
              <a:gd name="T37" fmla="*/ 1585 h 2217"/>
              <a:gd name="T38" fmla="*/ 1050 w 2100"/>
              <a:gd name="T39" fmla="*/ 1645 h 2217"/>
              <a:gd name="T40" fmla="*/ 432 w 2100"/>
              <a:gd name="T41" fmla="*/ 1050 h 2217"/>
              <a:gd name="T42" fmla="*/ 233 w 2100"/>
              <a:gd name="T43" fmla="*/ 1050 h 2217"/>
              <a:gd name="T44" fmla="*/ 933 w 2100"/>
              <a:gd name="T45" fmla="*/ 1834 h 2217"/>
              <a:gd name="T46" fmla="*/ 933 w 2100"/>
              <a:gd name="T47" fmla="*/ 2217 h 2217"/>
              <a:gd name="T48" fmla="*/ 1167 w 2100"/>
              <a:gd name="T49" fmla="*/ 2217 h 2217"/>
              <a:gd name="T50" fmla="*/ 1167 w 2100"/>
              <a:gd name="T51" fmla="*/ 1834 h 2217"/>
              <a:gd name="T52" fmla="*/ 1463 w 2100"/>
              <a:gd name="T53" fmla="*/ 1729 h 2217"/>
              <a:gd name="T54" fmla="*/ 1952 w 2100"/>
              <a:gd name="T55" fmla="*/ 2217 h 2217"/>
              <a:gd name="T56" fmla="*/ 2100 w 2100"/>
              <a:gd name="T57" fmla="*/ 2069 h 2217"/>
              <a:gd name="T58" fmla="*/ 148 w 2100"/>
              <a:gd name="T59" fmla="*/ 117 h 2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100" h="2217">
                <a:moveTo>
                  <a:pt x="1867" y="1050"/>
                </a:moveTo>
                <a:cubicBezTo>
                  <a:pt x="1668" y="1050"/>
                  <a:pt x="1668" y="1050"/>
                  <a:pt x="1668" y="1050"/>
                </a:cubicBezTo>
                <a:cubicBezTo>
                  <a:pt x="1668" y="1137"/>
                  <a:pt x="1650" y="1217"/>
                  <a:pt x="1618" y="1289"/>
                </a:cubicBezTo>
                <a:cubicBezTo>
                  <a:pt x="1762" y="1433"/>
                  <a:pt x="1762" y="1433"/>
                  <a:pt x="1762" y="1433"/>
                </a:cubicBezTo>
                <a:cubicBezTo>
                  <a:pt x="1827" y="1319"/>
                  <a:pt x="1867" y="1189"/>
                  <a:pt x="1867" y="1050"/>
                </a:cubicBezTo>
                <a:close/>
                <a:moveTo>
                  <a:pt x="1398" y="1070"/>
                </a:moveTo>
                <a:cubicBezTo>
                  <a:pt x="1398" y="1063"/>
                  <a:pt x="1400" y="1057"/>
                  <a:pt x="1400" y="1050"/>
                </a:cubicBezTo>
                <a:cubicBezTo>
                  <a:pt x="1400" y="350"/>
                  <a:pt x="1400" y="350"/>
                  <a:pt x="1400" y="350"/>
                </a:cubicBezTo>
                <a:cubicBezTo>
                  <a:pt x="1400" y="157"/>
                  <a:pt x="1244" y="0"/>
                  <a:pt x="1050" y="0"/>
                </a:cubicBezTo>
                <a:cubicBezTo>
                  <a:pt x="856" y="0"/>
                  <a:pt x="700" y="157"/>
                  <a:pt x="700" y="350"/>
                </a:cubicBezTo>
                <a:cubicBezTo>
                  <a:pt x="700" y="371"/>
                  <a:pt x="700" y="371"/>
                  <a:pt x="700" y="371"/>
                </a:cubicBezTo>
                <a:lnTo>
                  <a:pt x="1398" y="1070"/>
                </a:lnTo>
                <a:close/>
                <a:moveTo>
                  <a:pt x="148" y="117"/>
                </a:moveTo>
                <a:cubicBezTo>
                  <a:pt x="0" y="265"/>
                  <a:pt x="0" y="265"/>
                  <a:pt x="0" y="265"/>
                </a:cubicBezTo>
                <a:cubicBezTo>
                  <a:pt x="701" y="966"/>
                  <a:pt x="701" y="966"/>
                  <a:pt x="701" y="966"/>
                </a:cubicBezTo>
                <a:cubicBezTo>
                  <a:pt x="701" y="1050"/>
                  <a:pt x="701" y="1050"/>
                  <a:pt x="701" y="1050"/>
                </a:cubicBezTo>
                <a:cubicBezTo>
                  <a:pt x="701" y="1244"/>
                  <a:pt x="856" y="1400"/>
                  <a:pt x="1050" y="1400"/>
                </a:cubicBezTo>
                <a:cubicBezTo>
                  <a:pt x="1076" y="1400"/>
                  <a:pt x="1101" y="1397"/>
                  <a:pt x="1126" y="1391"/>
                </a:cubicBezTo>
                <a:cubicBezTo>
                  <a:pt x="1320" y="1585"/>
                  <a:pt x="1320" y="1585"/>
                  <a:pt x="1320" y="1585"/>
                </a:cubicBezTo>
                <a:cubicBezTo>
                  <a:pt x="1237" y="1623"/>
                  <a:pt x="1145" y="1645"/>
                  <a:pt x="1050" y="1645"/>
                </a:cubicBezTo>
                <a:cubicBezTo>
                  <a:pt x="728" y="1645"/>
                  <a:pt x="432" y="1400"/>
                  <a:pt x="432" y="1050"/>
                </a:cubicBezTo>
                <a:cubicBezTo>
                  <a:pt x="233" y="1050"/>
                  <a:pt x="233" y="1050"/>
                  <a:pt x="233" y="1050"/>
                </a:cubicBezTo>
                <a:cubicBezTo>
                  <a:pt x="233" y="1448"/>
                  <a:pt x="551" y="1777"/>
                  <a:pt x="933" y="1834"/>
                </a:cubicBezTo>
                <a:cubicBezTo>
                  <a:pt x="933" y="2217"/>
                  <a:pt x="933" y="2217"/>
                  <a:pt x="933" y="2217"/>
                </a:cubicBezTo>
                <a:cubicBezTo>
                  <a:pt x="1167" y="2217"/>
                  <a:pt x="1167" y="2217"/>
                  <a:pt x="1167" y="2217"/>
                </a:cubicBezTo>
                <a:cubicBezTo>
                  <a:pt x="1167" y="1834"/>
                  <a:pt x="1167" y="1834"/>
                  <a:pt x="1167" y="1834"/>
                </a:cubicBezTo>
                <a:cubicBezTo>
                  <a:pt x="1273" y="1819"/>
                  <a:pt x="1373" y="1782"/>
                  <a:pt x="1463" y="1729"/>
                </a:cubicBezTo>
                <a:cubicBezTo>
                  <a:pt x="1952" y="2217"/>
                  <a:pt x="1952" y="2217"/>
                  <a:pt x="1952" y="2217"/>
                </a:cubicBezTo>
                <a:cubicBezTo>
                  <a:pt x="2100" y="2069"/>
                  <a:pt x="2100" y="2069"/>
                  <a:pt x="2100" y="2069"/>
                </a:cubicBezTo>
                <a:lnTo>
                  <a:pt x="148" y="1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055931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vi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1867 w 2334"/>
              <a:gd name="T1" fmla="*/ 0 h 1866"/>
              <a:gd name="T2" fmla="*/ 2100 w 2334"/>
              <a:gd name="T3" fmla="*/ 466 h 1866"/>
              <a:gd name="T4" fmla="*/ 1750 w 2334"/>
              <a:gd name="T5" fmla="*/ 466 h 1866"/>
              <a:gd name="T6" fmla="*/ 1517 w 2334"/>
              <a:gd name="T7" fmla="*/ 0 h 1866"/>
              <a:gd name="T8" fmla="*/ 1284 w 2334"/>
              <a:gd name="T9" fmla="*/ 0 h 1866"/>
              <a:gd name="T10" fmla="*/ 1517 w 2334"/>
              <a:gd name="T11" fmla="*/ 466 h 1866"/>
              <a:gd name="T12" fmla="*/ 1167 w 2334"/>
              <a:gd name="T13" fmla="*/ 466 h 1866"/>
              <a:gd name="T14" fmla="*/ 934 w 2334"/>
              <a:gd name="T15" fmla="*/ 0 h 1866"/>
              <a:gd name="T16" fmla="*/ 700 w 2334"/>
              <a:gd name="T17" fmla="*/ 0 h 1866"/>
              <a:gd name="T18" fmla="*/ 934 w 2334"/>
              <a:gd name="T19" fmla="*/ 466 h 1866"/>
              <a:gd name="T20" fmla="*/ 584 w 2334"/>
              <a:gd name="T21" fmla="*/ 466 h 1866"/>
              <a:gd name="T22" fmla="*/ 350 w 2334"/>
              <a:gd name="T23" fmla="*/ 0 h 1866"/>
              <a:gd name="T24" fmla="*/ 234 w 2334"/>
              <a:gd name="T25" fmla="*/ 0 h 1866"/>
              <a:gd name="T26" fmla="*/ 1 w 2334"/>
              <a:gd name="T27" fmla="*/ 233 h 1866"/>
              <a:gd name="T28" fmla="*/ 0 w 2334"/>
              <a:gd name="T29" fmla="*/ 1633 h 1866"/>
              <a:gd name="T30" fmla="*/ 234 w 2334"/>
              <a:gd name="T31" fmla="*/ 1866 h 1866"/>
              <a:gd name="T32" fmla="*/ 2100 w 2334"/>
              <a:gd name="T33" fmla="*/ 1866 h 1866"/>
              <a:gd name="T34" fmla="*/ 2334 w 2334"/>
              <a:gd name="T35" fmla="*/ 1633 h 1866"/>
              <a:gd name="T36" fmla="*/ 2334 w 2334"/>
              <a:gd name="T37" fmla="*/ 0 h 1866"/>
              <a:gd name="T38" fmla="*/ 1867 w 2334"/>
              <a:gd name="T39" fmla="*/ 0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34" h="1866">
                <a:moveTo>
                  <a:pt x="1867" y="0"/>
                </a:moveTo>
                <a:cubicBezTo>
                  <a:pt x="2100" y="466"/>
                  <a:pt x="2100" y="466"/>
                  <a:pt x="2100" y="466"/>
                </a:cubicBezTo>
                <a:cubicBezTo>
                  <a:pt x="1750" y="466"/>
                  <a:pt x="1750" y="466"/>
                  <a:pt x="1750" y="466"/>
                </a:cubicBezTo>
                <a:cubicBezTo>
                  <a:pt x="1517" y="0"/>
                  <a:pt x="1517" y="0"/>
                  <a:pt x="1517" y="0"/>
                </a:cubicBezTo>
                <a:cubicBezTo>
                  <a:pt x="1284" y="0"/>
                  <a:pt x="1284" y="0"/>
                  <a:pt x="1284" y="0"/>
                </a:cubicBezTo>
                <a:cubicBezTo>
                  <a:pt x="1517" y="466"/>
                  <a:pt x="1517" y="466"/>
                  <a:pt x="1517" y="466"/>
                </a:cubicBezTo>
                <a:cubicBezTo>
                  <a:pt x="1167" y="466"/>
                  <a:pt x="1167" y="466"/>
                  <a:pt x="1167" y="466"/>
                </a:cubicBezTo>
                <a:cubicBezTo>
                  <a:pt x="934" y="0"/>
                  <a:pt x="934" y="0"/>
                  <a:pt x="934" y="0"/>
                </a:cubicBezTo>
                <a:cubicBezTo>
                  <a:pt x="700" y="0"/>
                  <a:pt x="700" y="0"/>
                  <a:pt x="700" y="0"/>
                </a:cubicBezTo>
                <a:cubicBezTo>
                  <a:pt x="934" y="466"/>
                  <a:pt x="934" y="466"/>
                  <a:pt x="934" y="466"/>
                </a:cubicBezTo>
                <a:cubicBezTo>
                  <a:pt x="584" y="466"/>
                  <a:pt x="584" y="466"/>
                  <a:pt x="584" y="466"/>
                </a:cubicBezTo>
                <a:cubicBezTo>
                  <a:pt x="350" y="0"/>
                  <a:pt x="350" y="0"/>
                  <a:pt x="350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0"/>
                  <a:pt x="2334" y="0"/>
                  <a:pt x="2334" y="0"/>
                </a:cubicBezTo>
                <a:lnTo>
                  <a:pt x="18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161131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usic Vide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2333 w 2566"/>
              <a:gd name="T1" fmla="*/ 0 h 2100"/>
              <a:gd name="T2" fmla="*/ 233 w 2566"/>
              <a:gd name="T3" fmla="*/ 0 h 2100"/>
              <a:gd name="T4" fmla="*/ 0 w 2566"/>
              <a:gd name="T5" fmla="*/ 233 h 2100"/>
              <a:gd name="T6" fmla="*/ 0 w 2566"/>
              <a:gd name="T7" fmla="*/ 1867 h 2100"/>
              <a:gd name="T8" fmla="*/ 233 w 2566"/>
              <a:gd name="T9" fmla="*/ 2100 h 2100"/>
              <a:gd name="T10" fmla="*/ 2333 w 2566"/>
              <a:gd name="T11" fmla="*/ 2100 h 2100"/>
              <a:gd name="T12" fmla="*/ 2566 w 2566"/>
              <a:gd name="T13" fmla="*/ 1867 h 2100"/>
              <a:gd name="T14" fmla="*/ 2566 w 2566"/>
              <a:gd name="T15" fmla="*/ 233 h 2100"/>
              <a:gd name="T16" fmla="*/ 2333 w 2566"/>
              <a:gd name="T17" fmla="*/ 0 h 2100"/>
              <a:gd name="T18" fmla="*/ 2333 w 2566"/>
              <a:gd name="T19" fmla="*/ 1867 h 2100"/>
              <a:gd name="T20" fmla="*/ 233 w 2566"/>
              <a:gd name="T21" fmla="*/ 1867 h 2100"/>
              <a:gd name="T22" fmla="*/ 233 w 2566"/>
              <a:gd name="T23" fmla="*/ 233 h 2100"/>
              <a:gd name="T24" fmla="*/ 2333 w 2566"/>
              <a:gd name="T25" fmla="*/ 233 h 2100"/>
              <a:gd name="T26" fmla="*/ 2333 w 2566"/>
              <a:gd name="T27" fmla="*/ 1867 h 2100"/>
              <a:gd name="T28" fmla="*/ 816 w 2566"/>
              <a:gd name="T29" fmla="*/ 1400 h 2100"/>
              <a:gd name="T30" fmla="*/ 1166 w 2566"/>
              <a:gd name="T31" fmla="*/ 1050 h 2100"/>
              <a:gd name="T32" fmla="*/ 1283 w 2566"/>
              <a:gd name="T33" fmla="*/ 1071 h 2100"/>
              <a:gd name="T34" fmla="*/ 1283 w 2566"/>
              <a:gd name="T35" fmla="*/ 350 h 2100"/>
              <a:gd name="T36" fmla="*/ 1866 w 2566"/>
              <a:gd name="T37" fmla="*/ 350 h 2100"/>
              <a:gd name="T38" fmla="*/ 1866 w 2566"/>
              <a:gd name="T39" fmla="*/ 583 h 2100"/>
              <a:gd name="T40" fmla="*/ 1516 w 2566"/>
              <a:gd name="T41" fmla="*/ 583 h 2100"/>
              <a:gd name="T42" fmla="*/ 1516 w 2566"/>
              <a:gd name="T43" fmla="*/ 1404 h 2100"/>
              <a:gd name="T44" fmla="*/ 1166 w 2566"/>
              <a:gd name="T45" fmla="*/ 1750 h 2100"/>
              <a:gd name="T46" fmla="*/ 816 w 2566"/>
              <a:gd name="T47" fmla="*/ 140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566" h="2100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7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867"/>
                </a:moveTo>
                <a:cubicBezTo>
                  <a:pt x="233" y="1867"/>
                  <a:pt x="233" y="1867"/>
                  <a:pt x="233" y="1867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867"/>
                </a:lnTo>
                <a:close/>
                <a:moveTo>
                  <a:pt x="816" y="1400"/>
                </a:moveTo>
                <a:cubicBezTo>
                  <a:pt x="816" y="1206"/>
                  <a:pt x="973" y="1050"/>
                  <a:pt x="1166" y="1050"/>
                </a:cubicBezTo>
                <a:cubicBezTo>
                  <a:pt x="1207" y="1050"/>
                  <a:pt x="1247" y="1058"/>
                  <a:pt x="1283" y="1071"/>
                </a:cubicBezTo>
                <a:cubicBezTo>
                  <a:pt x="1283" y="350"/>
                  <a:pt x="1283" y="350"/>
                  <a:pt x="1283" y="350"/>
                </a:cubicBezTo>
                <a:cubicBezTo>
                  <a:pt x="1866" y="350"/>
                  <a:pt x="1866" y="350"/>
                  <a:pt x="1866" y="350"/>
                </a:cubicBezTo>
                <a:cubicBezTo>
                  <a:pt x="1866" y="583"/>
                  <a:pt x="1866" y="583"/>
                  <a:pt x="1866" y="583"/>
                </a:cubicBezTo>
                <a:cubicBezTo>
                  <a:pt x="1516" y="583"/>
                  <a:pt x="1516" y="583"/>
                  <a:pt x="1516" y="583"/>
                </a:cubicBezTo>
                <a:cubicBezTo>
                  <a:pt x="1516" y="1404"/>
                  <a:pt x="1516" y="1404"/>
                  <a:pt x="1516" y="1404"/>
                </a:cubicBezTo>
                <a:cubicBezTo>
                  <a:pt x="1514" y="1595"/>
                  <a:pt x="1359" y="1750"/>
                  <a:pt x="1166" y="1750"/>
                </a:cubicBezTo>
                <a:cubicBezTo>
                  <a:pt x="973" y="1750"/>
                  <a:pt x="816" y="1594"/>
                  <a:pt x="816" y="1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59496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ew Release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9902"/>
          </a:xfrm>
          <a:custGeom>
            <a:avLst/>
            <a:gdLst>
              <a:gd name="T0" fmla="*/ 6062 w 6062"/>
              <a:gd name="T1" fmla="*/ 2882 h 5767"/>
              <a:gd name="T2" fmla="*/ 5391 w 6062"/>
              <a:gd name="T3" fmla="*/ 2117 h 5767"/>
              <a:gd name="T4" fmla="*/ 5483 w 6062"/>
              <a:gd name="T5" fmla="*/ 1101 h 5767"/>
              <a:gd name="T6" fmla="*/ 4488 w 6062"/>
              <a:gd name="T7" fmla="*/ 877 h 5767"/>
              <a:gd name="T8" fmla="*/ 3969 w 6062"/>
              <a:gd name="T9" fmla="*/ 0 h 5767"/>
              <a:gd name="T10" fmla="*/ 3031 w 6062"/>
              <a:gd name="T11" fmla="*/ 402 h 5767"/>
              <a:gd name="T12" fmla="*/ 2093 w 6062"/>
              <a:gd name="T13" fmla="*/ 0 h 5767"/>
              <a:gd name="T14" fmla="*/ 1573 w 6062"/>
              <a:gd name="T15" fmla="*/ 877 h 5767"/>
              <a:gd name="T16" fmla="*/ 579 w 6062"/>
              <a:gd name="T17" fmla="*/ 1099 h 5767"/>
              <a:gd name="T18" fmla="*/ 671 w 6062"/>
              <a:gd name="T19" fmla="*/ 2112 h 5767"/>
              <a:gd name="T20" fmla="*/ 0 w 6062"/>
              <a:gd name="T21" fmla="*/ 2882 h 5767"/>
              <a:gd name="T22" fmla="*/ 671 w 6062"/>
              <a:gd name="T23" fmla="*/ 3648 h 5767"/>
              <a:gd name="T24" fmla="*/ 579 w 6062"/>
              <a:gd name="T25" fmla="*/ 4666 h 5767"/>
              <a:gd name="T26" fmla="*/ 1573 w 6062"/>
              <a:gd name="T27" fmla="*/ 4892 h 5767"/>
              <a:gd name="T28" fmla="*/ 2093 w 6062"/>
              <a:gd name="T29" fmla="*/ 5767 h 5767"/>
              <a:gd name="T30" fmla="*/ 3031 w 6062"/>
              <a:gd name="T31" fmla="*/ 5363 h 5767"/>
              <a:gd name="T32" fmla="*/ 3969 w 6062"/>
              <a:gd name="T33" fmla="*/ 5764 h 5767"/>
              <a:gd name="T34" fmla="*/ 4488 w 6062"/>
              <a:gd name="T35" fmla="*/ 4888 h 5767"/>
              <a:gd name="T36" fmla="*/ 5483 w 6062"/>
              <a:gd name="T37" fmla="*/ 4663 h 5767"/>
              <a:gd name="T38" fmla="*/ 5391 w 6062"/>
              <a:gd name="T39" fmla="*/ 3648 h 5767"/>
              <a:gd name="T40" fmla="*/ 6062 w 6062"/>
              <a:gd name="T41" fmla="*/ 2882 h 5767"/>
              <a:gd name="T42" fmla="*/ 3307 w 6062"/>
              <a:gd name="T43" fmla="*/ 4259 h 5767"/>
              <a:gd name="T44" fmla="*/ 2754 w 6062"/>
              <a:gd name="T45" fmla="*/ 4259 h 5767"/>
              <a:gd name="T46" fmla="*/ 2754 w 6062"/>
              <a:gd name="T47" fmla="*/ 3709 h 5767"/>
              <a:gd name="T48" fmla="*/ 3307 w 6062"/>
              <a:gd name="T49" fmla="*/ 3709 h 5767"/>
              <a:gd name="T50" fmla="*/ 3307 w 6062"/>
              <a:gd name="T51" fmla="*/ 4259 h 5767"/>
              <a:gd name="T52" fmla="*/ 3307 w 6062"/>
              <a:gd name="T53" fmla="*/ 3159 h 5767"/>
              <a:gd name="T54" fmla="*/ 2754 w 6062"/>
              <a:gd name="T55" fmla="*/ 3159 h 5767"/>
              <a:gd name="T56" fmla="*/ 2754 w 6062"/>
              <a:gd name="T57" fmla="*/ 1505 h 5767"/>
              <a:gd name="T58" fmla="*/ 3307 w 6062"/>
              <a:gd name="T59" fmla="*/ 1505 h 5767"/>
              <a:gd name="T60" fmla="*/ 3307 w 6062"/>
              <a:gd name="T61" fmla="*/ 3159 h 57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6062" h="5767">
                <a:moveTo>
                  <a:pt x="6062" y="2882"/>
                </a:moveTo>
                <a:lnTo>
                  <a:pt x="5391" y="2117"/>
                </a:lnTo>
                <a:lnTo>
                  <a:pt x="5483" y="1101"/>
                </a:lnTo>
                <a:lnTo>
                  <a:pt x="4488" y="877"/>
                </a:lnTo>
                <a:lnTo>
                  <a:pt x="3969" y="0"/>
                </a:lnTo>
                <a:lnTo>
                  <a:pt x="3031" y="402"/>
                </a:lnTo>
                <a:lnTo>
                  <a:pt x="2093" y="0"/>
                </a:lnTo>
                <a:lnTo>
                  <a:pt x="1573" y="877"/>
                </a:lnTo>
                <a:lnTo>
                  <a:pt x="579" y="1099"/>
                </a:lnTo>
                <a:lnTo>
                  <a:pt x="671" y="2112"/>
                </a:lnTo>
                <a:lnTo>
                  <a:pt x="0" y="2882"/>
                </a:lnTo>
                <a:lnTo>
                  <a:pt x="671" y="3648"/>
                </a:lnTo>
                <a:lnTo>
                  <a:pt x="579" y="4666"/>
                </a:lnTo>
                <a:lnTo>
                  <a:pt x="1573" y="4892"/>
                </a:lnTo>
                <a:lnTo>
                  <a:pt x="2093" y="5767"/>
                </a:lnTo>
                <a:lnTo>
                  <a:pt x="3031" y="5363"/>
                </a:lnTo>
                <a:lnTo>
                  <a:pt x="3969" y="5764"/>
                </a:lnTo>
                <a:lnTo>
                  <a:pt x="4488" y="4888"/>
                </a:lnTo>
                <a:lnTo>
                  <a:pt x="5483" y="4663"/>
                </a:lnTo>
                <a:lnTo>
                  <a:pt x="5391" y="3648"/>
                </a:lnTo>
                <a:lnTo>
                  <a:pt x="6062" y="2882"/>
                </a:lnTo>
                <a:close/>
                <a:moveTo>
                  <a:pt x="3307" y="4259"/>
                </a:moveTo>
                <a:lnTo>
                  <a:pt x="2754" y="4259"/>
                </a:lnTo>
                <a:lnTo>
                  <a:pt x="2754" y="3709"/>
                </a:lnTo>
                <a:lnTo>
                  <a:pt x="3307" y="3709"/>
                </a:lnTo>
                <a:lnTo>
                  <a:pt x="3307" y="4259"/>
                </a:lnTo>
                <a:close/>
                <a:moveTo>
                  <a:pt x="3307" y="3159"/>
                </a:moveTo>
                <a:lnTo>
                  <a:pt x="2754" y="3159"/>
                </a:lnTo>
                <a:lnTo>
                  <a:pt x="2754" y="1505"/>
                </a:lnTo>
                <a:lnTo>
                  <a:pt x="3307" y="1505"/>
                </a:lnTo>
                <a:lnTo>
                  <a:pt x="3307" y="315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98529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 Interest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1167 w 2334"/>
              <a:gd name="T1" fmla="*/ 0 h 2334"/>
              <a:gd name="T2" fmla="*/ 0 w 2334"/>
              <a:gd name="T3" fmla="*/ 1167 h 2334"/>
              <a:gd name="T4" fmla="*/ 1167 w 2334"/>
              <a:gd name="T5" fmla="*/ 2334 h 2334"/>
              <a:gd name="T6" fmla="*/ 2334 w 2334"/>
              <a:gd name="T7" fmla="*/ 1167 h 2334"/>
              <a:gd name="T8" fmla="*/ 1167 w 2334"/>
              <a:gd name="T9" fmla="*/ 0 h 2334"/>
              <a:gd name="T10" fmla="*/ 1167 w 2334"/>
              <a:gd name="T11" fmla="*/ 2100 h 2334"/>
              <a:gd name="T12" fmla="*/ 234 w 2334"/>
              <a:gd name="T13" fmla="*/ 1167 h 2334"/>
              <a:gd name="T14" fmla="*/ 431 w 2334"/>
              <a:gd name="T15" fmla="*/ 595 h 2334"/>
              <a:gd name="T16" fmla="*/ 1739 w 2334"/>
              <a:gd name="T17" fmla="*/ 1903 h 2334"/>
              <a:gd name="T18" fmla="*/ 1167 w 2334"/>
              <a:gd name="T19" fmla="*/ 2100 h 2334"/>
              <a:gd name="T20" fmla="*/ 1903 w 2334"/>
              <a:gd name="T21" fmla="*/ 1739 h 2334"/>
              <a:gd name="T22" fmla="*/ 595 w 2334"/>
              <a:gd name="T23" fmla="*/ 431 h 2334"/>
              <a:gd name="T24" fmla="*/ 1167 w 2334"/>
              <a:gd name="T25" fmla="*/ 234 h 2334"/>
              <a:gd name="T26" fmla="*/ 2100 w 2334"/>
              <a:gd name="T27" fmla="*/ 1167 h 2334"/>
              <a:gd name="T28" fmla="*/ 1903 w 2334"/>
              <a:gd name="T29" fmla="*/ 1739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334" h="2334"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167" y="2100"/>
                </a:moveTo>
                <a:cubicBezTo>
                  <a:pt x="651" y="2100"/>
                  <a:pt x="234" y="1683"/>
                  <a:pt x="234" y="1167"/>
                </a:cubicBezTo>
                <a:cubicBezTo>
                  <a:pt x="234" y="951"/>
                  <a:pt x="307" y="753"/>
                  <a:pt x="431" y="595"/>
                </a:cubicBezTo>
                <a:cubicBezTo>
                  <a:pt x="1739" y="1903"/>
                  <a:pt x="1739" y="1903"/>
                  <a:pt x="1739" y="1903"/>
                </a:cubicBezTo>
                <a:cubicBezTo>
                  <a:pt x="1581" y="2027"/>
                  <a:pt x="1383" y="2100"/>
                  <a:pt x="1167" y="2100"/>
                </a:cubicBezTo>
                <a:close/>
                <a:moveTo>
                  <a:pt x="1903" y="1739"/>
                </a:moveTo>
                <a:cubicBezTo>
                  <a:pt x="595" y="431"/>
                  <a:pt x="595" y="431"/>
                  <a:pt x="595" y="431"/>
                </a:cubicBezTo>
                <a:cubicBezTo>
                  <a:pt x="753" y="307"/>
                  <a:pt x="951" y="234"/>
                  <a:pt x="1167" y="234"/>
                </a:cubicBezTo>
                <a:cubicBezTo>
                  <a:pt x="1683" y="234"/>
                  <a:pt x="2100" y="651"/>
                  <a:pt x="2100" y="1167"/>
                </a:cubicBezTo>
                <a:cubicBezTo>
                  <a:pt x="2100" y="1383"/>
                  <a:pt x="2027" y="1581"/>
                  <a:pt x="1903" y="17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85922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us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83399" cy="914400"/>
          </a:xfrm>
          <a:custGeom>
            <a:avLst/>
            <a:gdLst>
              <a:gd name="T0" fmla="*/ 0 w 3307"/>
              <a:gd name="T1" fmla="*/ 3860 h 3860"/>
              <a:gd name="T2" fmla="*/ 1103 w 3307"/>
              <a:gd name="T3" fmla="*/ 3860 h 3860"/>
              <a:gd name="T4" fmla="*/ 1103 w 3307"/>
              <a:gd name="T5" fmla="*/ 0 h 3860"/>
              <a:gd name="T6" fmla="*/ 0 w 3307"/>
              <a:gd name="T7" fmla="*/ 0 h 3860"/>
              <a:gd name="T8" fmla="*/ 0 w 3307"/>
              <a:gd name="T9" fmla="*/ 3860 h 3860"/>
              <a:gd name="T10" fmla="*/ 2204 w 3307"/>
              <a:gd name="T11" fmla="*/ 0 h 3860"/>
              <a:gd name="T12" fmla="*/ 2204 w 3307"/>
              <a:gd name="T13" fmla="*/ 3860 h 3860"/>
              <a:gd name="T14" fmla="*/ 3307 w 3307"/>
              <a:gd name="T15" fmla="*/ 3860 h 3860"/>
              <a:gd name="T16" fmla="*/ 3307 w 3307"/>
              <a:gd name="T17" fmla="*/ 0 h 3860"/>
              <a:gd name="T18" fmla="*/ 2204 w 3307"/>
              <a:gd name="T19" fmla="*/ 0 h 3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307" h="3860">
                <a:moveTo>
                  <a:pt x="0" y="3860"/>
                </a:moveTo>
                <a:lnTo>
                  <a:pt x="1103" y="3860"/>
                </a:lnTo>
                <a:lnTo>
                  <a:pt x="1103" y="0"/>
                </a:lnTo>
                <a:lnTo>
                  <a:pt x="0" y="0"/>
                </a:lnTo>
                <a:lnTo>
                  <a:pt x="0" y="3860"/>
                </a:lnTo>
                <a:close/>
                <a:moveTo>
                  <a:pt x="2204" y="0"/>
                </a:moveTo>
                <a:lnTo>
                  <a:pt x="2204" y="3860"/>
                </a:lnTo>
                <a:lnTo>
                  <a:pt x="3307" y="3860"/>
                </a:lnTo>
                <a:lnTo>
                  <a:pt x="3307" y="0"/>
                </a:lnTo>
                <a:lnTo>
                  <a:pt x="22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476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use Circle Fill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167 w 2334"/>
              <a:gd name="T1" fmla="*/ 0 h 2334"/>
              <a:gd name="T2" fmla="*/ 0 w 2334"/>
              <a:gd name="T3" fmla="*/ 1167 h 2334"/>
              <a:gd name="T4" fmla="*/ 1167 w 2334"/>
              <a:gd name="T5" fmla="*/ 2334 h 2334"/>
              <a:gd name="T6" fmla="*/ 2334 w 2334"/>
              <a:gd name="T7" fmla="*/ 1167 h 2334"/>
              <a:gd name="T8" fmla="*/ 1167 w 2334"/>
              <a:gd name="T9" fmla="*/ 0 h 2334"/>
              <a:gd name="T10" fmla="*/ 1050 w 2334"/>
              <a:gd name="T11" fmla="*/ 1634 h 2334"/>
              <a:gd name="T12" fmla="*/ 817 w 2334"/>
              <a:gd name="T13" fmla="*/ 1634 h 2334"/>
              <a:gd name="T14" fmla="*/ 817 w 2334"/>
              <a:gd name="T15" fmla="*/ 700 h 2334"/>
              <a:gd name="T16" fmla="*/ 1050 w 2334"/>
              <a:gd name="T17" fmla="*/ 700 h 2334"/>
              <a:gd name="T18" fmla="*/ 1050 w 2334"/>
              <a:gd name="T19" fmla="*/ 1634 h 2334"/>
              <a:gd name="T20" fmla="*/ 1517 w 2334"/>
              <a:gd name="T21" fmla="*/ 1634 h 2334"/>
              <a:gd name="T22" fmla="*/ 1284 w 2334"/>
              <a:gd name="T23" fmla="*/ 1634 h 2334"/>
              <a:gd name="T24" fmla="*/ 1284 w 2334"/>
              <a:gd name="T25" fmla="*/ 700 h 2334"/>
              <a:gd name="T26" fmla="*/ 1517 w 2334"/>
              <a:gd name="T27" fmla="*/ 700 h 2334"/>
              <a:gd name="T28" fmla="*/ 1517 w 2334"/>
              <a:gd name="T29" fmla="*/ 16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334" h="2334"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050" y="1634"/>
                </a:moveTo>
                <a:cubicBezTo>
                  <a:pt x="817" y="1634"/>
                  <a:pt x="817" y="1634"/>
                  <a:pt x="817" y="1634"/>
                </a:cubicBezTo>
                <a:cubicBezTo>
                  <a:pt x="817" y="700"/>
                  <a:pt x="817" y="700"/>
                  <a:pt x="817" y="700"/>
                </a:cubicBezTo>
                <a:cubicBezTo>
                  <a:pt x="1050" y="700"/>
                  <a:pt x="1050" y="700"/>
                  <a:pt x="1050" y="700"/>
                </a:cubicBezTo>
                <a:lnTo>
                  <a:pt x="1050" y="1634"/>
                </a:lnTo>
                <a:close/>
                <a:moveTo>
                  <a:pt x="1517" y="1634"/>
                </a:moveTo>
                <a:cubicBezTo>
                  <a:pt x="1284" y="1634"/>
                  <a:pt x="1284" y="1634"/>
                  <a:pt x="1284" y="1634"/>
                </a:cubicBezTo>
                <a:cubicBezTo>
                  <a:pt x="1284" y="700"/>
                  <a:pt x="1284" y="700"/>
                  <a:pt x="1284" y="700"/>
                </a:cubicBezTo>
                <a:cubicBezTo>
                  <a:pt x="1517" y="700"/>
                  <a:pt x="1517" y="700"/>
                  <a:pt x="1517" y="700"/>
                </a:cubicBezTo>
                <a:lnTo>
                  <a:pt x="1517" y="16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536230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uce Circle Out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817 w 2334"/>
              <a:gd name="T1" fmla="*/ 1634 h 2334"/>
              <a:gd name="T2" fmla="*/ 1050 w 2334"/>
              <a:gd name="T3" fmla="*/ 1634 h 2334"/>
              <a:gd name="T4" fmla="*/ 1050 w 2334"/>
              <a:gd name="T5" fmla="*/ 700 h 2334"/>
              <a:gd name="T6" fmla="*/ 817 w 2334"/>
              <a:gd name="T7" fmla="*/ 700 h 2334"/>
              <a:gd name="T8" fmla="*/ 817 w 2334"/>
              <a:gd name="T9" fmla="*/ 1634 h 2334"/>
              <a:gd name="T10" fmla="*/ 1167 w 2334"/>
              <a:gd name="T11" fmla="*/ 0 h 2334"/>
              <a:gd name="T12" fmla="*/ 0 w 2334"/>
              <a:gd name="T13" fmla="*/ 1167 h 2334"/>
              <a:gd name="T14" fmla="*/ 1167 w 2334"/>
              <a:gd name="T15" fmla="*/ 2334 h 2334"/>
              <a:gd name="T16" fmla="*/ 2334 w 2334"/>
              <a:gd name="T17" fmla="*/ 1167 h 2334"/>
              <a:gd name="T18" fmla="*/ 1167 w 2334"/>
              <a:gd name="T19" fmla="*/ 0 h 2334"/>
              <a:gd name="T20" fmla="*/ 1167 w 2334"/>
              <a:gd name="T21" fmla="*/ 2100 h 2334"/>
              <a:gd name="T22" fmla="*/ 234 w 2334"/>
              <a:gd name="T23" fmla="*/ 1167 h 2334"/>
              <a:gd name="T24" fmla="*/ 1167 w 2334"/>
              <a:gd name="T25" fmla="*/ 234 h 2334"/>
              <a:gd name="T26" fmla="*/ 2100 w 2334"/>
              <a:gd name="T27" fmla="*/ 1167 h 2334"/>
              <a:gd name="T28" fmla="*/ 1167 w 2334"/>
              <a:gd name="T29" fmla="*/ 2100 h 2334"/>
              <a:gd name="T30" fmla="*/ 1284 w 2334"/>
              <a:gd name="T31" fmla="*/ 1634 h 2334"/>
              <a:gd name="T32" fmla="*/ 1517 w 2334"/>
              <a:gd name="T33" fmla="*/ 1634 h 2334"/>
              <a:gd name="T34" fmla="*/ 1517 w 2334"/>
              <a:gd name="T35" fmla="*/ 700 h 2334"/>
              <a:gd name="T36" fmla="*/ 1284 w 2334"/>
              <a:gd name="T37" fmla="*/ 700 h 2334"/>
              <a:gd name="T38" fmla="*/ 1284 w 2334"/>
              <a:gd name="T39" fmla="*/ 16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34" h="2334">
                <a:moveTo>
                  <a:pt x="817" y="1634"/>
                </a:moveTo>
                <a:cubicBezTo>
                  <a:pt x="1050" y="1634"/>
                  <a:pt x="1050" y="1634"/>
                  <a:pt x="1050" y="1634"/>
                </a:cubicBezTo>
                <a:cubicBezTo>
                  <a:pt x="1050" y="700"/>
                  <a:pt x="1050" y="700"/>
                  <a:pt x="1050" y="700"/>
                </a:cubicBezTo>
                <a:cubicBezTo>
                  <a:pt x="817" y="700"/>
                  <a:pt x="817" y="700"/>
                  <a:pt x="817" y="700"/>
                </a:cubicBezTo>
                <a:lnTo>
                  <a:pt x="817" y="1634"/>
                </a:lnTo>
                <a:close/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167" y="2100"/>
                </a:moveTo>
                <a:cubicBezTo>
                  <a:pt x="652" y="2100"/>
                  <a:pt x="234" y="1682"/>
                  <a:pt x="234" y="1167"/>
                </a:cubicBezTo>
                <a:cubicBezTo>
                  <a:pt x="234" y="652"/>
                  <a:pt x="652" y="234"/>
                  <a:pt x="1167" y="234"/>
                </a:cubicBezTo>
                <a:cubicBezTo>
                  <a:pt x="1682" y="234"/>
                  <a:pt x="2100" y="652"/>
                  <a:pt x="2100" y="1167"/>
                </a:cubicBezTo>
                <a:cubicBezTo>
                  <a:pt x="2100" y="1682"/>
                  <a:pt x="1682" y="2100"/>
                  <a:pt x="1167" y="2100"/>
                </a:cubicBezTo>
                <a:close/>
                <a:moveTo>
                  <a:pt x="1284" y="1634"/>
                </a:moveTo>
                <a:cubicBezTo>
                  <a:pt x="1517" y="1634"/>
                  <a:pt x="1517" y="1634"/>
                  <a:pt x="1517" y="1634"/>
                </a:cubicBezTo>
                <a:cubicBezTo>
                  <a:pt x="1517" y="700"/>
                  <a:pt x="1517" y="700"/>
                  <a:pt x="1517" y="700"/>
                </a:cubicBezTo>
                <a:cubicBezTo>
                  <a:pt x="1284" y="700"/>
                  <a:pt x="1284" y="700"/>
                  <a:pt x="1284" y="700"/>
                </a:cubicBezTo>
                <a:lnTo>
                  <a:pt x="1284" y="16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71217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y Arrow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18491" cy="914400"/>
          </a:xfrm>
          <a:custGeom>
            <a:avLst/>
            <a:gdLst>
              <a:gd name="T0" fmla="*/ 0 w 3033"/>
              <a:gd name="T1" fmla="*/ 0 h 3860"/>
              <a:gd name="T2" fmla="*/ 0 w 3033"/>
              <a:gd name="T3" fmla="*/ 3860 h 3860"/>
              <a:gd name="T4" fmla="*/ 3033 w 3033"/>
              <a:gd name="T5" fmla="*/ 1930 h 3860"/>
              <a:gd name="T6" fmla="*/ 0 w 3033"/>
              <a:gd name="T7" fmla="*/ 0 h 3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33" h="3860">
                <a:moveTo>
                  <a:pt x="0" y="0"/>
                </a:moveTo>
                <a:lnTo>
                  <a:pt x="0" y="3860"/>
                </a:lnTo>
                <a:lnTo>
                  <a:pt x="3033" y="193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499770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y Circle Fill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1167 w 2334"/>
              <a:gd name="T1" fmla="*/ 0 h 2334"/>
              <a:gd name="T2" fmla="*/ 0 w 2334"/>
              <a:gd name="T3" fmla="*/ 1167 h 2334"/>
              <a:gd name="T4" fmla="*/ 1167 w 2334"/>
              <a:gd name="T5" fmla="*/ 2334 h 2334"/>
              <a:gd name="T6" fmla="*/ 2334 w 2334"/>
              <a:gd name="T7" fmla="*/ 1167 h 2334"/>
              <a:gd name="T8" fmla="*/ 1167 w 2334"/>
              <a:gd name="T9" fmla="*/ 0 h 2334"/>
              <a:gd name="T10" fmla="*/ 934 w 2334"/>
              <a:gd name="T11" fmla="*/ 1692 h 2334"/>
              <a:gd name="T12" fmla="*/ 934 w 2334"/>
              <a:gd name="T13" fmla="*/ 642 h 2334"/>
              <a:gd name="T14" fmla="*/ 1634 w 2334"/>
              <a:gd name="T15" fmla="*/ 1167 h 2334"/>
              <a:gd name="T16" fmla="*/ 934 w 2334"/>
              <a:gd name="T17" fmla="*/ 1692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34"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934" y="1692"/>
                </a:moveTo>
                <a:cubicBezTo>
                  <a:pt x="934" y="642"/>
                  <a:pt x="934" y="642"/>
                  <a:pt x="934" y="642"/>
                </a:cubicBezTo>
                <a:cubicBezTo>
                  <a:pt x="1634" y="1167"/>
                  <a:pt x="1634" y="1167"/>
                  <a:pt x="1634" y="1167"/>
                </a:cubicBezTo>
                <a:lnTo>
                  <a:pt x="934" y="169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254196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y Circle Out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934 w 2334"/>
              <a:gd name="T1" fmla="*/ 1692 h 2334"/>
              <a:gd name="T2" fmla="*/ 1634 w 2334"/>
              <a:gd name="T3" fmla="*/ 1167 h 2334"/>
              <a:gd name="T4" fmla="*/ 934 w 2334"/>
              <a:gd name="T5" fmla="*/ 642 h 2334"/>
              <a:gd name="T6" fmla="*/ 934 w 2334"/>
              <a:gd name="T7" fmla="*/ 1692 h 2334"/>
              <a:gd name="T8" fmla="*/ 1167 w 2334"/>
              <a:gd name="T9" fmla="*/ 0 h 2334"/>
              <a:gd name="T10" fmla="*/ 0 w 2334"/>
              <a:gd name="T11" fmla="*/ 1167 h 2334"/>
              <a:gd name="T12" fmla="*/ 1167 w 2334"/>
              <a:gd name="T13" fmla="*/ 2334 h 2334"/>
              <a:gd name="T14" fmla="*/ 2334 w 2334"/>
              <a:gd name="T15" fmla="*/ 1167 h 2334"/>
              <a:gd name="T16" fmla="*/ 1167 w 2334"/>
              <a:gd name="T17" fmla="*/ 0 h 2334"/>
              <a:gd name="T18" fmla="*/ 1167 w 2334"/>
              <a:gd name="T19" fmla="*/ 2100 h 2334"/>
              <a:gd name="T20" fmla="*/ 234 w 2334"/>
              <a:gd name="T21" fmla="*/ 1167 h 2334"/>
              <a:gd name="T22" fmla="*/ 1167 w 2334"/>
              <a:gd name="T23" fmla="*/ 234 h 2334"/>
              <a:gd name="T24" fmla="*/ 2100 w 2334"/>
              <a:gd name="T25" fmla="*/ 1167 h 2334"/>
              <a:gd name="T26" fmla="*/ 1167 w 2334"/>
              <a:gd name="T27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334" h="2334">
                <a:moveTo>
                  <a:pt x="934" y="1692"/>
                </a:moveTo>
                <a:cubicBezTo>
                  <a:pt x="1634" y="1167"/>
                  <a:pt x="1634" y="1167"/>
                  <a:pt x="1634" y="1167"/>
                </a:cubicBezTo>
                <a:cubicBezTo>
                  <a:pt x="934" y="642"/>
                  <a:pt x="934" y="642"/>
                  <a:pt x="934" y="642"/>
                </a:cubicBezTo>
                <a:lnTo>
                  <a:pt x="934" y="1692"/>
                </a:lnTo>
                <a:close/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167" y="2100"/>
                </a:moveTo>
                <a:cubicBezTo>
                  <a:pt x="652" y="2100"/>
                  <a:pt x="234" y="1682"/>
                  <a:pt x="234" y="1167"/>
                </a:cubicBezTo>
                <a:cubicBezTo>
                  <a:pt x="234" y="652"/>
                  <a:pt x="652" y="234"/>
                  <a:pt x="1167" y="234"/>
                </a:cubicBezTo>
                <a:cubicBezTo>
                  <a:pt x="1682" y="234"/>
                  <a:pt x="2100" y="652"/>
                  <a:pt x="2100" y="1167"/>
                </a:cubicBezTo>
                <a:cubicBezTo>
                  <a:pt x="2100" y="1682"/>
                  <a:pt x="1682" y="2100"/>
                  <a:pt x="1167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0789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ylist Ad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39616"/>
          </a:xfrm>
          <a:custGeom>
            <a:avLst/>
            <a:gdLst>
              <a:gd name="T0" fmla="*/ 3307 w 5514"/>
              <a:gd name="T1" fmla="*/ 1103 h 3857"/>
              <a:gd name="T2" fmla="*/ 0 w 5514"/>
              <a:gd name="T3" fmla="*/ 1103 h 3857"/>
              <a:gd name="T4" fmla="*/ 0 w 5514"/>
              <a:gd name="T5" fmla="*/ 1653 h 3857"/>
              <a:gd name="T6" fmla="*/ 3307 w 5514"/>
              <a:gd name="T7" fmla="*/ 1653 h 3857"/>
              <a:gd name="T8" fmla="*/ 3307 w 5514"/>
              <a:gd name="T9" fmla="*/ 1103 h 3857"/>
              <a:gd name="T10" fmla="*/ 3307 w 5514"/>
              <a:gd name="T11" fmla="*/ 0 h 3857"/>
              <a:gd name="T12" fmla="*/ 0 w 5514"/>
              <a:gd name="T13" fmla="*/ 0 h 3857"/>
              <a:gd name="T14" fmla="*/ 0 w 5514"/>
              <a:gd name="T15" fmla="*/ 550 h 3857"/>
              <a:gd name="T16" fmla="*/ 3307 w 5514"/>
              <a:gd name="T17" fmla="*/ 550 h 3857"/>
              <a:gd name="T18" fmla="*/ 3307 w 5514"/>
              <a:gd name="T19" fmla="*/ 0 h 3857"/>
              <a:gd name="T20" fmla="*/ 4410 w 5514"/>
              <a:gd name="T21" fmla="*/ 2204 h 3857"/>
              <a:gd name="T22" fmla="*/ 4410 w 5514"/>
              <a:gd name="T23" fmla="*/ 1103 h 3857"/>
              <a:gd name="T24" fmla="*/ 3860 w 5514"/>
              <a:gd name="T25" fmla="*/ 1103 h 3857"/>
              <a:gd name="T26" fmla="*/ 3860 w 5514"/>
              <a:gd name="T27" fmla="*/ 2204 h 3857"/>
              <a:gd name="T28" fmla="*/ 2757 w 5514"/>
              <a:gd name="T29" fmla="*/ 2204 h 3857"/>
              <a:gd name="T30" fmla="*/ 2757 w 5514"/>
              <a:gd name="T31" fmla="*/ 2756 h 3857"/>
              <a:gd name="T32" fmla="*/ 3860 w 5514"/>
              <a:gd name="T33" fmla="*/ 2756 h 3857"/>
              <a:gd name="T34" fmla="*/ 3860 w 5514"/>
              <a:gd name="T35" fmla="*/ 3857 h 3857"/>
              <a:gd name="T36" fmla="*/ 4410 w 5514"/>
              <a:gd name="T37" fmla="*/ 3857 h 3857"/>
              <a:gd name="T38" fmla="*/ 4410 w 5514"/>
              <a:gd name="T39" fmla="*/ 2756 h 3857"/>
              <a:gd name="T40" fmla="*/ 5514 w 5514"/>
              <a:gd name="T41" fmla="*/ 2756 h 3857"/>
              <a:gd name="T42" fmla="*/ 5514 w 5514"/>
              <a:gd name="T43" fmla="*/ 2204 h 3857"/>
              <a:gd name="T44" fmla="*/ 4410 w 5514"/>
              <a:gd name="T45" fmla="*/ 2204 h 3857"/>
              <a:gd name="T46" fmla="*/ 0 w 5514"/>
              <a:gd name="T47" fmla="*/ 2756 h 3857"/>
              <a:gd name="T48" fmla="*/ 2206 w 5514"/>
              <a:gd name="T49" fmla="*/ 2756 h 3857"/>
              <a:gd name="T50" fmla="*/ 2206 w 5514"/>
              <a:gd name="T51" fmla="*/ 2204 h 3857"/>
              <a:gd name="T52" fmla="*/ 0 w 5514"/>
              <a:gd name="T53" fmla="*/ 2204 h 3857"/>
              <a:gd name="T54" fmla="*/ 0 w 5514"/>
              <a:gd name="T55" fmla="*/ 2756 h 3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5514" h="3857">
                <a:moveTo>
                  <a:pt x="3307" y="1103"/>
                </a:moveTo>
                <a:lnTo>
                  <a:pt x="0" y="1103"/>
                </a:lnTo>
                <a:lnTo>
                  <a:pt x="0" y="1653"/>
                </a:lnTo>
                <a:lnTo>
                  <a:pt x="3307" y="1653"/>
                </a:lnTo>
                <a:lnTo>
                  <a:pt x="3307" y="1103"/>
                </a:lnTo>
                <a:close/>
                <a:moveTo>
                  <a:pt x="3307" y="0"/>
                </a:moveTo>
                <a:lnTo>
                  <a:pt x="0" y="0"/>
                </a:lnTo>
                <a:lnTo>
                  <a:pt x="0" y="550"/>
                </a:lnTo>
                <a:lnTo>
                  <a:pt x="3307" y="550"/>
                </a:lnTo>
                <a:lnTo>
                  <a:pt x="3307" y="0"/>
                </a:lnTo>
                <a:close/>
                <a:moveTo>
                  <a:pt x="4410" y="2204"/>
                </a:moveTo>
                <a:lnTo>
                  <a:pt x="4410" y="1103"/>
                </a:lnTo>
                <a:lnTo>
                  <a:pt x="3860" y="1103"/>
                </a:lnTo>
                <a:lnTo>
                  <a:pt x="3860" y="2204"/>
                </a:lnTo>
                <a:lnTo>
                  <a:pt x="2757" y="2204"/>
                </a:lnTo>
                <a:lnTo>
                  <a:pt x="2757" y="2756"/>
                </a:lnTo>
                <a:lnTo>
                  <a:pt x="3860" y="2756"/>
                </a:lnTo>
                <a:lnTo>
                  <a:pt x="3860" y="3857"/>
                </a:lnTo>
                <a:lnTo>
                  <a:pt x="4410" y="3857"/>
                </a:lnTo>
                <a:lnTo>
                  <a:pt x="4410" y="2756"/>
                </a:lnTo>
                <a:lnTo>
                  <a:pt x="5514" y="2756"/>
                </a:lnTo>
                <a:lnTo>
                  <a:pt x="5514" y="2204"/>
                </a:lnTo>
                <a:lnTo>
                  <a:pt x="4410" y="2204"/>
                </a:lnTo>
                <a:close/>
                <a:moveTo>
                  <a:pt x="0" y="2756"/>
                </a:moveTo>
                <a:lnTo>
                  <a:pt x="2206" y="2756"/>
                </a:lnTo>
                <a:lnTo>
                  <a:pt x="2206" y="2204"/>
                </a:lnTo>
                <a:lnTo>
                  <a:pt x="0" y="2204"/>
                </a:lnTo>
                <a:lnTo>
                  <a:pt x="0" y="27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644446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ylist Add Chec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337"/>
          </a:xfrm>
          <a:custGeom>
            <a:avLst/>
            <a:gdLst>
              <a:gd name="T0" fmla="*/ 3307 w 5788"/>
              <a:gd name="T1" fmla="*/ 1103 h 3857"/>
              <a:gd name="T2" fmla="*/ 0 w 5788"/>
              <a:gd name="T3" fmla="*/ 1103 h 3857"/>
              <a:gd name="T4" fmla="*/ 0 w 5788"/>
              <a:gd name="T5" fmla="*/ 1653 h 3857"/>
              <a:gd name="T6" fmla="*/ 3307 w 5788"/>
              <a:gd name="T7" fmla="*/ 1653 h 3857"/>
              <a:gd name="T8" fmla="*/ 3307 w 5788"/>
              <a:gd name="T9" fmla="*/ 1103 h 3857"/>
              <a:gd name="T10" fmla="*/ 3307 w 5788"/>
              <a:gd name="T11" fmla="*/ 0 h 3857"/>
              <a:gd name="T12" fmla="*/ 0 w 5788"/>
              <a:gd name="T13" fmla="*/ 0 h 3857"/>
              <a:gd name="T14" fmla="*/ 0 w 5788"/>
              <a:gd name="T15" fmla="*/ 550 h 3857"/>
              <a:gd name="T16" fmla="*/ 3307 w 5788"/>
              <a:gd name="T17" fmla="*/ 550 h 3857"/>
              <a:gd name="T18" fmla="*/ 3307 w 5788"/>
              <a:gd name="T19" fmla="*/ 0 h 3857"/>
              <a:gd name="T20" fmla="*/ 0 w 5788"/>
              <a:gd name="T21" fmla="*/ 2756 h 3857"/>
              <a:gd name="T22" fmla="*/ 2206 w 5788"/>
              <a:gd name="T23" fmla="*/ 2756 h 3857"/>
              <a:gd name="T24" fmla="*/ 2206 w 5788"/>
              <a:gd name="T25" fmla="*/ 2204 h 3857"/>
              <a:gd name="T26" fmla="*/ 0 w 5788"/>
              <a:gd name="T27" fmla="*/ 2204 h 3857"/>
              <a:gd name="T28" fmla="*/ 0 w 5788"/>
              <a:gd name="T29" fmla="*/ 2756 h 3857"/>
              <a:gd name="T30" fmla="*/ 5374 w 5788"/>
              <a:gd name="T31" fmla="*/ 1516 h 3857"/>
              <a:gd name="T32" fmla="*/ 5788 w 5788"/>
              <a:gd name="T33" fmla="*/ 1930 h 3857"/>
              <a:gd name="T34" fmla="*/ 3862 w 5788"/>
              <a:gd name="T35" fmla="*/ 3857 h 3857"/>
              <a:gd name="T36" fmla="*/ 2620 w 5788"/>
              <a:gd name="T37" fmla="*/ 2617 h 3857"/>
              <a:gd name="T38" fmla="*/ 3033 w 5788"/>
              <a:gd name="T39" fmla="*/ 2204 h 3857"/>
              <a:gd name="T40" fmla="*/ 3862 w 5788"/>
              <a:gd name="T41" fmla="*/ 3030 h 3857"/>
              <a:gd name="T42" fmla="*/ 5374 w 5788"/>
              <a:gd name="T43" fmla="*/ 1516 h 38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5788" h="3857">
                <a:moveTo>
                  <a:pt x="3307" y="1103"/>
                </a:moveTo>
                <a:lnTo>
                  <a:pt x="0" y="1103"/>
                </a:lnTo>
                <a:lnTo>
                  <a:pt x="0" y="1653"/>
                </a:lnTo>
                <a:lnTo>
                  <a:pt x="3307" y="1653"/>
                </a:lnTo>
                <a:lnTo>
                  <a:pt x="3307" y="1103"/>
                </a:lnTo>
                <a:close/>
                <a:moveTo>
                  <a:pt x="3307" y="0"/>
                </a:moveTo>
                <a:lnTo>
                  <a:pt x="0" y="0"/>
                </a:lnTo>
                <a:lnTo>
                  <a:pt x="0" y="550"/>
                </a:lnTo>
                <a:lnTo>
                  <a:pt x="3307" y="550"/>
                </a:lnTo>
                <a:lnTo>
                  <a:pt x="3307" y="0"/>
                </a:lnTo>
                <a:close/>
                <a:moveTo>
                  <a:pt x="0" y="2756"/>
                </a:moveTo>
                <a:lnTo>
                  <a:pt x="2206" y="2756"/>
                </a:lnTo>
                <a:lnTo>
                  <a:pt x="2206" y="2204"/>
                </a:lnTo>
                <a:lnTo>
                  <a:pt x="0" y="2204"/>
                </a:lnTo>
                <a:lnTo>
                  <a:pt x="0" y="2756"/>
                </a:lnTo>
                <a:close/>
                <a:moveTo>
                  <a:pt x="5374" y="1516"/>
                </a:moveTo>
                <a:lnTo>
                  <a:pt x="5788" y="1930"/>
                </a:lnTo>
                <a:lnTo>
                  <a:pt x="3862" y="3857"/>
                </a:lnTo>
                <a:lnTo>
                  <a:pt x="2620" y="2617"/>
                </a:lnTo>
                <a:lnTo>
                  <a:pt x="3033" y="2204"/>
                </a:lnTo>
                <a:lnTo>
                  <a:pt x="3862" y="3030"/>
                </a:lnTo>
                <a:lnTo>
                  <a:pt x="5374" y="15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965121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ylist Pla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40113"/>
          </a:xfrm>
          <a:custGeom>
            <a:avLst/>
            <a:gdLst>
              <a:gd name="T0" fmla="*/ 4687 w 5514"/>
              <a:gd name="T1" fmla="*/ 1103 h 3860"/>
              <a:gd name="T2" fmla="*/ 0 w 5514"/>
              <a:gd name="T3" fmla="*/ 1103 h 3860"/>
              <a:gd name="T4" fmla="*/ 0 w 5514"/>
              <a:gd name="T5" fmla="*/ 1654 h 3860"/>
              <a:gd name="T6" fmla="*/ 4687 w 5514"/>
              <a:gd name="T7" fmla="*/ 1654 h 3860"/>
              <a:gd name="T8" fmla="*/ 4687 w 5514"/>
              <a:gd name="T9" fmla="*/ 1103 h 3860"/>
              <a:gd name="T10" fmla="*/ 4687 w 5514"/>
              <a:gd name="T11" fmla="*/ 0 h 3860"/>
              <a:gd name="T12" fmla="*/ 0 w 5514"/>
              <a:gd name="T13" fmla="*/ 0 h 3860"/>
              <a:gd name="T14" fmla="*/ 0 w 5514"/>
              <a:gd name="T15" fmla="*/ 553 h 3860"/>
              <a:gd name="T16" fmla="*/ 4687 w 5514"/>
              <a:gd name="T17" fmla="*/ 553 h 3860"/>
              <a:gd name="T18" fmla="*/ 4687 w 5514"/>
              <a:gd name="T19" fmla="*/ 0 h 3860"/>
              <a:gd name="T20" fmla="*/ 0 w 5514"/>
              <a:gd name="T21" fmla="*/ 2757 h 3860"/>
              <a:gd name="T22" fmla="*/ 3584 w 5514"/>
              <a:gd name="T23" fmla="*/ 2757 h 3860"/>
              <a:gd name="T24" fmla="*/ 3584 w 5514"/>
              <a:gd name="T25" fmla="*/ 2207 h 3860"/>
              <a:gd name="T26" fmla="*/ 0 w 5514"/>
              <a:gd name="T27" fmla="*/ 2207 h 3860"/>
              <a:gd name="T28" fmla="*/ 0 w 5514"/>
              <a:gd name="T29" fmla="*/ 2757 h 3860"/>
              <a:gd name="T30" fmla="*/ 4134 w 5514"/>
              <a:gd name="T31" fmla="*/ 2207 h 3860"/>
              <a:gd name="T32" fmla="*/ 4134 w 5514"/>
              <a:gd name="T33" fmla="*/ 3860 h 3860"/>
              <a:gd name="T34" fmla="*/ 5514 w 5514"/>
              <a:gd name="T35" fmla="*/ 3033 h 3860"/>
              <a:gd name="T36" fmla="*/ 4134 w 5514"/>
              <a:gd name="T37" fmla="*/ 2207 h 3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514" h="3860">
                <a:moveTo>
                  <a:pt x="4687" y="1103"/>
                </a:moveTo>
                <a:lnTo>
                  <a:pt x="0" y="1103"/>
                </a:lnTo>
                <a:lnTo>
                  <a:pt x="0" y="1654"/>
                </a:lnTo>
                <a:lnTo>
                  <a:pt x="4687" y="1654"/>
                </a:lnTo>
                <a:lnTo>
                  <a:pt x="4687" y="1103"/>
                </a:lnTo>
                <a:close/>
                <a:moveTo>
                  <a:pt x="4687" y="0"/>
                </a:moveTo>
                <a:lnTo>
                  <a:pt x="0" y="0"/>
                </a:lnTo>
                <a:lnTo>
                  <a:pt x="0" y="553"/>
                </a:lnTo>
                <a:lnTo>
                  <a:pt x="4687" y="553"/>
                </a:lnTo>
                <a:lnTo>
                  <a:pt x="4687" y="0"/>
                </a:lnTo>
                <a:close/>
                <a:moveTo>
                  <a:pt x="0" y="2757"/>
                </a:moveTo>
                <a:lnTo>
                  <a:pt x="3584" y="2757"/>
                </a:lnTo>
                <a:lnTo>
                  <a:pt x="3584" y="2207"/>
                </a:lnTo>
                <a:lnTo>
                  <a:pt x="0" y="2207"/>
                </a:lnTo>
                <a:lnTo>
                  <a:pt x="0" y="2757"/>
                </a:lnTo>
                <a:close/>
                <a:moveTo>
                  <a:pt x="4134" y="2207"/>
                </a:moveTo>
                <a:lnTo>
                  <a:pt x="4134" y="3860"/>
                </a:lnTo>
                <a:lnTo>
                  <a:pt x="5514" y="3033"/>
                </a:lnTo>
                <a:lnTo>
                  <a:pt x="4134" y="22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07997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u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34 w 2334"/>
              <a:gd name="T1" fmla="*/ 467 h 2334"/>
              <a:gd name="T2" fmla="*/ 0 w 2334"/>
              <a:gd name="T3" fmla="*/ 467 h 2334"/>
              <a:gd name="T4" fmla="*/ 0 w 2334"/>
              <a:gd name="T5" fmla="*/ 2100 h 2334"/>
              <a:gd name="T6" fmla="*/ 234 w 2334"/>
              <a:gd name="T7" fmla="*/ 2334 h 2334"/>
              <a:gd name="T8" fmla="*/ 1867 w 2334"/>
              <a:gd name="T9" fmla="*/ 2334 h 2334"/>
              <a:gd name="T10" fmla="*/ 1867 w 2334"/>
              <a:gd name="T11" fmla="*/ 2100 h 2334"/>
              <a:gd name="T12" fmla="*/ 234 w 2334"/>
              <a:gd name="T13" fmla="*/ 2100 h 2334"/>
              <a:gd name="T14" fmla="*/ 234 w 2334"/>
              <a:gd name="T15" fmla="*/ 467 h 2334"/>
              <a:gd name="T16" fmla="*/ 2100 w 2334"/>
              <a:gd name="T17" fmla="*/ 0 h 2334"/>
              <a:gd name="T18" fmla="*/ 700 w 2334"/>
              <a:gd name="T19" fmla="*/ 0 h 2334"/>
              <a:gd name="T20" fmla="*/ 467 w 2334"/>
              <a:gd name="T21" fmla="*/ 234 h 2334"/>
              <a:gd name="T22" fmla="*/ 467 w 2334"/>
              <a:gd name="T23" fmla="*/ 1634 h 2334"/>
              <a:gd name="T24" fmla="*/ 700 w 2334"/>
              <a:gd name="T25" fmla="*/ 1867 h 2334"/>
              <a:gd name="T26" fmla="*/ 2100 w 2334"/>
              <a:gd name="T27" fmla="*/ 1867 h 2334"/>
              <a:gd name="T28" fmla="*/ 2334 w 2334"/>
              <a:gd name="T29" fmla="*/ 1634 h 2334"/>
              <a:gd name="T30" fmla="*/ 2334 w 2334"/>
              <a:gd name="T31" fmla="*/ 234 h 2334"/>
              <a:gd name="T32" fmla="*/ 2100 w 2334"/>
              <a:gd name="T33" fmla="*/ 0 h 2334"/>
              <a:gd name="T34" fmla="*/ 1984 w 2334"/>
              <a:gd name="T35" fmla="*/ 1050 h 2334"/>
              <a:gd name="T36" fmla="*/ 1517 w 2334"/>
              <a:gd name="T37" fmla="*/ 1050 h 2334"/>
              <a:gd name="T38" fmla="*/ 1517 w 2334"/>
              <a:gd name="T39" fmla="*/ 1517 h 2334"/>
              <a:gd name="T40" fmla="*/ 1284 w 2334"/>
              <a:gd name="T41" fmla="*/ 1517 h 2334"/>
              <a:gd name="T42" fmla="*/ 1284 w 2334"/>
              <a:gd name="T43" fmla="*/ 1050 h 2334"/>
              <a:gd name="T44" fmla="*/ 817 w 2334"/>
              <a:gd name="T45" fmla="*/ 1050 h 2334"/>
              <a:gd name="T46" fmla="*/ 817 w 2334"/>
              <a:gd name="T47" fmla="*/ 817 h 2334"/>
              <a:gd name="T48" fmla="*/ 1284 w 2334"/>
              <a:gd name="T49" fmla="*/ 817 h 2334"/>
              <a:gd name="T50" fmla="*/ 1284 w 2334"/>
              <a:gd name="T51" fmla="*/ 350 h 2334"/>
              <a:gd name="T52" fmla="*/ 1517 w 2334"/>
              <a:gd name="T53" fmla="*/ 350 h 2334"/>
              <a:gd name="T54" fmla="*/ 1517 w 2334"/>
              <a:gd name="T55" fmla="*/ 817 h 2334"/>
              <a:gd name="T56" fmla="*/ 1984 w 2334"/>
              <a:gd name="T57" fmla="*/ 817 h 2334"/>
              <a:gd name="T58" fmla="*/ 1984 w 2334"/>
              <a:gd name="T59" fmla="*/ 105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334" h="2334">
                <a:moveTo>
                  <a:pt x="234" y="467"/>
                </a:moveTo>
                <a:cubicBezTo>
                  <a:pt x="0" y="467"/>
                  <a:pt x="0" y="467"/>
                  <a:pt x="0" y="467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4" y="2334"/>
                </a:cubicBezTo>
                <a:cubicBezTo>
                  <a:pt x="1867" y="2334"/>
                  <a:pt x="1867" y="2334"/>
                  <a:pt x="1867" y="2334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234" y="2100"/>
                  <a:pt x="234" y="2100"/>
                  <a:pt x="234" y="2100"/>
                </a:cubicBezTo>
                <a:lnTo>
                  <a:pt x="234" y="467"/>
                </a:lnTo>
                <a:close/>
                <a:moveTo>
                  <a:pt x="2100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2" y="0"/>
                  <a:pt x="467" y="105"/>
                  <a:pt x="467" y="234"/>
                </a:cubicBezTo>
                <a:cubicBezTo>
                  <a:pt x="467" y="1634"/>
                  <a:pt x="467" y="1634"/>
                  <a:pt x="467" y="1634"/>
                </a:cubicBezTo>
                <a:cubicBezTo>
                  <a:pt x="467" y="1762"/>
                  <a:pt x="572" y="1867"/>
                  <a:pt x="700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984" y="1050"/>
                </a:moveTo>
                <a:cubicBezTo>
                  <a:pt x="1517" y="1050"/>
                  <a:pt x="1517" y="1050"/>
                  <a:pt x="1517" y="1050"/>
                </a:cubicBezTo>
                <a:cubicBezTo>
                  <a:pt x="1517" y="1517"/>
                  <a:pt x="1517" y="1517"/>
                  <a:pt x="1517" y="1517"/>
                </a:cubicBezTo>
                <a:cubicBezTo>
                  <a:pt x="1284" y="1517"/>
                  <a:pt x="1284" y="1517"/>
                  <a:pt x="1284" y="1517"/>
                </a:cubicBezTo>
                <a:cubicBezTo>
                  <a:pt x="1284" y="1050"/>
                  <a:pt x="1284" y="1050"/>
                  <a:pt x="1284" y="1050"/>
                </a:cubicBezTo>
                <a:cubicBezTo>
                  <a:pt x="817" y="1050"/>
                  <a:pt x="817" y="1050"/>
                  <a:pt x="817" y="1050"/>
                </a:cubicBezTo>
                <a:cubicBezTo>
                  <a:pt x="817" y="817"/>
                  <a:pt x="817" y="817"/>
                  <a:pt x="817" y="817"/>
                </a:cubicBezTo>
                <a:cubicBezTo>
                  <a:pt x="1284" y="817"/>
                  <a:pt x="1284" y="817"/>
                  <a:pt x="1284" y="817"/>
                </a:cubicBezTo>
                <a:cubicBezTo>
                  <a:pt x="1284" y="350"/>
                  <a:pt x="1284" y="350"/>
                  <a:pt x="1284" y="350"/>
                </a:cubicBezTo>
                <a:cubicBezTo>
                  <a:pt x="1517" y="350"/>
                  <a:pt x="1517" y="350"/>
                  <a:pt x="1517" y="350"/>
                </a:cubicBezTo>
                <a:cubicBezTo>
                  <a:pt x="1517" y="817"/>
                  <a:pt x="1517" y="817"/>
                  <a:pt x="1517" y="817"/>
                </a:cubicBezTo>
                <a:cubicBezTo>
                  <a:pt x="1984" y="817"/>
                  <a:pt x="1984" y="817"/>
                  <a:pt x="1984" y="817"/>
                </a:cubicBezTo>
                <a:lnTo>
                  <a:pt x="1984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28405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ue Music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73318"/>
          </a:xfrm>
          <a:custGeom>
            <a:avLst/>
            <a:gdLst>
              <a:gd name="T0" fmla="*/ 1400 w 2217"/>
              <a:gd name="T1" fmla="*/ 0 h 1633"/>
              <a:gd name="T2" fmla="*/ 0 w 2217"/>
              <a:gd name="T3" fmla="*/ 0 h 1633"/>
              <a:gd name="T4" fmla="*/ 0 w 2217"/>
              <a:gd name="T5" fmla="*/ 233 h 1633"/>
              <a:gd name="T6" fmla="*/ 1400 w 2217"/>
              <a:gd name="T7" fmla="*/ 233 h 1633"/>
              <a:gd name="T8" fmla="*/ 1400 w 2217"/>
              <a:gd name="T9" fmla="*/ 0 h 1633"/>
              <a:gd name="T10" fmla="*/ 1400 w 2217"/>
              <a:gd name="T11" fmla="*/ 467 h 1633"/>
              <a:gd name="T12" fmla="*/ 0 w 2217"/>
              <a:gd name="T13" fmla="*/ 467 h 1633"/>
              <a:gd name="T14" fmla="*/ 0 w 2217"/>
              <a:gd name="T15" fmla="*/ 700 h 1633"/>
              <a:gd name="T16" fmla="*/ 1400 w 2217"/>
              <a:gd name="T17" fmla="*/ 700 h 1633"/>
              <a:gd name="T18" fmla="*/ 1400 w 2217"/>
              <a:gd name="T19" fmla="*/ 467 h 1633"/>
              <a:gd name="T20" fmla="*/ 0 w 2217"/>
              <a:gd name="T21" fmla="*/ 1167 h 1633"/>
              <a:gd name="T22" fmla="*/ 933 w 2217"/>
              <a:gd name="T23" fmla="*/ 1167 h 1633"/>
              <a:gd name="T24" fmla="*/ 933 w 2217"/>
              <a:gd name="T25" fmla="*/ 933 h 1633"/>
              <a:gd name="T26" fmla="*/ 0 w 2217"/>
              <a:gd name="T27" fmla="*/ 933 h 1633"/>
              <a:gd name="T28" fmla="*/ 0 w 2217"/>
              <a:gd name="T29" fmla="*/ 1167 h 1633"/>
              <a:gd name="T30" fmla="*/ 1633 w 2217"/>
              <a:gd name="T31" fmla="*/ 0 h 1633"/>
              <a:gd name="T32" fmla="*/ 1633 w 2217"/>
              <a:gd name="T33" fmla="*/ 954 h 1633"/>
              <a:gd name="T34" fmla="*/ 1517 w 2217"/>
              <a:gd name="T35" fmla="*/ 933 h 1633"/>
              <a:gd name="T36" fmla="*/ 1167 w 2217"/>
              <a:gd name="T37" fmla="*/ 1283 h 1633"/>
              <a:gd name="T38" fmla="*/ 1517 w 2217"/>
              <a:gd name="T39" fmla="*/ 1633 h 1633"/>
              <a:gd name="T40" fmla="*/ 1867 w 2217"/>
              <a:gd name="T41" fmla="*/ 1283 h 1633"/>
              <a:gd name="T42" fmla="*/ 1867 w 2217"/>
              <a:gd name="T43" fmla="*/ 233 h 1633"/>
              <a:gd name="T44" fmla="*/ 2217 w 2217"/>
              <a:gd name="T45" fmla="*/ 233 h 1633"/>
              <a:gd name="T46" fmla="*/ 2217 w 2217"/>
              <a:gd name="T47" fmla="*/ 0 h 1633"/>
              <a:gd name="T48" fmla="*/ 1633 w 2217"/>
              <a:gd name="T49" fmla="*/ 0 h 1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217" h="1633">
                <a:moveTo>
                  <a:pt x="140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33"/>
                  <a:pt x="0" y="233"/>
                  <a:pt x="0" y="233"/>
                </a:cubicBezTo>
                <a:cubicBezTo>
                  <a:pt x="1400" y="233"/>
                  <a:pt x="1400" y="233"/>
                  <a:pt x="1400" y="233"/>
                </a:cubicBezTo>
                <a:lnTo>
                  <a:pt x="1400" y="0"/>
                </a:lnTo>
                <a:close/>
                <a:moveTo>
                  <a:pt x="1400" y="467"/>
                </a:moveTo>
                <a:cubicBezTo>
                  <a:pt x="0" y="467"/>
                  <a:pt x="0" y="467"/>
                  <a:pt x="0" y="467"/>
                </a:cubicBezTo>
                <a:cubicBezTo>
                  <a:pt x="0" y="700"/>
                  <a:pt x="0" y="700"/>
                  <a:pt x="0" y="700"/>
                </a:cubicBezTo>
                <a:cubicBezTo>
                  <a:pt x="1400" y="700"/>
                  <a:pt x="1400" y="700"/>
                  <a:pt x="1400" y="700"/>
                </a:cubicBezTo>
                <a:lnTo>
                  <a:pt x="1400" y="467"/>
                </a:lnTo>
                <a:close/>
                <a:moveTo>
                  <a:pt x="0" y="1167"/>
                </a:moveTo>
                <a:cubicBezTo>
                  <a:pt x="933" y="1167"/>
                  <a:pt x="933" y="1167"/>
                  <a:pt x="933" y="1167"/>
                </a:cubicBezTo>
                <a:cubicBezTo>
                  <a:pt x="933" y="933"/>
                  <a:pt x="933" y="933"/>
                  <a:pt x="933" y="933"/>
                </a:cubicBezTo>
                <a:cubicBezTo>
                  <a:pt x="0" y="933"/>
                  <a:pt x="0" y="933"/>
                  <a:pt x="0" y="933"/>
                </a:cubicBezTo>
                <a:lnTo>
                  <a:pt x="0" y="1167"/>
                </a:lnTo>
                <a:close/>
                <a:moveTo>
                  <a:pt x="1633" y="0"/>
                </a:moveTo>
                <a:cubicBezTo>
                  <a:pt x="1633" y="954"/>
                  <a:pt x="1633" y="954"/>
                  <a:pt x="1633" y="954"/>
                </a:cubicBezTo>
                <a:cubicBezTo>
                  <a:pt x="1597" y="942"/>
                  <a:pt x="1557" y="933"/>
                  <a:pt x="1517" y="933"/>
                </a:cubicBezTo>
                <a:cubicBezTo>
                  <a:pt x="1323" y="933"/>
                  <a:pt x="1167" y="1090"/>
                  <a:pt x="1167" y="1283"/>
                </a:cubicBezTo>
                <a:cubicBezTo>
                  <a:pt x="1167" y="1477"/>
                  <a:pt x="1323" y="1633"/>
                  <a:pt x="1517" y="1633"/>
                </a:cubicBezTo>
                <a:cubicBezTo>
                  <a:pt x="1710" y="1633"/>
                  <a:pt x="1867" y="1477"/>
                  <a:pt x="1867" y="1283"/>
                </a:cubicBezTo>
                <a:cubicBezTo>
                  <a:pt x="1867" y="233"/>
                  <a:pt x="1867" y="233"/>
                  <a:pt x="1867" y="233"/>
                </a:cubicBezTo>
                <a:cubicBezTo>
                  <a:pt x="2217" y="233"/>
                  <a:pt x="2217" y="233"/>
                  <a:pt x="2217" y="233"/>
                </a:cubicBezTo>
                <a:cubicBezTo>
                  <a:pt x="2217" y="0"/>
                  <a:pt x="2217" y="0"/>
                  <a:pt x="2217" y="0"/>
                </a:cubicBezTo>
                <a:lnTo>
                  <a:pt x="163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96641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ue Play Nex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75321"/>
          </a:xfrm>
          <a:custGeom>
            <a:avLst/>
            <a:gdLst>
              <a:gd name="T0" fmla="*/ 2333 w 2683"/>
              <a:gd name="T1" fmla="*/ 0 h 2275"/>
              <a:gd name="T2" fmla="*/ 233 w 2683"/>
              <a:gd name="T3" fmla="*/ 0 h 2275"/>
              <a:gd name="T4" fmla="*/ 0 w 2683"/>
              <a:gd name="T5" fmla="*/ 233 h 2275"/>
              <a:gd name="T6" fmla="*/ 0 w 2683"/>
              <a:gd name="T7" fmla="*/ 1633 h 2275"/>
              <a:gd name="T8" fmla="*/ 233 w 2683"/>
              <a:gd name="T9" fmla="*/ 1867 h 2275"/>
              <a:gd name="T10" fmla="*/ 816 w 2683"/>
              <a:gd name="T11" fmla="*/ 1867 h 2275"/>
              <a:gd name="T12" fmla="*/ 816 w 2683"/>
              <a:gd name="T13" fmla="*/ 2100 h 2275"/>
              <a:gd name="T14" fmla="*/ 1750 w 2683"/>
              <a:gd name="T15" fmla="*/ 2100 h 2275"/>
              <a:gd name="T16" fmla="*/ 1750 w 2683"/>
              <a:gd name="T17" fmla="*/ 1867 h 2275"/>
              <a:gd name="T18" fmla="*/ 1983 w 2683"/>
              <a:gd name="T19" fmla="*/ 1867 h 2275"/>
              <a:gd name="T20" fmla="*/ 1983 w 2683"/>
              <a:gd name="T21" fmla="*/ 1633 h 2275"/>
              <a:gd name="T22" fmla="*/ 233 w 2683"/>
              <a:gd name="T23" fmla="*/ 1633 h 2275"/>
              <a:gd name="T24" fmla="*/ 233 w 2683"/>
              <a:gd name="T25" fmla="*/ 233 h 2275"/>
              <a:gd name="T26" fmla="*/ 2333 w 2683"/>
              <a:gd name="T27" fmla="*/ 233 h 2275"/>
              <a:gd name="T28" fmla="*/ 2333 w 2683"/>
              <a:gd name="T29" fmla="*/ 1167 h 2275"/>
              <a:gd name="T30" fmla="*/ 2566 w 2683"/>
              <a:gd name="T31" fmla="*/ 1167 h 2275"/>
              <a:gd name="T32" fmla="*/ 2566 w 2683"/>
              <a:gd name="T33" fmla="*/ 233 h 2275"/>
              <a:gd name="T34" fmla="*/ 2333 w 2683"/>
              <a:gd name="T35" fmla="*/ 0 h 2275"/>
              <a:gd name="T36" fmla="*/ 1400 w 2683"/>
              <a:gd name="T37" fmla="*/ 817 h 2275"/>
              <a:gd name="T38" fmla="*/ 1400 w 2683"/>
              <a:gd name="T39" fmla="*/ 467 h 2275"/>
              <a:gd name="T40" fmla="*/ 1166 w 2683"/>
              <a:gd name="T41" fmla="*/ 467 h 2275"/>
              <a:gd name="T42" fmla="*/ 1166 w 2683"/>
              <a:gd name="T43" fmla="*/ 817 h 2275"/>
              <a:gd name="T44" fmla="*/ 816 w 2683"/>
              <a:gd name="T45" fmla="*/ 817 h 2275"/>
              <a:gd name="T46" fmla="*/ 816 w 2683"/>
              <a:gd name="T47" fmla="*/ 1050 h 2275"/>
              <a:gd name="T48" fmla="*/ 1166 w 2683"/>
              <a:gd name="T49" fmla="*/ 1050 h 2275"/>
              <a:gd name="T50" fmla="*/ 1166 w 2683"/>
              <a:gd name="T51" fmla="*/ 1400 h 2275"/>
              <a:gd name="T52" fmla="*/ 1400 w 2683"/>
              <a:gd name="T53" fmla="*/ 1400 h 2275"/>
              <a:gd name="T54" fmla="*/ 1400 w 2683"/>
              <a:gd name="T55" fmla="*/ 1050 h 2275"/>
              <a:gd name="T56" fmla="*/ 1750 w 2683"/>
              <a:gd name="T57" fmla="*/ 1050 h 2275"/>
              <a:gd name="T58" fmla="*/ 1750 w 2683"/>
              <a:gd name="T59" fmla="*/ 817 h 2275"/>
              <a:gd name="T60" fmla="*/ 1400 w 2683"/>
              <a:gd name="T61" fmla="*/ 817 h 2275"/>
              <a:gd name="T62" fmla="*/ 2683 w 2683"/>
              <a:gd name="T63" fmla="*/ 1750 h 2275"/>
              <a:gd name="T64" fmla="*/ 2158 w 2683"/>
              <a:gd name="T65" fmla="*/ 2275 h 2275"/>
              <a:gd name="T66" fmla="*/ 1983 w 2683"/>
              <a:gd name="T67" fmla="*/ 2100 h 2275"/>
              <a:gd name="T68" fmla="*/ 2333 w 2683"/>
              <a:gd name="T69" fmla="*/ 1750 h 2275"/>
              <a:gd name="T70" fmla="*/ 1983 w 2683"/>
              <a:gd name="T71" fmla="*/ 1400 h 2275"/>
              <a:gd name="T72" fmla="*/ 2158 w 2683"/>
              <a:gd name="T73" fmla="*/ 1225 h 2275"/>
              <a:gd name="T74" fmla="*/ 2683 w 2683"/>
              <a:gd name="T75" fmla="*/ 1750 h 2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683" h="2275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4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2"/>
                  <a:pt x="104" y="1867"/>
                  <a:pt x="233" y="1867"/>
                </a:cubicBezTo>
                <a:cubicBezTo>
                  <a:pt x="816" y="1867"/>
                  <a:pt x="816" y="1867"/>
                  <a:pt x="816" y="1867"/>
                </a:cubicBezTo>
                <a:cubicBezTo>
                  <a:pt x="816" y="2100"/>
                  <a:pt x="816" y="2100"/>
                  <a:pt x="816" y="2100"/>
                </a:cubicBezTo>
                <a:cubicBezTo>
                  <a:pt x="1750" y="2100"/>
                  <a:pt x="1750" y="2100"/>
                  <a:pt x="1750" y="2100"/>
                </a:cubicBezTo>
                <a:cubicBezTo>
                  <a:pt x="1750" y="1867"/>
                  <a:pt x="1750" y="1867"/>
                  <a:pt x="1750" y="1867"/>
                </a:cubicBezTo>
                <a:cubicBezTo>
                  <a:pt x="1983" y="1867"/>
                  <a:pt x="1983" y="1867"/>
                  <a:pt x="1983" y="1867"/>
                </a:cubicBezTo>
                <a:cubicBezTo>
                  <a:pt x="1983" y="1633"/>
                  <a:pt x="1983" y="1633"/>
                  <a:pt x="1983" y="1633"/>
                </a:cubicBezTo>
                <a:cubicBezTo>
                  <a:pt x="233" y="1633"/>
                  <a:pt x="233" y="1633"/>
                  <a:pt x="233" y="16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2333" y="233"/>
                  <a:pt x="2333" y="233"/>
                  <a:pt x="2333" y="233"/>
                </a:cubicBezTo>
                <a:cubicBezTo>
                  <a:pt x="2333" y="1167"/>
                  <a:pt x="2333" y="1167"/>
                  <a:pt x="2333" y="1167"/>
                </a:cubicBezTo>
                <a:cubicBezTo>
                  <a:pt x="2566" y="1167"/>
                  <a:pt x="2566" y="1167"/>
                  <a:pt x="2566" y="1167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4"/>
                  <a:pt x="2461" y="0"/>
                  <a:pt x="2333" y="0"/>
                </a:cubicBezTo>
                <a:close/>
                <a:moveTo>
                  <a:pt x="1400" y="817"/>
                </a:moveTo>
                <a:cubicBezTo>
                  <a:pt x="1400" y="467"/>
                  <a:pt x="1400" y="467"/>
                  <a:pt x="1400" y="467"/>
                </a:cubicBezTo>
                <a:cubicBezTo>
                  <a:pt x="1166" y="467"/>
                  <a:pt x="1166" y="467"/>
                  <a:pt x="1166" y="467"/>
                </a:cubicBezTo>
                <a:cubicBezTo>
                  <a:pt x="1166" y="817"/>
                  <a:pt x="1166" y="817"/>
                  <a:pt x="1166" y="817"/>
                </a:cubicBezTo>
                <a:cubicBezTo>
                  <a:pt x="816" y="817"/>
                  <a:pt x="816" y="817"/>
                  <a:pt x="816" y="817"/>
                </a:cubicBezTo>
                <a:cubicBezTo>
                  <a:pt x="816" y="1050"/>
                  <a:pt x="816" y="1050"/>
                  <a:pt x="816" y="1050"/>
                </a:cubicBezTo>
                <a:cubicBezTo>
                  <a:pt x="1166" y="1050"/>
                  <a:pt x="1166" y="1050"/>
                  <a:pt x="1166" y="1050"/>
                </a:cubicBezTo>
                <a:cubicBezTo>
                  <a:pt x="1166" y="1400"/>
                  <a:pt x="1166" y="1400"/>
                  <a:pt x="1166" y="1400"/>
                </a:cubicBezTo>
                <a:cubicBezTo>
                  <a:pt x="1400" y="1400"/>
                  <a:pt x="1400" y="1400"/>
                  <a:pt x="1400" y="1400"/>
                </a:cubicBezTo>
                <a:cubicBezTo>
                  <a:pt x="1400" y="1050"/>
                  <a:pt x="1400" y="1050"/>
                  <a:pt x="1400" y="1050"/>
                </a:cubicBezTo>
                <a:cubicBezTo>
                  <a:pt x="1750" y="1050"/>
                  <a:pt x="1750" y="1050"/>
                  <a:pt x="1750" y="1050"/>
                </a:cubicBezTo>
                <a:cubicBezTo>
                  <a:pt x="1750" y="817"/>
                  <a:pt x="1750" y="817"/>
                  <a:pt x="1750" y="817"/>
                </a:cubicBezTo>
                <a:lnTo>
                  <a:pt x="1400" y="817"/>
                </a:lnTo>
                <a:close/>
                <a:moveTo>
                  <a:pt x="2683" y="1750"/>
                </a:moveTo>
                <a:cubicBezTo>
                  <a:pt x="2158" y="2275"/>
                  <a:pt x="2158" y="2275"/>
                  <a:pt x="2158" y="2275"/>
                </a:cubicBezTo>
                <a:cubicBezTo>
                  <a:pt x="1983" y="2100"/>
                  <a:pt x="1983" y="2100"/>
                  <a:pt x="1983" y="2100"/>
                </a:cubicBezTo>
                <a:cubicBezTo>
                  <a:pt x="2333" y="1750"/>
                  <a:pt x="2333" y="1750"/>
                  <a:pt x="2333" y="1750"/>
                </a:cubicBezTo>
                <a:cubicBezTo>
                  <a:pt x="1983" y="1400"/>
                  <a:pt x="1983" y="1400"/>
                  <a:pt x="1983" y="1400"/>
                </a:cubicBezTo>
                <a:cubicBezTo>
                  <a:pt x="2158" y="1225"/>
                  <a:pt x="2158" y="1225"/>
                  <a:pt x="2158" y="1225"/>
                </a:cubicBezTo>
                <a:lnTo>
                  <a:pt x="2683" y="17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35071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71263" cy="914400"/>
          </a:xfrm>
          <a:custGeom>
            <a:avLst/>
            <a:gdLst>
              <a:gd name="T0" fmla="*/ 145 w 2334"/>
              <a:gd name="T1" fmla="*/ 600 h 2450"/>
              <a:gd name="T2" fmla="*/ 0 w 2334"/>
              <a:gd name="T3" fmla="*/ 816 h 2450"/>
              <a:gd name="T4" fmla="*/ 0 w 2334"/>
              <a:gd name="T5" fmla="*/ 2216 h 2450"/>
              <a:gd name="T6" fmla="*/ 234 w 2334"/>
              <a:gd name="T7" fmla="*/ 2450 h 2450"/>
              <a:gd name="T8" fmla="*/ 2100 w 2334"/>
              <a:gd name="T9" fmla="*/ 2450 h 2450"/>
              <a:gd name="T10" fmla="*/ 2334 w 2334"/>
              <a:gd name="T11" fmla="*/ 2216 h 2450"/>
              <a:gd name="T12" fmla="*/ 2334 w 2334"/>
              <a:gd name="T13" fmla="*/ 816 h 2450"/>
              <a:gd name="T14" fmla="*/ 2100 w 2334"/>
              <a:gd name="T15" fmla="*/ 583 h 2450"/>
              <a:gd name="T16" fmla="*/ 735 w 2334"/>
              <a:gd name="T17" fmla="*/ 583 h 2450"/>
              <a:gd name="T18" fmla="*/ 1699 w 2334"/>
              <a:gd name="T19" fmla="*/ 193 h 2450"/>
              <a:gd name="T20" fmla="*/ 1620 w 2334"/>
              <a:gd name="T21" fmla="*/ 0 h 2450"/>
              <a:gd name="T22" fmla="*/ 145 w 2334"/>
              <a:gd name="T23" fmla="*/ 600 h 2450"/>
              <a:gd name="T24" fmla="*/ 584 w 2334"/>
              <a:gd name="T25" fmla="*/ 2216 h 2450"/>
              <a:gd name="T26" fmla="*/ 234 w 2334"/>
              <a:gd name="T27" fmla="*/ 1866 h 2450"/>
              <a:gd name="T28" fmla="*/ 584 w 2334"/>
              <a:gd name="T29" fmla="*/ 1516 h 2450"/>
              <a:gd name="T30" fmla="*/ 934 w 2334"/>
              <a:gd name="T31" fmla="*/ 1866 h 2450"/>
              <a:gd name="T32" fmla="*/ 584 w 2334"/>
              <a:gd name="T33" fmla="*/ 2216 h 2450"/>
              <a:gd name="T34" fmla="*/ 2100 w 2334"/>
              <a:gd name="T35" fmla="*/ 1283 h 2450"/>
              <a:gd name="T36" fmla="*/ 1867 w 2334"/>
              <a:gd name="T37" fmla="*/ 1283 h 2450"/>
              <a:gd name="T38" fmla="*/ 1867 w 2334"/>
              <a:gd name="T39" fmla="*/ 1050 h 2450"/>
              <a:gd name="T40" fmla="*/ 1634 w 2334"/>
              <a:gd name="T41" fmla="*/ 1050 h 2450"/>
              <a:gd name="T42" fmla="*/ 1634 w 2334"/>
              <a:gd name="T43" fmla="*/ 1283 h 2450"/>
              <a:gd name="T44" fmla="*/ 234 w 2334"/>
              <a:gd name="T45" fmla="*/ 1283 h 2450"/>
              <a:gd name="T46" fmla="*/ 234 w 2334"/>
              <a:gd name="T47" fmla="*/ 816 h 2450"/>
              <a:gd name="T48" fmla="*/ 2100 w 2334"/>
              <a:gd name="T49" fmla="*/ 816 h 2450"/>
              <a:gd name="T50" fmla="*/ 2100 w 2334"/>
              <a:gd name="T51" fmla="*/ 1283 h 2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334" h="2450">
                <a:moveTo>
                  <a:pt x="145" y="600"/>
                </a:moveTo>
                <a:cubicBezTo>
                  <a:pt x="60" y="633"/>
                  <a:pt x="0" y="719"/>
                  <a:pt x="0" y="816"/>
                </a:cubicBezTo>
                <a:cubicBezTo>
                  <a:pt x="0" y="2216"/>
                  <a:pt x="0" y="2216"/>
                  <a:pt x="0" y="2216"/>
                </a:cubicBezTo>
                <a:cubicBezTo>
                  <a:pt x="0" y="2345"/>
                  <a:pt x="104" y="2450"/>
                  <a:pt x="234" y="2450"/>
                </a:cubicBezTo>
                <a:cubicBezTo>
                  <a:pt x="2100" y="2450"/>
                  <a:pt x="2100" y="2450"/>
                  <a:pt x="2100" y="2450"/>
                </a:cubicBezTo>
                <a:cubicBezTo>
                  <a:pt x="2230" y="2450"/>
                  <a:pt x="2334" y="2345"/>
                  <a:pt x="2334" y="2216"/>
                </a:cubicBezTo>
                <a:cubicBezTo>
                  <a:pt x="2334" y="816"/>
                  <a:pt x="2334" y="816"/>
                  <a:pt x="2334" y="816"/>
                </a:cubicBezTo>
                <a:cubicBezTo>
                  <a:pt x="2334" y="687"/>
                  <a:pt x="2230" y="583"/>
                  <a:pt x="2100" y="583"/>
                </a:cubicBezTo>
                <a:cubicBezTo>
                  <a:pt x="735" y="583"/>
                  <a:pt x="735" y="583"/>
                  <a:pt x="735" y="583"/>
                </a:cubicBezTo>
                <a:cubicBezTo>
                  <a:pt x="1699" y="193"/>
                  <a:pt x="1699" y="193"/>
                  <a:pt x="1699" y="193"/>
                </a:cubicBezTo>
                <a:cubicBezTo>
                  <a:pt x="1620" y="0"/>
                  <a:pt x="1620" y="0"/>
                  <a:pt x="1620" y="0"/>
                </a:cubicBezTo>
                <a:lnTo>
                  <a:pt x="145" y="600"/>
                </a:lnTo>
                <a:close/>
                <a:moveTo>
                  <a:pt x="584" y="2216"/>
                </a:moveTo>
                <a:cubicBezTo>
                  <a:pt x="390" y="2216"/>
                  <a:pt x="234" y="2060"/>
                  <a:pt x="234" y="1866"/>
                </a:cubicBezTo>
                <a:cubicBezTo>
                  <a:pt x="234" y="1673"/>
                  <a:pt x="390" y="1516"/>
                  <a:pt x="584" y="1516"/>
                </a:cubicBezTo>
                <a:cubicBezTo>
                  <a:pt x="777" y="1516"/>
                  <a:pt x="934" y="1673"/>
                  <a:pt x="934" y="1866"/>
                </a:cubicBezTo>
                <a:cubicBezTo>
                  <a:pt x="934" y="2060"/>
                  <a:pt x="777" y="2216"/>
                  <a:pt x="584" y="2216"/>
                </a:cubicBezTo>
                <a:close/>
                <a:moveTo>
                  <a:pt x="2100" y="1283"/>
                </a:moveTo>
                <a:cubicBezTo>
                  <a:pt x="1867" y="1283"/>
                  <a:pt x="1867" y="1283"/>
                  <a:pt x="1867" y="1283"/>
                </a:cubicBezTo>
                <a:cubicBezTo>
                  <a:pt x="1867" y="1050"/>
                  <a:pt x="1867" y="1050"/>
                  <a:pt x="1867" y="1050"/>
                </a:cubicBezTo>
                <a:cubicBezTo>
                  <a:pt x="1634" y="1050"/>
                  <a:pt x="1634" y="1050"/>
                  <a:pt x="1634" y="1050"/>
                </a:cubicBezTo>
                <a:cubicBezTo>
                  <a:pt x="1634" y="1283"/>
                  <a:pt x="1634" y="1283"/>
                  <a:pt x="1634" y="1283"/>
                </a:cubicBezTo>
                <a:cubicBezTo>
                  <a:pt x="234" y="1283"/>
                  <a:pt x="234" y="1283"/>
                  <a:pt x="234" y="1283"/>
                </a:cubicBezTo>
                <a:cubicBezTo>
                  <a:pt x="234" y="816"/>
                  <a:pt x="234" y="816"/>
                  <a:pt x="234" y="816"/>
                </a:cubicBezTo>
                <a:cubicBezTo>
                  <a:pt x="2100" y="816"/>
                  <a:pt x="2100" y="816"/>
                  <a:pt x="2100" y="816"/>
                </a:cubicBezTo>
                <a:lnTo>
                  <a:pt x="2100" y="12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89264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ent Actor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82247"/>
          </a:xfrm>
          <a:custGeom>
            <a:avLst/>
            <a:gdLst>
              <a:gd name="T0" fmla="*/ 2333 w 2566"/>
              <a:gd name="T1" fmla="*/ 0 h 1634"/>
              <a:gd name="T2" fmla="*/ 2333 w 2566"/>
              <a:gd name="T3" fmla="*/ 1634 h 1634"/>
              <a:gd name="T4" fmla="*/ 2566 w 2566"/>
              <a:gd name="T5" fmla="*/ 1634 h 1634"/>
              <a:gd name="T6" fmla="*/ 2566 w 2566"/>
              <a:gd name="T7" fmla="*/ 0 h 1634"/>
              <a:gd name="T8" fmla="*/ 2333 w 2566"/>
              <a:gd name="T9" fmla="*/ 0 h 1634"/>
              <a:gd name="T10" fmla="*/ 1866 w 2566"/>
              <a:gd name="T11" fmla="*/ 1634 h 1634"/>
              <a:gd name="T12" fmla="*/ 2100 w 2566"/>
              <a:gd name="T13" fmla="*/ 1634 h 1634"/>
              <a:gd name="T14" fmla="*/ 2100 w 2566"/>
              <a:gd name="T15" fmla="*/ 0 h 1634"/>
              <a:gd name="T16" fmla="*/ 1866 w 2566"/>
              <a:gd name="T17" fmla="*/ 0 h 1634"/>
              <a:gd name="T18" fmla="*/ 1866 w 2566"/>
              <a:gd name="T19" fmla="*/ 1634 h 1634"/>
              <a:gd name="T20" fmla="*/ 1516 w 2566"/>
              <a:gd name="T21" fmla="*/ 0 h 1634"/>
              <a:gd name="T22" fmla="*/ 116 w 2566"/>
              <a:gd name="T23" fmla="*/ 0 h 1634"/>
              <a:gd name="T24" fmla="*/ 0 w 2566"/>
              <a:gd name="T25" fmla="*/ 117 h 1634"/>
              <a:gd name="T26" fmla="*/ 0 w 2566"/>
              <a:gd name="T27" fmla="*/ 1517 h 1634"/>
              <a:gd name="T28" fmla="*/ 116 w 2566"/>
              <a:gd name="T29" fmla="*/ 1634 h 1634"/>
              <a:gd name="T30" fmla="*/ 1516 w 2566"/>
              <a:gd name="T31" fmla="*/ 1634 h 1634"/>
              <a:gd name="T32" fmla="*/ 1633 w 2566"/>
              <a:gd name="T33" fmla="*/ 1517 h 1634"/>
              <a:gd name="T34" fmla="*/ 1633 w 2566"/>
              <a:gd name="T35" fmla="*/ 117 h 1634"/>
              <a:gd name="T36" fmla="*/ 1516 w 2566"/>
              <a:gd name="T37" fmla="*/ 0 h 1634"/>
              <a:gd name="T38" fmla="*/ 816 w 2566"/>
              <a:gd name="T39" fmla="*/ 321 h 1634"/>
              <a:gd name="T40" fmla="*/ 1079 w 2566"/>
              <a:gd name="T41" fmla="*/ 584 h 1634"/>
              <a:gd name="T42" fmla="*/ 816 w 2566"/>
              <a:gd name="T43" fmla="*/ 846 h 1634"/>
              <a:gd name="T44" fmla="*/ 554 w 2566"/>
              <a:gd name="T45" fmla="*/ 584 h 1634"/>
              <a:gd name="T46" fmla="*/ 816 w 2566"/>
              <a:gd name="T47" fmla="*/ 321 h 1634"/>
              <a:gd name="T48" fmla="*/ 1341 w 2566"/>
              <a:gd name="T49" fmla="*/ 1400 h 1634"/>
              <a:gd name="T50" fmla="*/ 291 w 2566"/>
              <a:gd name="T51" fmla="*/ 1400 h 1634"/>
              <a:gd name="T52" fmla="*/ 291 w 2566"/>
              <a:gd name="T53" fmla="*/ 1313 h 1634"/>
              <a:gd name="T54" fmla="*/ 816 w 2566"/>
              <a:gd name="T55" fmla="*/ 1050 h 1634"/>
              <a:gd name="T56" fmla="*/ 1341 w 2566"/>
              <a:gd name="T57" fmla="*/ 1313 h 1634"/>
              <a:gd name="T58" fmla="*/ 1341 w 2566"/>
              <a:gd name="T59" fmla="*/ 1400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566" h="1634">
                <a:moveTo>
                  <a:pt x="2333" y="0"/>
                </a:moveTo>
                <a:cubicBezTo>
                  <a:pt x="2333" y="1634"/>
                  <a:pt x="2333" y="1634"/>
                  <a:pt x="2333" y="1634"/>
                </a:cubicBezTo>
                <a:cubicBezTo>
                  <a:pt x="2566" y="1634"/>
                  <a:pt x="2566" y="1634"/>
                  <a:pt x="2566" y="1634"/>
                </a:cubicBezTo>
                <a:cubicBezTo>
                  <a:pt x="2566" y="0"/>
                  <a:pt x="2566" y="0"/>
                  <a:pt x="2566" y="0"/>
                </a:cubicBezTo>
                <a:lnTo>
                  <a:pt x="2333" y="0"/>
                </a:lnTo>
                <a:close/>
                <a:moveTo>
                  <a:pt x="1866" y="1634"/>
                </a:moveTo>
                <a:cubicBezTo>
                  <a:pt x="2100" y="1634"/>
                  <a:pt x="2100" y="1634"/>
                  <a:pt x="2100" y="1634"/>
                </a:cubicBezTo>
                <a:cubicBezTo>
                  <a:pt x="2100" y="0"/>
                  <a:pt x="2100" y="0"/>
                  <a:pt x="2100" y="0"/>
                </a:cubicBezTo>
                <a:cubicBezTo>
                  <a:pt x="1866" y="0"/>
                  <a:pt x="1866" y="0"/>
                  <a:pt x="1866" y="0"/>
                </a:cubicBezTo>
                <a:lnTo>
                  <a:pt x="1866" y="1634"/>
                </a:lnTo>
                <a:close/>
                <a:moveTo>
                  <a:pt x="1516" y="0"/>
                </a:moveTo>
                <a:cubicBezTo>
                  <a:pt x="116" y="0"/>
                  <a:pt x="116" y="0"/>
                  <a:pt x="116" y="0"/>
                </a:cubicBezTo>
                <a:cubicBezTo>
                  <a:pt x="52" y="0"/>
                  <a:pt x="0" y="53"/>
                  <a:pt x="0" y="117"/>
                </a:cubicBezTo>
                <a:cubicBezTo>
                  <a:pt x="0" y="1517"/>
                  <a:pt x="0" y="1517"/>
                  <a:pt x="0" y="1517"/>
                </a:cubicBezTo>
                <a:cubicBezTo>
                  <a:pt x="0" y="1581"/>
                  <a:pt x="52" y="1634"/>
                  <a:pt x="116" y="1634"/>
                </a:cubicBezTo>
                <a:cubicBezTo>
                  <a:pt x="1516" y="1634"/>
                  <a:pt x="1516" y="1634"/>
                  <a:pt x="1516" y="1634"/>
                </a:cubicBezTo>
                <a:cubicBezTo>
                  <a:pt x="1580" y="1634"/>
                  <a:pt x="1633" y="1581"/>
                  <a:pt x="1633" y="1517"/>
                </a:cubicBezTo>
                <a:cubicBezTo>
                  <a:pt x="1633" y="117"/>
                  <a:pt x="1633" y="117"/>
                  <a:pt x="1633" y="117"/>
                </a:cubicBezTo>
                <a:cubicBezTo>
                  <a:pt x="1633" y="53"/>
                  <a:pt x="1580" y="0"/>
                  <a:pt x="1516" y="0"/>
                </a:cubicBezTo>
                <a:close/>
                <a:moveTo>
                  <a:pt x="816" y="321"/>
                </a:moveTo>
                <a:cubicBezTo>
                  <a:pt x="961" y="321"/>
                  <a:pt x="1079" y="439"/>
                  <a:pt x="1079" y="584"/>
                </a:cubicBezTo>
                <a:cubicBezTo>
                  <a:pt x="1079" y="728"/>
                  <a:pt x="961" y="846"/>
                  <a:pt x="816" y="846"/>
                </a:cubicBezTo>
                <a:cubicBezTo>
                  <a:pt x="672" y="846"/>
                  <a:pt x="554" y="728"/>
                  <a:pt x="554" y="584"/>
                </a:cubicBezTo>
                <a:cubicBezTo>
                  <a:pt x="554" y="439"/>
                  <a:pt x="672" y="321"/>
                  <a:pt x="816" y="321"/>
                </a:cubicBezTo>
                <a:close/>
                <a:moveTo>
                  <a:pt x="1341" y="1400"/>
                </a:moveTo>
                <a:cubicBezTo>
                  <a:pt x="291" y="1400"/>
                  <a:pt x="291" y="1400"/>
                  <a:pt x="291" y="1400"/>
                </a:cubicBezTo>
                <a:cubicBezTo>
                  <a:pt x="291" y="1313"/>
                  <a:pt x="291" y="1313"/>
                  <a:pt x="291" y="1313"/>
                </a:cubicBezTo>
                <a:cubicBezTo>
                  <a:pt x="291" y="1138"/>
                  <a:pt x="641" y="1050"/>
                  <a:pt x="816" y="1050"/>
                </a:cubicBezTo>
                <a:cubicBezTo>
                  <a:pt x="991" y="1050"/>
                  <a:pt x="1341" y="1138"/>
                  <a:pt x="1341" y="1313"/>
                </a:cubicBezTo>
                <a:lnTo>
                  <a:pt x="1341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43236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move From Queu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2333 w 2566"/>
              <a:gd name="T1" fmla="*/ 0 h 2100"/>
              <a:gd name="T2" fmla="*/ 233 w 2566"/>
              <a:gd name="T3" fmla="*/ 0 h 2100"/>
              <a:gd name="T4" fmla="*/ 0 w 2566"/>
              <a:gd name="T5" fmla="*/ 233 h 2100"/>
              <a:gd name="T6" fmla="*/ 0 w 2566"/>
              <a:gd name="T7" fmla="*/ 1633 h 2100"/>
              <a:gd name="T8" fmla="*/ 233 w 2566"/>
              <a:gd name="T9" fmla="*/ 1867 h 2100"/>
              <a:gd name="T10" fmla="*/ 816 w 2566"/>
              <a:gd name="T11" fmla="*/ 1867 h 2100"/>
              <a:gd name="T12" fmla="*/ 816 w 2566"/>
              <a:gd name="T13" fmla="*/ 2100 h 2100"/>
              <a:gd name="T14" fmla="*/ 1750 w 2566"/>
              <a:gd name="T15" fmla="*/ 2100 h 2100"/>
              <a:gd name="T16" fmla="*/ 1750 w 2566"/>
              <a:gd name="T17" fmla="*/ 1867 h 2100"/>
              <a:gd name="T18" fmla="*/ 2333 w 2566"/>
              <a:gd name="T19" fmla="*/ 1867 h 2100"/>
              <a:gd name="T20" fmla="*/ 2565 w 2566"/>
              <a:gd name="T21" fmla="*/ 1633 h 2100"/>
              <a:gd name="T22" fmla="*/ 2566 w 2566"/>
              <a:gd name="T23" fmla="*/ 233 h 2100"/>
              <a:gd name="T24" fmla="*/ 2333 w 2566"/>
              <a:gd name="T25" fmla="*/ 0 h 2100"/>
              <a:gd name="T26" fmla="*/ 2333 w 2566"/>
              <a:gd name="T27" fmla="*/ 1633 h 2100"/>
              <a:gd name="T28" fmla="*/ 233 w 2566"/>
              <a:gd name="T29" fmla="*/ 1633 h 2100"/>
              <a:gd name="T30" fmla="*/ 233 w 2566"/>
              <a:gd name="T31" fmla="*/ 233 h 2100"/>
              <a:gd name="T32" fmla="*/ 2333 w 2566"/>
              <a:gd name="T33" fmla="*/ 233 h 2100"/>
              <a:gd name="T34" fmla="*/ 2333 w 2566"/>
              <a:gd name="T35" fmla="*/ 1633 h 2100"/>
              <a:gd name="T36" fmla="*/ 1750 w 2566"/>
              <a:gd name="T37" fmla="*/ 817 h 2100"/>
              <a:gd name="T38" fmla="*/ 1750 w 2566"/>
              <a:gd name="T39" fmla="*/ 1050 h 2100"/>
              <a:gd name="T40" fmla="*/ 816 w 2566"/>
              <a:gd name="T41" fmla="*/ 1050 h 2100"/>
              <a:gd name="T42" fmla="*/ 816 w 2566"/>
              <a:gd name="T43" fmla="*/ 817 h 2100"/>
              <a:gd name="T44" fmla="*/ 1750 w 2566"/>
              <a:gd name="T45" fmla="*/ 81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566" h="2100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4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2"/>
                  <a:pt x="104" y="1867"/>
                  <a:pt x="233" y="1867"/>
                </a:cubicBezTo>
                <a:cubicBezTo>
                  <a:pt x="816" y="1867"/>
                  <a:pt x="816" y="1867"/>
                  <a:pt x="816" y="1867"/>
                </a:cubicBezTo>
                <a:cubicBezTo>
                  <a:pt x="816" y="2100"/>
                  <a:pt x="816" y="2100"/>
                  <a:pt x="816" y="2100"/>
                </a:cubicBezTo>
                <a:cubicBezTo>
                  <a:pt x="1750" y="2100"/>
                  <a:pt x="1750" y="2100"/>
                  <a:pt x="1750" y="2100"/>
                </a:cubicBezTo>
                <a:cubicBezTo>
                  <a:pt x="1750" y="1867"/>
                  <a:pt x="1750" y="1867"/>
                  <a:pt x="1750" y="1867"/>
                </a:cubicBezTo>
                <a:cubicBezTo>
                  <a:pt x="2333" y="1867"/>
                  <a:pt x="2333" y="1867"/>
                  <a:pt x="2333" y="1867"/>
                </a:cubicBezTo>
                <a:cubicBezTo>
                  <a:pt x="2461" y="1867"/>
                  <a:pt x="2565" y="1762"/>
                  <a:pt x="2565" y="1633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4"/>
                  <a:pt x="2461" y="0"/>
                  <a:pt x="2333" y="0"/>
                </a:cubicBezTo>
                <a:close/>
                <a:moveTo>
                  <a:pt x="2333" y="1633"/>
                </a:moveTo>
                <a:cubicBezTo>
                  <a:pt x="233" y="1633"/>
                  <a:pt x="233" y="1633"/>
                  <a:pt x="233" y="16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633"/>
                </a:lnTo>
                <a:close/>
                <a:moveTo>
                  <a:pt x="1750" y="817"/>
                </a:moveTo>
                <a:cubicBezTo>
                  <a:pt x="1750" y="1050"/>
                  <a:pt x="1750" y="1050"/>
                  <a:pt x="1750" y="1050"/>
                </a:cubicBezTo>
                <a:cubicBezTo>
                  <a:pt x="816" y="1050"/>
                  <a:pt x="816" y="1050"/>
                  <a:pt x="816" y="1050"/>
                </a:cubicBezTo>
                <a:cubicBezTo>
                  <a:pt x="816" y="817"/>
                  <a:pt x="816" y="817"/>
                  <a:pt x="816" y="817"/>
                </a:cubicBezTo>
                <a:lnTo>
                  <a:pt x="1750" y="8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64747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pea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844" cy="914400"/>
          </a:xfrm>
          <a:custGeom>
            <a:avLst/>
            <a:gdLst>
              <a:gd name="T0" fmla="*/ 1104 w 4961"/>
              <a:gd name="T1" fmla="*/ 1379 h 5513"/>
              <a:gd name="T2" fmla="*/ 3858 w 4961"/>
              <a:gd name="T3" fmla="*/ 1379 h 5513"/>
              <a:gd name="T4" fmla="*/ 3858 w 4961"/>
              <a:gd name="T5" fmla="*/ 2206 h 5513"/>
              <a:gd name="T6" fmla="*/ 4961 w 4961"/>
              <a:gd name="T7" fmla="*/ 1103 h 5513"/>
              <a:gd name="T8" fmla="*/ 3858 w 4961"/>
              <a:gd name="T9" fmla="*/ 0 h 5513"/>
              <a:gd name="T10" fmla="*/ 3858 w 4961"/>
              <a:gd name="T11" fmla="*/ 826 h 5513"/>
              <a:gd name="T12" fmla="*/ 551 w 4961"/>
              <a:gd name="T13" fmla="*/ 826 h 5513"/>
              <a:gd name="T14" fmla="*/ 551 w 4961"/>
              <a:gd name="T15" fmla="*/ 2480 h 5513"/>
              <a:gd name="T16" fmla="*/ 1104 w 4961"/>
              <a:gd name="T17" fmla="*/ 2480 h 5513"/>
              <a:gd name="T18" fmla="*/ 1104 w 4961"/>
              <a:gd name="T19" fmla="*/ 1379 h 5513"/>
              <a:gd name="T20" fmla="*/ 3858 w 4961"/>
              <a:gd name="T21" fmla="*/ 4133 h 5513"/>
              <a:gd name="T22" fmla="*/ 1104 w 4961"/>
              <a:gd name="T23" fmla="*/ 4133 h 5513"/>
              <a:gd name="T24" fmla="*/ 1104 w 4961"/>
              <a:gd name="T25" fmla="*/ 3307 h 5513"/>
              <a:gd name="T26" fmla="*/ 0 w 4961"/>
              <a:gd name="T27" fmla="*/ 4410 h 5513"/>
              <a:gd name="T28" fmla="*/ 1104 w 4961"/>
              <a:gd name="T29" fmla="*/ 5513 h 5513"/>
              <a:gd name="T30" fmla="*/ 1104 w 4961"/>
              <a:gd name="T31" fmla="*/ 4686 h 5513"/>
              <a:gd name="T32" fmla="*/ 4411 w 4961"/>
              <a:gd name="T33" fmla="*/ 4686 h 5513"/>
              <a:gd name="T34" fmla="*/ 4411 w 4961"/>
              <a:gd name="T35" fmla="*/ 3033 h 5513"/>
              <a:gd name="T36" fmla="*/ 3858 w 4961"/>
              <a:gd name="T37" fmla="*/ 3033 h 5513"/>
              <a:gd name="T38" fmla="*/ 3858 w 4961"/>
              <a:gd name="T39" fmla="*/ 4133 h 5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961" h="5513">
                <a:moveTo>
                  <a:pt x="1104" y="1379"/>
                </a:moveTo>
                <a:lnTo>
                  <a:pt x="3858" y="1379"/>
                </a:lnTo>
                <a:lnTo>
                  <a:pt x="3858" y="2206"/>
                </a:lnTo>
                <a:lnTo>
                  <a:pt x="4961" y="1103"/>
                </a:lnTo>
                <a:lnTo>
                  <a:pt x="3858" y="0"/>
                </a:lnTo>
                <a:lnTo>
                  <a:pt x="3858" y="826"/>
                </a:lnTo>
                <a:lnTo>
                  <a:pt x="551" y="826"/>
                </a:lnTo>
                <a:lnTo>
                  <a:pt x="551" y="2480"/>
                </a:lnTo>
                <a:lnTo>
                  <a:pt x="1104" y="2480"/>
                </a:lnTo>
                <a:lnTo>
                  <a:pt x="1104" y="1379"/>
                </a:lnTo>
                <a:close/>
                <a:moveTo>
                  <a:pt x="3858" y="4133"/>
                </a:moveTo>
                <a:lnTo>
                  <a:pt x="1104" y="4133"/>
                </a:lnTo>
                <a:lnTo>
                  <a:pt x="1104" y="3307"/>
                </a:lnTo>
                <a:lnTo>
                  <a:pt x="0" y="4410"/>
                </a:lnTo>
                <a:lnTo>
                  <a:pt x="1104" y="5513"/>
                </a:lnTo>
                <a:lnTo>
                  <a:pt x="1104" y="4686"/>
                </a:lnTo>
                <a:lnTo>
                  <a:pt x="4411" y="4686"/>
                </a:lnTo>
                <a:lnTo>
                  <a:pt x="4411" y="3033"/>
                </a:lnTo>
                <a:lnTo>
                  <a:pt x="3858" y="3033"/>
                </a:lnTo>
                <a:lnTo>
                  <a:pt x="3858" y="41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88101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O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844" cy="914400"/>
          </a:xfrm>
          <a:custGeom>
            <a:avLst/>
            <a:gdLst>
              <a:gd name="T0" fmla="*/ 1104 w 4961"/>
              <a:gd name="T1" fmla="*/ 1379 h 5513"/>
              <a:gd name="T2" fmla="*/ 3858 w 4961"/>
              <a:gd name="T3" fmla="*/ 1379 h 5513"/>
              <a:gd name="T4" fmla="*/ 3858 w 4961"/>
              <a:gd name="T5" fmla="*/ 2206 h 5513"/>
              <a:gd name="T6" fmla="*/ 4961 w 4961"/>
              <a:gd name="T7" fmla="*/ 1103 h 5513"/>
              <a:gd name="T8" fmla="*/ 3858 w 4961"/>
              <a:gd name="T9" fmla="*/ 0 h 5513"/>
              <a:gd name="T10" fmla="*/ 3858 w 4961"/>
              <a:gd name="T11" fmla="*/ 826 h 5513"/>
              <a:gd name="T12" fmla="*/ 551 w 4961"/>
              <a:gd name="T13" fmla="*/ 826 h 5513"/>
              <a:gd name="T14" fmla="*/ 551 w 4961"/>
              <a:gd name="T15" fmla="*/ 2480 h 5513"/>
              <a:gd name="T16" fmla="*/ 1104 w 4961"/>
              <a:gd name="T17" fmla="*/ 2480 h 5513"/>
              <a:gd name="T18" fmla="*/ 1104 w 4961"/>
              <a:gd name="T19" fmla="*/ 1379 h 5513"/>
              <a:gd name="T20" fmla="*/ 3858 w 4961"/>
              <a:gd name="T21" fmla="*/ 4133 h 5513"/>
              <a:gd name="T22" fmla="*/ 1104 w 4961"/>
              <a:gd name="T23" fmla="*/ 4133 h 5513"/>
              <a:gd name="T24" fmla="*/ 1104 w 4961"/>
              <a:gd name="T25" fmla="*/ 3307 h 5513"/>
              <a:gd name="T26" fmla="*/ 0 w 4961"/>
              <a:gd name="T27" fmla="*/ 4410 h 5513"/>
              <a:gd name="T28" fmla="*/ 1104 w 4961"/>
              <a:gd name="T29" fmla="*/ 5513 h 5513"/>
              <a:gd name="T30" fmla="*/ 1104 w 4961"/>
              <a:gd name="T31" fmla="*/ 4686 h 5513"/>
              <a:gd name="T32" fmla="*/ 4411 w 4961"/>
              <a:gd name="T33" fmla="*/ 4686 h 5513"/>
              <a:gd name="T34" fmla="*/ 4411 w 4961"/>
              <a:gd name="T35" fmla="*/ 3033 h 5513"/>
              <a:gd name="T36" fmla="*/ 3858 w 4961"/>
              <a:gd name="T37" fmla="*/ 3033 h 5513"/>
              <a:gd name="T38" fmla="*/ 3858 w 4961"/>
              <a:gd name="T39" fmla="*/ 4133 h 5513"/>
              <a:gd name="T40" fmla="*/ 2757 w 4961"/>
              <a:gd name="T41" fmla="*/ 3583 h 5513"/>
              <a:gd name="T42" fmla="*/ 2757 w 4961"/>
              <a:gd name="T43" fmla="*/ 1929 h 5513"/>
              <a:gd name="T44" fmla="*/ 2481 w 4961"/>
              <a:gd name="T45" fmla="*/ 1929 h 5513"/>
              <a:gd name="T46" fmla="*/ 1930 w 4961"/>
              <a:gd name="T47" fmla="*/ 2206 h 5513"/>
              <a:gd name="T48" fmla="*/ 1930 w 4961"/>
              <a:gd name="T49" fmla="*/ 2480 h 5513"/>
              <a:gd name="T50" fmla="*/ 2344 w 4961"/>
              <a:gd name="T51" fmla="*/ 2480 h 5513"/>
              <a:gd name="T52" fmla="*/ 2344 w 4961"/>
              <a:gd name="T53" fmla="*/ 3583 h 5513"/>
              <a:gd name="T54" fmla="*/ 2757 w 4961"/>
              <a:gd name="T55" fmla="*/ 3583 h 5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961" h="5513">
                <a:moveTo>
                  <a:pt x="1104" y="1379"/>
                </a:moveTo>
                <a:lnTo>
                  <a:pt x="3858" y="1379"/>
                </a:lnTo>
                <a:lnTo>
                  <a:pt x="3858" y="2206"/>
                </a:lnTo>
                <a:lnTo>
                  <a:pt x="4961" y="1103"/>
                </a:lnTo>
                <a:lnTo>
                  <a:pt x="3858" y="0"/>
                </a:lnTo>
                <a:lnTo>
                  <a:pt x="3858" y="826"/>
                </a:lnTo>
                <a:lnTo>
                  <a:pt x="551" y="826"/>
                </a:lnTo>
                <a:lnTo>
                  <a:pt x="551" y="2480"/>
                </a:lnTo>
                <a:lnTo>
                  <a:pt x="1104" y="2480"/>
                </a:lnTo>
                <a:lnTo>
                  <a:pt x="1104" y="1379"/>
                </a:lnTo>
                <a:close/>
                <a:moveTo>
                  <a:pt x="3858" y="4133"/>
                </a:moveTo>
                <a:lnTo>
                  <a:pt x="1104" y="4133"/>
                </a:lnTo>
                <a:lnTo>
                  <a:pt x="1104" y="3307"/>
                </a:lnTo>
                <a:lnTo>
                  <a:pt x="0" y="4410"/>
                </a:lnTo>
                <a:lnTo>
                  <a:pt x="1104" y="5513"/>
                </a:lnTo>
                <a:lnTo>
                  <a:pt x="1104" y="4686"/>
                </a:lnTo>
                <a:lnTo>
                  <a:pt x="4411" y="4686"/>
                </a:lnTo>
                <a:lnTo>
                  <a:pt x="4411" y="3033"/>
                </a:lnTo>
                <a:lnTo>
                  <a:pt x="3858" y="3033"/>
                </a:lnTo>
                <a:lnTo>
                  <a:pt x="3858" y="4133"/>
                </a:lnTo>
                <a:close/>
                <a:moveTo>
                  <a:pt x="2757" y="3583"/>
                </a:moveTo>
                <a:lnTo>
                  <a:pt x="2757" y="1929"/>
                </a:lnTo>
                <a:lnTo>
                  <a:pt x="2481" y="1929"/>
                </a:lnTo>
                <a:lnTo>
                  <a:pt x="1930" y="2206"/>
                </a:lnTo>
                <a:lnTo>
                  <a:pt x="1930" y="2480"/>
                </a:lnTo>
                <a:lnTo>
                  <a:pt x="2344" y="2480"/>
                </a:lnTo>
                <a:lnTo>
                  <a:pt x="2344" y="3583"/>
                </a:lnTo>
                <a:lnTo>
                  <a:pt x="2757" y="35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31713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play 5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489" cy="914400"/>
          </a:xfrm>
          <a:custGeom>
            <a:avLst/>
            <a:gdLst>
              <a:gd name="T0" fmla="*/ 3000 w 6000"/>
              <a:gd name="T1" fmla="*/ 1500 h 7500"/>
              <a:gd name="T2" fmla="*/ 3000 w 6000"/>
              <a:gd name="T3" fmla="*/ 0 h 7500"/>
              <a:gd name="T4" fmla="*/ 1125 w 6000"/>
              <a:gd name="T5" fmla="*/ 1875 h 7500"/>
              <a:gd name="T6" fmla="*/ 3000 w 6000"/>
              <a:gd name="T7" fmla="*/ 3750 h 7500"/>
              <a:gd name="T8" fmla="*/ 3000 w 6000"/>
              <a:gd name="T9" fmla="*/ 2250 h 7500"/>
              <a:gd name="T10" fmla="*/ 5250 w 6000"/>
              <a:gd name="T11" fmla="*/ 4500 h 7500"/>
              <a:gd name="T12" fmla="*/ 3000 w 6000"/>
              <a:gd name="T13" fmla="*/ 6750 h 7500"/>
              <a:gd name="T14" fmla="*/ 750 w 6000"/>
              <a:gd name="T15" fmla="*/ 4500 h 7500"/>
              <a:gd name="T16" fmla="*/ 0 w 6000"/>
              <a:gd name="T17" fmla="*/ 4500 h 7500"/>
              <a:gd name="T18" fmla="*/ 3000 w 6000"/>
              <a:gd name="T19" fmla="*/ 7500 h 7500"/>
              <a:gd name="T20" fmla="*/ 6000 w 6000"/>
              <a:gd name="T21" fmla="*/ 4500 h 7500"/>
              <a:gd name="T22" fmla="*/ 3000 w 6000"/>
              <a:gd name="T23" fmla="*/ 1500 h 7500"/>
              <a:gd name="T24" fmla="*/ 2492 w 6000"/>
              <a:gd name="T25" fmla="*/ 4906 h 7500"/>
              <a:gd name="T26" fmla="*/ 2585 w 6000"/>
              <a:gd name="T27" fmla="*/ 4014 h 7500"/>
              <a:gd name="T28" fmla="*/ 3477 w 6000"/>
              <a:gd name="T29" fmla="*/ 4014 h 7500"/>
              <a:gd name="T30" fmla="*/ 3477 w 6000"/>
              <a:gd name="T31" fmla="*/ 4272 h 7500"/>
              <a:gd name="T32" fmla="*/ 2847 w 6000"/>
              <a:gd name="T33" fmla="*/ 4272 h 7500"/>
              <a:gd name="T34" fmla="*/ 2803 w 6000"/>
              <a:gd name="T35" fmla="*/ 4641 h 7500"/>
              <a:gd name="T36" fmla="*/ 2910 w 6000"/>
              <a:gd name="T37" fmla="*/ 4586 h 7500"/>
              <a:gd name="T38" fmla="*/ 3048 w 6000"/>
              <a:gd name="T39" fmla="*/ 4564 h 7500"/>
              <a:gd name="T40" fmla="*/ 3406 w 6000"/>
              <a:gd name="T41" fmla="*/ 4704 h 7500"/>
              <a:gd name="T42" fmla="*/ 3533 w 6000"/>
              <a:gd name="T43" fmla="*/ 5101 h 7500"/>
              <a:gd name="T44" fmla="*/ 3394 w 6000"/>
              <a:gd name="T45" fmla="*/ 5485 h 7500"/>
              <a:gd name="T46" fmla="*/ 2993 w 6000"/>
              <a:gd name="T47" fmla="*/ 5638 h 7500"/>
              <a:gd name="T48" fmla="*/ 2615 w 6000"/>
              <a:gd name="T49" fmla="*/ 5517 h 7500"/>
              <a:gd name="T50" fmla="*/ 2464 w 6000"/>
              <a:gd name="T51" fmla="*/ 5185 h 7500"/>
              <a:gd name="T52" fmla="*/ 2466 w 6000"/>
              <a:gd name="T53" fmla="*/ 5179 h 7500"/>
              <a:gd name="T54" fmla="*/ 2775 w 6000"/>
              <a:gd name="T55" fmla="*/ 5164 h 7500"/>
              <a:gd name="T56" fmla="*/ 2835 w 6000"/>
              <a:gd name="T57" fmla="*/ 5331 h 7500"/>
              <a:gd name="T58" fmla="*/ 2993 w 6000"/>
              <a:gd name="T59" fmla="*/ 5391 h 7500"/>
              <a:gd name="T60" fmla="*/ 3159 w 6000"/>
              <a:gd name="T61" fmla="*/ 5311 h 7500"/>
              <a:gd name="T62" fmla="*/ 3212 w 6000"/>
              <a:gd name="T63" fmla="*/ 5103 h 7500"/>
              <a:gd name="T64" fmla="*/ 3155 w 6000"/>
              <a:gd name="T65" fmla="*/ 4882 h 7500"/>
              <a:gd name="T66" fmla="*/ 2986 w 6000"/>
              <a:gd name="T67" fmla="*/ 4798 h 7500"/>
              <a:gd name="T68" fmla="*/ 2844 w 6000"/>
              <a:gd name="T69" fmla="*/ 4832 h 7500"/>
              <a:gd name="T70" fmla="*/ 2775 w 6000"/>
              <a:gd name="T71" fmla="*/ 4924 h 7500"/>
              <a:gd name="T72" fmla="*/ 2492 w 6000"/>
              <a:gd name="T73" fmla="*/ 4906 h 7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6000" h="7500">
                <a:moveTo>
                  <a:pt x="3000" y="1500"/>
                </a:moveTo>
                <a:cubicBezTo>
                  <a:pt x="3000" y="0"/>
                  <a:pt x="3000" y="0"/>
                  <a:pt x="3000" y="0"/>
                </a:cubicBezTo>
                <a:cubicBezTo>
                  <a:pt x="1125" y="1875"/>
                  <a:pt x="1125" y="1875"/>
                  <a:pt x="1125" y="1875"/>
                </a:cubicBezTo>
                <a:cubicBezTo>
                  <a:pt x="3000" y="3750"/>
                  <a:pt x="3000" y="3750"/>
                  <a:pt x="3000" y="3750"/>
                </a:cubicBezTo>
                <a:cubicBezTo>
                  <a:pt x="3000" y="2250"/>
                  <a:pt x="3000" y="2250"/>
                  <a:pt x="3000" y="2250"/>
                </a:cubicBezTo>
                <a:cubicBezTo>
                  <a:pt x="4237" y="2250"/>
                  <a:pt x="5250" y="3263"/>
                  <a:pt x="5250" y="4500"/>
                </a:cubicBezTo>
                <a:cubicBezTo>
                  <a:pt x="5250" y="5737"/>
                  <a:pt x="4237" y="6750"/>
                  <a:pt x="3000" y="6750"/>
                </a:cubicBezTo>
                <a:cubicBezTo>
                  <a:pt x="1763" y="6750"/>
                  <a:pt x="750" y="5737"/>
                  <a:pt x="750" y="4500"/>
                </a:cubicBezTo>
                <a:cubicBezTo>
                  <a:pt x="0" y="4500"/>
                  <a:pt x="0" y="4500"/>
                  <a:pt x="0" y="4500"/>
                </a:cubicBezTo>
                <a:cubicBezTo>
                  <a:pt x="0" y="6150"/>
                  <a:pt x="1350" y="7500"/>
                  <a:pt x="3000" y="7500"/>
                </a:cubicBezTo>
                <a:cubicBezTo>
                  <a:pt x="4650" y="7500"/>
                  <a:pt x="6000" y="6150"/>
                  <a:pt x="6000" y="4500"/>
                </a:cubicBezTo>
                <a:cubicBezTo>
                  <a:pt x="6000" y="2850"/>
                  <a:pt x="4650" y="1500"/>
                  <a:pt x="3000" y="1500"/>
                </a:cubicBezTo>
                <a:close/>
                <a:moveTo>
                  <a:pt x="2492" y="4906"/>
                </a:moveTo>
                <a:cubicBezTo>
                  <a:pt x="2585" y="4014"/>
                  <a:pt x="2585" y="4014"/>
                  <a:pt x="2585" y="4014"/>
                </a:cubicBezTo>
                <a:cubicBezTo>
                  <a:pt x="3477" y="4014"/>
                  <a:pt x="3477" y="4014"/>
                  <a:pt x="3477" y="4014"/>
                </a:cubicBezTo>
                <a:cubicBezTo>
                  <a:pt x="3477" y="4272"/>
                  <a:pt x="3477" y="4272"/>
                  <a:pt x="3477" y="4272"/>
                </a:cubicBezTo>
                <a:cubicBezTo>
                  <a:pt x="2847" y="4272"/>
                  <a:pt x="2847" y="4272"/>
                  <a:pt x="2847" y="4272"/>
                </a:cubicBezTo>
                <a:cubicBezTo>
                  <a:pt x="2803" y="4641"/>
                  <a:pt x="2803" y="4641"/>
                  <a:pt x="2803" y="4641"/>
                </a:cubicBezTo>
                <a:cubicBezTo>
                  <a:pt x="2832" y="4619"/>
                  <a:pt x="2868" y="4601"/>
                  <a:pt x="2910" y="4586"/>
                </a:cubicBezTo>
                <a:cubicBezTo>
                  <a:pt x="2951" y="4572"/>
                  <a:pt x="2998" y="4565"/>
                  <a:pt x="3048" y="4564"/>
                </a:cubicBezTo>
                <a:cubicBezTo>
                  <a:pt x="3202" y="4562"/>
                  <a:pt x="3322" y="4608"/>
                  <a:pt x="3406" y="4704"/>
                </a:cubicBezTo>
                <a:cubicBezTo>
                  <a:pt x="3491" y="4799"/>
                  <a:pt x="3533" y="4931"/>
                  <a:pt x="3533" y="5101"/>
                </a:cubicBezTo>
                <a:cubicBezTo>
                  <a:pt x="3533" y="5255"/>
                  <a:pt x="3487" y="5383"/>
                  <a:pt x="3394" y="5485"/>
                </a:cubicBezTo>
                <a:cubicBezTo>
                  <a:pt x="3301" y="5587"/>
                  <a:pt x="3168" y="5638"/>
                  <a:pt x="2993" y="5638"/>
                </a:cubicBezTo>
                <a:cubicBezTo>
                  <a:pt x="2846" y="5638"/>
                  <a:pt x="2720" y="5598"/>
                  <a:pt x="2615" y="5517"/>
                </a:cubicBezTo>
                <a:cubicBezTo>
                  <a:pt x="2510" y="5436"/>
                  <a:pt x="2460" y="5326"/>
                  <a:pt x="2464" y="5185"/>
                </a:cubicBezTo>
                <a:cubicBezTo>
                  <a:pt x="2466" y="5179"/>
                  <a:pt x="2466" y="5179"/>
                  <a:pt x="2466" y="5179"/>
                </a:cubicBezTo>
                <a:cubicBezTo>
                  <a:pt x="2775" y="5164"/>
                  <a:pt x="2775" y="5164"/>
                  <a:pt x="2775" y="5164"/>
                </a:cubicBezTo>
                <a:cubicBezTo>
                  <a:pt x="2775" y="5235"/>
                  <a:pt x="2795" y="5291"/>
                  <a:pt x="2835" y="5331"/>
                </a:cubicBezTo>
                <a:cubicBezTo>
                  <a:pt x="2875" y="5370"/>
                  <a:pt x="2928" y="5391"/>
                  <a:pt x="2993" y="5391"/>
                </a:cubicBezTo>
                <a:cubicBezTo>
                  <a:pt x="3068" y="5391"/>
                  <a:pt x="3123" y="5364"/>
                  <a:pt x="3159" y="5311"/>
                </a:cubicBezTo>
                <a:cubicBezTo>
                  <a:pt x="3194" y="5258"/>
                  <a:pt x="3212" y="5189"/>
                  <a:pt x="3212" y="5103"/>
                </a:cubicBezTo>
                <a:cubicBezTo>
                  <a:pt x="3212" y="5011"/>
                  <a:pt x="3193" y="4937"/>
                  <a:pt x="3155" y="4882"/>
                </a:cubicBezTo>
                <a:cubicBezTo>
                  <a:pt x="3117" y="4826"/>
                  <a:pt x="3060" y="4798"/>
                  <a:pt x="2986" y="4798"/>
                </a:cubicBezTo>
                <a:cubicBezTo>
                  <a:pt x="2924" y="4798"/>
                  <a:pt x="2877" y="4809"/>
                  <a:pt x="2844" y="4832"/>
                </a:cubicBezTo>
                <a:cubicBezTo>
                  <a:pt x="2812" y="4855"/>
                  <a:pt x="2789" y="4886"/>
                  <a:pt x="2775" y="4924"/>
                </a:cubicBezTo>
                <a:lnTo>
                  <a:pt x="2492" y="49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27102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play 10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489" cy="914400"/>
          </a:xfrm>
          <a:custGeom>
            <a:avLst/>
            <a:gdLst>
              <a:gd name="T0" fmla="*/ 3000 w 6000"/>
              <a:gd name="T1" fmla="*/ 1500 h 7500"/>
              <a:gd name="T2" fmla="*/ 3000 w 6000"/>
              <a:gd name="T3" fmla="*/ 0 h 7500"/>
              <a:gd name="T4" fmla="*/ 1125 w 6000"/>
              <a:gd name="T5" fmla="*/ 1875 h 7500"/>
              <a:gd name="T6" fmla="*/ 3000 w 6000"/>
              <a:gd name="T7" fmla="*/ 3750 h 7500"/>
              <a:gd name="T8" fmla="*/ 3000 w 6000"/>
              <a:gd name="T9" fmla="*/ 2250 h 7500"/>
              <a:gd name="T10" fmla="*/ 5250 w 6000"/>
              <a:gd name="T11" fmla="*/ 4500 h 7500"/>
              <a:gd name="T12" fmla="*/ 3000 w 6000"/>
              <a:gd name="T13" fmla="*/ 6750 h 7500"/>
              <a:gd name="T14" fmla="*/ 750 w 6000"/>
              <a:gd name="T15" fmla="*/ 4500 h 7500"/>
              <a:gd name="T16" fmla="*/ 0 w 6000"/>
              <a:gd name="T17" fmla="*/ 4500 h 7500"/>
              <a:gd name="T18" fmla="*/ 3000 w 6000"/>
              <a:gd name="T19" fmla="*/ 7500 h 7500"/>
              <a:gd name="T20" fmla="*/ 6000 w 6000"/>
              <a:gd name="T21" fmla="*/ 4500 h 7500"/>
              <a:gd name="T22" fmla="*/ 3000 w 6000"/>
              <a:gd name="T23" fmla="*/ 1500 h 7500"/>
              <a:gd name="T24" fmla="*/ 2584 w 6000"/>
              <a:gd name="T25" fmla="*/ 5615 h 7500"/>
              <a:gd name="T26" fmla="*/ 2244 w 6000"/>
              <a:gd name="T27" fmla="*/ 5619 h 7500"/>
              <a:gd name="T28" fmla="*/ 2244 w 6000"/>
              <a:gd name="T29" fmla="*/ 4389 h 7500"/>
              <a:gd name="T30" fmla="*/ 1869 w 6000"/>
              <a:gd name="T31" fmla="*/ 4512 h 7500"/>
              <a:gd name="T32" fmla="*/ 1869 w 6000"/>
              <a:gd name="T33" fmla="*/ 4225 h 7500"/>
              <a:gd name="T34" fmla="*/ 2584 w 6000"/>
              <a:gd name="T35" fmla="*/ 4015 h 7500"/>
              <a:gd name="T36" fmla="*/ 2584 w 6000"/>
              <a:gd name="T37" fmla="*/ 5615 h 7500"/>
              <a:gd name="T38" fmla="*/ 4176 w 6000"/>
              <a:gd name="T39" fmla="*/ 4992 h 7500"/>
              <a:gd name="T40" fmla="*/ 4030 w 6000"/>
              <a:gd name="T41" fmla="*/ 5474 h 7500"/>
              <a:gd name="T42" fmla="*/ 3636 w 6000"/>
              <a:gd name="T43" fmla="*/ 5639 h 7500"/>
              <a:gd name="T44" fmla="*/ 3240 w 6000"/>
              <a:gd name="T45" fmla="*/ 5474 h 7500"/>
              <a:gd name="T46" fmla="*/ 3093 w 6000"/>
              <a:gd name="T47" fmla="*/ 4992 h 7500"/>
              <a:gd name="T48" fmla="*/ 3093 w 6000"/>
              <a:gd name="T49" fmla="*/ 4640 h 7500"/>
              <a:gd name="T50" fmla="*/ 3239 w 6000"/>
              <a:gd name="T51" fmla="*/ 4157 h 7500"/>
              <a:gd name="T52" fmla="*/ 3634 w 6000"/>
              <a:gd name="T53" fmla="*/ 3992 h 7500"/>
              <a:gd name="T54" fmla="*/ 4029 w 6000"/>
              <a:gd name="T55" fmla="*/ 4157 h 7500"/>
              <a:gd name="T56" fmla="*/ 4176 w 6000"/>
              <a:gd name="T57" fmla="*/ 4640 h 7500"/>
              <a:gd name="T58" fmla="*/ 4176 w 6000"/>
              <a:gd name="T59" fmla="*/ 4992 h 7500"/>
              <a:gd name="T60" fmla="*/ 3856 w 6000"/>
              <a:gd name="T61" fmla="*/ 4606 h 7500"/>
              <a:gd name="T62" fmla="*/ 3798 w 6000"/>
              <a:gd name="T63" fmla="*/ 4328 h 7500"/>
              <a:gd name="T64" fmla="*/ 3634 w 6000"/>
              <a:gd name="T65" fmla="*/ 4239 h 7500"/>
              <a:gd name="T66" fmla="*/ 3469 w 6000"/>
              <a:gd name="T67" fmla="*/ 4327 h 7500"/>
              <a:gd name="T68" fmla="*/ 3413 w 6000"/>
              <a:gd name="T69" fmla="*/ 4606 h 7500"/>
              <a:gd name="T70" fmla="*/ 3413 w 6000"/>
              <a:gd name="T71" fmla="*/ 5022 h 7500"/>
              <a:gd name="T72" fmla="*/ 3469 w 6000"/>
              <a:gd name="T73" fmla="*/ 5303 h 7500"/>
              <a:gd name="T74" fmla="*/ 3636 w 6000"/>
              <a:gd name="T75" fmla="*/ 5391 h 7500"/>
              <a:gd name="T76" fmla="*/ 3800 w 6000"/>
              <a:gd name="T77" fmla="*/ 5303 h 7500"/>
              <a:gd name="T78" fmla="*/ 3856 w 6000"/>
              <a:gd name="T79" fmla="*/ 5022 h 7500"/>
              <a:gd name="T80" fmla="*/ 3856 w 6000"/>
              <a:gd name="T81" fmla="*/ 4606 h 7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000" h="7500">
                <a:moveTo>
                  <a:pt x="3000" y="1500"/>
                </a:moveTo>
                <a:cubicBezTo>
                  <a:pt x="3000" y="0"/>
                  <a:pt x="3000" y="0"/>
                  <a:pt x="3000" y="0"/>
                </a:cubicBezTo>
                <a:cubicBezTo>
                  <a:pt x="1125" y="1875"/>
                  <a:pt x="1125" y="1875"/>
                  <a:pt x="1125" y="1875"/>
                </a:cubicBezTo>
                <a:cubicBezTo>
                  <a:pt x="3000" y="3750"/>
                  <a:pt x="3000" y="3750"/>
                  <a:pt x="3000" y="3750"/>
                </a:cubicBezTo>
                <a:cubicBezTo>
                  <a:pt x="3000" y="2250"/>
                  <a:pt x="3000" y="2250"/>
                  <a:pt x="3000" y="2250"/>
                </a:cubicBezTo>
                <a:cubicBezTo>
                  <a:pt x="4237" y="2250"/>
                  <a:pt x="5250" y="3263"/>
                  <a:pt x="5250" y="4500"/>
                </a:cubicBezTo>
                <a:cubicBezTo>
                  <a:pt x="5250" y="5737"/>
                  <a:pt x="4237" y="6750"/>
                  <a:pt x="3000" y="6750"/>
                </a:cubicBezTo>
                <a:cubicBezTo>
                  <a:pt x="1763" y="6750"/>
                  <a:pt x="750" y="5737"/>
                  <a:pt x="750" y="4500"/>
                </a:cubicBezTo>
                <a:cubicBezTo>
                  <a:pt x="0" y="4500"/>
                  <a:pt x="0" y="4500"/>
                  <a:pt x="0" y="4500"/>
                </a:cubicBezTo>
                <a:cubicBezTo>
                  <a:pt x="0" y="6150"/>
                  <a:pt x="1350" y="7500"/>
                  <a:pt x="3000" y="7500"/>
                </a:cubicBezTo>
                <a:cubicBezTo>
                  <a:pt x="4650" y="7500"/>
                  <a:pt x="6000" y="6150"/>
                  <a:pt x="6000" y="4500"/>
                </a:cubicBezTo>
                <a:cubicBezTo>
                  <a:pt x="6000" y="2850"/>
                  <a:pt x="4650" y="1500"/>
                  <a:pt x="3000" y="1500"/>
                </a:cubicBezTo>
                <a:close/>
                <a:moveTo>
                  <a:pt x="2584" y="5615"/>
                </a:moveTo>
                <a:cubicBezTo>
                  <a:pt x="2244" y="5619"/>
                  <a:pt x="2244" y="5619"/>
                  <a:pt x="2244" y="5619"/>
                </a:cubicBezTo>
                <a:cubicBezTo>
                  <a:pt x="2244" y="4389"/>
                  <a:pt x="2244" y="4389"/>
                  <a:pt x="2244" y="4389"/>
                </a:cubicBezTo>
                <a:cubicBezTo>
                  <a:pt x="1869" y="4512"/>
                  <a:pt x="1869" y="4512"/>
                  <a:pt x="1869" y="4512"/>
                </a:cubicBezTo>
                <a:cubicBezTo>
                  <a:pt x="1869" y="4225"/>
                  <a:pt x="1869" y="4225"/>
                  <a:pt x="1869" y="4225"/>
                </a:cubicBezTo>
                <a:cubicBezTo>
                  <a:pt x="2584" y="4015"/>
                  <a:pt x="2584" y="4015"/>
                  <a:pt x="2584" y="4015"/>
                </a:cubicBezTo>
                <a:lnTo>
                  <a:pt x="2584" y="5615"/>
                </a:lnTo>
                <a:close/>
                <a:moveTo>
                  <a:pt x="4176" y="4992"/>
                </a:moveTo>
                <a:cubicBezTo>
                  <a:pt x="4176" y="5204"/>
                  <a:pt x="4127" y="5365"/>
                  <a:pt x="4030" y="5474"/>
                </a:cubicBezTo>
                <a:cubicBezTo>
                  <a:pt x="3933" y="5584"/>
                  <a:pt x="3801" y="5639"/>
                  <a:pt x="3636" y="5639"/>
                </a:cubicBezTo>
                <a:cubicBezTo>
                  <a:pt x="3469" y="5639"/>
                  <a:pt x="3337" y="5584"/>
                  <a:pt x="3240" y="5474"/>
                </a:cubicBezTo>
                <a:cubicBezTo>
                  <a:pt x="3142" y="5365"/>
                  <a:pt x="3093" y="5204"/>
                  <a:pt x="3093" y="4992"/>
                </a:cubicBezTo>
                <a:cubicBezTo>
                  <a:pt x="3093" y="4640"/>
                  <a:pt x="3093" y="4640"/>
                  <a:pt x="3093" y="4640"/>
                </a:cubicBezTo>
                <a:cubicBezTo>
                  <a:pt x="3093" y="4429"/>
                  <a:pt x="3142" y="4268"/>
                  <a:pt x="3239" y="4157"/>
                </a:cubicBezTo>
                <a:cubicBezTo>
                  <a:pt x="3335" y="4047"/>
                  <a:pt x="3467" y="3992"/>
                  <a:pt x="3634" y="3992"/>
                </a:cubicBezTo>
                <a:cubicBezTo>
                  <a:pt x="3799" y="3992"/>
                  <a:pt x="3931" y="4047"/>
                  <a:pt x="4029" y="4157"/>
                </a:cubicBezTo>
                <a:cubicBezTo>
                  <a:pt x="4126" y="4268"/>
                  <a:pt x="4176" y="4429"/>
                  <a:pt x="4176" y="4640"/>
                </a:cubicBezTo>
                <a:lnTo>
                  <a:pt x="4176" y="4992"/>
                </a:lnTo>
                <a:close/>
                <a:moveTo>
                  <a:pt x="3856" y="4606"/>
                </a:moveTo>
                <a:cubicBezTo>
                  <a:pt x="3856" y="4479"/>
                  <a:pt x="3836" y="4387"/>
                  <a:pt x="3798" y="4328"/>
                </a:cubicBezTo>
                <a:cubicBezTo>
                  <a:pt x="3760" y="4269"/>
                  <a:pt x="3705" y="4239"/>
                  <a:pt x="3634" y="4239"/>
                </a:cubicBezTo>
                <a:cubicBezTo>
                  <a:pt x="3561" y="4239"/>
                  <a:pt x="3506" y="4269"/>
                  <a:pt x="3469" y="4327"/>
                </a:cubicBezTo>
                <a:cubicBezTo>
                  <a:pt x="3431" y="4386"/>
                  <a:pt x="3413" y="4479"/>
                  <a:pt x="3413" y="4606"/>
                </a:cubicBezTo>
                <a:cubicBezTo>
                  <a:pt x="3413" y="5022"/>
                  <a:pt x="3413" y="5022"/>
                  <a:pt x="3413" y="5022"/>
                </a:cubicBezTo>
                <a:cubicBezTo>
                  <a:pt x="3413" y="5151"/>
                  <a:pt x="3431" y="5245"/>
                  <a:pt x="3469" y="5303"/>
                </a:cubicBezTo>
                <a:cubicBezTo>
                  <a:pt x="3508" y="5362"/>
                  <a:pt x="3563" y="5391"/>
                  <a:pt x="3636" y="5391"/>
                </a:cubicBezTo>
                <a:cubicBezTo>
                  <a:pt x="3708" y="5391"/>
                  <a:pt x="3762" y="5362"/>
                  <a:pt x="3800" y="5303"/>
                </a:cubicBezTo>
                <a:cubicBezTo>
                  <a:pt x="3837" y="5245"/>
                  <a:pt x="3856" y="5151"/>
                  <a:pt x="3856" y="5022"/>
                </a:cubicBezTo>
                <a:lnTo>
                  <a:pt x="3856" y="46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74310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play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387" cy="914400"/>
          </a:xfrm>
          <a:custGeom>
            <a:avLst/>
            <a:gdLst>
              <a:gd name="T0" fmla="*/ 933 w 1866"/>
              <a:gd name="T1" fmla="*/ 466 h 2333"/>
              <a:gd name="T2" fmla="*/ 933 w 1866"/>
              <a:gd name="T3" fmla="*/ 0 h 2333"/>
              <a:gd name="T4" fmla="*/ 350 w 1866"/>
              <a:gd name="T5" fmla="*/ 583 h 2333"/>
              <a:gd name="T6" fmla="*/ 933 w 1866"/>
              <a:gd name="T7" fmla="*/ 1166 h 2333"/>
              <a:gd name="T8" fmla="*/ 933 w 1866"/>
              <a:gd name="T9" fmla="*/ 700 h 2333"/>
              <a:gd name="T10" fmla="*/ 1633 w 1866"/>
              <a:gd name="T11" fmla="*/ 1400 h 2333"/>
              <a:gd name="T12" fmla="*/ 933 w 1866"/>
              <a:gd name="T13" fmla="*/ 2100 h 2333"/>
              <a:gd name="T14" fmla="*/ 233 w 1866"/>
              <a:gd name="T15" fmla="*/ 1400 h 2333"/>
              <a:gd name="T16" fmla="*/ 0 w 1866"/>
              <a:gd name="T17" fmla="*/ 1400 h 2333"/>
              <a:gd name="T18" fmla="*/ 933 w 1866"/>
              <a:gd name="T19" fmla="*/ 2333 h 2333"/>
              <a:gd name="T20" fmla="*/ 1866 w 1866"/>
              <a:gd name="T21" fmla="*/ 1400 h 2333"/>
              <a:gd name="T22" fmla="*/ 933 w 1866"/>
              <a:gd name="T23" fmla="*/ 466 h 2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866" h="2333">
                <a:moveTo>
                  <a:pt x="933" y="466"/>
                </a:moveTo>
                <a:cubicBezTo>
                  <a:pt x="933" y="0"/>
                  <a:pt x="933" y="0"/>
                  <a:pt x="933" y="0"/>
                </a:cubicBezTo>
                <a:cubicBezTo>
                  <a:pt x="350" y="583"/>
                  <a:pt x="350" y="583"/>
                  <a:pt x="350" y="583"/>
                </a:cubicBezTo>
                <a:cubicBezTo>
                  <a:pt x="933" y="1166"/>
                  <a:pt x="933" y="1166"/>
                  <a:pt x="933" y="1166"/>
                </a:cubicBezTo>
                <a:cubicBezTo>
                  <a:pt x="933" y="700"/>
                  <a:pt x="933" y="700"/>
                  <a:pt x="933" y="700"/>
                </a:cubicBezTo>
                <a:cubicBezTo>
                  <a:pt x="1319" y="700"/>
                  <a:pt x="1633" y="1013"/>
                  <a:pt x="1633" y="1400"/>
                </a:cubicBezTo>
                <a:cubicBezTo>
                  <a:pt x="1633" y="1786"/>
                  <a:pt x="1319" y="2100"/>
                  <a:pt x="933" y="2100"/>
                </a:cubicBezTo>
                <a:cubicBezTo>
                  <a:pt x="547" y="2100"/>
                  <a:pt x="233" y="1786"/>
                  <a:pt x="233" y="1400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0" y="1915"/>
                  <a:pt x="417" y="2333"/>
                  <a:pt x="933" y="2333"/>
                </a:cubicBezTo>
                <a:cubicBezTo>
                  <a:pt x="1449" y="2333"/>
                  <a:pt x="1866" y="1915"/>
                  <a:pt x="1866" y="1400"/>
                </a:cubicBezTo>
                <a:cubicBezTo>
                  <a:pt x="1866" y="884"/>
                  <a:pt x="1449" y="466"/>
                  <a:pt x="933" y="4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882999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play 30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489" cy="914400"/>
          </a:xfrm>
          <a:custGeom>
            <a:avLst/>
            <a:gdLst>
              <a:gd name="T0" fmla="*/ 3000 w 6000"/>
              <a:gd name="T1" fmla="*/ 0 h 7500"/>
              <a:gd name="T2" fmla="*/ 3000 w 6000"/>
              <a:gd name="T3" fmla="*/ 3750 h 7500"/>
              <a:gd name="T4" fmla="*/ 5250 w 6000"/>
              <a:gd name="T5" fmla="*/ 4500 h 7500"/>
              <a:gd name="T6" fmla="*/ 750 w 6000"/>
              <a:gd name="T7" fmla="*/ 4500 h 7500"/>
              <a:gd name="T8" fmla="*/ 3000 w 6000"/>
              <a:gd name="T9" fmla="*/ 7500 h 7500"/>
              <a:gd name="T10" fmla="*/ 3000 w 6000"/>
              <a:gd name="T11" fmla="*/ 1500 h 7500"/>
              <a:gd name="T12" fmla="*/ 2254 w 6000"/>
              <a:gd name="T13" fmla="*/ 4679 h 7500"/>
              <a:gd name="T14" fmla="*/ 2479 w 6000"/>
              <a:gd name="T15" fmla="*/ 4453 h 7500"/>
              <a:gd name="T16" fmla="*/ 2264 w 6000"/>
              <a:gd name="T17" fmla="*/ 4239 h 7500"/>
              <a:gd name="T18" fmla="*/ 2051 w 6000"/>
              <a:gd name="T19" fmla="*/ 4431 h 7500"/>
              <a:gd name="T20" fmla="*/ 1738 w 6000"/>
              <a:gd name="T21" fmla="*/ 4424 h 7500"/>
              <a:gd name="T22" fmla="*/ 2255 w 6000"/>
              <a:gd name="T23" fmla="*/ 3992 h 7500"/>
              <a:gd name="T24" fmla="*/ 2800 w 6000"/>
              <a:gd name="T25" fmla="*/ 4449 h 7500"/>
              <a:gd name="T26" fmla="*/ 2552 w 6000"/>
              <a:gd name="T27" fmla="*/ 4794 h 7500"/>
              <a:gd name="T28" fmla="*/ 2825 w 6000"/>
              <a:gd name="T29" fmla="*/ 5167 h 7500"/>
              <a:gd name="T30" fmla="*/ 2255 w 6000"/>
              <a:gd name="T31" fmla="*/ 5639 h 7500"/>
              <a:gd name="T32" fmla="*/ 1718 w 6000"/>
              <a:gd name="T33" fmla="*/ 5187 h 7500"/>
              <a:gd name="T34" fmla="*/ 2031 w 6000"/>
              <a:gd name="T35" fmla="*/ 5180 h 7500"/>
              <a:gd name="T36" fmla="*/ 2264 w 6000"/>
              <a:gd name="T37" fmla="*/ 5391 h 7500"/>
              <a:gd name="T38" fmla="*/ 2504 w 6000"/>
              <a:gd name="T39" fmla="*/ 5163 h 7500"/>
              <a:gd name="T40" fmla="*/ 2254 w 6000"/>
              <a:gd name="T41" fmla="*/ 4920 h 7500"/>
              <a:gd name="T42" fmla="*/ 2074 w 6000"/>
              <a:gd name="T43" fmla="*/ 4679 h 7500"/>
              <a:gd name="T44" fmla="*/ 4086 w 6000"/>
              <a:gd name="T45" fmla="*/ 5474 h 7500"/>
              <a:gd name="T46" fmla="*/ 3296 w 6000"/>
              <a:gd name="T47" fmla="*/ 5474 h 7500"/>
              <a:gd name="T48" fmla="*/ 3149 w 6000"/>
              <a:gd name="T49" fmla="*/ 4640 h 7500"/>
              <a:gd name="T50" fmla="*/ 3690 w 6000"/>
              <a:gd name="T51" fmla="*/ 3992 h 7500"/>
              <a:gd name="T52" fmla="*/ 4232 w 6000"/>
              <a:gd name="T53" fmla="*/ 4640 h 7500"/>
              <a:gd name="T54" fmla="*/ 3913 w 6000"/>
              <a:gd name="T55" fmla="*/ 4606 h 7500"/>
              <a:gd name="T56" fmla="*/ 3690 w 6000"/>
              <a:gd name="T57" fmla="*/ 4239 h 7500"/>
              <a:gd name="T58" fmla="*/ 3469 w 6000"/>
              <a:gd name="T59" fmla="*/ 4606 h 7500"/>
              <a:gd name="T60" fmla="*/ 3526 w 6000"/>
              <a:gd name="T61" fmla="*/ 5303 h 7500"/>
              <a:gd name="T62" fmla="*/ 3856 w 6000"/>
              <a:gd name="T63" fmla="*/ 5303 h 7500"/>
              <a:gd name="T64" fmla="*/ 3913 w 6000"/>
              <a:gd name="T65" fmla="*/ 4606 h 7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000" h="7500">
                <a:moveTo>
                  <a:pt x="3000" y="1500"/>
                </a:moveTo>
                <a:cubicBezTo>
                  <a:pt x="3000" y="0"/>
                  <a:pt x="3000" y="0"/>
                  <a:pt x="3000" y="0"/>
                </a:cubicBezTo>
                <a:cubicBezTo>
                  <a:pt x="1125" y="1875"/>
                  <a:pt x="1125" y="1875"/>
                  <a:pt x="1125" y="1875"/>
                </a:cubicBezTo>
                <a:cubicBezTo>
                  <a:pt x="3000" y="3750"/>
                  <a:pt x="3000" y="3750"/>
                  <a:pt x="3000" y="3750"/>
                </a:cubicBezTo>
                <a:cubicBezTo>
                  <a:pt x="3000" y="2250"/>
                  <a:pt x="3000" y="2250"/>
                  <a:pt x="3000" y="2250"/>
                </a:cubicBezTo>
                <a:cubicBezTo>
                  <a:pt x="4237" y="2250"/>
                  <a:pt x="5250" y="3263"/>
                  <a:pt x="5250" y="4500"/>
                </a:cubicBezTo>
                <a:cubicBezTo>
                  <a:pt x="5250" y="5737"/>
                  <a:pt x="4237" y="6750"/>
                  <a:pt x="3000" y="6750"/>
                </a:cubicBezTo>
                <a:cubicBezTo>
                  <a:pt x="1763" y="6750"/>
                  <a:pt x="750" y="5737"/>
                  <a:pt x="750" y="4500"/>
                </a:cubicBezTo>
                <a:cubicBezTo>
                  <a:pt x="0" y="4500"/>
                  <a:pt x="0" y="4500"/>
                  <a:pt x="0" y="4500"/>
                </a:cubicBezTo>
                <a:cubicBezTo>
                  <a:pt x="0" y="6150"/>
                  <a:pt x="1350" y="7500"/>
                  <a:pt x="3000" y="7500"/>
                </a:cubicBezTo>
                <a:cubicBezTo>
                  <a:pt x="4650" y="7500"/>
                  <a:pt x="6000" y="6150"/>
                  <a:pt x="6000" y="4500"/>
                </a:cubicBezTo>
                <a:cubicBezTo>
                  <a:pt x="6000" y="2850"/>
                  <a:pt x="4650" y="1500"/>
                  <a:pt x="3000" y="1500"/>
                </a:cubicBezTo>
                <a:close/>
                <a:moveTo>
                  <a:pt x="2074" y="4679"/>
                </a:moveTo>
                <a:cubicBezTo>
                  <a:pt x="2254" y="4679"/>
                  <a:pt x="2254" y="4679"/>
                  <a:pt x="2254" y="4679"/>
                </a:cubicBezTo>
                <a:cubicBezTo>
                  <a:pt x="2331" y="4679"/>
                  <a:pt x="2387" y="4659"/>
                  <a:pt x="2424" y="4619"/>
                </a:cubicBezTo>
                <a:cubicBezTo>
                  <a:pt x="2460" y="4579"/>
                  <a:pt x="2479" y="4524"/>
                  <a:pt x="2479" y="4453"/>
                </a:cubicBezTo>
                <a:cubicBezTo>
                  <a:pt x="2479" y="4388"/>
                  <a:pt x="2460" y="4336"/>
                  <a:pt x="2424" y="4297"/>
                </a:cubicBezTo>
                <a:cubicBezTo>
                  <a:pt x="2387" y="4259"/>
                  <a:pt x="2334" y="4239"/>
                  <a:pt x="2264" y="4239"/>
                </a:cubicBezTo>
                <a:cubicBezTo>
                  <a:pt x="2204" y="4239"/>
                  <a:pt x="2154" y="4257"/>
                  <a:pt x="2112" y="4292"/>
                </a:cubicBezTo>
                <a:cubicBezTo>
                  <a:pt x="2071" y="4327"/>
                  <a:pt x="2051" y="4373"/>
                  <a:pt x="2051" y="4431"/>
                </a:cubicBezTo>
                <a:cubicBezTo>
                  <a:pt x="1740" y="4431"/>
                  <a:pt x="1740" y="4431"/>
                  <a:pt x="1740" y="4431"/>
                </a:cubicBezTo>
                <a:cubicBezTo>
                  <a:pt x="1738" y="4424"/>
                  <a:pt x="1738" y="4424"/>
                  <a:pt x="1738" y="4424"/>
                </a:cubicBezTo>
                <a:cubicBezTo>
                  <a:pt x="1733" y="4299"/>
                  <a:pt x="1781" y="4195"/>
                  <a:pt x="1882" y="4114"/>
                </a:cubicBezTo>
                <a:cubicBezTo>
                  <a:pt x="1982" y="4033"/>
                  <a:pt x="2107" y="3992"/>
                  <a:pt x="2255" y="3992"/>
                </a:cubicBezTo>
                <a:cubicBezTo>
                  <a:pt x="2421" y="3992"/>
                  <a:pt x="2553" y="4031"/>
                  <a:pt x="2652" y="4111"/>
                </a:cubicBezTo>
                <a:cubicBezTo>
                  <a:pt x="2750" y="4190"/>
                  <a:pt x="2800" y="4303"/>
                  <a:pt x="2800" y="4449"/>
                </a:cubicBezTo>
                <a:cubicBezTo>
                  <a:pt x="2800" y="4519"/>
                  <a:pt x="2778" y="4585"/>
                  <a:pt x="2734" y="4648"/>
                </a:cubicBezTo>
                <a:cubicBezTo>
                  <a:pt x="2689" y="4710"/>
                  <a:pt x="2629" y="4759"/>
                  <a:pt x="2552" y="4794"/>
                </a:cubicBezTo>
                <a:cubicBezTo>
                  <a:pt x="2641" y="4826"/>
                  <a:pt x="2708" y="4874"/>
                  <a:pt x="2755" y="4939"/>
                </a:cubicBezTo>
                <a:cubicBezTo>
                  <a:pt x="2802" y="5005"/>
                  <a:pt x="2825" y="5080"/>
                  <a:pt x="2825" y="5167"/>
                </a:cubicBezTo>
                <a:cubicBezTo>
                  <a:pt x="2825" y="5314"/>
                  <a:pt x="2771" y="5429"/>
                  <a:pt x="2665" y="5513"/>
                </a:cubicBezTo>
                <a:cubicBezTo>
                  <a:pt x="2558" y="5597"/>
                  <a:pt x="2422" y="5639"/>
                  <a:pt x="2255" y="5639"/>
                </a:cubicBezTo>
                <a:cubicBezTo>
                  <a:pt x="2107" y="5639"/>
                  <a:pt x="1979" y="5599"/>
                  <a:pt x="1872" y="5520"/>
                </a:cubicBezTo>
                <a:cubicBezTo>
                  <a:pt x="1766" y="5442"/>
                  <a:pt x="1714" y="5331"/>
                  <a:pt x="1718" y="5187"/>
                </a:cubicBezTo>
                <a:cubicBezTo>
                  <a:pt x="1720" y="5180"/>
                  <a:pt x="1720" y="5180"/>
                  <a:pt x="1720" y="5180"/>
                </a:cubicBezTo>
                <a:cubicBezTo>
                  <a:pt x="2031" y="5180"/>
                  <a:pt x="2031" y="5180"/>
                  <a:pt x="2031" y="5180"/>
                </a:cubicBezTo>
                <a:cubicBezTo>
                  <a:pt x="2031" y="5242"/>
                  <a:pt x="2053" y="5292"/>
                  <a:pt x="2097" y="5332"/>
                </a:cubicBezTo>
                <a:cubicBezTo>
                  <a:pt x="2141" y="5372"/>
                  <a:pt x="2197" y="5391"/>
                  <a:pt x="2264" y="5391"/>
                </a:cubicBezTo>
                <a:cubicBezTo>
                  <a:pt x="2338" y="5391"/>
                  <a:pt x="2397" y="5371"/>
                  <a:pt x="2440" y="5330"/>
                </a:cubicBezTo>
                <a:cubicBezTo>
                  <a:pt x="2482" y="5289"/>
                  <a:pt x="2504" y="5234"/>
                  <a:pt x="2504" y="5163"/>
                </a:cubicBezTo>
                <a:cubicBezTo>
                  <a:pt x="2504" y="5079"/>
                  <a:pt x="2483" y="5017"/>
                  <a:pt x="2441" y="4978"/>
                </a:cubicBezTo>
                <a:cubicBezTo>
                  <a:pt x="2398" y="4939"/>
                  <a:pt x="2336" y="4920"/>
                  <a:pt x="2254" y="4920"/>
                </a:cubicBezTo>
                <a:cubicBezTo>
                  <a:pt x="2074" y="4920"/>
                  <a:pt x="2074" y="4920"/>
                  <a:pt x="2074" y="4920"/>
                </a:cubicBezTo>
                <a:lnTo>
                  <a:pt x="2074" y="4679"/>
                </a:lnTo>
                <a:close/>
                <a:moveTo>
                  <a:pt x="4232" y="4992"/>
                </a:moveTo>
                <a:cubicBezTo>
                  <a:pt x="4232" y="5204"/>
                  <a:pt x="4184" y="5365"/>
                  <a:pt x="4086" y="5474"/>
                </a:cubicBezTo>
                <a:cubicBezTo>
                  <a:pt x="3990" y="5584"/>
                  <a:pt x="3858" y="5639"/>
                  <a:pt x="3692" y="5639"/>
                </a:cubicBezTo>
                <a:cubicBezTo>
                  <a:pt x="3525" y="5639"/>
                  <a:pt x="3393" y="5584"/>
                  <a:pt x="3296" y="5474"/>
                </a:cubicBezTo>
                <a:cubicBezTo>
                  <a:pt x="3198" y="5365"/>
                  <a:pt x="3149" y="5204"/>
                  <a:pt x="3149" y="4992"/>
                </a:cubicBezTo>
                <a:cubicBezTo>
                  <a:pt x="3149" y="4640"/>
                  <a:pt x="3149" y="4640"/>
                  <a:pt x="3149" y="4640"/>
                </a:cubicBezTo>
                <a:cubicBezTo>
                  <a:pt x="3149" y="4429"/>
                  <a:pt x="3198" y="4268"/>
                  <a:pt x="3295" y="4157"/>
                </a:cubicBezTo>
                <a:cubicBezTo>
                  <a:pt x="3392" y="4047"/>
                  <a:pt x="3524" y="3992"/>
                  <a:pt x="3690" y="3992"/>
                </a:cubicBezTo>
                <a:cubicBezTo>
                  <a:pt x="3855" y="3992"/>
                  <a:pt x="3987" y="4047"/>
                  <a:pt x="4085" y="4157"/>
                </a:cubicBezTo>
                <a:cubicBezTo>
                  <a:pt x="4183" y="4268"/>
                  <a:pt x="4232" y="4429"/>
                  <a:pt x="4232" y="4640"/>
                </a:cubicBezTo>
                <a:lnTo>
                  <a:pt x="4232" y="4992"/>
                </a:lnTo>
                <a:close/>
                <a:moveTo>
                  <a:pt x="3913" y="4606"/>
                </a:moveTo>
                <a:cubicBezTo>
                  <a:pt x="3913" y="4479"/>
                  <a:pt x="3893" y="4387"/>
                  <a:pt x="3855" y="4328"/>
                </a:cubicBezTo>
                <a:cubicBezTo>
                  <a:pt x="3817" y="4269"/>
                  <a:pt x="3762" y="4239"/>
                  <a:pt x="3690" y="4239"/>
                </a:cubicBezTo>
                <a:cubicBezTo>
                  <a:pt x="3617" y="4239"/>
                  <a:pt x="3563" y="4269"/>
                  <a:pt x="3525" y="4327"/>
                </a:cubicBezTo>
                <a:cubicBezTo>
                  <a:pt x="3488" y="4386"/>
                  <a:pt x="3469" y="4479"/>
                  <a:pt x="3469" y="4606"/>
                </a:cubicBezTo>
                <a:cubicBezTo>
                  <a:pt x="3469" y="5022"/>
                  <a:pt x="3469" y="5022"/>
                  <a:pt x="3469" y="5022"/>
                </a:cubicBezTo>
                <a:cubicBezTo>
                  <a:pt x="3469" y="5151"/>
                  <a:pt x="3488" y="5245"/>
                  <a:pt x="3526" y="5303"/>
                </a:cubicBezTo>
                <a:cubicBezTo>
                  <a:pt x="3564" y="5362"/>
                  <a:pt x="3619" y="5391"/>
                  <a:pt x="3692" y="5391"/>
                </a:cubicBezTo>
                <a:cubicBezTo>
                  <a:pt x="3764" y="5391"/>
                  <a:pt x="3819" y="5362"/>
                  <a:pt x="3856" y="5303"/>
                </a:cubicBezTo>
                <a:cubicBezTo>
                  <a:pt x="3894" y="5245"/>
                  <a:pt x="3913" y="5151"/>
                  <a:pt x="3913" y="5022"/>
                </a:cubicBezTo>
                <a:lnTo>
                  <a:pt x="3913" y="46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643159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uff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14 w 4408"/>
              <a:gd name="T1" fmla="*/ 1425 h 4408"/>
              <a:gd name="T2" fmla="*/ 387 w 4408"/>
              <a:gd name="T3" fmla="*/ 0 h 4408"/>
              <a:gd name="T4" fmla="*/ 0 w 4408"/>
              <a:gd name="T5" fmla="*/ 388 h 4408"/>
              <a:gd name="T6" fmla="*/ 1424 w 4408"/>
              <a:gd name="T7" fmla="*/ 1812 h 4408"/>
              <a:gd name="T8" fmla="*/ 1814 w 4408"/>
              <a:gd name="T9" fmla="*/ 1425 h 4408"/>
              <a:gd name="T10" fmla="*/ 2894 w 4408"/>
              <a:gd name="T11" fmla="*/ 0 h 4408"/>
              <a:gd name="T12" fmla="*/ 3456 w 4408"/>
              <a:gd name="T13" fmla="*/ 563 h 4408"/>
              <a:gd name="T14" fmla="*/ 0 w 4408"/>
              <a:gd name="T15" fmla="*/ 4021 h 4408"/>
              <a:gd name="T16" fmla="*/ 387 w 4408"/>
              <a:gd name="T17" fmla="*/ 4408 h 4408"/>
              <a:gd name="T18" fmla="*/ 3846 w 4408"/>
              <a:gd name="T19" fmla="*/ 952 h 4408"/>
              <a:gd name="T20" fmla="*/ 4408 w 4408"/>
              <a:gd name="T21" fmla="*/ 1514 h 4408"/>
              <a:gd name="T22" fmla="*/ 4408 w 4408"/>
              <a:gd name="T23" fmla="*/ 0 h 4408"/>
              <a:gd name="T24" fmla="*/ 2894 w 4408"/>
              <a:gd name="T25" fmla="*/ 0 h 4408"/>
              <a:gd name="T26" fmla="*/ 2983 w 4408"/>
              <a:gd name="T27" fmla="*/ 2594 h 4408"/>
              <a:gd name="T28" fmla="*/ 2596 w 4408"/>
              <a:gd name="T29" fmla="*/ 2981 h 4408"/>
              <a:gd name="T30" fmla="*/ 3458 w 4408"/>
              <a:gd name="T31" fmla="*/ 3844 h 4408"/>
              <a:gd name="T32" fmla="*/ 2894 w 4408"/>
              <a:gd name="T33" fmla="*/ 4408 h 4408"/>
              <a:gd name="T34" fmla="*/ 4408 w 4408"/>
              <a:gd name="T35" fmla="*/ 4408 h 4408"/>
              <a:gd name="T36" fmla="*/ 4408 w 4408"/>
              <a:gd name="T37" fmla="*/ 2894 h 4408"/>
              <a:gd name="T38" fmla="*/ 3846 w 4408"/>
              <a:gd name="T39" fmla="*/ 3456 h 4408"/>
              <a:gd name="T40" fmla="*/ 2983 w 4408"/>
              <a:gd name="T41" fmla="*/ 2594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408" h="4408">
                <a:moveTo>
                  <a:pt x="1814" y="1425"/>
                </a:moveTo>
                <a:lnTo>
                  <a:pt x="387" y="0"/>
                </a:lnTo>
                <a:lnTo>
                  <a:pt x="0" y="388"/>
                </a:lnTo>
                <a:lnTo>
                  <a:pt x="1424" y="1812"/>
                </a:lnTo>
                <a:lnTo>
                  <a:pt x="1814" y="1425"/>
                </a:lnTo>
                <a:close/>
                <a:moveTo>
                  <a:pt x="2894" y="0"/>
                </a:moveTo>
                <a:lnTo>
                  <a:pt x="3456" y="563"/>
                </a:lnTo>
                <a:lnTo>
                  <a:pt x="0" y="4021"/>
                </a:lnTo>
                <a:lnTo>
                  <a:pt x="387" y="4408"/>
                </a:lnTo>
                <a:lnTo>
                  <a:pt x="3846" y="952"/>
                </a:lnTo>
                <a:lnTo>
                  <a:pt x="4408" y="1514"/>
                </a:lnTo>
                <a:lnTo>
                  <a:pt x="4408" y="0"/>
                </a:lnTo>
                <a:lnTo>
                  <a:pt x="2894" y="0"/>
                </a:lnTo>
                <a:close/>
                <a:moveTo>
                  <a:pt x="2983" y="2594"/>
                </a:moveTo>
                <a:lnTo>
                  <a:pt x="2596" y="2981"/>
                </a:lnTo>
                <a:lnTo>
                  <a:pt x="3458" y="3844"/>
                </a:lnTo>
                <a:lnTo>
                  <a:pt x="2894" y="4408"/>
                </a:lnTo>
                <a:lnTo>
                  <a:pt x="4408" y="4408"/>
                </a:lnTo>
                <a:lnTo>
                  <a:pt x="4408" y="2894"/>
                </a:lnTo>
                <a:lnTo>
                  <a:pt x="3846" y="3456"/>
                </a:lnTo>
                <a:lnTo>
                  <a:pt x="2983" y="25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38554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kip Nex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3307"/>
              <a:gd name="T1" fmla="*/ 3307 h 3307"/>
              <a:gd name="T2" fmla="*/ 2344 w 3307"/>
              <a:gd name="T3" fmla="*/ 1653 h 3307"/>
              <a:gd name="T4" fmla="*/ 0 w 3307"/>
              <a:gd name="T5" fmla="*/ 0 h 3307"/>
              <a:gd name="T6" fmla="*/ 0 w 3307"/>
              <a:gd name="T7" fmla="*/ 3307 h 3307"/>
              <a:gd name="T8" fmla="*/ 2757 w 3307"/>
              <a:gd name="T9" fmla="*/ 0 h 3307"/>
              <a:gd name="T10" fmla="*/ 2757 w 3307"/>
              <a:gd name="T11" fmla="*/ 3307 h 3307"/>
              <a:gd name="T12" fmla="*/ 3307 w 3307"/>
              <a:gd name="T13" fmla="*/ 3307 h 3307"/>
              <a:gd name="T14" fmla="*/ 3307 w 3307"/>
              <a:gd name="T15" fmla="*/ 0 h 3307"/>
              <a:gd name="T16" fmla="*/ 2757 w 3307"/>
              <a:gd name="T17" fmla="*/ 0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07" h="3307">
                <a:moveTo>
                  <a:pt x="0" y="3307"/>
                </a:moveTo>
                <a:lnTo>
                  <a:pt x="2344" y="1653"/>
                </a:lnTo>
                <a:lnTo>
                  <a:pt x="0" y="0"/>
                </a:lnTo>
                <a:lnTo>
                  <a:pt x="0" y="3307"/>
                </a:lnTo>
                <a:close/>
                <a:moveTo>
                  <a:pt x="2757" y="0"/>
                </a:moveTo>
                <a:lnTo>
                  <a:pt x="2757" y="3307"/>
                </a:lnTo>
                <a:lnTo>
                  <a:pt x="3307" y="3307"/>
                </a:lnTo>
                <a:lnTo>
                  <a:pt x="3307" y="0"/>
                </a:lnTo>
                <a:lnTo>
                  <a:pt x="27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4968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kip Previou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3307"/>
              <a:gd name="T1" fmla="*/ 0 h 3307"/>
              <a:gd name="T2" fmla="*/ 551 w 3307"/>
              <a:gd name="T3" fmla="*/ 0 h 3307"/>
              <a:gd name="T4" fmla="*/ 551 w 3307"/>
              <a:gd name="T5" fmla="*/ 3307 h 3307"/>
              <a:gd name="T6" fmla="*/ 0 w 3307"/>
              <a:gd name="T7" fmla="*/ 3307 h 3307"/>
              <a:gd name="T8" fmla="*/ 0 w 3307"/>
              <a:gd name="T9" fmla="*/ 0 h 3307"/>
              <a:gd name="T10" fmla="*/ 964 w 3307"/>
              <a:gd name="T11" fmla="*/ 1653 h 3307"/>
              <a:gd name="T12" fmla="*/ 3307 w 3307"/>
              <a:gd name="T13" fmla="*/ 3307 h 3307"/>
              <a:gd name="T14" fmla="*/ 3307 w 3307"/>
              <a:gd name="T15" fmla="*/ 0 h 3307"/>
              <a:gd name="T16" fmla="*/ 964 w 3307"/>
              <a:gd name="T17" fmla="*/ 1653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07" h="3307">
                <a:moveTo>
                  <a:pt x="0" y="0"/>
                </a:moveTo>
                <a:lnTo>
                  <a:pt x="551" y="0"/>
                </a:lnTo>
                <a:lnTo>
                  <a:pt x="551" y="3307"/>
                </a:lnTo>
                <a:lnTo>
                  <a:pt x="0" y="3307"/>
                </a:lnTo>
                <a:lnTo>
                  <a:pt x="0" y="0"/>
                </a:lnTo>
                <a:close/>
                <a:moveTo>
                  <a:pt x="964" y="1653"/>
                </a:moveTo>
                <a:lnTo>
                  <a:pt x="3307" y="3307"/>
                </a:lnTo>
                <a:lnTo>
                  <a:pt x="3307" y="0"/>
                </a:lnTo>
                <a:lnTo>
                  <a:pt x="964" y="16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48454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ow Motion Vide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1906"/>
          </a:xfrm>
          <a:custGeom>
            <a:avLst/>
            <a:gdLst>
              <a:gd name="T0" fmla="*/ 1283 w 2328"/>
              <a:gd name="T1" fmla="*/ 903 h 2322"/>
              <a:gd name="T2" fmla="*/ 928 w 2328"/>
              <a:gd name="T3" fmla="*/ 636 h 2322"/>
              <a:gd name="T4" fmla="*/ 928 w 2328"/>
              <a:gd name="T5" fmla="*/ 1686 h 2322"/>
              <a:gd name="T6" fmla="*/ 1283 w 2328"/>
              <a:gd name="T7" fmla="*/ 1419 h 2322"/>
              <a:gd name="T8" fmla="*/ 1628 w 2328"/>
              <a:gd name="T9" fmla="*/ 1161 h 2322"/>
              <a:gd name="T10" fmla="*/ 1283 w 2328"/>
              <a:gd name="T11" fmla="*/ 903 h 2322"/>
              <a:gd name="T12" fmla="*/ 1283 w 2328"/>
              <a:gd name="T13" fmla="*/ 903 h 2322"/>
              <a:gd name="T14" fmla="*/ 928 w 2328"/>
              <a:gd name="T15" fmla="*/ 636 h 2322"/>
              <a:gd name="T16" fmla="*/ 928 w 2328"/>
              <a:gd name="T17" fmla="*/ 1686 h 2322"/>
              <a:gd name="T18" fmla="*/ 1283 w 2328"/>
              <a:gd name="T19" fmla="*/ 1419 h 2322"/>
              <a:gd name="T20" fmla="*/ 1628 w 2328"/>
              <a:gd name="T21" fmla="*/ 1161 h 2322"/>
              <a:gd name="T22" fmla="*/ 1283 w 2328"/>
              <a:gd name="T23" fmla="*/ 903 h 2322"/>
              <a:gd name="T24" fmla="*/ 1283 w 2328"/>
              <a:gd name="T25" fmla="*/ 903 h 2322"/>
              <a:gd name="T26" fmla="*/ 928 w 2328"/>
              <a:gd name="T27" fmla="*/ 636 h 2322"/>
              <a:gd name="T28" fmla="*/ 928 w 2328"/>
              <a:gd name="T29" fmla="*/ 1686 h 2322"/>
              <a:gd name="T30" fmla="*/ 1283 w 2328"/>
              <a:gd name="T31" fmla="*/ 1419 h 2322"/>
              <a:gd name="T32" fmla="*/ 1628 w 2328"/>
              <a:gd name="T33" fmla="*/ 1161 h 2322"/>
              <a:gd name="T34" fmla="*/ 1283 w 2328"/>
              <a:gd name="T35" fmla="*/ 903 h 2322"/>
              <a:gd name="T36" fmla="*/ 1044 w 2328"/>
              <a:gd name="T37" fmla="*/ 236 h 2322"/>
              <a:gd name="T38" fmla="*/ 1044 w 2328"/>
              <a:gd name="T39" fmla="*/ 0 h 2322"/>
              <a:gd name="T40" fmla="*/ 424 w 2328"/>
              <a:gd name="T41" fmla="*/ 258 h 2322"/>
              <a:gd name="T42" fmla="*/ 589 w 2328"/>
              <a:gd name="T43" fmla="*/ 425 h 2322"/>
              <a:gd name="T44" fmla="*/ 1044 w 2328"/>
              <a:gd name="T45" fmla="*/ 236 h 2322"/>
              <a:gd name="T46" fmla="*/ 425 w 2328"/>
              <a:gd name="T47" fmla="*/ 589 h 2322"/>
              <a:gd name="T48" fmla="*/ 258 w 2328"/>
              <a:gd name="T49" fmla="*/ 424 h 2322"/>
              <a:gd name="T50" fmla="*/ 0 w 2328"/>
              <a:gd name="T51" fmla="*/ 1044 h 2322"/>
              <a:gd name="T52" fmla="*/ 236 w 2328"/>
              <a:gd name="T53" fmla="*/ 1044 h 2322"/>
              <a:gd name="T54" fmla="*/ 425 w 2328"/>
              <a:gd name="T55" fmla="*/ 589 h 2322"/>
              <a:gd name="T56" fmla="*/ 236 w 2328"/>
              <a:gd name="T57" fmla="*/ 1278 h 2322"/>
              <a:gd name="T58" fmla="*/ 0 w 2328"/>
              <a:gd name="T59" fmla="*/ 1278 h 2322"/>
              <a:gd name="T60" fmla="*/ 258 w 2328"/>
              <a:gd name="T61" fmla="*/ 1898 h 2322"/>
              <a:gd name="T62" fmla="*/ 425 w 2328"/>
              <a:gd name="T63" fmla="*/ 1732 h 2322"/>
              <a:gd name="T64" fmla="*/ 236 w 2328"/>
              <a:gd name="T65" fmla="*/ 1278 h 2322"/>
              <a:gd name="T66" fmla="*/ 424 w 2328"/>
              <a:gd name="T67" fmla="*/ 2064 h 2322"/>
              <a:gd name="T68" fmla="*/ 1044 w 2328"/>
              <a:gd name="T69" fmla="*/ 2322 h 2322"/>
              <a:gd name="T70" fmla="*/ 1044 w 2328"/>
              <a:gd name="T71" fmla="*/ 2086 h 2322"/>
              <a:gd name="T72" fmla="*/ 589 w 2328"/>
              <a:gd name="T73" fmla="*/ 1897 h 2322"/>
              <a:gd name="T74" fmla="*/ 424 w 2328"/>
              <a:gd name="T75" fmla="*/ 2064 h 2322"/>
              <a:gd name="T76" fmla="*/ 2328 w 2328"/>
              <a:gd name="T77" fmla="*/ 1161 h 2322"/>
              <a:gd name="T78" fmla="*/ 1283 w 2328"/>
              <a:gd name="T79" fmla="*/ 2322 h 2322"/>
              <a:gd name="T80" fmla="*/ 1283 w 2328"/>
              <a:gd name="T81" fmla="*/ 2086 h 2322"/>
              <a:gd name="T82" fmla="*/ 2094 w 2328"/>
              <a:gd name="T83" fmla="*/ 1161 h 2322"/>
              <a:gd name="T84" fmla="*/ 1283 w 2328"/>
              <a:gd name="T85" fmla="*/ 236 h 2322"/>
              <a:gd name="T86" fmla="*/ 1283 w 2328"/>
              <a:gd name="T87" fmla="*/ 0 h 2322"/>
              <a:gd name="T88" fmla="*/ 2328 w 2328"/>
              <a:gd name="T89" fmla="*/ 1161 h 2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328" h="2322">
                <a:moveTo>
                  <a:pt x="1283" y="903"/>
                </a:moveTo>
                <a:cubicBezTo>
                  <a:pt x="928" y="636"/>
                  <a:pt x="928" y="636"/>
                  <a:pt x="928" y="636"/>
                </a:cubicBezTo>
                <a:cubicBezTo>
                  <a:pt x="928" y="1686"/>
                  <a:pt x="928" y="1686"/>
                  <a:pt x="928" y="1686"/>
                </a:cubicBezTo>
                <a:cubicBezTo>
                  <a:pt x="1283" y="1419"/>
                  <a:pt x="1283" y="1419"/>
                  <a:pt x="1283" y="1419"/>
                </a:cubicBezTo>
                <a:cubicBezTo>
                  <a:pt x="1628" y="1161"/>
                  <a:pt x="1628" y="1161"/>
                  <a:pt x="1628" y="1161"/>
                </a:cubicBezTo>
                <a:lnTo>
                  <a:pt x="1283" y="903"/>
                </a:lnTo>
                <a:close/>
                <a:moveTo>
                  <a:pt x="1283" y="903"/>
                </a:moveTo>
                <a:cubicBezTo>
                  <a:pt x="928" y="636"/>
                  <a:pt x="928" y="636"/>
                  <a:pt x="928" y="636"/>
                </a:cubicBezTo>
                <a:cubicBezTo>
                  <a:pt x="928" y="1686"/>
                  <a:pt x="928" y="1686"/>
                  <a:pt x="928" y="1686"/>
                </a:cubicBezTo>
                <a:cubicBezTo>
                  <a:pt x="1283" y="1419"/>
                  <a:pt x="1283" y="1419"/>
                  <a:pt x="1283" y="1419"/>
                </a:cubicBezTo>
                <a:cubicBezTo>
                  <a:pt x="1628" y="1161"/>
                  <a:pt x="1628" y="1161"/>
                  <a:pt x="1628" y="1161"/>
                </a:cubicBezTo>
                <a:lnTo>
                  <a:pt x="1283" y="903"/>
                </a:lnTo>
                <a:close/>
                <a:moveTo>
                  <a:pt x="1283" y="903"/>
                </a:moveTo>
                <a:cubicBezTo>
                  <a:pt x="928" y="636"/>
                  <a:pt x="928" y="636"/>
                  <a:pt x="928" y="636"/>
                </a:cubicBezTo>
                <a:cubicBezTo>
                  <a:pt x="928" y="1686"/>
                  <a:pt x="928" y="1686"/>
                  <a:pt x="928" y="1686"/>
                </a:cubicBezTo>
                <a:cubicBezTo>
                  <a:pt x="1283" y="1419"/>
                  <a:pt x="1283" y="1419"/>
                  <a:pt x="1283" y="1419"/>
                </a:cubicBezTo>
                <a:cubicBezTo>
                  <a:pt x="1628" y="1161"/>
                  <a:pt x="1628" y="1161"/>
                  <a:pt x="1628" y="1161"/>
                </a:cubicBezTo>
                <a:lnTo>
                  <a:pt x="1283" y="903"/>
                </a:lnTo>
                <a:close/>
                <a:moveTo>
                  <a:pt x="1044" y="236"/>
                </a:moveTo>
                <a:cubicBezTo>
                  <a:pt x="1044" y="0"/>
                  <a:pt x="1044" y="0"/>
                  <a:pt x="1044" y="0"/>
                </a:cubicBezTo>
                <a:cubicBezTo>
                  <a:pt x="810" y="23"/>
                  <a:pt x="596" y="117"/>
                  <a:pt x="424" y="258"/>
                </a:cubicBezTo>
                <a:cubicBezTo>
                  <a:pt x="589" y="425"/>
                  <a:pt x="589" y="425"/>
                  <a:pt x="589" y="425"/>
                </a:cubicBezTo>
                <a:cubicBezTo>
                  <a:pt x="719" y="325"/>
                  <a:pt x="874" y="257"/>
                  <a:pt x="1044" y="236"/>
                </a:cubicBezTo>
                <a:close/>
                <a:moveTo>
                  <a:pt x="425" y="589"/>
                </a:moveTo>
                <a:cubicBezTo>
                  <a:pt x="258" y="424"/>
                  <a:pt x="258" y="424"/>
                  <a:pt x="258" y="424"/>
                </a:cubicBezTo>
                <a:cubicBezTo>
                  <a:pt x="117" y="596"/>
                  <a:pt x="24" y="810"/>
                  <a:pt x="0" y="1044"/>
                </a:cubicBezTo>
                <a:cubicBezTo>
                  <a:pt x="236" y="1044"/>
                  <a:pt x="236" y="1044"/>
                  <a:pt x="236" y="1044"/>
                </a:cubicBezTo>
                <a:cubicBezTo>
                  <a:pt x="257" y="874"/>
                  <a:pt x="325" y="719"/>
                  <a:pt x="425" y="589"/>
                </a:cubicBezTo>
                <a:close/>
                <a:moveTo>
                  <a:pt x="236" y="1278"/>
                </a:moveTo>
                <a:cubicBezTo>
                  <a:pt x="0" y="1278"/>
                  <a:pt x="0" y="1278"/>
                  <a:pt x="0" y="1278"/>
                </a:cubicBezTo>
                <a:cubicBezTo>
                  <a:pt x="24" y="1512"/>
                  <a:pt x="117" y="1726"/>
                  <a:pt x="258" y="1898"/>
                </a:cubicBezTo>
                <a:cubicBezTo>
                  <a:pt x="425" y="1732"/>
                  <a:pt x="425" y="1732"/>
                  <a:pt x="425" y="1732"/>
                </a:cubicBezTo>
                <a:cubicBezTo>
                  <a:pt x="325" y="1603"/>
                  <a:pt x="257" y="1448"/>
                  <a:pt x="236" y="1278"/>
                </a:cubicBezTo>
                <a:close/>
                <a:moveTo>
                  <a:pt x="424" y="2064"/>
                </a:moveTo>
                <a:cubicBezTo>
                  <a:pt x="596" y="2205"/>
                  <a:pt x="811" y="2298"/>
                  <a:pt x="1044" y="2322"/>
                </a:cubicBezTo>
                <a:cubicBezTo>
                  <a:pt x="1044" y="2086"/>
                  <a:pt x="1044" y="2086"/>
                  <a:pt x="1044" y="2086"/>
                </a:cubicBezTo>
                <a:cubicBezTo>
                  <a:pt x="874" y="2065"/>
                  <a:pt x="719" y="1997"/>
                  <a:pt x="589" y="1897"/>
                </a:cubicBezTo>
                <a:lnTo>
                  <a:pt x="424" y="2064"/>
                </a:lnTo>
                <a:close/>
                <a:moveTo>
                  <a:pt x="2328" y="1161"/>
                </a:moveTo>
                <a:cubicBezTo>
                  <a:pt x="2328" y="1763"/>
                  <a:pt x="1870" y="2260"/>
                  <a:pt x="1283" y="2322"/>
                </a:cubicBezTo>
                <a:cubicBezTo>
                  <a:pt x="1283" y="2086"/>
                  <a:pt x="1283" y="2086"/>
                  <a:pt x="1283" y="2086"/>
                </a:cubicBezTo>
                <a:cubicBezTo>
                  <a:pt x="1741" y="2026"/>
                  <a:pt x="2094" y="1633"/>
                  <a:pt x="2094" y="1161"/>
                </a:cubicBezTo>
                <a:cubicBezTo>
                  <a:pt x="2094" y="689"/>
                  <a:pt x="1741" y="296"/>
                  <a:pt x="1283" y="236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870" y="62"/>
                  <a:pt x="2328" y="559"/>
                  <a:pt x="2328" y="116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79576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ooz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08305" cy="914400"/>
          </a:xfrm>
          <a:custGeom>
            <a:avLst/>
            <a:gdLst>
              <a:gd name="T0" fmla="*/ 686 w 2334"/>
              <a:gd name="T1" fmla="*/ 179 h 2350"/>
              <a:gd name="T2" fmla="*/ 537 w 2334"/>
              <a:gd name="T3" fmla="*/ 0 h 2350"/>
              <a:gd name="T4" fmla="*/ 0 w 2334"/>
              <a:gd name="T5" fmla="*/ 449 h 2350"/>
              <a:gd name="T6" fmla="*/ 151 w 2334"/>
              <a:gd name="T7" fmla="*/ 628 h 2350"/>
              <a:gd name="T8" fmla="*/ 686 w 2334"/>
              <a:gd name="T9" fmla="*/ 179 h 2350"/>
              <a:gd name="T10" fmla="*/ 2334 w 2334"/>
              <a:gd name="T11" fmla="*/ 450 h 2350"/>
              <a:gd name="T12" fmla="*/ 1797 w 2334"/>
              <a:gd name="T13" fmla="*/ 0 h 2350"/>
              <a:gd name="T14" fmla="*/ 1646 w 2334"/>
              <a:gd name="T15" fmla="*/ 179 h 2350"/>
              <a:gd name="T16" fmla="*/ 2183 w 2334"/>
              <a:gd name="T17" fmla="*/ 629 h 2350"/>
              <a:gd name="T18" fmla="*/ 2334 w 2334"/>
              <a:gd name="T19" fmla="*/ 450 h 2350"/>
              <a:gd name="T20" fmla="*/ 1167 w 2334"/>
              <a:gd name="T21" fmla="*/ 250 h 2350"/>
              <a:gd name="T22" fmla="*/ 117 w 2334"/>
              <a:gd name="T23" fmla="*/ 1300 h 2350"/>
              <a:gd name="T24" fmla="*/ 1167 w 2334"/>
              <a:gd name="T25" fmla="*/ 2350 h 2350"/>
              <a:gd name="T26" fmla="*/ 2217 w 2334"/>
              <a:gd name="T27" fmla="*/ 1300 h 2350"/>
              <a:gd name="T28" fmla="*/ 1167 w 2334"/>
              <a:gd name="T29" fmla="*/ 250 h 2350"/>
              <a:gd name="T30" fmla="*/ 1167 w 2334"/>
              <a:gd name="T31" fmla="*/ 2116 h 2350"/>
              <a:gd name="T32" fmla="*/ 350 w 2334"/>
              <a:gd name="T33" fmla="*/ 1300 h 2350"/>
              <a:gd name="T34" fmla="*/ 1167 w 2334"/>
              <a:gd name="T35" fmla="*/ 483 h 2350"/>
              <a:gd name="T36" fmla="*/ 1984 w 2334"/>
              <a:gd name="T37" fmla="*/ 1300 h 2350"/>
              <a:gd name="T38" fmla="*/ 1167 w 2334"/>
              <a:gd name="T39" fmla="*/ 2116 h 2350"/>
              <a:gd name="T40" fmla="*/ 817 w 2334"/>
              <a:gd name="T41" fmla="*/ 1066 h 2350"/>
              <a:gd name="T42" fmla="*/ 1240 w 2334"/>
              <a:gd name="T43" fmla="*/ 1066 h 2350"/>
              <a:gd name="T44" fmla="*/ 817 w 2334"/>
              <a:gd name="T45" fmla="*/ 1556 h 2350"/>
              <a:gd name="T46" fmla="*/ 817 w 2334"/>
              <a:gd name="T47" fmla="*/ 1766 h 2350"/>
              <a:gd name="T48" fmla="*/ 1517 w 2334"/>
              <a:gd name="T49" fmla="*/ 1766 h 2350"/>
              <a:gd name="T50" fmla="*/ 1517 w 2334"/>
              <a:gd name="T51" fmla="*/ 1533 h 2350"/>
              <a:gd name="T52" fmla="*/ 1094 w 2334"/>
              <a:gd name="T53" fmla="*/ 1533 h 2350"/>
              <a:gd name="T54" fmla="*/ 1517 w 2334"/>
              <a:gd name="T55" fmla="*/ 1043 h 2350"/>
              <a:gd name="T56" fmla="*/ 1517 w 2334"/>
              <a:gd name="T57" fmla="*/ 833 h 2350"/>
              <a:gd name="T58" fmla="*/ 817 w 2334"/>
              <a:gd name="T59" fmla="*/ 833 h 2350"/>
              <a:gd name="T60" fmla="*/ 817 w 2334"/>
              <a:gd name="T61" fmla="*/ 1066 h 2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334" h="2350">
                <a:moveTo>
                  <a:pt x="686" y="179"/>
                </a:moveTo>
                <a:cubicBezTo>
                  <a:pt x="537" y="0"/>
                  <a:pt x="537" y="0"/>
                  <a:pt x="537" y="0"/>
                </a:cubicBezTo>
                <a:cubicBezTo>
                  <a:pt x="0" y="449"/>
                  <a:pt x="0" y="449"/>
                  <a:pt x="0" y="449"/>
                </a:cubicBezTo>
                <a:cubicBezTo>
                  <a:pt x="151" y="628"/>
                  <a:pt x="151" y="628"/>
                  <a:pt x="151" y="628"/>
                </a:cubicBezTo>
                <a:lnTo>
                  <a:pt x="686" y="179"/>
                </a:lnTo>
                <a:close/>
                <a:moveTo>
                  <a:pt x="2334" y="450"/>
                </a:moveTo>
                <a:cubicBezTo>
                  <a:pt x="1797" y="0"/>
                  <a:pt x="1797" y="0"/>
                  <a:pt x="1797" y="0"/>
                </a:cubicBezTo>
                <a:cubicBezTo>
                  <a:pt x="1646" y="179"/>
                  <a:pt x="1646" y="179"/>
                  <a:pt x="1646" y="179"/>
                </a:cubicBezTo>
                <a:cubicBezTo>
                  <a:pt x="2183" y="629"/>
                  <a:pt x="2183" y="629"/>
                  <a:pt x="2183" y="629"/>
                </a:cubicBezTo>
                <a:lnTo>
                  <a:pt x="2334" y="450"/>
                </a:lnTo>
                <a:close/>
                <a:moveTo>
                  <a:pt x="1167" y="250"/>
                </a:moveTo>
                <a:cubicBezTo>
                  <a:pt x="587" y="250"/>
                  <a:pt x="117" y="720"/>
                  <a:pt x="117" y="1300"/>
                </a:cubicBezTo>
                <a:cubicBezTo>
                  <a:pt x="117" y="1879"/>
                  <a:pt x="586" y="2350"/>
                  <a:pt x="1167" y="2350"/>
                </a:cubicBezTo>
                <a:cubicBezTo>
                  <a:pt x="1747" y="2350"/>
                  <a:pt x="2217" y="1879"/>
                  <a:pt x="2217" y="1300"/>
                </a:cubicBezTo>
                <a:cubicBezTo>
                  <a:pt x="2217" y="720"/>
                  <a:pt x="1747" y="250"/>
                  <a:pt x="1167" y="250"/>
                </a:cubicBezTo>
                <a:close/>
                <a:moveTo>
                  <a:pt x="1167" y="2116"/>
                </a:moveTo>
                <a:cubicBezTo>
                  <a:pt x="715" y="2116"/>
                  <a:pt x="350" y="1751"/>
                  <a:pt x="350" y="1300"/>
                </a:cubicBezTo>
                <a:cubicBezTo>
                  <a:pt x="350" y="848"/>
                  <a:pt x="715" y="483"/>
                  <a:pt x="1167" y="483"/>
                </a:cubicBezTo>
                <a:cubicBezTo>
                  <a:pt x="1619" y="483"/>
                  <a:pt x="1984" y="848"/>
                  <a:pt x="1984" y="1300"/>
                </a:cubicBezTo>
                <a:cubicBezTo>
                  <a:pt x="1984" y="1751"/>
                  <a:pt x="1619" y="2116"/>
                  <a:pt x="1167" y="2116"/>
                </a:cubicBezTo>
                <a:close/>
                <a:moveTo>
                  <a:pt x="817" y="1066"/>
                </a:moveTo>
                <a:cubicBezTo>
                  <a:pt x="1240" y="1066"/>
                  <a:pt x="1240" y="1066"/>
                  <a:pt x="1240" y="1066"/>
                </a:cubicBezTo>
                <a:cubicBezTo>
                  <a:pt x="817" y="1556"/>
                  <a:pt x="817" y="1556"/>
                  <a:pt x="817" y="1556"/>
                </a:cubicBezTo>
                <a:cubicBezTo>
                  <a:pt x="817" y="1766"/>
                  <a:pt x="817" y="1766"/>
                  <a:pt x="817" y="1766"/>
                </a:cubicBezTo>
                <a:cubicBezTo>
                  <a:pt x="1517" y="1766"/>
                  <a:pt x="1517" y="1766"/>
                  <a:pt x="1517" y="1766"/>
                </a:cubicBezTo>
                <a:cubicBezTo>
                  <a:pt x="1517" y="1533"/>
                  <a:pt x="1517" y="1533"/>
                  <a:pt x="1517" y="1533"/>
                </a:cubicBezTo>
                <a:cubicBezTo>
                  <a:pt x="1094" y="1533"/>
                  <a:pt x="1094" y="1533"/>
                  <a:pt x="1094" y="1533"/>
                </a:cubicBezTo>
                <a:cubicBezTo>
                  <a:pt x="1517" y="1043"/>
                  <a:pt x="1517" y="1043"/>
                  <a:pt x="1517" y="1043"/>
                </a:cubicBezTo>
                <a:cubicBezTo>
                  <a:pt x="1517" y="833"/>
                  <a:pt x="1517" y="833"/>
                  <a:pt x="1517" y="833"/>
                </a:cubicBezTo>
                <a:cubicBezTo>
                  <a:pt x="817" y="833"/>
                  <a:pt x="817" y="833"/>
                  <a:pt x="817" y="833"/>
                </a:cubicBezTo>
                <a:lnTo>
                  <a:pt x="817" y="10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37136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rt By Alpha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76382"/>
          </a:xfrm>
          <a:custGeom>
            <a:avLst/>
            <a:gdLst>
              <a:gd name="T0" fmla="*/ 3676 w 5580"/>
              <a:gd name="T1" fmla="*/ 652 h 5348"/>
              <a:gd name="T2" fmla="*/ 2374 w 5580"/>
              <a:gd name="T3" fmla="*/ 652 h 5348"/>
              <a:gd name="T4" fmla="*/ 3026 w 5580"/>
              <a:gd name="T5" fmla="*/ 0 h 5348"/>
              <a:gd name="T6" fmla="*/ 3676 w 5580"/>
              <a:gd name="T7" fmla="*/ 652 h 5348"/>
              <a:gd name="T8" fmla="*/ 2384 w 5580"/>
              <a:gd name="T9" fmla="*/ 4706 h 5348"/>
              <a:gd name="T10" fmla="*/ 3669 w 5580"/>
              <a:gd name="T11" fmla="*/ 4706 h 5348"/>
              <a:gd name="T12" fmla="*/ 3026 w 5580"/>
              <a:gd name="T13" fmla="*/ 5348 h 5348"/>
              <a:gd name="T14" fmla="*/ 2384 w 5580"/>
              <a:gd name="T15" fmla="*/ 4706 h 5348"/>
              <a:gd name="T16" fmla="*/ 1241 w 5580"/>
              <a:gd name="T17" fmla="*/ 1094 h 5348"/>
              <a:gd name="T18" fmla="*/ 0 w 5580"/>
              <a:gd name="T19" fmla="*/ 4255 h 5348"/>
              <a:gd name="T20" fmla="*/ 506 w 5580"/>
              <a:gd name="T21" fmla="*/ 4255 h 5348"/>
              <a:gd name="T22" fmla="*/ 761 w 5580"/>
              <a:gd name="T23" fmla="*/ 3579 h 5348"/>
              <a:gd name="T24" fmla="*/ 2169 w 5580"/>
              <a:gd name="T25" fmla="*/ 3579 h 5348"/>
              <a:gd name="T26" fmla="*/ 2422 w 5580"/>
              <a:gd name="T27" fmla="*/ 4255 h 5348"/>
              <a:gd name="T28" fmla="*/ 2930 w 5580"/>
              <a:gd name="T29" fmla="*/ 4255 h 5348"/>
              <a:gd name="T30" fmla="*/ 1692 w 5580"/>
              <a:gd name="T31" fmla="*/ 1094 h 5348"/>
              <a:gd name="T32" fmla="*/ 1241 w 5580"/>
              <a:gd name="T33" fmla="*/ 1094 h 5348"/>
              <a:gd name="T34" fmla="*/ 929 w 5580"/>
              <a:gd name="T35" fmla="*/ 3125 h 5348"/>
              <a:gd name="T36" fmla="*/ 1463 w 5580"/>
              <a:gd name="T37" fmla="*/ 1699 h 5348"/>
              <a:gd name="T38" fmla="*/ 1999 w 5580"/>
              <a:gd name="T39" fmla="*/ 3125 h 5348"/>
              <a:gd name="T40" fmla="*/ 929 w 5580"/>
              <a:gd name="T41" fmla="*/ 3125 h 5348"/>
              <a:gd name="T42" fmla="*/ 3893 w 5580"/>
              <a:gd name="T43" fmla="*/ 3815 h 5348"/>
              <a:gd name="T44" fmla="*/ 5580 w 5580"/>
              <a:gd name="T45" fmla="*/ 3815 h 5348"/>
              <a:gd name="T46" fmla="*/ 5580 w 5580"/>
              <a:gd name="T47" fmla="*/ 4255 h 5348"/>
              <a:gd name="T48" fmla="*/ 3230 w 5580"/>
              <a:gd name="T49" fmla="*/ 4255 h 5348"/>
              <a:gd name="T50" fmla="*/ 3230 w 5580"/>
              <a:gd name="T51" fmla="*/ 3898 h 5348"/>
              <a:gd name="T52" fmla="*/ 4862 w 5580"/>
              <a:gd name="T53" fmla="*/ 1538 h 5348"/>
              <a:gd name="T54" fmla="*/ 3241 w 5580"/>
              <a:gd name="T55" fmla="*/ 1538 h 5348"/>
              <a:gd name="T56" fmla="*/ 3241 w 5580"/>
              <a:gd name="T57" fmla="*/ 1099 h 5348"/>
              <a:gd name="T58" fmla="*/ 5528 w 5580"/>
              <a:gd name="T59" fmla="*/ 1099 h 5348"/>
              <a:gd name="T60" fmla="*/ 5528 w 5580"/>
              <a:gd name="T61" fmla="*/ 1446 h 5348"/>
              <a:gd name="T62" fmla="*/ 3893 w 5580"/>
              <a:gd name="T63" fmla="*/ 3815 h 53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580" h="5348">
                <a:moveTo>
                  <a:pt x="3676" y="652"/>
                </a:moveTo>
                <a:lnTo>
                  <a:pt x="2374" y="652"/>
                </a:lnTo>
                <a:lnTo>
                  <a:pt x="3026" y="0"/>
                </a:lnTo>
                <a:lnTo>
                  <a:pt x="3676" y="652"/>
                </a:lnTo>
                <a:close/>
                <a:moveTo>
                  <a:pt x="2384" y="4706"/>
                </a:moveTo>
                <a:lnTo>
                  <a:pt x="3669" y="4706"/>
                </a:lnTo>
                <a:lnTo>
                  <a:pt x="3026" y="5348"/>
                </a:lnTo>
                <a:lnTo>
                  <a:pt x="2384" y="4706"/>
                </a:lnTo>
                <a:close/>
                <a:moveTo>
                  <a:pt x="1241" y="1094"/>
                </a:moveTo>
                <a:lnTo>
                  <a:pt x="0" y="4255"/>
                </a:lnTo>
                <a:lnTo>
                  <a:pt x="506" y="4255"/>
                </a:lnTo>
                <a:lnTo>
                  <a:pt x="761" y="3579"/>
                </a:lnTo>
                <a:lnTo>
                  <a:pt x="2169" y="3579"/>
                </a:lnTo>
                <a:lnTo>
                  <a:pt x="2422" y="4255"/>
                </a:lnTo>
                <a:lnTo>
                  <a:pt x="2930" y="4255"/>
                </a:lnTo>
                <a:lnTo>
                  <a:pt x="1692" y="1094"/>
                </a:lnTo>
                <a:lnTo>
                  <a:pt x="1241" y="1094"/>
                </a:lnTo>
                <a:close/>
                <a:moveTo>
                  <a:pt x="929" y="3125"/>
                </a:moveTo>
                <a:lnTo>
                  <a:pt x="1463" y="1699"/>
                </a:lnTo>
                <a:lnTo>
                  <a:pt x="1999" y="3125"/>
                </a:lnTo>
                <a:lnTo>
                  <a:pt x="929" y="3125"/>
                </a:lnTo>
                <a:close/>
                <a:moveTo>
                  <a:pt x="3893" y="3815"/>
                </a:moveTo>
                <a:lnTo>
                  <a:pt x="5580" y="3815"/>
                </a:lnTo>
                <a:lnTo>
                  <a:pt x="5580" y="4255"/>
                </a:lnTo>
                <a:lnTo>
                  <a:pt x="3230" y="4255"/>
                </a:lnTo>
                <a:lnTo>
                  <a:pt x="3230" y="3898"/>
                </a:lnTo>
                <a:lnTo>
                  <a:pt x="4862" y="1538"/>
                </a:lnTo>
                <a:lnTo>
                  <a:pt x="3241" y="1538"/>
                </a:lnTo>
                <a:lnTo>
                  <a:pt x="3241" y="1099"/>
                </a:lnTo>
                <a:lnTo>
                  <a:pt x="5528" y="1099"/>
                </a:lnTo>
                <a:lnTo>
                  <a:pt x="5528" y="1446"/>
                </a:lnTo>
                <a:lnTo>
                  <a:pt x="3893" y="38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071842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op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672544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scription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100 w 2334"/>
              <a:gd name="T1" fmla="*/ 700 h 2334"/>
              <a:gd name="T2" fmla="*/ 234 w 2334"/>
              <a:gd name="T3" fmla="*/ 700 h 2334"/>
              <a:gd name="T4" fmla="*/ 234 w 2334"/>
              <a:gd name="T5" fmla="*/ 467 h 2334"/>
              <a:gd name="T6" fmla="*/ 2100 w 2334"/>
              <a:gd name="T7" fmla="*/ 467 h 2334"/>
              <a:gd name="T8" fmla="*/ 2100 w 2334"/>
              <a:gd name="T9" fmla="*/ 700 h 2334"/>
              <a:gd name="T10" fmla="*/ 1867 w 2334"/>
              <a:gd name="T11" fmla="*/ 0 h 2334"/>
              <a:gd name="T12" fmla="*/ 467 w 2334"/>
              <a:gd name="T13" fmla="*/ 0 h 2334"/>
              <a:gd name="T14" fmla="*/ 467 w 2334"/>
              <a:gd name="T15" fmla="*/ 234 h 2334"/>
              <a:gd name="T16" fmla="*/ 1867 w 2334"/>
              <a:gd name="T17" fmla="*/ 234 h 2334"/>
              <a:gd name="T18" fmla="*/ 1867 w 2334"/>
              <a:gd name="T19" fmla="*/ 0 h 2334"/>
              <a:gd name="T20" fmla="*/ 2334 w 2334"/>
              <a:gd name="T21" fmla="*/ 1167 h 2334"/>
              <a:gd name="T22" fmla="*/ 2334 w 2334"/>
              <a:gd name="T23" fmla="*/ 2100 h 2334"/>
              <a:gd name="T24" fmla="*/ 2100 w 2334"/>
              <a:gd name="T25" fmla="*/ 2334 h 2334"/>
              <a:gd name="T26" fmla="*/ 234 w 2334"/>
              <a:gd name="T27" fmla="*/ 2334 h 2334"/>
              <a:gd name="T28" fmla="*/ 0 w 2334"/>
              <a:gd name="T29" fmla="*/ 2100 h 2334"/>
              <a:gd name="T30" fmla="*/ 0 w 2334"/>
              <a:gd name="T31" fmla="*/ 1167 h 2334"/>
              <a:gd name="T32" fmla="*/ 234 w 2334"/>
              <a:gd name="T33" fmla="*/ 934 h 2334"/>
              <a:gd name="T34" fmla="*/ 2100 w 2334"/>
              <a:gd name="T35" fmla="*/ 934 h 2334"/>
              <a:gd name="T36" fmla="*/ 2334 w 2334"/>
              <a:gd name="T37" fmla="*/ 1167 h 2334"/>
              <a:gd name="T38" fmla="*/ 1634 w 2334"/>
              <a:gd name="T39" fmla="*/ 1634 h 2334"/>
              <a:gd name="T40" fmla="*/ 934 w 2334"/>
              <a:gd name="T41" fmla="*/ 1252 h 2334"/>
              <a:gd name="T42" fmla="*/ 934 w 2334"/>
              <a:gd name="T43" fmla="*/ 2014 h 2334"/>
              <a:gd name="T44" fmla="*/ 1634 w 2334"/>
              <a:gd name="T45" fmla="*/ 16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34" h="2334">
                <a:moveTo>
                  <a:pt x="2100" y="700"/>
                </a:moveTo>
                <a:cubicBezTo>
                  <a:pt x="234" y="700"/>
                  <a:pt x="234" y="700"/>
                  <a:pt x="234" y="700"/>
                </a:cubicBezTo>
                <a:cubicBezTo>
                  <a:pt x="234" y="467"/>
                  <a:pt x="234" y="467"/>
                  <a:pt x="234" y="467"/>
                </a:cubicBezTo>
                <a:cubicBezTo>
                  <a:pt x="2100" y="467"/>
                  <a:pt x="2100" y="467"/>
                  <a:pt x="2100" y="467"/>
                </a:cubicBezTo>
                <a:lnTo>
                  <a:pt x="2100" y="700"/>
                </a:lnTo>
                <a:close/>
                <a:moveTo>
                  <a:pt x="1867" y="0"/>
                </a:moveTo>
                <a:cubicBezTo>
                  <a:pt x="467" y="0"/>
                  <a:pt x="467" y="0"/>
                  <a:pt x="467" y="0"/>
                </a:cubicBezTo>
                <a:cubicBezTo>
                  <a:pt x="467" y="234"/>
                  <a:pt x="467" y="234"/>
                  <a:pt x="467" y="234"/>
                </a:cubicBezTo>
                <a:cubicBezTo>
                  <a:pt x="1867" y="234"/>
                  <a:pt x="1867" y="234"/>
                  <a:pt x="1867" y="234"/>
                </a:cubicBezTo>
                <a:lnTo>
                  <a:pt x="1867" y="0"/>
                </a:lnTo>
                <a:close/>
                <a:moveTo>
                  <a:pt x="2334" y="1167"/>
                </a:moveTo>
                <a:cubicBezTo>
                  <a:pt x="2334" y="2100"/>
                  <a:pt x="2334" y="2100"/>
                  <a:pt x="2334" y="2100"/>
                </a:cubicBezTo>
                <a:cubicBezTo>
                  <a:pt x="2334" y="2229"/>
                  <a:pt x="2229" y="2334"/>
                  <a:pt x="2100" y="2334"/>
                </a:cubicBezTo>
                <a:cubicBezTo>
                  <a:pt x="234" y="2334"/>
                  <a:pt x="234" y="2334"/>
                  <a:pt x="234" y="2334"/>
                </a:cubicBezTo>
                <a:cubicBezTo>
                  <a:pt x="105" y="2334"/>
                  <a:pt x="0" y="2229"/>
                  <a:pt x="0" y="2100"/>
                </a:cubicBezTo>
                <a:cubicBezTo>
                  <a:pt x="0" y="1167"/>
                  <a:pt x="0" y="1167"/>
                  <a:pt x="0" y="1167"/>
                </a:cubicBezTo>
                <a:cubicBezTo>
                  <a:pt x="0" y="1039"/>
                  <a:pt x="105" y="934"/>
                  <a:pt x="234" y="934"/>
                </a:cubicBezTo>
                <a:cubicBezTo>
                  <a:pt x="2100" y="934"/>
                  <a:pt x="2100" y="934"/>
                  <a:pt x="2100" y="934"/>
                </a:cubicBezTo>
                <a:cubicBezTo>
                  <a:pt x="2229" y="934"/>
                  <a:pt x="2334" y="1039"/>
                  <a:pt x="2334" y="1167"/>
                </a:cubicBezTo>
                <a:close/>
                <a:moveTo>
                  <a:pt x="1634" y="1634"/>
                </a:moveTo>
                <a:cubicBezTo>
                  <a:pt x="934" y="1252"/>
                  <a:pt x="934" y="1252"/>
                  <a:pt x="934" y="1252"/>
                </a:cubicBezTo>
                <a:cubicBezTo>
                  <a:pt x="934" y="2014"/>
                  <a:pt x="934" y="2014"/>
                  <a:pt x="934" y="2014"/>
                </a:cubicBezTo>
                <a:lnTo>
                  <a:pt x="1634" y="16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78192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0 h 1866"/>
              <a:gd name="T2" fmla="*/ 234 w 2334"/>
              <a:gd name="T3" fmla="*/ 0 h 1866"/>
              <a:gd name="T4" fmla="*/ 0 w 2334"/>
              <a:gd name="T5" fmla="*/ 233 h 1866"/>
              <a:gd name="T6" fmla="*/ 0 w 2334"/>
              <a:gd name="T7" fmla="*/ 1633 h 1866"/>
              <a:gd name="T8" fmla="*/ 234 w 2334"/>
              <a:gd name="T9" fmla="*/ 1866 h 1866"/>
              <a:gd name="T10" fmla="*/ 2100 w 2334"/>
              <a:gd name="T11" fmla="*/ 1866 h 1866"/>
              <a:gd name="T12" fmla="*/ 2334 w 2334"/>
              <a:gd name="T13" fmla="*/ 1633 h 1866"/>
              <a:gd name="T14" fmla="*/ 2334 w 2334"/>
              <a:gd name="T15" fmla="*/ 233 h 1866"/>
              <a:gd name="T16" fmla="*/ 2100 w 2334"/>
              <a:gd name="T17" fmla="*/ 0 h 1866"/>
              <a:gd name="T18" fmla="*/ 234 w 2334"/>
              <a:gd name="T19" fmla="*/ 933 h 1866"/>
              <a:gd name="T20" fmla="*/ 700 w 2334"/>
              <a:gd name="T21" fmla="*/ 933 h 1866"/>
              <a:gd name="T22" fmla="*/ 700 w 2334"/>
              <a:gd name="T23" fmla="*/ 1166 h 1866"/>
              <a:gd name="T24" fmla="*/ 234 w 2334"/>
              <a:gd name="T25" fmla="*/ 1166 h 1866"/>
              <a:gd name="T26" fmla="*/ 234 w 2334"/>
              <a:gd name="T27" fmla="*/ 933 h 1866"/>
              <a:gd name="T28" fmla="*/ 1400 w 2334"/>
              <a:gd name="T29" fmla="*/ 1633 h 1866"/>
              <a:gd name="T30" fmla="*/ 234 w 2334"/>
              <a:gd name="T31" fmla="*/ 1633 h 1866"/>
              <a:gd name="T32" fmla="*/ 234 w 2334"/>
              <a:gd name="T33" fmla="*/ 1400 h 1866"/>
              <a:gd name="T34" fmla="*/ 1400 w 2334"/>
              <a:gd name="T35" fmla="*/ 1400 h 1866"/>
              <a:gd name="T36" fmla="*/ 1400 w 2334"/>
              <a:gd name="T37" fmla="*/ 1633 h 1866"/>
              <a:gd name="T38" fmla="*/ 2100 w 2334"/>
              <a:gd name="T39" fmla="*/ 1633 h 1866"/>
              <a:gd name="T40" fmla="*/ 1634 w 2334"/>
              <a:gd name="T41" fmla="*/ 1633 h 1866"/>
              <a:gd name="T42" fmla="*/ 1634 w 2334"/>
              <a:gd name="T43" fmla="*/ 1400 h 1866"/>
              <a:gd name="T44" fmla="*/ 2100 w 2334"/>
              <a:gd name="T45" fmla="*/ 1400 h 1866"/>
              <a:gd name="T46" fmla="*/ 2100 w 2334"/>
              <a:gd name="T47" fmla="*/ 1633 h 1866"/>
              <a:gd name="T48" fmla="*/ 2100 w 2334"/>
              <a:gd name="T49" fmla="*/ 1166 h 1866"/>
              <a:gd name="T50" fmla="*/ 934 w 2334"/>
              <a:gd name="T51" fmla="*/ 1166 h 1866"/>
              <a:gd name="T52" fmla="*/ 934 w 2334"/>
              <a:gd name="T53" fmla="*/ 933 h 1866"/>
              <a:gd name="T54" fmla="*/ 2100 w 2334"/>
              <a:gd name="T55" fmla="*/ 933 h 1866"/>
              <a:gd name="T56" fmla="*/ 2100 w 2334"/>
              <a:gd name="T57" fmla="*/ 1166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334" h="1866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233"/>
                  <a:pt x="2334" y="233"/>
                  <a:pt x="2334" y="233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234" y="933"/>
                </a:moveTo>
                <a:cubicBezTo>
                  <a:pt x="700" y="933"/>
                  <a:pt x="700" y="933"/>
                  <a:pt x="700" y="933"/>
                </a:cubicBezTo>
                <a:cubicBezTo>
                  <a:pt x="700" y="1166"/>
                  <a:pt x="700" y="1166"/>
                  <a:pt x="700" y="1166"/>
                </a:cubicBezTo>
                <a:cubicBezTo>
                  <a:pt x="234" y="1166"/>
                  <a:pt x="234" y="1166"/>
                  <a:pt x="234" y="1166"/>
                </a:cubicBezTo>
                <a:lnTo>
                  <a:pt x="234" y="933"/>
                </a:lnTo>
                <a:close/>
                <a:moveTo>
                  <a:pt x="1400" y="1633"/>
                </a:moveTo>
                <a:cubicBezTo>
                  <a:pt x="234" y="1633"/>
                  <a:pt x="234" y="1633"/>
                  <a:pt x="234" y="1633"/>
                </a:cubicBezTo>
                <a:cubicBezTo>
                  <a:pt x="234" y="1400"/>
                  <a:pt x="234" y="1400"/>
                  <a:pt x="234" y="1400"/>
                </a:cubicBezTo>
                <a:cubicBezTo>
                  <a:pt x="1400" y="1400"/>
                  <a:pt x="1400" y="1400"/>
                  <a:pt x="1400" y="1400"/>
                </a:cubicBezTo>
                <a:lnTo>
                  <a:pt x="1400" y="1633"/>
                </a:lnTo>
                <a:close/>
                <a:moveTo>
                  <a:pt x="2100" y="1633"/>
                </a:moveTo>
                <a:cubicBezTo>
                  <a:pt x="1634" y="1633"/>
                  <a:pt x="1634" y="1633"/>
                  <a:pt x="1634" y="1633"/>
                </a:cubicBezTo>
                <a:cubicBezTo>
                  <a:pt x="1634" y="1400"/>
                  <a:pt x="1634" y="1400"/>
                  <a:pt x="1634" y="1400"/>
                </a:cubicBezTo>
                <a:cubicBezTo>
                  <a:pt x="2100" y="1400"/>
                  <a:pt x="2100" y="1400"/>
                  <a:pt x="2100" y="1400"/>
                </a:cubicBezTo>
                <a:lnTo>
                  <a:pt x="2100" y="1633"/>
                </a:lnTo>
                <a:close/>
                <a:moveTo>
                  <a:pt x="2100" y="1166"/>
                </a:moveTo>
                <a:cubicBezTo>
                  <a:pt x="934" y="1166"/>
                  <a:pt x="934" y="1166"/>
                  <a:pt x="934" y="1166"/>
                </a:cubicBezTo>
                <a:cubicBezTo>
                  <a:pt x="934" y="933"/>
                  <a:pt x="934" y="933"/>
                  <a:pt x="934" y="933"/>
                </a:cubicBezTo>
                <a:cubicBezTo>
                  <a:pt x="2100" y="933"/>
                  <a:pt x="2100" y="933"/>
                  <a:pt x="2100" y="933"/>
                </a:cubicBezTo>
                <a:lnTo>
                  <a:pt x="2100" y="1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493599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rround Soun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0 h 1866"/>
              <a:gd name="T2" fmla="*/ 234 w 2334"/>
              <a:gd name="T3" fmla="*/ 0 h 1866"/>
              <a:gd name="T4" fmla="*/ 0 w 2334"/>
              <a:gd name="T5" fmla="*/ 233 h 1866"/>
              <a:gd name="T6" fmla="*/ 0 w 2334"/>
              <a:gd name="T7" fmla="*/ 1633 h 1866"/>
              <a:gd name="T8" fmla="*/ 234 w 2334"/>
              <a:gd name="T9" fmla="*/ 1866 h 1866"/>
              <a:gd name="T10" fmla="*/ 2100 w 2334"/>
              <a:gd name="T11" fmla="*/ 1866 h 1866"/>
              <a:gd name="T12" fmla="*/ 2334 w 2334"/>
              <a:gd name="T13" fmla="*/ 1633 h 1866"/>
              <a:gd name="T14" fmla="*/ 2334 w 2334"/>
              <a:gd name="T15" fmla="*/ 233 h 1866"/>
              <a:gd name="T16" fmla="*/ 2100 w 2334"/>
              <a:gd name="T17" fmla="*/ 0 h 1866"/>
              <a:gd name="T18" fmla="*/ 672 w 2334"/>
              <a:gd name="T19" fmla="*/ 1428 h 1866"/>
              <a:gd name="T20" fmla="*/ 508 w 2334"/>
              <a:gd name="T21" fmla="*/ 1592 h 1866"/>
              <a:gd name="T22" fmla="*/ 234 w 2334"/>
              <a:gd name="T23" fmla="*/ 933 h 1866"/>
              <a:gd name="T24" fmla="*/ 507 w 2334"/>
              <a:gd name="T25" fmla="*/ 273 h 1866"/>
              <a:gd name="T26" fmla="*/ 671 w 2334"/>
              <a:gd name="T27" fmla="*/ 437 h 1866"/>
              <a:gd name="T28" fmla="*/ 467 w 2334"/>
              <a:gd name="T29" fmla="*/ 933 h 1866"/>
              <a:gd name="T30" fmla="*/ 672 w 2334"/>
              <a:gd name="T31" fmla="*/ 1428 h 1866"/>
              <a:gd name="T32" fmla="*/ 1167 w 2334"/>
              <a:gd name="T33" fmla="*/ 1400 h 1866"/>
              <a:gd name="T34" fmla="*/ 700 w 2334"/>
              <a:gd name="T35" fmla="*/ 933 h 1866"/>
              <a:gd name="T36" fmla="*/ 1167 w 2334"/>
              <a:gd name="T37" fmla="*/ 466 h 1866"/>
              <a:gd name="T38" fmla="*/ 1634 w 2334"/>
              <a:gd name="T39" fmla="*/ 933 h 1866"/>
              <a:gd name="T40" fmla="*/ 1167 w 2334"/>
              <a:gd name="T41" fmla="*/ 1400 h 1866"/>
              <a:gd name="T42" fmla="*/ 1827 w 2334"/>
              <a:gd name="T43" fmla="*/ 1593 h 1866"/>
              <a:gd name="T44" fmla="*/ 1663 w 2334"/>
              <a:gd name="T45" fmla="*/ 1429 h 1866"/>
              <a:gd name="T46" fmla="*/ 1867 w 2334"/>
              <a:gd name="T47" fmla="*/ 933 h 1866"/>
              <a:gd name="T48" fmla="*/ 1662 w 2334"/>
              <a:gd name="T49" fmla="*/ 438 h 1866"/>
              <a:gd name="T50" fmla="*/ 1826 w 2334"/>
              <a:gd name="T51" fmla="*/ 274 h 1866"/>
              <a:gd name="T52" fmla="*/ 2100 w 2334"/>
              <a:gd name="T53" fmla="*/ 933 h 1866"/>
              <a:gd name="T54" fmla="*/ 1827 w 2334"/>
              <a:gd name="T55" fmla="*/ 1593 h 1866"/>
              <a:gd name="T56" fmla="*/ 1167 w 2334"/>
              <a:gd name="T57" fmla="*/ 700 h 1866"/>
              <a:gd name="T58" fmla="*/ 934 w 2334"/>
              <a:gd name="T59" fmla="*/ 933 h 1866"/>
              <a:gd name="T60" fmla="*/ 1167 w 2334"/>
              <a:gd name="T61" fmla="*/ 1166 h 1866"/>
              <a:gd name="T62" fmla="*/ 1400 w 2334"/>
              <a:gd name="T63" fmla="*/ 933 h 1866"/>
              <a:gd name="T64" fmla="*/ 1167 w 2334"/>
              <a:gd name="T65" fmla="*/ 700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34" h="1866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233"/>
                  <a:pt x="2334" y="233"/>
                  <a:pt x="2334" y="233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672" y="1428"/>
                </a:moveTo>
                <a:cubicBezTo>
                  <a:pt x="508" y="1592"/>
                  <a:pt x="508" y="1592"/>
                  <a:pt x="508" y="1592"/>
                </a:cubicBezTo>
                <a:cubicBezTo>
                  <a:pt x="325" y="1411"/>
                  <a:pt x="234" y="1172"/>
                  <a:pt x="234" y="933"/>
                </a:cubicBezTo>
                <a:cubicBezTo>
                  <a:pt x="234" y="694"/>
                  <a:pt x="325" y="455"/>
                  <a:pt x="507" y="273"/>
                </a:cubicBezTo>
                <a:cubicBezTo>
                  <a:pt x="671" y="437"/>
                  <a:pt x="671" y="437"/>
                  <a:pt x="671" y="437"/>
                </a:cubicBezTo>
                <a:cubicBezTo>
                  <a:pt x="536" y="575"/>
                  <a:pt x="467" y="753"/>
                  <a:pt x="467" y="933"/>
                </a:cubicBezTo>
                <a:cubicBezTo>
                  <a:pt x="467" y="1113"/>
                  <a:pt x="536" y="1291"/>
                  <a:pt x="672" y="1428"/>
                </a:cubicBezTo>
                <a:close/>
                <a:moveTo>
                  <a:pt x="1167" y="1400"/>
                </a:moveTo>
                <a:cubicBezTo>
                  <a:pt x="909" y="1400"/>
                  <a:pt x="700" y="1191"/>
                  <a:pt x="700" y="933"/>
                </a:cubicBezTo>
                <a:cubicBezTo>
                  <a:pt x="700" y="675"/>
                  <a:pt x="909" y="466"/>
                  <a:pt x="1167" y="466"/>
                </a:cubicBezTo>
                <a:cubicBezTo>
                  <a:pt x="1425" y="466"/>
                  <a:pt x="1634" y="675"/>
                  <a:pt x="1634" y="933"/>
                </a:cubicBezTo>
                <a:cubicBezTo>
                  <a:pt x="1634" y="1191"/>
                  <a:pt x="1425" y="1400"/>
                  <a:pt x="1167" y="1400"/>
                </a:cubicBezTo>
                <a:close/>
                <a:moveTo>
                  <a:pt x="1827" y="1593"/>
                </a:moveTo>
                <a:cubicBezTo>
                  <a:pt x="1663" y="1429"/>
                  <a:pt x="1663" y="1429"/>
                  <a:pt x="1663" y="1429"/>
                </a:cubicBezTo>
                <a:cubicBezTo>
                  <a:pt x="1798" y="1291"/>
                  <a:pt x="1867" y="1113"/>
                  <a:pt x="1867" y="933"/>
                </a:cubicBezTo>
                <a:cubicBezTo>
                  <a:pt x="1867" y="753"/>
                  <a:pt x="1798" y="575"/>
                  <a:pt x="1662" y="438"/>
                </a:cubicBezTo>
                <a:cubicBezTo>
                  <a:pt x="1826" y="274"/>
                  <a:pt x="1826" y="274"/>
                  <a:pt x="1826" y="274"/>
                </a:cubicBezTo>
                <a:cubicBezTo>
                  <a:pt x="2009" y="455"/>
                  <a:pt x="2100" y="694"/>
                  <a:pt x="2100" y="933"/>
                </a:cubicBezTo>
                <a:cubicBezTo>
                  <a:pt x="2100" y="1172"/>
                  <a:pt x="2009" y="1411"/>
                  <a:pt x="1827" y="1593"/>
                </a:cubicBezTo>
                <a:close/>
                <a:moveTo>
                  <a:pt x="1167" y="700"/>
                </a:moveTo>
                <a:cubicBezTo>
                  <a:pt x="1039" y="700"/>
                  <a:pt x="934" y="805"/>
                  <a:pt x="934" y="933"/>
                </a:cubicBezTo>
                <a:cubicBezTo>
                  <a:pt x="934" y="1061"/>
                  <a:pt x="1039" y="1166"/>
                  <a:pt x="1167" y="1166"/>
                </a:cubicBezTo>
                <a:cubicBezTo>
                  <a:pt x="1295" y="1166"/>
                  <a:pt x="1400" y="1061"/>
                  <a:pt x="1400" y="933"/>
                </a:cubicBezTo>
                <a:cubicBezTo>
                  <a:pt x="1400" y="805"/>
                  <a:pt x="1295" y="700"/>
                  <a:pt x="1167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24016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deo Librar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34 w 2334"/>
              <a:gd name="T1" fmla="*/ 467 h 2334"/>
              <a:gd name="T2" fmla="*/ 0 w 2334"/>
              <a:gd name="T3" fmla="*/ 467 h 2334"/>
              <a:gd name="T4" fmla="*/ 0 w 2334"/>
              <a:gd name="T5" fmla="*/ 2100 h 2334"/>
              <a:gd name="T6" fmla="*/ 234 w 2334"/>
              <a:gd name="T7" fmla="*/ 2334 h 2334"/>
              <a:gd name="T8" fmla="*/ 1867 w 2334"/>
              <a:gd name="T9" fmla="*/ 2334 h 2334"/>
              <a:gd name="T10" fmla="*/ 1867 w 2334"/>
              <a:gd name="T11" fmla="*/ 2100 h 2334"/>
              <a:gd name="T12" fmla="*/ 234 w 2334"/>
              <a:gd name="T13" fmla="*/ 2100 h 2334"/>
              <a:gd name="T14" fmla="*/ 234 w 2334"/>
              <a:gd name="T15" fmla="*/ 467 h 2334"/>
              <a:gd name="T16" fmla="*/ 2100 w 2334"/>
              <a:gd name="T17" fmla="*/ 0 h 2334"/>
              <a:gd name="T18" fmla="*/ 700 w 2334"/>
              <a:gd name="T19" fmla="*/ 0 h 2334"/>
              <a:gd name="T20" fmla="*/ 467 w 2334"/>
              <a:gd name="T21" fmla="*/ 234 h 2334"/>
              <a:gd name="T22" fmla="*/ 467 w 2334"/>
              <a:gd name="T23" fmla="*/ 1634 h 2334"/>
              <a:gd name="T24" fmla="*/ 700 w 2334"/>
              <a:gd name="T25" fmla="*/ 1867 h 2334"/>
              <a:gd name="T26" fmla="*/ 2100 w 2334"/>
              <a:gd name="T27" fmla="*/ 1867 h 2334"/>
              <a:gd name="T28" fmla="*/ 2334 w 2334"/>
              <a:gd name="T29" fmla="*/ 1634 h 2334"/>
              <a:gd name="T30" fmla="*/ 2334 w 2334"/>
              <a:gd name="T31" fmla="*/ 234 h 2334"/>
              <a:gd name="T32" fmla="*/ 2100 w 2334"/>
              <a:gd name="T33" fmla="*/ 0 h 2334"/>
              <a:gd name="T34" fmla="*/ 1167 w 2334"/>
              <a:gd name="T35" fmla="*/ 1459 h 2334"/>
              <a:gd name="T36" fmla="*/ 1167 w 2334"/>
              <a:gd name="T37" fmla="*/ 409 h 2334"/>
              <a:gd name="T38" fmla="*/ 1867 w 2334"/>
              <a:gd name="T39" fmla="*/ 934 h 2334"/>
              <a:gd name="T40" fmla="*/ 1167 w 2334"/>
              <a:gd name="T41" fmla="*/ 1459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334" h="2334">
                <a:moveTo>
                  <a:pt x="234" y="467"/>
                </a:moveTo>
                <a:cubicBezTo>
                  <a:pt x="0" y="467"/>
                  <a:pt x="0" y="467"/>
                  <a:pt x="0" y="467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4" y="2334"/>
                </a:cubicBezTo>
                <a:cubicBezTo>
                  <a:pt x="1867" y="2334"/>
                  <a:pt x="1867" y="2334"/>
                  <a:pt x="1867" y="2334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234" y="2100"/>
                  <a:pt x="234" y="2100"/>
                  <a:pt x="234" y="2100"/>
                </a:cubicBezTo>
                <a:lnTo>
                  <a:pt x="234" y="467"/>
                </a:lnTo>
                <a:close/>
                <a:moveTo>
                  <a:pt x="2100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2" y="0"/>
                  <a:pt x="467" y="105"/>
                  <a:pt x="467" y="234"/>
                </a:cubicBezTo>
                <a:cubicBezTo>
                  <a:pt x="467" y="1634"/>
                  <a:pt x="467" y="1634"/>
                  <a:pt x="467" y="1634"/>
                </a:cubicBezTo>
                <a:cubicBezTo>
                  <a:pt x="467" y="1762"/>
                  <a:pt x="572" y="1867"/>
                  <a:pt x="700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167" y="1459"/>
                </a:moveTo>
                <a:cubicBezTo>
                  <a:pt x="1167" y="409"/>
                  <a:pt x="1167" y="409"/>
                  <a:pt x="1167" y="409"/>
                </a:cubicBezTo>
                <a:cubicBezTo>
                  <a:pt x="1867" y="934"/>
                  <a:pt x="1867" y="934"/>
                  <a:pt x="1867" y="934"/>
                </a:cubicBezTo>
                <a:lnTo>
                  <a:pt x="1167" y="145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90403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deocam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539"/>
          </a:xfrm>
          <a:custGeom>
            <a:avLst/>
            <a:gdLst>
              <a:gd name="T0" fmla="*/ 1633 w 2100"/>
              <a:gd name="T1" fmla="*/ 525 h 1400"/>
              <a:gd name="T2" fmla="*/ 1633 w 2100"/>
              <a:gd name="T3" fmla="*/ 117 h 1400"/>
              <a:gd name="T4" fmla="*/ 1517 w 2100"/>
              <a:gd name="T5" fmla="*/ 0 h 1400"/>
              <a:gd name="T6" fmla="*/ 117 w 2100"/>
              <a:gd name="T7" fmla="*/ 0 h 1400"/>
              <a:gd name="T8" fmla="*/ 0 w 2100"/>
              <a:gd name="T9" fmla="*/ 117 h 1400"/>
              <a:gd name="T10" fmla="*/ 0 w 2100"/>
              <a:gd name="T11" fmla="*/ 1283 h 1400"/>
              <a:gd name="T12" fmla="*/ 117 w 2100"/>
              <a:gd name="T13" fmla="*/ 1400 h 1400"/>
              <a:gd name="T14" fmla="*/ 1517 w 2100"/>
              <a:gd name="T15" fmla="*/ 1400 h 1400"/>
              <a:gd name="T16" fmla="*/ 1633 w 2100"/>
              <a:gd name="T17" fmla="*/ 1283 h 1400"/>
              <a:gd name="T18" fmla="*/ 1633 w 2100"/>
              <a:gd name="T19" fmla="*/ 875 h 1400"/>
              <a:gd name="T20" fmla="*/ 2100 w 2100"/>
              <a:gd name="T21" fmla="*/ 1342 h 1400"/>
              <a:gd name="T22" fmla="*/ 2100 w 2100"/>
              <a:gd name="T23" fmla="*/ 58 h 1400"/>
              <a:gd name="T24" fmla="*/ 1633 w 2100"/>
              <a:gd name="T25" fmla="*/ 525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00" h="1400">
                <a:moveTo>
                  <a:pt x="1633" y="525"/>
                </a:moveTo>
                <a:cubicBezTo>
                  <a:pt x="1633" y="117"/>
                  <a:pt x="1633" y="117"/>
                  <a:pt x="1633" y="117"/>
                </a:cubicBezTo>
                <a:cubicBezTo>
                  <a:pt x="1633" y="53"/>
                  <a:pt x="1581" y="0"/>
                  <a:pt x="1517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53" y="0"/>
                  <a:pt x="0" y="53"/>
                  <a:pt x="0" y="117"/>
                </a:cubicBezTo>
                <a:cubicBezTo>
                  <a:pt x="0" y="1283"/>
                  <a:pt x="0" y="1283"/>
                  <a:pt x="0" y="1283"/>
                </a:cubicBezTo>
                <a:cubicBezTo>
                  <a:pt x="0" y="1347"/>
                  <a:pt x="53" y="1400"/>
                  <a:pt x="117" y="1400"/>
                </a:cubicBezTo>
                <a:cubicBezTo>
                  <a:pt x="1517" y="1400"/>
                  <a:pt x="1517" y="1400"/>
                  <a:pt x="1517" y="1400"/>
                </a:cubicBezTo>
                <a:cubicBezTo>
                  <a:pt x="1581" y="1400"/>
                  <a:pt x="1633" y="1347"/>
                  <a:pt x="1633" y="1283"/>
                </a:cubicBezTo>
                <a:cubicBezTo>
                  <a:pt x="1633" y="875"/>
                  <a:pt x="1633" y="875"/>
                  <a:pt x="1633" y="875"/>
                </a:cubicBezTo>
                <a:cubicBezTo>
                  <a:pt x="2100" y="1342"/>
                  <a:pt x="2100" y="1342"/>
                  <a:pt x="2100" y="1342"/>
                </a:cubicBezTo>
                <a:cubicBezTo>
                  <a:pt x="2100" y="58"/>
                  <a:pt x="2100" y="58"/>
                  <a:pt x="2100" y="58"/>
                </a:cubicBezTo>
                <a:lnTo>
                  <a:pt x="1633" y="5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843184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deocam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217 w 2217"/>
              <a:gd name="T1" fmla="*/ 525 h 2217"/>
              <a:gd name="T2" fmla="*/ 1750 w 2217"/>
              <a:gd name="T3" fmla="*/ 992 h 2217"/>
              <a:gd name="T4" fmla="*/ 1750 w 2217"/>
              <a:gd name="T5" fmla="*/ 584 h 2217"/>
              <a:gd name="T6" fmla="*/ 1634 w 2217"/>
              <a:gd name="T7" fmla="*/ 467 h 2217"/>
              <a:gd name="T8" fmla="*/ 913 w 2217"/>
              <a:gd name="T9" fmla="*/ 467 h 2217"/>
              <a:gd name="T10" fmla="*/ 2217 w 2217"/>
              <a:gd name="T11" fmla="*/ 1771 h 2217"/>
              <a:gd name="T12" fmla="*/ 2217 w 2217"/>
              <a:gd name="T13" fmla="*/ 525 h 2217"/>
              <a:gd name="T14" fmla="*/ 149 w 2217"/>
              <a:gd name="T15" fmla="*/ 0 h 2217"/>
              <a:gd name="T16" fmla="*/ 0 w 2217"/>
              <a:gd name="T17" fmla="*/ 148 h 2217"/>
              <a:gd name="T18" fmla="*/ 319 w 2217"/>
              <a:gd name="T19" fmla="*/ 467 h 2217"/>
              <a:gd name="T20" fmla="*/ 234 w 2217"/>
              <a:gd name="T21" fmla="*/ 467 h 2217"/>
              <a:gd name="T22" fmla="*/ 117 w 2217"/>
              <a:gd name="T23" fmla="*/ 584 h 2217"/>
              <a:gd name="T24" fmla="*/ 117 w 2217"/>
              <a:gd name="T25" fmla="*/ 1750 h 2217"/>
              <a:gd name="T26" fmla="*/ 234 w 2217"/>
              <a:gd name="T27" fmla="*/ 1867 h 2217"/>
              <a:gd name="T28" fmla="*/ 1634 w 2217"/>
              <a:gd name="T29" fmla="*/ 1867 h 2217"/>
              <a:gd name="T30" fmla="*/ 1697 w 2217"/>
              <a:gd name="T31" fmla="*/ 1846 h 2217"/>
              <a:gd name="T32" fmla="*/ 2069 w 2217"/>
              <a:gd name="T33" fmla="*/ 2217 h 2217"/>
              <a:gd name="T34" fmla="*/ 2217 w 2217"/>
              <a:gd name="T35" fmla="*/ 2069 h 2217"/>
              <a:gd name="T36" fmla="*/ 149 w 2217"/>
              <a:gd name="T37" fmla="*/ 0 h 2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217" h="2217">
                <a:moveTo>
                  <a:pt x="2217" y="525"/>
                </a:moveTo>
                <a:cubicBezTo>
                  <a:pt x="1750" y="992"/>
                  <a:pt x="1750" y="992"/>
                  <a:pt x="1750" y="992"/>
                </a:cubicBezTo>
                <a:cubicBezTo>
                  <a:pt x="1750" y="584"/>
                  <a:pt x="1750" y="584"/>
                  <a:pt x="1750" y="584"/>
                </a:cubicBezTo>
                <a:cubicBezTo>
                  <a:pt x="1750" y="520"/>
                  <a:pt x="1698" y="467"/>
                  <a:pt x="1634" y="467"/>
                </a:cubicBezTo>
                <a:cubicBezTo>
                  <a:pt x="913" y="467"/>
                  <a:pt x="913" y="467"/>
                  <a:pt x="913" y="467"/>
                </a:cubicBezTo>
                <a:cubicBezTo>
                  <a:pt x="2217" y="1771"/>
                  <a:pt x="2217" y="1771"/>
                  <a:pt x="2217" y="1771"/>
                </a:cubicBezTo>
                <a:lnTo>
                  <a:pt x="2217" y="525"/>
                </a:lnTo>
                <a:close/>
                <a:moveTo>
                  <a:pt x="149" y="0"/>
                </a:moveTo>
                <a:cubicBezTo>
                  <a:pt x="0" y="148"/>
                  <a:pt x="0" y="148"/>
                  <a:pt x="0" y="148"/>
                </a:cubicBezTo>
                <a:cubicBezTo>
                  <a:pt x="319" y="467"/>
                  <a:pt x="319" y="467"/>
                  <a:pt x="319" y="467"/>
                </a:cubicBezTo>
                <a:cubicBezTo>
                  <a:pt x="234" y="467"/>
                  <a:pt x="234" y="467"/>
                  <a:pt x="234" y="467"/>
                </a:cubicBezTo>
                <a:cubicBezTo>
                  <a:pt x="170" y="467"/>
                  <a:pt x="117" y="520"/>
                  <a:pt x="117" y="584"/>
                </a:cubicBezTo>
                <a:cubicBezTo>
                  <a:pt x="117" y="1750"/>
                  <a:pt x="117" y="1750"/>
                  <a:pt x="117" y="1750"/>
                </a:cubicBezTo>
                <a:cubicBezTo>
                  <a:pt x="117" y="1814"/>
                  <a:pt x="170" y="1867"/>
                  <a:pt x="234" y="1867"/>
                </a:cubicBezTo>
                <a:cubicBezTo>
                  <a:pt x="1634" y="1867"/>
                  <a:pt x="1634" y="1867"/>
                  <a:pt x="1634" y="1867"/>
                </a:cubicBezTo>
                <a:cubicBezTo>
                  <a:pt x="1658" y="1867"/>
                  <a:pt x="1679" y="1858"/>
                  <a:pt x="1697" y="1846"/>
                </a:cubicBezTo>
                <a:cubicBezTo>
                  <a:pt x="2069" y="2217"/>
                  <a:pt x="2069" y="2217"/>
                  <a:pt x="2069" y="2217"/>
                </a:cubicBezTo>
                <a:cubicBezTo>
                  <a:pt x="2217" y="2069"/>
                  <a:pt x="2217" y="2069"/>
                  <a:pt x="2217" y="2069"/>
                </a:cubicBezTo>
                <a:lnTo>
                  <a:pt x="14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65908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olume Dow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38477" cy="914400"/>
          </a:xfrm>
          <a:custGeom>
            <a:avLst/>
            <a:gdLst>
              <a:gd name="T0" fmla="*/ 0 w 1711"/>
              <a:gd name="T1" fmla="*/ 622 h 1866"/>
              <a:gd name="T2" fmla="*/ 0 w 1711"/>
              <a:gd name="T3" fmla="*/ 1244 h 1866"/>
              <a:gd name="T4" fmla="*/ 467 w 1711"/>
              <a:gd name="T5" fmla="*/ 1244 h 1866"/>
              <a:gd name="T6" fmla="*/ 1089 w 1711"/>
              <a:gd name="T7" fmla="*/ 1866 h 1866"/>
              <a:gd name="T8" fmla="*/ 1089 w 1711"/>
              <a:gd name="T9" fmla="*/ 0 h 1866"/>
              <a:gd name="T10" fmla="*/ 467 w 1711"/>
              <a:gd name="T11" fmla="*/ 622 h 1866"/>
              <a:gd name="T12" fmla="*/ 0 w 1711"/>
              <a:gd name="T13" fmla="*/ 622 h 1866"/>
              <a:gd name="T14" fmla="*/ 1400 w 1711"/>
              <a:gd name="T15" fmla="*/ 466 h 1866"/>
              <a:gd name="T16" fmla="*/ 1400 w 1711"/>
              <a:gd name="T17" fmla="*/ 1400 h 1866"/>
              <a:gd name="T18" fmla="*/ 1711 w 1711"/>
              <a:gd name="T19" fmla="*/ 933 h 1866"/>
              <a:gd name="T20" fmla="*/ 1400 w 1711"/>
              <a:gd name="T21" fmla="*/ 466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711" h="1866">
                <a:moveTo>
                  <a:pt x="0" y="622"/>
                </a:moveTo>
                <a:cubicBezTo>
                  <a:pt x="0" y="1244"/>
                  <a:pt x="0" y="1244"/>
                  <a:pt x="0" y="1244"/>
                </a:cubicBezTo>
                <a:cubicBezTo>
                  <a:pt x="467" y="1244"/>
                  <a:pt x="467" y="1244"/>
                  <a:pt x="467" y="1244"/>
                </a:cubicBezTo>
                <a:cubicBezTo>
                  <a:pt x="1089" y="1866"/>
                  <a:pt x="1089" y="1866"/>
                  <a:pt x="1089" y="1866"/>
                </a:cubicBezTo>
                <a:cubicBezTo>
                  <a:pt x="1089" y="0"/>
                  <a:pt x="1089" y="0"/>
                  <a:pt x="1089" y="0"/>
                </a:cubicBezTo>
                <a:cubicBezTo>
                  <a:pt x="467" y="622"/>
                  <a:pt x="467" y="622"/>
                  <a:pt x="467" y="622"/>
                </a:cubicBezTo>
                <a:lnTo>
                  <a:pt x="0" y="622"/>
                </a:lnTo>
                <a:close/>
                <a:moveTo>
                  <a:pt x="1400" y="466"/>
                </a:moveTo>
                <a:cubicBezTo>
                  <a:pt x="1400" y="1400"/>
                  <a:pt x="1400" y="1400"/>
                  <a:pt x="1400" y="1400"/>
                </a:cubicBezTo>
                <a:cubicBezTo>
                  <a:pt x="1582" y="1323"/>
                  <a:pt x="1711" y="1143"/>
                  <a:pt x="1711" y="933"/>
                </a:cubicBezTo>
                <a:cubicBezTo>
                  <a:pt x="1711" y="723"/>
                  <a:pt x="1582" y="543"/>
                  <a:pt x="1400" y="4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43651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olume Mut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33538" cy="914400"/>
          </a:xfrm>
          <a:custGeom>
            <a:avLst/>
            <a:gdLst>
              <a:gd name="T0" fmla="*/ 0 w 2572"/>
              <a:gd name="T1" fmla="*/ 1470 h 4408"/>
              <a:gd name="T2" fmla="*/ 0 w 2572"/>
              <a:gd name="T3" fmla="*/ 2939 h 4408"/>
              <a:gd name="T4" fmla="*/ 1100 w 2572"/>
              <a:gd name="T5" fmla="*/ 2939 h 4408"/>
              <a:gd name="T6" fmla="*/ 2572 w 2572"/>
              <a:gd name="T7" fmla="*/ 4408 h 4408"/>
              <a:gd name="T8" fmla="*/ 2572 w 2572"/>
              <a:gd name="T9" fmla="*/ 0 h 4408"/>
              <a:gd name="T10" fmla="*/ 1100 w 2572"/>
              <a:gd name="T11" fmla="*/ 1470 h 4408"/>
              <a:gd name="T12" fmla="*/ 0 w 2572"/>
              <a:gd name="T13" fmla="*/ 1470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572" h="4408">
                <a:moveTo>
                  <a:pt x="0" y="1470"/>
                </a:moveTo>
                <a:lnTo>
                  <a:pt x="0" y="2939"/>
                </a:lnTo>
                <a:lnTo>
                  <a:pt x="1100" y="2939"/>
                </a:lnTo>
                <a:lnTo>
                  <a:pt x="2572" y="4408"/>
                </a:lnTo>
                <a:lnTo>
                  <a:pt x="2572" y="0"/>
                </a:lnTo>
                <a:lnTo>
                  <a:pt x="1100" y="1470"/>
                </a:lnTo>
                <a:lnTo>
                  <a:pt x="0" y="14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965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olume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575 w 2100"/>
              <a:gd name="T1" fmla="*/ 1050 h 2100"/>
              <a:gd name="T2" fmla="*/ 1283 w 2100"/>
              <a:gd name="T3" fmla="*/ 580 h 2100"/>
              <a:gd name="T4" fmla="*/ 1283 w 2100"/>
              <a:gd name="T5" fmla="*/ 838 h 2100"/>
              <a:gd name="T6" fmla="*/ 1569 w 2100"/>
              <a:gd name="T7" fmla="*/ 1123 h 2100"/>
              <a:gd name="T8" fmla="*/ 1575 w 2100"/>
              <a:gd name="T9" fmla="*/ 1050 h 2100"/>
              <a:gd name="T10" fmla="*/ 1867 w 2100"/>
              <a:gd name="T11" fmla="*/ 1050 h 2100"/>
              <a:gd name="T12" fmla="*/ 1804 w 2100"/>
              <a:gd name="T13" fmla="*/ 1358 h 2100"/>
              <a:gd name="T14" fmla="*/ 1980 w 2100"/>
              <a:gd name="T15" fmla="*/ 1534 h 2100"/>
              <a:gd name="T16" fmla="*/ 2100 w 2100"/>
              <a:gd name="T17" fmla="*/ 1050 h 2100"/>
              <a:gd name="T18" fmla="*/ 1283 w 2100"/>
              <a:gd name="T19" fmla="*/ 27 h 2100"/>
              <a:gd name="T20" fmla="*/ 1283 w 2100"/>
              <a:gd name="T21" fmla="*/ 267 h 2100"/>
              <a:gd name="T22" fmla="*/ 1867 w 2100"/>
              <a:gd name="T23" fmla="*/ 1050 h 2100"/>
              <a:gd name="T24" fmla="*/ 148 w 2100"/>
              <a:gd name="T25" fmla="*/ 0 h 2100"/>
              <a:gd name="T26" fmla="*/ 0 w 2100"/>
              <a:gd name="T27" fmla="*/ 148 h 2100"/>
              <a:gd name="T28" fmla="*/ 552 w 2100"/>
              <a:gd name="T29" fmla="*/ 700 h 2100"/>
              <a:gd name="T30" fmla="*/ 0 w 2100"/>
              <a:gd name="T31" fmla="*/ 700 h 2100"/>
              <a:gd name="T32" fmla="*/ 0 w 2100"/>
              <a:gd name="T33" fmla="*/ 1400 h 2100"/>
              <a:gd name="T34" fmla="*/ 467 w 2100"/>
              <a:gd name="T35" fmla="*/ 1400 h 2100"/>
              <a:gd name="T36" fmla="*/ 1050 w 2100"/>
              <a:gd name="T37" fmla="*/ 1983 h 2100"/>
              <a:gd name="T38" fmla="*/ 1050 w 2100"/>
              <a:gd name="T39" fmla="*/ 1198 h 2100"/>
              <a:gd name="T40" fmla="*/ 1546 w 2100"/>
              <a:gd name="T41" fmla="*/ 1694 h 2100"/>
              <a:gd name="T42" fmla="*/ 1283 w 2100"/>
              <a:gd name="T43" fmla="*/ 1832 h 2100"/>
              <a:gd name="T44" fmla="*/ 1283 w 2100"/>
              <a:gd name="T45" fmla="*/ 2072 h 2100"/>
              <a:gd name="T46" fmla="*/ 1714 w 2100"/>
              <a:gd name="T47" fmla="*/ 1861 h 2100"/>
              <a:gd name="T48" fmla="*/ 1952 w 2100"/>
              <a:gd name="T49" fmla="*/ 2100 h 2100"/>
              <a:gd name="T50" fmla="*/ 2100 w 2100"/>
              <a:gd name="T51" fmla="*/ 1952 h 2100"/>
              <a:gd name="T52" fmla="*/ 1050 w 2100"/>
              <a:gd name="T53" fmla="*/ 902 h 2100"/>
              <a:gd name="T54" fmla="*/ 148 w 2100"/>
              <a:gd name="T55" fmla="*/ 0 h 2100"/>
              <a:gd name="T56" fmla="*/ 1050 w 2100"/>
              <a:gd name="T57" fmla="*/ 117 h 2100"/>
              <a:gd name="T58" fmla="*/ 806 w 2100"/>
              <a:gd name="T59" fmla="*/ 360 h 2100"/>
              <a:gd name="T60" fmla="*/ 1050 w 2100"/>
              <a:gd name="T61" fmla="*/ 604 h 2100"/>
              <a:gd name="T62" fmla="*/ 1050 w 2100"/>
              <a:gd name="T63" fmla="*/ 11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0" h="2100">
                <a:moveTo>
                  <a:pt x="1575" y="1050"/>
                </a:moveTo>
                <a:cubicBezTo>
                  <a:pt x="1575" y="843"/>
                  <a:pt x="1456" y="666"/>
                  <a:pt x="1283" y="580"/>
                </a:cubicBezTo>
                <a:cubicBezTo>
                  <a:pt x="1283" y="838"/>
                  <a:pt x="1283" y="838"/>
                  <a:pt x="1283" y="838"/>
                </a:cubicBezTo>
                <a:cubicBezTo>
                  <a:pt x="1569" y="1123"/>
                  <a:pt x="1569" y="1123"/>
                  <a:pt x="1569" y="1123"/>
                </a:cubicBezTo>
                <a:cubicBezTo>
                  <a:pt x="1573" y="1100"/>
                  <a:pt x="1575" y="1076"/>
                  <a:pt x="1575" y="1050"/>
                </a:cubicBezTo>
                <a:close/>
                <a:moveTo>
                  <a:pt x="1867" y="1050"/>
                </a:moveTo>
                <a:cubicBezTo>
                  <a:pt x="1867" y="1160"/>
                  <a:pt x="1843" y="1262"/>
                  <a:pt x="1804" y="1358"/>
                </a:cubicBezTo>
                <a:cubicBezTo>
                  <a:pt x="1980" y="1534"/>
                  <a:pt x="1980" y="1534"/>
                  <a:pt x="1980" y="1534"/>
                </a:cubicBezTo>
                <a:cubicBezTo>
                  <a:pt x="2057" y="1390"/>
                  <a:pt x="2100" y="1225"/>
                  <a:pt x="2100" y="1050"/>
                </a:cubicBezTo>
                <a:cubicBezTo>
                  <a:pt x="2100" y="551"/>
                  <a:pt x="1751" y="133"/>
                  <a:pt x="1283" y="27"/>
                </a:cubicBezTo>
                <a:cubicBezTo>
                  <a:pt x="1283" y="267"/>
                  <a:pt x="1283" y="267"/>
                  <a:pt x="1283" y="267"/>
                </a:cubicBezTo>
                <a:cubicBezTo>
                  <a:pt x="1621" y="367"/>
                  <a:pt x="1867" y="680"/>
                  <a:pt x="1867" y="1050"/>
                </a:cubicBezTo>
                <a:close/>
                <a:moveTo>
                  <a:pt x="148" y="0"/>
                </a:moveTo>
                <a:cubicBezTo>
                  <a:pt x="0" y="148"/>
                  <a:pt x="0" y="148"/>
                  <a:pt x="0" y="148"/>
                </a:cubicBezTo>
                <a:cubicBezTo>
                  <a:pt x="552" y="700"/>
                  <a:pt x="552" y="700"/>
                  <a:pt x="552" y="700"/>
                </a:cubicBezTo>
                <a:cubicBezTo>
                  <a:pt x="0" y="700"/>
                  <a:pt x="0" y="700"/>
                  <a:pt x="0" y="700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467" y="1400"/>
                  <a:pt x="467" y="1400"/>
                  <a:pt x="467" y="1400"/>
                </a:cubicBezTo>
                <a:cubicBezTo>
                  <a:pt x="1050" y="1983"/>
                  <a:pt x="1050" y="1983"/>
                  <a:pt x="1050" y="1983"/>
                </a:cubicBezTo>
                <a:cubicBezTo>
                  <a:pt x="1050" y="1198"/>
                  <a:pt x="1050" y="1198"/>
                  <a:pt x="1050" y="1198"/>
                </a:cubicBezTo>
                <a:cubicBezTo>
                  <a:pt x="1546" y="1694"/>
                  <a:pt x="1546" y="1694"/>
                  <a:pt x="1546" y="1694"/>
                </a:cubicBezTo>
                <a:cubicBezTo>
                  <a:pt x="1468" y="1755"/>
                  <a:pt x="1380" y="1803"/>
                  <a:pt x="1283" y="1832"/>
                </a:cubicBezTo>
                <a:cubicBezTo>
                  <a:pt x="1283" y="2072"/>
                  <a:pt x="1283" y="2072"/>
                  <a:pt x="1283" y="2072"/>
                </a:cubicBezTo>
                <a:cubicBezTo>
                  <a:pt x="1444" y="2036"/>
                  <a:pt x="1590" y="1961"/>
                  <a:pt x="1714" y="1861"/>
                </a:cubicBezTo>
                <a:cubicBezTo>
                  <a:pt x="1952" y="2100"/>
                  <a:pt x="1952" y="2100"/>
                  <a:pt x="1952" y="2100"/>
                </a:cubicBezTo>
                <a:cubicBezTo>
                  <a:pt x="2100" y="1952"/>
                  <a:pt x="2100" y="1952"/>
                  <a:pt x="2100" y="1952"/>
                </a:cubicBezTo>
                <a:cubicBezTo>
                  <a:pt x="1050" y="902"/>
                  <a:pt x="1050" y="902"/>
                  <a:pt x="1050" y="902"/>
                </a:cubicBezTo>
                <a:lnTo>
                  <a:pt x="148" y="0"/>
                </a:lnTo>
                <a:close/>
                <a:moveTo>
                  <a:pt x="1050" y="117"/>
                </a:moveTo>
                <a:cubicBezTo>
                  <a:pt x="806" y="360"/>
                  <a:pt x="806" y="360"/>
                  <a:pt x="806" y="360"/>
                </a:cubicBezTo>
                <a:cubicBezTo>
                  <a:pt x="1050" y="604"/>
                  <a:pt x="1050" y="604"/>
                  <a:pt x="1050" y="604"/>
                </a:cubicBezTo>
                <a:lnTo>
                  <a:pt x="1050" y="1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65394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olume U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82662"/>
          </a:xfrm>
          <a:custGeom>
            <a:avLst/>
            <a:gdLst>
              <a:gd name="T0" fmla="*/ 1679 w 2256"/>
              <a:gd name="T1" fmla="*/ 1089 h 2178"/>
              <a:gd name="T2" fmla="*/ 1400 w 2256"/>
              <a:gd name="T3" fmla="*/ 622 h 2178"/>
              <a:gd name="T4" fmla="*/ 1400 w 2256"/>
              <a:gd name="T5" fmla="*/ 1556 h 2178"/>
              <a:gd name="T6" fmla="*/ 1679 w 2256"/>
              <a:gd name="T7" fmla="*/ 1089 h 2178"/>
              <a:gd name="T8" fmla="*/ 0 w 2256"/>
              <a:gd name="T9" fmla="*/ 778 h 2178"/>
              <a:gd name="T10" fmla="*/ 0 w 2256"/>
              <a:gd name="T11" fmla="*/ 1400 h 2178"/>
              <a:gd name="T12" fmla="*/ 467 w 2256"/>
              <a:gd name="T13" fmla="*/ 1400 h 2178"/>
              <a:gd name="T14" fmla="*/ 1089 w 2256"/>
              <a:gd name="T15" fmla="*/ 2022 h 2178"/>
              <a:gd name="T16" fmla="*/ 1089 w 2256"/>
              <a:gd name="T17" fmla="*/ 156 h 2178"/>
              <a:gd name="T18" fmla="*/ 467 w 2256"/>
              <a:gd name="T19" fmla="*/ 778 h 2178"/>
              <a:gd name="T20" fmla="*/ 0 w 2256"/>
              <a:gd name="T21" fmla="*/ 778 h 2178"/>
              <a:gd name="T22" fmla="*/ 1400 w 2256"/>
              <a:gd name="T23" fmla="*/ 0 h 2178"/>
              <a:gd name="T24" fmla="*/ 1400 w 2256"/>
              <a:gd name="T25" fmla="*/ 233 h 2178"/>
              <a:gd name="T26" fmla="*/ 2022 w 2256"/>
              <a:gd name="T27" fmla="*/ 1089 h 2178"/>
              <a:gd name="T28" fmla="*/ 1400 w 2256"/>
              <a:gd name="T29" fmla="*/ 1945 h 2178"/>
              <a:gd name="T30" fmla="*/ 1400 w 2256"/>
              <a:gd name="T31" fmla="*/ 2178 h 2178"/>
              <a:gd name="T32" fmla="*/ 2256 w 2256"/>
              <a:gd name="T33" fmla="*/ 1089 h 2178"/>
              <a:gd name="T34" fmla="*/ 1400 w 2256"/>
              <a:gd name="T35" fmla="*/ 0 h 2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256" h="2178">
                <a:moveTo>
                  <a:pt x="1679" y="1089"/>
                </a:moveTo>
                <a:cubicBezTo>
                  <a:pt x="1679" y="887"/>
                  <a:pt x="1567" y="713"/>
                  <a:pt x="1400" y="622"/>
                </a:cubicBezTo>
                <a:cubicBezTo>
                  <a:pt x="1400" y="1556"/>
                  <a:pt x="1400" y="1556"/>
                  <a:pt x="1400" y="1556"/>
                </a:cubicBezTo>
                <a:cubicBezTo>
                  <a:pt x="1565" y="1465"/>
                  <a:pt x="1679" y="1291"/>
                  <a:pt x="1679" y="1089"/>
                </a:cubicBezTo>
                <a:close/>
                <a:moveTo>
                  <a:pt x="0" y="778"/>
                </a:moveTo>
                <a:cubicBezTo>
                  <a:pt x="0" y="1400"/>
                  <a:pt x="0" y="1400"/>
                  <a:pt x="0" y="1400"/>
                </a:cubicBezTo>
                <a:cubicBezTo>
                  <a:pt x="467" y="1400"/>
                  <a:pt x="467" y="1400"/>
                  <a:pt x="467" y="1400"/>
                </a:cubicBezTo>
                <a:cubicBezTo>
                  <a:pt x="1089" y="2022"/>
                  <a:pt x="1089" y="2022"/>
                  <a:pt x="1089" y="2022"/>
                </a:cubicBezTo>
                <a:cubicBezTo>
                  <a:pt x="1089" y="156"/>
                  <a:pt x="1089" y="156"/>
                  <a:pt x="1089" y="156"/>
                </a:cubicBezTo>
                <a:cubicBezTo>
                  <a:pt x="467" y="778"/>
                  <a:pt x="467" y="778"/>
                  <a:pt x="467" y="778"/>
                </a:cubicBezTo>
                <a:lnTo>
                  <a:pt x="0" y="778"/>
                </a:lnTo>
                <a:close/>
                <a:moveTo>
                  <a:pt x="1400" y="0"/>
                </a:moveTo>
                <a:cubicBezTo>
                  <a:pt x="1400" y="233"/>
                  <a:pt x="1400" y="233"/>
                  <a:pt x="1400" y="233"/>
                </a:cubicBezTo>
                <a:cubicBezTo>
                  <a:pt x="1761" y="349"/>
                  <a:pt x="2022" y="689"/>
                  <a:pt x="2022" y="1089"/>
                </a:cubicBezTo>
                <a:cubicBezTo>
                  <a:pt x="2022" y="1489"/>
                  <a:pt x="1761" y="1829"/>
                  <a:pt x="1400" y="1945"/>
                </a:cubicBezTo>
                <a:cubicBezTo>
                  <a:pt x="1400" y="2178"/>
                  <a:pt x="1400" y="2178"/>
                  <a:pt x="1400" y="2178"/>
                </a:cubicBezTo>
                <a:cubicBezTo>
                  <a:pt x="1890" y="2057"/>
                  <a:pt x="2256" y="1618"/>
                  <a:pt x="2256" y="1089"/>
                </a:cubicBezTo>
                <a:cubicBezTo>
                  <a:pt x="2256" y="560"/>
                  <a:pt x="1890" y="121"/>
                  <a:pt x="14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34578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eb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0 h 1866"/>
              <a:gd name="T2" fmla="*/ 234 w 2334"/>
              <a:gd name="T3" fmla="*/ 0 h 1866"/>
              <a:gd name="T4" fmla="*/ 1 w 2334"/>
              <a:gd name="T5" fmla="*/ 233 h 1866"/>
              <a:gd name="T6" fmla="*/ 0 w 2334"/>
              <a:gd name="T7" fmla="*/ 1633 h 1866"/>
              <a:gd name="T8" fmla="*/ 234 w 2334"/>
              <a:gd name="T9" fmla="*/ 1866 h 1866"/>
              <a:gd name="T10" fmla="*/ 2100 w 2334"/>
              <a:gd name="T11" fmla="*/ 1866 h 1866"/>
              <a:gd name="T12" fmla="*/ 2334 w 2334"/>
              <a:gd name="T13" fmla="*/ 1633 h 1866"/>
              <a:gd name="T14" fmla="*/ 2334 w 2334"/>
              <a:gd name="T15" fmla="*/ 233 h 1866"/>
              <a:gd name="T16" fmla="*/ 2100 w 2334"/>
              <a:gd name="T17" fmla="*/ 0 h 1866"/>
              <a:gd name="T18" fmla="*/ 1517 w 2334"/>
              <a:gd name="T19" fmla="*/ 1633 h 1866"/>
              <a:gd name="T20" fmla="*/ 234 w 2334"/>
              <a:gd name="T21" fmla="*/ 1633 h 1866"/>
              <a:gd name="T22" fmla="*/ 234 w 2334"/>
              <a:gd name="T23" fmla="*/ 1166 h 1866"/>
              <a:gd name="T24" fmla="*/ 1517 w 2334"/>
              <a:gd name="T25" fmla="*/ 1166 h 1866"/>
              <a:gd name="T26" fmla="*/ 1517 w 2334"/>
              <a:gd name="T27" fmla="*/ 1633 h 1866"/>
              <a:gd name="T28" fmla="*/ 1517 w 2334"/>
              <a:gd name="T29" fmla="*/ 1050 h 1866"/>
              <a:gd name="T30" fmla="*/ 234 w 2334"/>
              <a:gd name="T31" fmla="*/ 1050 h 1866"/>
              <a:gd name="T32" fmla="*/ 234 w 2334"/>
              <a:gd name="T33" fmla="*/ 583 h 1866"/>
              <a:gd name="T34" fmla="*/ 1517 w 2334"/>
              <a:gd name="T35" fmla="*/ 583 h 1866"/>
              <a:gd name="T36" fmla="*/ 1517 w 2334"/>
              <a:gd name="T37" fmla="*/ 1050 h 1866"/>
              <a:gd name="T38" fmla="*/ 2100 w 2334"/>
              <a:gd name="T39" fmla="*/ 1633 h 1866"/>
              <a:gd name="T40" fmla="*/ 1634 w 2334"/>
              <a:gd name="T41" fmla="*/ 1633 h 1866"/>
              <a:gd name="T42" fmla="*/ 1634 w 2334"/>
              <a:gd name="T43" fmla="*/ 583 h 1866"/>
              <a:gd name="T44" fmla="*/ 2100 w 2334"/>
              <a:gd name="T45" fmla="*/ 583 h 1866"/>
              <a:gd name="T46" fmla="*/ 2100 w 2334"/>
              <a:gd name="T47" fmla="*/ 163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4" h="1866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233"/>
                  <a:pt x="2334" y="233"/>
                  <a:pt x="2334" y="233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517" y="1633"/>
                </a:moveTo>
                <a:cubicBezTo>
                  <a:pt x="234" y="1633"/>
                  <a:pt x="234" y="1633"/>
                  <a:pt x="234" y="1633"/>
                </a:cubicBezTo>
                <a:cubicBezTo>
                  <a:pt x="234" y="1166"/>
                  <a:pt x="234" y="1166"/>
                  <a:pt x="234" y="1166"/>
                </a:cubicBezTo>
                <a:cubicBezTo>
                  <a:pt x="1517" y="1166"/>
                  <a:pt x="1517" y="1166"/>
                  <a:pt x="1517" y="1166"/>
                </a:cubicBezTo>
                <a:lnTo>
                  <a:pt x="1517" y="1633"/>
                </a:lnTo>
                <a:close/>
                <a:moveTo>
                  <a:pt x="1517" y="1050"/>
                </a:moveTo>
                <a:cubicBezTo>
                  <a:pt x="234" y="1050"/>
                  <a:pt x="234" y="1050"/>
                  <a:pt x="234" y="1050"/>
                </a:cubicBezTo>
                <a:cubicBezTo>
                  <a:pt x="234" y="583"/>
                  <a:pt x="234" y="583"/>
                  <a:pt x="234" y="583"/>
                </a:cubicBezTo>
                <a:cubicBezTo>
                  <a:pt x="1517" y="583"/>
                  <a:pt x="1517" y="583"/>
                  <a:pt x="1517" y="583"/>
                </a:cubicBezTo>
                <a:lnTo>
                  <a:pt x="1517" y="1050"/>
                </a:lnTo>
                <a:close/>
                <a:moveTo>
                  <a:pt x="2100" y="1633"/>
                </a:moveTo>
                <a:cubicBezTo>
                  <a:pt x="1634" y="1633"/>
                  <a:pt x="1634" y="1633"/>
                  <a:pt x="1634" y="1633"/>
                </a:cubicBezTo>
                <a:cubicBezTo>
                  <a:pt x="1634" y="583"/>
                  <a:pt x="1634" y="583"/>
                  <a:pt x="1634" y="583"/>
                </a:cubicBezTo>
                <a:cubicBezTo>
                  <a:pt x="2100" y="583"/>
                  <a:pt x="2100" y="583"/>
                  <a:pt x="2100" y="583"/>
                </a:cubicBezTo>
                <a:lnTo>
                  <a:pt x="2100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40444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eb Asse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2472"/>
          </a:xfrm>
          <a:custGeom>
            <a:avLst/>
            <a:gdLst>
              <a:gd name="T0" fmla="*/ 1867 w 2100"/>
              <a:gd name="T1" fmla="*/ 0 h 1866"/>
              <a:gd name="T2" fmla="*/ 233 w 2100"/>
              <a:gd name="T3" fmla="*/ 0 h 1866"/>
              <a:gd name="T4" fmla="*/ 0 w 2100"/>
              <a:gd name="T5" fmla="*/ 233 h 1866"/>
              <a:gd name="T6" fmla="*/ 0 w 2100"/>
              <a:gd name="T7" fmla="*/ 1633 h 1866"/>
              <a:gd name="T8" fmla="*/ 233 w 2100"/>
              <a:gd name="T9" fmla="*/ 1866 h 1866"/>
              <a:gd name="T10" fmla="*/ 1867 w 2100"/>
              <a:gd name="T11" fmla="*/ 1866 h 1866"/>
              <a:gd name="T12" fmla="*/ 2100 w 2100"/>
              <a:gd name="T13" fmla="*/ 1633 h 1866"/>
              <a:gd name="T14" fmla="*/ 2100 w 2100"/>
              <a:gd name="T15" fmla="*/ 233 h 1866"/>
              <a:gd name="T16" fmla="*/ 1867 w 2100"/>
              <a:gd name="T17" fmla="*/ 0 h 1866"/>
              <a:gd name="T18" fmla="*/ 1867 w 2100"/>
              <a:gd name="T19" fmla="*/ 1633 h 1866"/>
              <a:gd name="T20" fmla="*/ 233 w 2100"/>
              <a:gd name="T21" fmla="*/ 1633 h 1866"/>
              <a:gd name="T22" fmla="*/ 233 w 2100"/>
              <a:gd name="T23" fmla="*/ 466 h 1866"/>
              <a:gd name="T24" fmla="*/ 1867 w 2100"/>
              <a:gd name="T25" fmla="*/ 466 h 1866"/>
              <a:gd name="T26" fmla="*/ 1867 w 2100"/>
              <a:gd name="T27" fmla="*/ 163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00" h="1866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5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4" y="1866"/>
                  <a:pt x="233" y="1866"/>
                </a:cubicBezTo>
                <a:cubicBezTo>
                  <a:pt x="1867" y="1866"/>
                  <a:pt x="1867" y="1866"/>
                  <a:pt x="1867" y="1866"/>
                </a:cubicBezTo>
                <a:cubicBezTo>
                  <a:pt x="1995" y="1866"/>
                  <a:pt x="2100" y="1761"/>
                  <a:pt x="2100" y="1633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6" y="0"/>
                  <a:pt x="1867" y="0"/>
                </a:cubicBezTo>
                <a:close/>
                <a:moveTo>
                  <a:pt x="1867" y="1633"/>
                </a:moveTo>
                <a:cubicBezTo>
                  <a:pt x="233" y="1633"/>
                  <a:pt x="233" y="1633"/>
                  <a:pt x="233" y="1633"/>
                </a:cubicBezTo>
                <a:cubicBezTo>
                  <a:pt x="233" y="466"/>
                  <a:pt x="233" y="466"/>
                  <a:pt x="233" y="466"/>
                </a:cubicBezTo>
                <a:cubicBezTo>
                  <a:pt x="1867" y="466"/>
                  <a:pt x="1867" y="466"/>
                  <a:pt x="1867" y="466"/>
                </a:cubicBezTo>
                <a:lnTo>
                  <a:pt x="1867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558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usines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695"/>
          </a:xfrm>
          <a:custGeom>
            <a:avLst/>
            <a:gdLst>
              <a:gd name="T0" fmla="*/ 2757 w 5514"/>
              <a:gd name="T1" fmla="*/ 0 h 4961"/>
              <a:gd name="T2" fmla="*/ 0 w 5514"/>
              <a:gd name="T3" fmla="*/ 4961 h 4961"/>
              <a:gd name="T4" fmla="*/ 5514 w 5514"/>
              <a:gd name="T5" fmla="*/ 1103 h 4961"/>
              <a:gd name="T6" fmla="*/ 1103 w 5514"/>
              <a:gd name="T7" fmla="*/ 4410 h 4961"/>
              <a:gd name="T8" fmla="*/ 553 w 5514"/>
              <a:gd name="T9" fmla="*/ 3857 h 4961"/>
              <a:gd name="T10" fmla="*/ 1103 w 5514"/>
              <a:gd name="T11" fmla="*/ 4410 h 4961"/>
              <a:gd name="T12" fmla="*/ 553 w 5514"/>
              <a:gd name="T13" fmla="*/ 3307 h 4961"/>
              <a:gd name="T14" fmla="*/ 1103 w 5514"/>
              <a:gd name="T15" fmla="*/ 2757 h 4961"/>
              <a:gd name="T16" fmla="*/ 1103 w 5514"/>
              <a:gd name="T17" fmla="*/ 2204 h 4961"/>
              <a:gd name="T18" fmla="*/ 553 w 5514"/>
              <a:gd name="T19" fmla="*/ 1653 h 4961"/>
              <a:gd name="T20" fmla="*/ 1103 w 5514"/>
              <a:gd name="T21" fmla="*/ 2204 h 4961"/>
              <a:gd name="T22" fmla="*/ 553 w 5514"/>
              <a:gd name="T23" fmla="*/ 1103 h 4961"/>
              <a:gd name="T24" fmla="*/ 1103 w 5514"/>
              <a:gd name="T25" fmla="*/ 550 h 4961"/>
              <a:gd name="T26" fmla="*/ 2206 w 5514"/>
              <a:gd name="T27" fmla="*/ 4410 h 4961"/>
              <a:gd name="T28" fmla="*/ 1654 w 5514"/>
              <a:gd name="T29" fmla="*/ 3857 h 4961"/>
              <a:gd name="T30" fmla="*/ 2206 w 5514"/>
              <a:gd name="T31" fmla="*/ 4410 h 4961"/>
              <a:gd name="T32" fmla="*/ 1654 w 5514"/>
              <a:gd name="T33" fmla="*/ 3307 h 4961"/>
              <a:gd name="T34" fmla="*/ 2206 w 5514"/>
              <a:gd name="T35" fmla="*/ 2757 h 4961"/>
              <a:gd name="T36" fmla="*/ 2206 w 5514"/>
              <a:gd name="T37" fmla="*/ 2204 h 4961"/>
              <a:gd name="T38" fmla="*/ 1654 w 5514"/>
              <a:gd name="T39" fmla="*/ 1653 h 4961"/>
              <a:gd name="T40" fmla="*/ 2206 w 5514"/>
              <a:gd name="T41" fmla="*/ 2204 h 4961"/>
              <a:gd name="T42" fmla="*/ 1654 w 5514"/>
              <a:gd name="T43" fmla="*/ 1103 h 4961"/>
              <a:gd name="T44" fmla="*/ 2206 w 5514"/>
              <a:gd name="T45" fmla="*/ 550 h 4961"/>
              <a:gd name="T46" fmla="*/ 4961 w 5514"/>
              <a:gd name="T47" fmla="*/ 4410 h 4961"/>
              <a:gd name="T48" fmla="*/ 2757 w 5514"/>
              <a:gd name="T49" fmla="*/ 3857 h 4961"/>
              <a:gd name="T50" fmla="*/ 3307 w 5514"/>
              <a:gd name="T51" fmla="*/ 3307 h 4961"/>
              <a:gd name="T52" fmla="*/ 2757 w 5514"/>
              <a:gd name="T53" fmla="*/ 2757 h 4961"/>
              <a:gd name="T54" fmla="*/ 3307 w 5514"/>
              <a:gd name="T55" fmla="*/ 2204 h 4961"/>
              <a:gd name="T56" fmla="*/ 2757 w 5514"/>
              <a:gd name="T57" fmla="*/ 1653 h 4961"/>
              <a:gd name="T58" fmla="*/ 4961 w 5514"/>
              <a:gd name="T59" fmla="*/ 4410 h 4961"/>
              <a:gd name="T60" fmla="*/ 3860 w 5514"/>
              <a:gd name="T61" fmla="*/ 2204 h 4961"/>
              <a:gd name="T62" fmla="*/ 4410 w 5514"/>
              <a:gd name="T63" fmla="*/ 2757 h 4961"/>
              <a:gd name="T64" fmla="*/ 4410 w 5514"/>
              <a:gd name="T65" fmla="*/ 3307 h 4961"/>
              <a:gd name="T66" fmla="*/ 3860 w 5514"/>
              <a:gd name="T67" fmla="*/ 3857 h 4961"/>
              <a:gd name="T68" fmla="*/ 4410 w 5514"/>
              <a:gd name="T69" fmla="*/ 3307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514" h="4961">
                <a:moveTo>
                  <a:pt x="2757" y="1103"/>
                </a:moveTo>
                <a:lnTo>
                  <a:pt x="2757" y="0"/>
                </a:lnTo>
                <a:lnTo>
                  <a:pt x="0" y="0"/>
                </a:lnTo>
                <a:lnTo>
                  <a:pt x="0" y="4961"/>
                </a:lnTo>
                <a:lnTo>
                  <a:pt x="5514" y="4961"/>
                </a:lnTo>
                <a:lnTo>
                  <a:pt x="5514" y="1103"/>
                </a:lnTo>
                <a:lnTo>
                  <a:pt x="2757" y="1103"/>
                </a:lnTo>
                <a:close/>
                <a:moveTo>
                  <a:pt x="1103" y="4410"/>
                </a:moveTo>
                <a:lnTo>
                  <a:pt x="553" y="4410"/>
                </a:lnTo>
                <a:lnTo>
                  <a:pt x="553" y="3857"/>
                </a:lnTo>
                <a:lnTo>
                  <a:pt x="1103" y="3857"/>
                </a:lnTo>
                <a:lnTo>
                  <a:pt x="1103" y="4410"/>
                </a:lnTo>
                <a:close/>
                <a:moveTo>
                  <a:pt x="1103" y="3307"/>
                </a:moveTo>
                <a:lnTo>
                  <a:pt x="553" y="3307"/>
                </a:lnTo>
                <a:lnTo>
                  <a:pt x="553" y="2757"/>
                </a:lnTo>
                <a:lnTo>
                  <a:pt x="1103" y="2757"/>
                </a:lnTo>
                <a:lnTo>
                  <a:pt x="1103" y="3307"/>
                </a:lnTo>
                <a:close/>
                <a:moveTo>
                  <a:pt x="1103" y="2204"/>
                </a:moveTo>
                <a:lnTo>
                  <a:pt x="553" y="2204"/>
                </a:lnTo>
                <a:lnTo>
                  <a:pt x="553" y="1653"/>
                </a:lnTo>
                <a:lnTo>
                  <a:pt x="1103" y="1653"/>
                </a:lnTo>
                <a:lnTo>
                  <a:pt x="1103" y="2204"/>
                </a:lnTo>
                <a:close/>
                <a:moveTo>
                  <a:pt x="1103" y="1103"/>
                </a:moveTo>
                <a:lnTo>
                  <a:pt x="553" y="1103"/>
                </a:lnTo>
                <a:lnTo>
                  <a:pt x="553" y="550"/>
                </a:lnTo>
                <a:lnTo>
                  <a:pt x="1103" y="550"/>
                </a:lnTo>
                <a:lnTo>
                  <a:pt x="1103" y="1103"/>
                </a:lnTo>
                <a:close/>
                <a:moveTo>
                  <a:pt x="2206" y="4410"/>
                </a:moveTo>
                <a:lnTo>
                  <a:pt x="1654" y="4410"/>
                </a:lnTo>
                <a:lnTo>
                  <a:pt x="1654" y="3857"/>
                </a:lnTo>
                <a:lnTo>
                  <a:pt x="2206" y="3857"/>
                </a:lnTo>
                <a:lnTo>
                  <a:pt x="2206" y="4410"/>
                </a:lnTo>
                <a:close/>
                <a:moveTo>
                  <a:pt x="2206" y="3307"/>
                </a:moveTo>
                <a:lnTo>
                  <a:pt x="1654" y="3307"/>
                </a:lnTo>
                <a:lnTo>
                  <a:pt x="1654" y="2757"/>
                </a:lnTo>
                <a:lnTo>
                  <a:pt x="2206" y="2757"/>
                </a:lnTo>
                <a:lnTo>
                  <a:pt x="2206" y="3307"/>
                </a:lnTo>
                <a:close/>
                <a:moveTo>
                  <a:pt x="2206" y="2204"/>
                </a:moveTo>
                <a:lnTo>
                  <a:pt x="1654" y="2204"/>
                </a:lnTo>
                <a:lnTo>
                  <a:pt x="1654" y="1653"/>
                </a:lnTo>
                <a:lnTo>
                  <a:pt x="2206" y="1653"/>
                </a:lnTo>
                <a:lnTo>
                  <a:pt x="2206" y="2204"/>
                </a:lnTo>
                <a:close/>
                <a:moveTo>
                  <a:pt x="2206" y="1103"/>
                </a:moveTo>
                <a:lnTo>
                  <a:pt x="1654" y="1103"/>
                </a:lnTo>
                <a:lnTo>
                  <a:pt x="1654" y="550"/>
                </a:lnTo>
                <a:lnTo>
                  <a:pt x="2206" y="550"/>
                </a:lnTo>
                <a:lnTo>
                  <a:pt x="2206" y="1103"/>
                </a:lnTo>
                <a:close/>
                <a:moveTo>
                  <a:pt x="4961" y="4410"/>
                </a:moveTo>
                <a:lnTo>
                  <a:pt x="2757" y="4410"/>
                </a:lnTo>
                <a:lnTo>
                  <a:pt x="2757" y="3857"/>
                </a:lnTo>
                <a:lnTo>
                  <a:pt x="3307" y="3857"/>
                </a:lnTo>
                <a:lnTo>
                  <a:pt x="3307" y="3307"/>
                </a:lnTo>
                <a:lnTo>
                  <a:pt x="2757" y="3307"/>
                </a:lnTo>
                <a:lnTo>
                  <a:pt x="2757" y="2757"/>
                </a:lnTo>
                <a:lnTo>
                  <a:pt x="3307" y="2757"/>
                </a:lnTo>
                <a:lnTo>
                  <a:pt x="3307" y="2204"/>
                </a:lnTo>
                <a:lnTo>
                  <a:pt x="2757" y="2204"/>
                </a:lnTo>
                <a:lnTo>
                  <a:pt x="2757" y="1653"/>
                </a:lnTo>
                <a:lnTo>
                  <a:pt x="4961" y="1653"/>
                </a:lnTo>
                <a:lnTo>
                  <a:pt x="4961" y="4410"/>
                </a:lnTo>
                <a:close/>
                <a:moveTo>
                  <a:pt x="4410" y="2204"/>
                </a:moveTo>
                <a:lnTo>
                  <a:pt x="3860" y="2204"/>
                </a:lnTo>
                <a:lnTo>
                  <a:pt x="3860" y="2757"/>
                </a:lnTo>
                <a:lnTo>
                  <a:pt x="4410" y="2757"/>
                </a:lnTo>
                <a:lnTo>
                  <a:pt x="4410" y="2204"/>
                </a:lnTo>
                <a:close/>
                <a:moveTo>
                  <a:pt x="4410" y="3307"/>
                </a:moveTo>
                <a:lnTo>
                  <a:pt x="3860" y="3307"/>
                </a:lnTo>
                <a:lnTo>
                  <a:pt x="3860" y="3857"/>
                </a:lnTo>
                <a:lnTo>
                  <a:pt x="4410" y="3857"/>
                </a:lnTo>
                <a:lnTo>
                  <a:pt x="4410" y="33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01897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22 w 2100"/>
              <a:gd name="T1" fmla="*/ 909 h 2100"/>
              <a:gd name="T2" fmla="*/ 1191 w 2100"/>
              <a:gd name="T3" fmla="*/ 1678 h 2100"/>
              <a:gd name="T4" fmla="*/ 1448 w 2100"/>
              <a:gd name="T5" fmla="*/ 1421 h 2100"/>
              <a:gd name="T6" fmla="*/ 1567 w 2100"/>
              <a:gd name="T7" fmla="*/ 1393 h 2100"/>
              <a:gd name="T8" fmla="*/ 1983 w 2100"/>
              <a:gd name="T9" fmla="*/ 1459 h 2100"/>
              <a:gd name="T10" fmla="*/ 2100 w 2100"/>
              <a:gd name="T11" fmla="*/ 1576 h 2100"/>
              <a:gd name="T12" fmla="*/ 2100 w 2100"/>
              <a:gd name="T13" fmla="*/ 1983 h 2100"/>
              <a:gd name="T14" fmla="*/ 1983 w 2100"/>
              <a:gd name="T15" fmla="*/ 2100 h 2100"/>
              <a:gd name="T16" fmla="*/ 0 w 2100"/>
              <a:gd name="T17" fmla="*/ 117 h 2100"/>
              <a:gd name="T18" fmla="*/ 117 w 2100"/>
              <a:gd name="T19" fmla="*/ 0 h 2100"/>
              <a:gd name="T20" fmla="*/ 525 w 2100"/>
              <a:gd name="T21" fmla="*/ 0 h 2100"/>
              <a:gd name="T22" fmla="*/ 642 w 2100"/>
              <a:gd name="T23" fmla="*/ 117 h 2100"/>
              <a:gd name="T24" fmla="*/ 708 w 2100"/>
              <a:gd name="T25" fmla="*/ 533 h 2100"/>
              <a:gd name="T26" fmla="*/ 679 w 2100"/>
              <a:gd name="T27" fmla="*/ 652 h 2100"/>
              <a:gd name="T28" fmla="*/ 422 w 2100"/>
              <a:gd name="T29" fmla="*/ 909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100" h="2100">
                <a:moveTo>
                  <a:pt x="422" y="909"/>
                </a:moveTo>
                <a:cubicBezTo>
                  <a:pt x="590" y="1239"/>
                  <a:pt x="861" y="1508"/>
                  <a:pt x="1191" y="1678"/>
                </a:cubicBezTo>
                <a:cubicBezTo>
                  <a:pt x="1448" y="1421"/>
                  <a:pt x="1448" y="1421"/>
                  <a:pt x="1448" y="1421"/>
                </a:cubicBezTo>
                <a:cubicBezTo>
                  <a:pt x="1479" y="1390"/>
                  <a:pt x="1526" y="1379"/>
                  <a:pt x="1567" y="1393"/>
                </a:cubicBezTo>
                <a:cubicBezTo>
                  <a:pt x="1697" y="1436"/>
                  <a:pt x="1839" y="1459"/>
                  <a:pt x="1983" y="1459"/>
                </a:cubicBezTo>
                <a:cubicBezTo>
                  <a:pt x="2047" y="1459"/>
                  <a:pt x="2100" y="1512"/>
                  <a:pt x="2100" y="1576"/>
                </a:cubicBezTo>
                <a:cubicBezTo>
                  <a:pt x="2100" y="1983"/>
                  <a:pt x="2100" y="1983"/>
                  <a:pt x="2100" y="1983"/>
                </a:cubicBezTo>
                <a:cubicBezTo>
                  <a:pt x="2100" y="2047"/>
                  <a:pt x="2047" y="2100"/>
                  <a:pt x="1983" y="2100"/>
                </a:cubicBezTo>
                <a:cubicBezTo>
                  <a:pt x="888" y="2100"/>
                  <a:pt x="0" y="1212"/>
                  <a:pt x="0" y="117"/>
                </a:cubicBezTo>
                <a:cubicBezTo>
                  <a:pt x="0" y="53"/>
                  <a:pt x="53" y="0"/>
                  <a:pt x="117" y="0"/>
                </a:cubicBezTo>
                <a:cubicBezTo>
                  <a:pt x="525" y="0"/>
                  <a:pt x="525" y="0"/>
                  <a:pt x="525" y="0"/>
                </a:cubicBezTo>
                <a:cubicBezTo>
                  <a:pt x="589" y="0"/>
                  <a:pt x="642" y="53"/>
                  <a:pt x="642" y="117"/>
                </a:cubicBezTo>
                <a:cubicBezTo>
                  <a:pt x="642" y="262"/>
                  <a:pt x="665" y="403"/>
                  <a:pt x="708" y="533"/>
                </a:cubicBezTo>
                <a:cubicBezTo>
                  <a:pt x="721" y="574"/>
                  <a:pt x="712" y="620"/>
                  <a:pt x="679" y="652"/>
                </a:cubicBezTo>
                <a:lnTo>
                  <a:pt x="422" y="9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86357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 End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337335"/>
          </a:xfrm>
          <a:custGeom>
            <a:avLst/>
            <a:gdLst>
              <a:gd name="T0" fmla="*/ 1400 w 2800"/>
              <a:gd name="T1" fmla="*/ 233 h 1033"/>
              <a:gd name="T2" fmla="*/ 863 w 2800"/>
              <a:gd name="T3" fmla="*/ 317 h 1033"/>
              <a:gd name="T4" fmla="*/ 863 w 2800"/>
              <a:gd name="T5" fmla="*/ 679 h 1033"/>
              <a:gd name="T6" fmla="*/ 798 w 2800"/>
              <a:gd name="T7" fmla="*/ 784 h 1033"/>
              <a:gd name="T8" fmla="*/ 488 w 2800"/>
              <a:gd name="T9" fmla="*/ 1000 h 1033"/>
              <a:gd name="T10" fmla="*/ 406 w 2800"/>
              <a:gd name="T11" fmla="*/ 1032 h 1033"/>
              <a:gd name="T12" fmla="*/ 323 w 2800"/>
              <a:gd name="T13" fmla="*/ 998 h 1033"/>
              <a:gd name="T14" fmla="*/ 34 w 2800"/>
              <a:gd name="T15" fmla="*/ 709 h 1033"/>
              <a:gd name="T16" fmla="*/ 0 w 2800"/>
              <a:gd name="T17" fmla="*/ 627 h 1033"/>
              <a:gd name="T18" fmla="*/ 34 w 2800"/>
              <a:gd name="T19" fmla="*/ 544 h 1033"/>
              <a:gd name="T20" fmla="*/ 1400 w 2800"/>
              <a:gd name="T21" fmla="*/ 0 h 1033"/>
              <a:gd name="T22" fmla="*/ 2766 w 2800"/>
              <a:gd name="T23" fmla="*/ 544 h 1033"/>
              <a:gd name="T24" fmla="*/ 2800 w 2800"/>
              <a:gd name="T25" fmla="*/ 627 h 1033"/>
              <a:gd name="T26" fmla="*/ 2766 w 2800"/>
              <a:gd name="T27" fmla="*/ 710 h 1033"/>
              <a:gd name="T28" fmla="*/ 2477 w 2800"/>
              <a:gd name="T29" fmla="*/ 1000 h 1033"/>
              <a:gd name="T30" fmla="*/ 2394 w 2800"/>
              <a:gd name="T31" fmla="*/ 1033 h 1033"/>
              <a:gd name="T32" fmla="*/ 2312 w 2800"/>
              <a:gd name="T33" fmla="*/ 1001 h 1033"/>
              <a:gd name="T34" fmla="*/ 2001 w 2800"/>
              <a:gd name="T35" fmla="*/ 785 h 1033"/>
              <a:gd name="T36" fmla="*/ 1935 w 2800"/>
              <a:gd name="T37" fmla="*/ 680 h 1033"/>
              <a:gd name="T38" fmla="*/ 1935 w 2800"/>
              <a:gd name="T39" fmla="*/ 318 h 1033"/>
              <a:gd name="T40" fmla="*/ 1400 w 2800"/>
              <a:gd name="T41" fmla="*/ 233 h 10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00" h="1033">
                <a:moveTo>
                  <a:pt x="1400" y="233"/>
                </a:moveTo>
                <a:cubicBezTo>
                  <a:pt x="1213" y="233"/>
                  <a:pt x="1033" y="262"/>
                  <a:pt x="863" y="317"/>
                </a:cubicBezTo>
                <a:cubicBezTo>
                  <a:pt x="863" y="679"/>
                  <a:pt x="863" y="679"/>
                  <a:pt x="863" y="679"/>
                </a:cubicBezTo>
                <a:cubicBezTo>
                  <a:pt x="863" y="724"/>
                  <a:pt x="836" y="765"/>
                  <a:pt x="798" y="784"/>
                </a:cubicBezTo>
                <a:cubicBezTo>
                  <a:pt x="684" y="841"/>
                  <a:pt x="580" y="914"/>
                  <a:pt x="488" y="1000"/>
                </a:cubicBezTo>
                <a:cubicBezTo>
                  <a:pt x="467" y="1020"/>
                  <a:pt x="438" y="1032"/>
                  <a:pt x="406" y="1032"/>
                </a:cubicBezTo>
                <a:cubicBezTo>
                  <a:pt x="373" y="1032"/>
                  <a:pt x="344" y="1019"/>
                  <a:pt x="323" y="998"/>
                </a:cubicBezTo>
                <a:cubicBezTo>
                  <a:pt x="34" y="709"/>
                  <a:pt x="34" y="709"/>
                  <a:pt x="34" y="709"/>
                </a:cubicBezTo>
                <a:cubicBezTo>
                  <a:pt x="13" y="689"/>
                  <a:pt x="0" y="660"/>
                  <a:pt x="0" y="627"/>
                </a:cubicBezTo>
                <a:cubicBezTo>
                  <a:pt x="0" y="595"/>
                  <a:pt x="13" y="566"/>
                  <a:pt x="34" y="544"/>
                </a:cubicBezTo>
                <a:cubicBezTo>
                  <a:pt x="390" y="207"/>
                  <a:pt x="870" y="0"/>
                  <a:pt x="1400" y="0"/>
                </a:cubicBezTo>
                <a:cubicBezTo>
                  <a:pt x="1930" y="0"/>
                  <a:pt x="2410" y="207"/>
                  <a:pt x="2766" y="544"/>
                </a:cubicBezTo>
                <a:cubicBezTo>
                  <a:pt x="2787" y="566"/>
                  <a:pt x="2800" y="595"/>
                  <a:pt x="2800" y="627"/>
                </a:cubicBezTo>
                <a:cubicBezTo>
                  <a:pt x="2800" y="660"/>
                  <a:pt x="2787" y="689"/>
                  <a:pt x="2766" y="710"/>
                </a:cubicBezTo>
                <a:cubicBezTo>
                  <a:pt x="2477" y="1000"/>
                  <a:pt x="2477" y="1000"/>
                  <a:pt x="2477" y="1000"/>
                </a:cubicBezTo>
                <a:cubicBezTo>
                  <a:pt x="2456" y="1020"/>
                  <a:pt x="2427" y="1033"/>
                  <a:pt x="2394" y="1033"/>
                </a:cubicBezTo>
                <a:cubicBezTo>
                  <a:pt x="2363" y="1033"/>
                  <a:pt x="2333" y="1020"/>
                  <a:pt x="2312" y="1001"/>
                </a:cubicBezTo>
                <a:cubicBezTo>
                  <a:pt x="2220" y="914"/>
                  <a:pt x="2115" y="842"/>
                  <a:pt x="2001" y="785"/>
                </a:cubicBezTo>
                <a:cubicBezTo>
                  <a:pt x="1962" y="766"/>
                  <a:pt x="1935" y="727"/>
                  <a:pt x="1935" y="680"/>
                </a:cubicBezTo>
                <a:cubicBezTo>
                  <a:pt x="1935" y="318"/>
                  <a:pt x="1935" y="318"/>
                  <a:pt x="1935" y="318"/>
                </a:cubicBezTo>
                <a:cubicBezTo>
                  <a:pt x="1768" y="262"/>
                  <a:pt x="1587" y="233"/>
                  <a:pt x="1400" y="2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680020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 Mad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377 w 4134"/>
              <a:gd name="T1" fmla="*/ 0 h 4134"/>
              <a:gd name="T2" fmla="*/ 1377 w 4134"/>
              <a:gd name="T3" fmla="*/ 553 h 4134"/>
              <a:gd name="T4" fmla="*/ 3194 w 4134"/>
              <a:gd name="T5" fmla="*/ 553 h 4134"/>
              <a:gd name="T6" fmla="*/ 0 w 4134"/>
              <a:gd name="T7" fmla="*/ 3747 h 4134"/>
              <a:gd name="T8" fmla="*/ 387 w 4134"/>
              <a:gd name="T9" fmla="*/ 4134 h 4134"/>
              <a:gd name="T10" fmla="*/ 3581 w 4134"/>
              <a:gd name="T11" fmla="*/ 940 h 4134"/>
              <a:gd name="T12" fmla="*/ 3581 w 4134"/>
              <a:gd name="T13" fmla="*/ 2757 h 4134"/>
              <a:gd name="T14" fmla="*/ 4134 w 4134"/>
              <a:gd name="T15" fmla="*/ 2757 h 4134"/>
              <a:gd name="T16" fmla="*/ 4134 w 4134"/>
              <a:gd name="T17" fmla="*/ 0 h 4134"/>
              <a:gd name="T18" fmla="*/ 1377 w 4134"/>
              <a:gd name="T19" fmla="*/ 0 h 4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34" h="4134">
                <a:moveTo>
                  <a:pt x="1377" y="0"/>
                </a:moveTo>
                <a:lnTo>
                  <a:pt x="1377" y="553"/>
                </a:lnTo>
                <a:lnTo>
                  <a:pt x="3194" y="553"/>
                </a:lnTo>
                <a:lnTo>
                  <a:pt x="0" y="3747"/>
                </a:lnTo>
                <a:lnTo>
                  <a:pt x="387" y="4134"/>
                </a:lnTo>
                <a:lnTo>
                  <a:pt x="3581" y="940"/>
                </a:lnTo>
                <a:lnTo>
                  <a:pt x="3581" y="2757"/>
                </a:lnTo>
                <a:lnTo>
                  <a:pt x="4134" y="2757"/>
                </a:lnTo>
                <a:lnTo>
                  <a:pt x="4134" y="0"/>
                </a:lnTo>
                <a:lnTo>
                  <a:pt x="137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87756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 Merg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93304" cy="914400"/>
          </a:xfrm>
          <a:custGeom>
            <a:avLst/>
            <a:gdLst>
              <a:gd name="T0" fmla="*/ 3144 w 3534"/>
              <a:gd name="T1" fmla="*/ 4661 h 4661"/>
              <a:gd name="T2" fmla="*/ 3534 w 3534"/>
              <a:gd name="T3" fmla="*/ 4273 h 4661"/>
              <a:gd name="T4" fmla="*/ 2594 w 3534"/>
              <a:gd name="T5" fmla="*/ 3333 h 4661"/>
              <a:gd name="T6" fmla="*/ 2204 w 3534"/>
              <a:gd name="T7" fmla="*/ 3720 h 4661"/>
              <a:gd name="T8" fmla="*/ 3144 w 3534"/>
              <a:gd name="T9" fmla="*/ 4661 h 4661"/>
              <a:gd name="T10" fmla="*/ 527 w 3534"/>
              <a:gd name="T11" fmla="*/ 1240 h 4661"/>
              <a:gd name="T12" fmla="*/ 1490 w 3534"/>
              <a:gd name="T13" fmla="*/ 1240 h 4661"/>
              <a:gd name="T14" fmla="*/ 1490 w 3534"/>
              <a:gd name="T15" fmla="*/ 2780 h 4661"/>
              <a:gd name="T16" fmla="*/ 0 w 3534"/>
              <a:gd name="T17" fmla="*/ 4273 h 4661"/>
              <a:gd name="T18" fmla="*/ 390 w 3534"/>
              <a:gd name="T19" fmla="*/ 4661 h 4661"/>
              <a:gd name="T20" fmla="*/ 2043 w 3534"/>
              <a:gd name="T21" fmla="*/ 3007 h 4661"/>
              <a:gd name="T22" fmla="*/ 2043 w 3534"/>
              <a:gd name="T23" fmla="*/ 1240 h 4661"/>
              <a:gd name="T24" fmla="*/ 3007 w 3534"/>
              <a:gd name="T25" fmla="*/ 1240 h 4661"/>
              <a:gd name="T26" fmla="*/ 1767 w 3534"/>
              <a:gd name="T27" fmla="*/ 0 h 4661"/>
              <a:gd name="T28" fmla="*/ 527 w 3534"/>
              <a:gd name="T29" fmla="*/ 1240 h 46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534" h="4661">
                <a:moveTo>
                  <a:pt x="3144" y="4661"/>
                </a:moveTo>
                <a:lnTo>
                  <a:pt x="3534" y="4273"/>
                </a:lnTo>
                <a:lnTo>
                  <a:pt x="2594" y="3333"/>
                </a:lnTo>
                <a:lnTo>
                  <a:pt x="2204" y="3720"/>
                </a:lnTo>
                <a:lnTo>
                  <a:pt x="3144" y="4661"/>
                </a:lnTo>
                <a:close/>
                <a:moveTo>
                  <a:pt x="527" y="1240"/>
                </a:moveTo>
                <a:lnTo>
                  <a:pt x="1490" y="1240"/>
                </a:lnTo>
                <a:lnTo>
                  <a:pt x="1490" y="2780"/>
                </a:lnTo>
                <a:lnTo>
                  <a:pt x="0" y="4273"/>
                </a:lnTo>
                <a:lnTo>
                  <a:pt x="390" y="4661"/>
                </a:lnTo>
                <a:lnTo>
                  <a:pt x="2043" y="3007"/>
                </a:lnTo>
                <a:lnTo>
                  <a:pt x="2043" y="1240"/>
                </a:lnTo>
                <a:lnTo>
                  <a:pt x="3007" y="1240"/>
                </a:lnTo>
                <a:lnTo>
                  <a:pt x="1767" y="0"/>
                </a:lnTo>
                <a:lnTo>
                  <a:pt x="527" y="12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016138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 Missed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28623"/>
          </a:xfrm>
          <a:custGeom>
            <a:avLst/>
            <a:gdLst>
              <a:gd name="T0" fmla="*/ 4571 w 4961"/>
              <a:gd name="T1" fmla="*/ 0 h 2868"/>
              <a:gd name="T2" fmla="*/ 2481 w 4961"/>
              <a:gd name="T3" fmla="*/ 2091 h 2868"/>
              <a:gd name="T4" fmla="*/ 941 w 4961"/>
              <a:gd name="T5" fmla="*/ 550 h 2868"/>
              <a:gd name="T6" fmla="*/ 2204 w 4961"/>
              <a:gd name="T7" fmla="*/ 550 h 2868"/>
              <a:gd name="T8" fmla="*/ 2204 w 4961"/>
              <a:gd name="T9" fmla="*/ 0 h 2868"/>
              <a:gd name="T10" fmla="*/ 0 w 4961"/>
              <a:gd name="T11" fmla="*/ 0 h 2868"/>
              <a:gd name="T12" fmla="*/ 0 w 4961"/>
              <a:gd name="T13" fmla="*/ 2204 h 2868"/>
              <a:gd name="T14" fmla="*/ 551 w 4961"/>
              <a:gd name="T15" fmla="*/ 2204 h 2868"/>
              <a:gd name="T16" fmla="*/ 551 w 4961"/>
              <a:gd name="T17" fmla="*/ 940 h 2868"/>
              <a:gd name="T18" fmla="*/ 2481 w 4961"/>
              <a:gd name="T19" fmla="*/ 2868 h 2868"/>
              <a:gd name="T20" fmla="*/ 4961 w 4961"/>
              <a:gd name="T21" fmla="*/ 387 h 2868"/>
              <a:gd name="T22" fmla="*/ 4571 w 4961"/>
              <a:gd name="T23" fmla="*/ 0 h 2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961" h="2868">
                <a:moveTo>
                  <a:pt x="4571" y="0"/>
                </a:moveTo>
                <a:lnTo>
                  <a:pt x="2481" y="2091"/>
                </a:lnTo>
                <a:lnTo>
                  <a:pt x="941" y="550"/>
                </a:lnTo>
                <a:lnTo>
                  <a:pt x="2204" y="550"/>
                </a:lnTo>
                <a:lnTo>
                  <a:pt x="2204" y="0"/>
                </a:lnTo>
                <a:lnTo>
                  <a:pt x="0" y="0"/>
                </a:lnTo>
                <a:lnTo>
                  <a:pt x="0" y="2204"/>
                </a:lnTo>
                <a:lnTo>
                  <a:pt x="551" y="2204"/>
                </a:lnTo>
                <a:lnTo>
                  <a:pt x="551" y="940"/>
                </a:lnTo>
                <a:lnTo>
                  <a:pt x="2481" y="2868"/>
                </a:lnTo>
                <a:lnTo>
                  <a:pt x="4961" y="387"/>
                </a:lnTo>
                <a:lnTo>
                  <a:pt x="457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391365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 Missed Outgoing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28623"/>
          </a:xfrm>
          <a:custGeom>
            <a:avLst/>
            <a:gdLst>
              <a:gd name="T0" fmla="*/ 0 w 4961"/>
              <a:gd name="T1" fmla="*/ 387 h 2868"/>
              <a:gd name="T2" fmla="*/ 2481 w 4961"/>
              <a:gd name="T3" fmla="*/ 2868 h 2868"/>
              <a:gd name="T4" fmla="*/ 4411 w 4961"/>
              <a:gd name="T5" fmla="*/ 940 h 2868"/>
              <a:gd name="T6" fmla="*/ 4411 w 4961"/>
              <a:gd name="T7" fmla="*/ 2204 h 2868"/>
              <a:gd name="T8" fmla="*/ 4961 w 4961"/>
              <a:gd name="T9" fmla="*/ 2204 h 2868"/>
              <a:gd name="T10" fmla="*/ 4961 w 4961"/>
              <a:gd name="T11" fmla="*/ 0 h 2868"/>
              <a:gd name="T12" fmla="*/ 2757 w 4961"/>
              <a:gd name="T13" fmla="*/ 0 h 2868"/>
              <a:gd name="T14" fmla="*/ 2757 w 4961"/>
              <a:gd name="T15" fmla="*/ 550 h 2868"/>
              <a:gd name="T16" fmla="*/ 4021 w 4961"/>
              <a:gd name="T17" fmla="*/ 550 h 2868"/>
              <a:gd name="T18" fmla="*/ 2481 w 4961"/>
              <a:gd name="T19" fmla="*/ 2091 h 2868"/>
              <a:gd name="T20" fmla="*/ 390 w 4961"/>
              <a:gd name="T21" fmla="*/ 0 h 2868"/>
              <a:gd name="T22" fmla="*/ 0 w 4961"/>
              <a:gd name="T23" fmla="*/ 387 h 28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961" h="2868">
                <a:moveTo>
                  <a:pt x="0" y="387"/>
                </a:moveTo>
                <a:lnTo>
                  <a:pt x="2481" y="2868"/>
                </a:lnTo>
                <a:lnTo>
                  <a:pt x="4411" y="940"/>
                </a:lnTo>
                <a:lnTo>
                  <a:pt x="4411" y="2204"/>
                </a:lnTo>
                <a:lnTo>
                  <a:pt x="4961" y="2204"/>
                </a:lnTo>
                <a:lnTo>
                  <a:pt x="4961" y="0"/>
                </a:lnTo>
                <a:lnTo>
                  <a:pt x="2757" y="0"/>
                </a:lnTo>
                <a:lnTo>
                  <a:pt x="2757" y="550"/>
                </a:lnTo>
                <a:lnTo>
                  <a:pt x="4021" y="550"/>
                </a:lnTo>
                <a:lnTo>
                  <a:pt x="2481" y="2091"/>
                </a:lnTo>
                <a:lnTo>
                  <a:pt x="390" y="0"/>
                </a:lnTo>
                <a:lnTo>
                  <a:pt x="0" y="38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859692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 Received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134 w 4134"/>
              <a:gd name="T1" fmla="*/ 388 h 4134"/>
              <a:gd name="T2" fmla="*/ 3746 w 4134"/>
              <a:gd name="T3" fmla="*/ 0 h 4134"/>
              <a:gd name="T4" fmla="*/ 553 w 4134"/>
              <a:gd name="T5" fmla="*/ 3194 h 4134"/>
              <a:gd name="T6" fmla="*/ 553 w 4134"/>
              <a:gd name="T7" fmla="*/ 1377 h 4134"/>
              <a:gd name="T8" fmla="*/ 0 w 4134"/>
              <a:gd name="T9" fmla="*/ 1377 h 4134"/>
              <a:gd name="T10" fmla="*/ 0 w 4134"/>
              <a:gd name="T11" fmla="*/ 4134 h 4134"/>
              <a:gd name="T12" fmla="*/ 2757 w 4134"/>
              <a:gd name="T13" fmla="*/ 4134 h 4134"/>
              <a:gd name="T14" fmla="*/ 2757 w 4134"/>
              <a:gd name="T15" fmla="*/ 3581 h 4134"/>
              <a:gd name="T16" fmla="*/ 940 w 4134"/>
              <a:gd name="T17" fmla="*/ 3581 h 4134"/>
              <a:gd name="T18" fmla="*/ 4134 w 4134"/>
              <a:gd name="T19" fmla="*/ 388 h 4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134" h="4134">
                <a:moveTo>
                  <a:pt x="4134" y="388"/>
                </a:moveTo>
                <a:lnTo>
                  <a:pt x="3746" y="0"/>
                </a:lnTo>
                <a:lnTo>
                  <a:pt x="553" y="3194"/>
                </a:lnTo>
                <a:lnTo>
                  <a:pt x="553" y="1377"/>
                </a:lnTo>
                <a:lnTo>
                  <a:pt x="0" y="1377"/>
                </a:lnTo>
                <a:lnTo>
                  <a:pt x="0" y="4134"/>
                </a:lnTo>
                <a:lnTo>
                  <a:pt x="2757" y="4134"/>
                </a:lnTo>
                <a:lnTo>
                  <a:pt x="2757" y="3581"/>
                </a:lnTo>
                <a:lnTo>
                  <a:pt x="940" y="3581"/>
                </a:lnTo>
                <a:lnTo>
                  <a:pt x="4134" y="3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941899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ll Spli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754 w 4408"/>
              <a:gd name="T1" fmla="*/ 0 h 4408"/>
              <a:gd name="T2" fmla="*/ 3387 w 4408"/>
              <a:gd name="T3" fmla="*/ 631 h 4408"/>
              <a:gd name="T4" fmla="*/ 2594 w 4408"/>
              <a:gd name="T5" fmla="*/ 1425 h 4408"/>
              <a:gd name="T6" fmla="*/ 2983 w 4408"/>
              <a:gd name="T7" fmla="*/ 1814 h 4408"/>
              <a:gd name="T8" fmla="*/ 3777 w 4408"/>
              <a:gd name="T9" fmla="*/ 1021 h 4408"/>
              <a:gd name="T10" fmla="*/ 4408 w 4408"/>
              <a:gd name="T11" fmla="*/ 1654 h 4408"/>
              <a:gd name="T12" fmla="*/ 4408 w 4408"/>
              <a:gd name="T13" fmla="*/ 0 h 4408"/>
              <a:gd name="T14" fmla="*/ 2754 w 4408"/>
              <a:gd name="T15" fmla="*/ 0 h 4408"/>
              <a:gd name="T16" fmla="*/ 1653 w 4408"/>
              <a:gd name="T17" fmla="*/ 0 h 4408"/>
              <a:gd name="T18" fmla="*/ 0 w 4408"/>
              <a:gd name="T19" fmla="*/ 0 h 4408"/>
              <a:gd name="T20" fmla="*/ 0 w 4408"/>
              <a:gd name="T21" fmla="*/ 1654 h 4408"/>
              <a:gd name="T22" fmla="*/ 631 w 4408"/>
              <a:gd name="T23" fmla="*/ 1021 h 4408"/>
              <a:gd name="T24" fmla="*/ 1927 w 4408"/>
              <a:gd name="T25" fmla="*/ 2318 h 4408"/>
              <a:gd name="T26" fmla="*/ 1927 w 4408"/>
              <a:gd name="T27" fmla="*/ 4408 h 4408"/>
              <a:gd name="T28" fmla="*/ 2480 w 4408"/>
              <a:gd name="T29" fmla="*/ 4408 h 4408"/>
              <a:gd name="T30" fmla="*/ 2480 w 4408"/>
              <a:gd name="T31" fmla="*/ 2091 h 4408"/>
              <a:gd name="T32" fmla="*/ 1020 w 4408"/>
              <a:gd name="T33" fmla="*/ 631 h 4408"/>
              <a:gd name="T34" fmla="*/ 1653 w 4408"/>
              <a:gd name="T35" fmla="*/ 0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408" h="4408">
                <a:moveTo>
                  <a:pt x="2754" y="0"/>
                </a:moveTo>
                <a:lnTo>
                  <a:pt x="3387" y="631"/>
                </a:lnTo>
                <a:lnTo>
                  <a:pt x="2594" y="1425"/>
                </a:lnTo>
                <a:lnTo>
                  <a:pt x="2983" y="1814"/>
                </a:lnTo>
                <a:lnTo>
                  <a:pt x="3777" y="1021"/>
                </a:lnTo>
                <a:lnTo>
                  <a:pt x="4408" y="1654"/>
                </a:lnTo>
                <a:lnTo>
                  <a:pt x="4408" y="0"/>
                </a:lnTo>
                <a:lnTo>
                  <a:pt x="2754" y="0"/>
                </a:lnTo>
                <a:close/>
                <a:moveTo>
                  <a:pt x="1653" y="0"/>
                </a:moveTo>
                <a:lnTo>
                  <a:pt x="0" y="0"/>
                </a:lnTo>
                <a:lnTo>
                  <a:pt x="0" y="1654"/>
                </a:lnTo>
                <a:lnTo>
                  <a:pt x="631" y="1021"/>
                </a:lnTo>
                <a:lnTo>
                  <a:pt x="1927" y="2318"/>
                </a:lnTo>
                <a:lnTo>
                  <a:pt x="1927" y="4408"/>
                </a:lnTo>
                <a:lnTo>
                  <a:pt x="2480" y="4408"/>
                </a:lnTo>
                <a:lnTo>
                  <a:pt x="2480" y="2091"/>
                </a:lnTo>
                <a:lnTo>
                  <a:pt x="1020" y="631"/>
                </a:lnTo>
                <a:lnTo>
                  <a:pt x="16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065030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100 w 2334"/>
              <a:gd name="T1" fmla="*/ 0 h 2334"/>
              <a:gd name="T2" fmla="*/ 234 w 2334"/>
              <a:gd name="T3" fmla="*/ 0 h 2334"/>
              <a:gd name="T4" fmla="*/ 1 w 2334"/>
              <a:gd name="T5" fmla="*/ 234 h 2334"/>
              <a:gd name="T6" fmla="*/ 0 w 2334"/>
              <a:gd name="T7" fmla="*/ 2334 h 2334"/>
              <a:gd name="T8" fmla="*/ 467 w 2334"/>
              <a:gd name="T9" fmla="*/ 1867 h 2334"/>
              <a:gd name="T10" fmla="*/ 2100 w 2334"/>
              <a:gd name="T11" fmla="*/ 1867 h 2334"/>
              <a:gd name="T12" fmla="*/ 2334 w 2334"/>
              <a:gd name="T13" fmla="*/ 1634 h 2334"/>
              <a:gd name="T14" fmla="*/ 2334 w 2334"/>
              <a:gd name="T15" fmla="*/ 234 h 2334"/>
              <a:gd name="T16" fmla="*/ 2100 w 2334"/>
              <a:gd name="T17" fmla="*/ 0 h 2334"/>
              <a:gd name="T18" fmla="*/ 467 w 2334"/>
              <a:gd name="T19" fmla="*/ 817 h 2334"/>
              <a:gd name="T20" fmla="*/ 1867 w 2334"/>
              <a:gd name="T21" fmla="*/ 817 h 2334"/>
              <a:gd name="T22" fmla="*/ 1867 w 2334"/>
              <a:gd name="T23" fmla="*/ 1050 h 2334"/>
              <a:gd name="T24" fmla="*/ 467 w 2334"/>
              <a:gd name="T25" fmla="*/ 1050 h 2334"/>
              <a:gd name="T26" fmla="*/ 467 w 2334"/>
              <a:gd name="T27" fmla="*/ 817 h 2334"/>
              <a:gd name="T28" fmla="*/ 1400 w 2334"/>
              <a:gd name="T29" fmla="*/ 1400 h 2334"/>
              <a:gd name="T30" fmla="*/ 467 w 2334"/>
              <a:gd name="T31" fmla="*/ 1400 h 2334"/>
              <a:gd name="T32" fmla="*/ 467 w 2334"/>
              <a:gd name="T33" fmla="*/ 1167 h 2334"/>
              <a:gd name="T34" fmla="*/ 1400 w 2334"/>
              <a:gd name="T35" fmla="*/ 1167 h 2334"/>
              <a:gd name="T36" fmla="*/ 1400 w 2334"/>
              <a:gd name="T37" fmla="*/ 1400 h 2334"/>
              <a:gd name="T38" fmla="*/ 1867 w 2334"/>
              <a:gd name="T39" fmla="*/ 700 h 2334"/>
              <a:gd name="T40" fmla="*/ 467 w 2334"/>
              <a:gd name="T41" fmla="*/ 700 h 2334"/>
              <a:gd name="T42" fmla="*/ 467 w 2334"/>
              <a:gd name="T43" fmla="*/ 467 h 2334"/>
              <a:gd name="T44" fmla="*/ 1867 w 2334"/>
              <a:gd name="T45" fmla="*/ 467 h 2334"/>
              <a:gd name="T46" fmla="*/ 1867 w 2334"/>
              <a:gd name="T47" fmla="*/ 7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4"/>
                </a:cubicBezTo>
                <a:cubicBezTo>
                  <a:pt x="0" y="2334"/>
                  <a:pt x="0" y="2334"/>
                  <a:pt x="0" y="2334"/>
                </a:cubicBezTo>
                <a:cubicBezTo>
                  <a:pt x="467" y="1867"/>
                  <a:pt x="467" y="1867"/>
                  <a:pt x="467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467" y="817"/>
                </a:moveTo>
                <a:cubicBezTo>
                  <a:pt x="1867" y="817"/>
                  <a:pt x="1867" y="817"/>
                  <a:pt x="1867" y="817"/>
                </a:cubicBezTo>
                <a:cubicBezTo>
                  <a:pt x="1867" y="1050"/>
                  <a:pt x="1867" y="1050"/>
                  <a:pt x="1867" y="1050"/>
                </a:cubicBezTo>
                <a:cubicBezTo>
                  <a:pt x="467" y="1050"/>
                  <a:pt x="467" y="1050"/>
                  <a:pt x="467" y="1050"/>
                </a:cubicBezTo>
                <a:lnTo>
                  <a:pt x="467" y="817"/>
                </a:lnTo>
                <a:close/>
                <a:moveTo>
                  <a:pt x="1400" y="1400"/>
                </a:moveTo>
                <a:cubicBezTo>
                  <a:pt x="467" y="1400"/>
                  <a:pt x="467" y="1400"/>
                  <a:pt x="467" y="1400"/>
                </a:cubicBezTo>
                <a:cubicBezTo>
                  <a:pt x="467" y="1167"/>
                  <a:pt x="467" y="1167"/>
                  <a:pt x="467" y="1167"/>
                </a:cubicBezTo>
                <a:cubicBezTo>
                  <a:pt x="1400" y="1167"/>
                  <a:pt x="1400" y="1167"/>
                  <a:pt x="1400" y="1167"/>
                </a:cubicBezTo>
                <a:lnTo>
                  <a:pt x="1400" y="1400"/>
                </a:lnTo>
                <a:close/>
                <a:moveTo>
                  <a:pt x="1867" y="700"/>
                </a:moveTo>
                <a:cubicBezTo>
                  <a:pt x="467" y="700"/>
                  <a:pt x="467" y="700"/>
                  <a:pt x="467" y="700"/>
                </a:cubicBezTo>
                <a:cubicBezTo>
                  <a:pt x="467" y="467"/>
                  <a:pt x="467" y="467"/>
                  <a:pt x="467" y="467"/>
                </a:cubicBezTo>
                <a:cubicBezTo>
                  <a:pt x="1867" y="467"/>
                  <a:pt x="1867" y="467"/>
                  <a:pt x="1867" y="467"/>
                </a:cubicBezTo>
                <a:lnTo>
                  <a:pt x="1867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160670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t Bubbl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100 w 2334"/>
              <a:gd name="T1" fmla="*/ 0 h 2334"/>
              <a:gd name="T2" fmla="*/ 234 w 2334"/>
              <a:gd name="T3" fmla="*/ 0 h 2334"/>
              <a:gd name="T4" fmla="*/ 0 w 2334"/>
              <a:gd name="T5" fmla="*/ 234 h 2334"/>
              <a:gd name="T6" fmla="*/ 0 w 2334"/>
              <a:gd name="T7" fmla="*/ 2334 h 2334"/>
              <a:gd name="T8" fmla="*/ 467 w 2334"/>
              <a:gd name="T9" fmla="*/ 1867 h 2334"/>
              <a:gd name="T10" fmla="*/ 2100 w 2334"/>
              <a:gd name="T11" fmla="*/ 1867 h 2334"/>
              <a:gd name="T12" fmla="*/ 2334 w 2334"/>
              <a:gd name="T13" fmla="*/ 1634 h 2334"/>
              <a:gd name="T14" fmla="*/ 2334 w 2334"/>
              <a:gd name="T15" fmla="*/ 234 h 2334"/>
              <a:gd name="T16" fmla="*/ 2100 w 2334"/>
              <a:gd name="T17" fmla="*/ 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2334"/>
                  <a:pt x="0" y="2334"/>
                  <a:pt x="0" y="2334"/>
                </a:cubicBezTo>
                <a:cubicBezTo>
                  <a:pt x="467" y="1867"/>
                  <a:pt x="467" y="1867"/>
                  <a:pt x="467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582751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t Bubble Out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2100 w 2334"/>
              <a:gd name="T1" fmla="*/ 0 h 2334"/>
              <a:gd name="T2" fmla="*/ 234 w 2334"/>
              <a:gd name="T3" fmla="*/ 0 h 2334"/>
              <a:gd name="T4" fmla="*/ 0 w 2334"/>
              <a:gd name="T5" fmla="*/ 234 h 2334"/>
              <a:gd name="T6" fmla="*/ 0 w 2334"/>
              <a:gd name="T7" fmla="*/ 2334 h 2334"/>
              <a:gd name="T8" fmla="*/ 467 w 2334"/>
              <a:gd name="T9" fmla="*/ 1867 h 2334"/>
              <a:gd name="T10" fmla="*/ 2100 w 2334"/>
              <a:gd name="T11" fmla="*/ 1867 h 2334"/>
              <a:gd name="T12" fmla="*/ 2334 w 2334"/>
              <a:gd name="T13" fmla="*/ 1634 h 2334"/>
              <a:gd name="T14" fmla="*/ 2334 w 2334"/>
              <a:gd name="T15" fmla="*/ 234 h 2334"/>
              <a:gd name="T16" fmla="*/ 2100 w 2334"/>
              <a:gd name="T17" fmla="*/ 0 h 2334"/>
              <a:gd name="T18" fmla="*/ 2100 w 2334"/>
              <a:gd name="T19" fmla="*/ 1634 h 2334"/>
              <a:gd name="T20" fmla="*/ 467 w 2334"/>
              <a:gd name="T21" fmla="*/ 1634 h 2334"/>
              <a:gd name="T22" fmla="*/ 234 w 2334"/>
              <a:gd name="T23" fmla="*/ 1867 h 2334"/>
              <a:gd name="T24" fmla="*/ 234 w 2334"/>
              <a:gd name="T25" fmla="*/ 234 h 2334"/>
              <a:gd name="T26" fmla="*/ 2100 w 2334"/>
              <a:gd name="T27" fmla="*/ 234 h 2334"/>
              <a:gd name="T28" fmla="*/ 2100 w 2334"/>
              <a:gd name="T29" fmla="*/ 16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2334"/>
                  <a:pt x="0" y="2334"/>
                  <a:pt x="0" y="2334"/>
                </a:cubicBezTo>
                <a:cubicBezTo>
                  <a:pt x="467" y="1867"/>
                  <a:pt x="467" y="1867"/>
                  <a:pt x="467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2100" y="1634"/>
                </a:moveTo>
                <a:cubicBezTo>
                  <a:pt x="467" y="1634"/>
                  <a:pt x="467" y="1634"/>
                  <a:pt x="467" y="1634"/>
                </a:cubicBezTo>
                <a:cubicBezTo>
                  <a:pt x="234" y="1867"/>
                  <a:pt x="234" y="1867"/>
                  <a:pt x="234" y="1867"/>
                </a:cubicBezTo>
                <a:cubicBezTo>
                  <a:pt x="234" y="234"/>
                  <a:pt x="234" y="234"/>
                  <a:pt x="234" y="234"/>
                </a:cubicBezTo>
                <a:cubicBezTo>
                  <a:pt x="2100" y="234"/>
                  <a:pt x="2100" y="234"/>
                  <a:pt x="2100" y="234"/>
                </a:cubicBezTo>
                <a:lnTo>
                  <a:pt x="2100" y="16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257603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ear A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07611"/>
          </a:xfrm>
          <a:custGeom>
            <a:avLst/>
            <a:gdLst>
              <a:gd name="T0" fmla="*/ 551 w 4961"/>
              <a:gd name="T1" fmla="*/ 1654 h 2754"/>
              <a:gd name="T2" fmla="*/ 4411 w 4961"/>
              <a:gd name="T3" fmla="*/ 1654 h 2754"/>
              <a:gd name="T4" fmla="*/ 4411 w 4961"/>
              <a:gd name="T5" fmla="*/ 1101 h 2754"/>
              <a:gd name="T6" fmla="*/ 551 w 4961"/>
              <a:gd name="T7" fmla="*/ 1101 h 2754"/>
              <a:gd name="T8" fmla="*/ 551 w 4961"/>
              <a:gd name="T9" fmla="*/ 1654 h 2754"/>
              <a:gd name="T10" fmla="*/ 0 w 4961"/>
              <a:gd name="T11" fmla="*/ 2754 h 2754"/>
              <a:gd name="T12" fmla="*/ 3858 w 4961"/>
              <a:gd name="T13" fmla="*/ 2754 h 2754"/>
              <a:gd name="T14" fmla="*/ 3858 w 4961"/>
              <a:gd name="T15" fmla="*/ 2204 h 2754"/>
              <a:gd name="T16" fmla="*/ 0 w 4961"/>
              <a:gd name="T17" fmla="*/ 2204 h 2754"/>
              <a:gd name="T18" fmla="*/ 0 w 4961"/>
              <a:gd name="T19" fmla="*/ 2754 h 2754"/>
              <a:gd name="T20" fmla="*/ 1104 w 4961"/>
              <a:gd name="T21" fmla="*/ 0 h 2754"/>
              <a:gd name="T22" fmla="*/ 1104 w 4961"/>
              <a:gd name="T23" fmla="*/ 550 h 2754"/>
              <a:gd name="T24" fmla="*/ 4961 w 4961"/>
              <a:gd name="T25" fmla="*/ 550 h 2754"/>
              <a:gd name="T26" fmla="*/ 4961 w 4961"/>
              <a:gd name="T27" fmla="*/ 0 h 2754"/>
              <a:gd name="T28" fmla="*/ 1104 w 4961"/>
              <a:gd name="T29" fmla="*/ 0 h 27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961" h="2754">
                <a:moveTo>
                  <a:pt x="551" y="1654"/>
                </a:moveTo>
                <a:lnTo>
                  <a:pt x="4411" y="1654"/>
                </a:lnTo>
                <a:lnTo>
                  <a:pt x="4411" y="1101"/>
                </a:lnTo>
                <a:lnTo>
                  <a:pt x="551" y="1101"/>
                </a:lnTo>
                <a:lnTo>
                  <a:pt x="551" y="1654"/>
                </a:lnTo>
                <a:close/>
                <a:moveTo>
                  <a:pt x="0" y="2754"/>
                </a:moveTo>
                <a:lnTo>
                  <a:pt x="3858" y="2754"/>
                </a:lnTo>
                <a:lnTo>
                  <a:pt x="3858" y="2204"/>
                </a:lnTo>
                <a:lnTo>
                  <a:pt x="0" y="2204"/>
                </a:lnTo>
                <a:lnTo>
                  <a:pt x="0" y="2754"/>
                </a:lnTo>
                <a:close/>
                <a:moveTo>
                  <a:pt x="1104" y="0"/>
                </a:moveTo>
                <a:lnTo>
                  <a:pt x="1104" y="550"/>
                </a:lnTo>
                <a:lnTo>
                  <a:pt x="4961" y="550"/>
                </a:lnTo>
                <a:lnTo>
                  <a:pt x="4961" y="0"/>
                </a:lnTo>
                <a:lnTo>
                  <a:pt x="11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077007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mme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333 w 2334"/>
              <a:gd name="T1" fmla="*/ 234 h 2334"/>
              <a:gd name="T2" fmla="*/ 2100 w 2334"/>
              <a:gd name="T3" fmla="*/ 0 h 2334"/>
              <a:gd name="T4" fmla="*/ 234 w 2334"/>
              <a:gd name="T5" fmla="*/ 0 h 2334"/>
              <a:gd name="T6" fmla="*/ 0 w 2334"/>
              <a:gd name="T7" fmla="*/ 234 h 2334"/>
              <a:gd name="T8" fmla="*/ 0 w 2334"/>
              <a:gd name="T9" fmla="*/ 1634 h 2334"/>
              <a:gd name="T10" fmla="*/ 234 w 2334"/>
              <a:gd name="T11" fmla="*/ 1867 h 2334"/>
              <a:gd name="T12" fmla="*/ 1867 w 2334"/>
              <a:gd name="T13" fmla="*/ 1867 h 2334"/>
              <a:gd name="T14" fmla="*/ 2334 w 2334"/>
              <a:gd name="T15" fmla="*/ 2334 h 2334"/>
              <a:gd name="T16" fmla="*/ 2333 w 2334"/>
              <a:gd name="T17" fmla="*/ 234 h 2334"/>
              <a:gd name="T18" fmla="*/ 1867 w 2334"/>
              <a:gd name="T19" fmla="*/ 1400 h 2334"/>
              <a:gd name="T20" fmla="*/ 467 w 2334"/>
              <a:gd name="T21" fmla="*/ 1400 h 2334"/>
              <a:gd name="T22" fmla="*/ 467 w 2334"/>
              <a:gd name="T23" fmla="*/ 1167 h 2334"/>
              <a:gd name="T24" fmla="*/ 1867 w 2334"/>
              <a:gd name="T25" fmla="*/ 1167 h 2334"/>
              <a:gd name="T26" fmla="*/ 1867 w 2334"/>
              <a:gd name="T27" fmla="*/ 1400 h 2334"/>
              <a:gd name="T28" fmla="*/ 1867 w 2334"/>
              <a:gd name="T29" fmla="*/ 1050 h 2334"/>
              <a:gd name="T30" fmla="*/ 467 w 2334"/>
              <a:gd name="T31" fmla="*/ 1050 h 2334"/>
              <a:gd name="T32" fmla="*/ 467 w 2334"/>
              <a:gd name="T33" fmla="*/ 817 h 2334"/>
              <a:gd name="T34" fmla="*/ 1867 w 2334"/>
              <a:gd name="T35" fmla="*/ 817 h 2334"/>
              <a:gd name="T36" fmla="*/ 1867 w 2334"/>
              <a:gd name="T37" fmla="*/ 1050 h 2334"/>
              <a:gd name="T38" fmla="*/ 1867 w 2334"/>
              <a:gd name="T39" fmla="*/ 700 h 2334"/>
              <a:gd name="T40" fmla="*/ 467 w 2334"/>
              <a:gd name="T41" fmla="*/ 700 h 2334"/>
              <a:gd name="T42" fmla="*/ 467 w 2334"/>
              <a:gd name="T43" fmla="*/ 467 h 2334"/>
              <a:gd name="T44" fmla="*/ 1867 w 2334"/>
              <a:gd name="T45" fmla="*/ 467 h 2334"/>
              <a:gd name="T46" fmla="*/ 1867 w 2334"/>
              <a:gd name="T47" fmla="*/ 7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4" h="2334">
                <a:moveTo>
                  <a:pt x="2333" y="234"/>
                </a:moveTo>
                <a:cubicBezTo>
                  <a:pt x="2333" y="105"/>
                  <a:pt x="2229" y="0"/>
                  <a:pt x="2100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1634"/>
                  <a:pt x="0" y="1634"/>
                  <a:pt x="0" y="1634"/>
                </a:cubicBezTo>
                <a:cubicBezTo>
                  <a:pt x="0" y="1762"/>
                  <a:pt x="105" y="1867"/>
                  <a:pt x="234" y="1867"/>
                </a:cubicBezTo>
                <a:cubicBezTo>
                  <a:pt x="1867" y="1867"/>
                  <a:pt x="1867" y="1867"/>
                  <a:pt x="1867" y="1867"/>
                </a:cubicBezTo>
                <a:cubicBezTo>
                  <a:pt x="2334" y="2334"/>
                  <a:pt x="2334" y="2334"/>
                  <a:pt x="2334" y="2334"/>
                </a:cubicBezTo>
                <a:lnTo>
                  <a:pt x="2333" y="234"/>
                </a:lnTo>
                <a:close/>
                <a:moveTo>
                  <a:pt x="1867" y="1400"/>
                </a:moveTo>
                <a:cubicBezTo>
                  <a:pt x="467" y="1400"/>
                  <a:pt x="467" y="1400"/>
                  <a:pt x="467" y="1400"/>
                </a:cubicBezTo>
                <a:cubicBezTo>
                  <a:pt x="467" y="1167"/>
                  <a:pt x="467" y="1167"/>
                  <a:pt x="467" y="1167"/>
                </a:cubicBezTo>
                <a:cubicBezTo>
                  <a:pt x="1867" y="1167"/>
                  <a:pt x="1867" y="1167"/>
                  <a:pt x="1867" y="1167"/>
                </a:cubicBezTo>
                <a:lnTo>
                  <a:pt x="1867" y="1400"/>
                </a:lnTo>
                <a:close/>
                <a:moveTo>
                  <a:pt x="1867" y="1050"/>
                </a:moveTo>
                <a:cubicBezTo>
                  <a:pt x="467" y="1050"/>
                  <a:pt x="467" y="1050"/>
                  <a:pt x="467" y="1050"/>
                </a:cubicBezTo>
                <a:cubicBezTo>
                  <a:pt x="467" y="817"/>
                  <a:pt x="467" y="817"/>
                  <a:pt x="467" y="817"/>
                </a:cubicBezTo>
                <a:cubicBezTo>
                  <a:pt x="1867" y="817"/>
                  <a:pt x="1867" y="817"/>
                  <a:pt x="1867" y="817"/>
                </a:cubicBezTo>
                <a:lnTo>
                  <a:pt x="1867" y="1050"/>
                </a:lnTo>
                <a:close/>
                <a:moveTo>
                  <a:pt x="1867" y="700"/>
                </a:moveTo>
                <a:cubicBezTo>
                  <a:pt x="467" y="700"/>
                  <a:pt x="467" y="700"/>
                  <a:pt x="467" y="700"/>
                </a:cubicBezTo>
                <a:cubicBezTo>
                  <a:pt x="467" y="467"/>
                  <a:pt x="467" y="467"/>
                  <a:pt x="467" y="467"/>
                </a:cubicBezTo>
                <a:cubicBezTo>
                  <a:pt x="1867" y="467"/>
                  <a:pt x="1867" y="467"/>
                  <a:pt x="1867" y="467"/>
                </a:cubicBezTo>
                <a:lnTo>
                  <a:pt x="1867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194415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act Mai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85869"/>
          </a:xfrm>
          <a:custGeom>
            <a:avLst/>
            <a:gdLst>
              <a:gd name="T0" fmla="*/ 2450 w 2800"/>
              <a:gd name="T1" fmla="*/ 583 h 2100"/>
              <a:gd name="T2" fmla="*/ 2450 w 2800"/>
              <a:gd name="T3" fmla="*/ 467 h 2100"/>
              <a:gd name="T4" fmla="*/ 2100 w 2800"/>
              <a:gd name="T5" fmla="*/ 700 h 2100"/>
              <a:gd name="T6" fmla="*/ 1750 w 2800"/>
              <a:gd name="T7" fmla="*/ 467 h 2100"/>
              <a:gd name="T8" fmla="*/ 1750 w 2800"/>
              <a:gd name="T9" fmla="*/ 583 h 2100"/>
              <a:gd name="T10" fmla="*/ 2100 w 2800"/>
              <a:gd name="T11" fmla="*/ 817 h 2100"/>
              <a:gd name="T12" fmla="*/ 2450 w 2800"/>
              <a:gd name="T13" fmla="*/ 583 h 2100"/>
              <a:gd name="T14" fmla="*/ 2567 w 2800"/>
              <a:gd name="T15" fmla="*/ 0 h 2100"/>
              <a:gd name="T16" fmla="*/ 233 w 2800"/>
              <a:gd name="T17" fmla="*/ 0 h 2100"/>
              <a:gd name="T18" fmla="*/ 0 w 2800"/>
              <a:gd name="T19" fmla="*/ 233 h 2100"/>
              <a:gd name="T20" fmla="*/ 0 w 2800"/>
              <a:gd name="T21" fmla="*/ 1867 h 2100"/>
              <a:gd name="T22" fmla="*/ 233 w 2800"/>
              <a:gd name="T23" fmla="*/ 2100 h 2100"/>
              <a:gd name="T24" fmla="*/ 2567 w 2800"/>
              <a:gd name="T25" fmla="*/ 2100 h 2100"/>
              <a:gd name="T26" fmla="*/ 2799 w 2800"/>
              <a:gd name="T27" fmla="*/ 1867 h 2100"/>
              <a:gd name="T28" fmla="*/ 2800 w 2800"/>
              <a:gd name="T29" fmla="*/ 233 h 2100"/>
              <a:gd name="T30" fmla="*/ 2567 w 2800"/>
              <a:gd name="T31" fmla="*/ 0 h 2100"/>
              <a:gd name="T32" fmla="*/ 933 w 2800"/>
              <a:gd name="T33" fmla="*/ 350 h 2100"/>
              <a:gd name="T34" fmla="*/ 1283 w 2800"/>
              <a:gd name="T35" fmla="*/ 700 h 2100"/>
              <a:gd name="T36" fmla="*/ 933 w 2800"/>
              <a:gd name="T37" fmla="*/ 1050 h 2100"/>
              <a:gd name="T38" fmla="*/ 583 w 2800"/>
              <a:gd name="T39" fmla="*/ 700 h 2100"/>
              <a:gd name="T40" fmla="*/ 933 w 2800"/>
              <a:gd name="T41" fmla="*/ 350 h 2100"/>
              <a:gd name="T42" fmla="*/ 1633 w 2800"/>
              <a:gd name="T43" fmla="*/ 1750 h 2100"/>
              <a:gd name="T44" fmla="*/ 233 w 2800"/>
              <a:gd name="T45" fmla="*/ 1750 h 2100"/>
              <a:gd name="T46" fmla="*/ 233 w 2800"/>
              <a:gd name="T47" fmla="*/ 1633 h 2100"/>
              <a:gd name="T48" fmla="*/ 933 w 2800"/>
              <a:gd name="T49" fmla="*/ 1272 h 2100"/>
              <a:gd name="T50" fmla="*/ 1633 w 2800"/>
              <a:gd name="T51" fmla="*/ 1633 h 2100"/>
              <a:gd name="T52" fmla="*/ 1633 w 2800"/>
              <a:gd name="T53" fmla="*/ 1750 h 2100"/>
              <a:gd name="T54" fmla="*/ 2567 w 2800"/>
              <a:gd name="T55" fmla="*/ 1050 h 2100"/>
              <a:gd name="T56" fmla="*/ 1633 w 2800"/>
              <a:gd name="T57" fmla="*/ 1050 h 2100"/>
              <a:gd name="T58" fmla="*/ 1633 w 2800"/>
              <a:gd name="T59" fmla="*/ 350 h 2100"/>
              <a:gd name="T60" fmla="*/ 2567 w 2800"/>
              <a:gd name="T61" fmla="*/ 350 h 2100"/>
              <a:gd name="T62" fmla="*/ 2567 w 2800"/>
              <a:gd name="T63" fmla="*/ 105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800" h="2100">
                <a:moveTo>
                  <a:pt x="2450" y="583"/>
                </a:moveTo>
                <a:cubicBezTo>
                  <a:pt x="2450" y="467"/>
                  <a:pt x="2450" y="467"/>
                  <a:pt x="2450" y="467"/>
                </a:cubicBezTo>
                <a:cubicBezTo>
                  <a:pt x="2100" y="700"/>
                  <a:pt x="2100" y="700"/>
                  <a:pt x="2100" y="700"/>
                </a:cubicBezTo>
                <a:cubicBezTo>
                  <a:pt x="1750" y="467"/>
                  <a:pt x="1750" y="467"/>
                  <a:pt x="1750" y="467"/>
                </a:cubicBezTo>
                <a:cubicBezTo>
                  <a:pt x="1750" y="583"/>
                  <a:pt x="1750" y="583"/>
                  <a:pt x="1750" y="583"/>
                </a:cubicBezTo>
                <a:cubicBezTo>
                  <a:pt x="2100" y="817"/>
                  <a:pt x="2100" y="817"/>
                  <a:pt x="2100" y="817"/>
                </a:cubicBezTo>
                <a:lnTo>
                  <a:pt x="2450" y="583"/>
                </a:lnTo>
                <a:close/>
                <a:moveTo>
                  <a:pt x="25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2567" y="2100"/>
                  <a:pt x="2567" y="2100"/>
                  <a:pt x="2567" y="2100"/>
                </a:cubicBezTo>
                <a:cubicBezTo>
                  <a:pt x="2695" y="2100"/>
                  <a:pt x="2799" y="1995"/>
                  <a:pt x="2799" y="1867"/>
                </a:cubicBezTo>
                <a:cubicBezTo>
                  <a:pt x="2800" y="233"/>
                  <a:pt x="2800" y="233"/>
                  <a:pt x="2800" y="233"/>
                </a:cubicBezTo>
                <a:cubicBezTo>
                  <a:pt x="2800" y="105"/>
                  <a:pt x="2695" y="0"/>
                  <a:pt x="2567" y="0"/>
                </a:cubicBezTo>
                <a:close/>
                <a:moveTo>
                  <a:pt x="933" y="350"/>
                </a:moveTo>
                <a:cubicBezTo>
                  <a:pt x="1127" y="350"/>
                  <a:pt x="1283" y="506"/>
                  <a:pt x="1283" y="700"/>
                </a:cubicBezTo>
                <a:cubicBezTo>
                  <a:pt x="1283" y="894"/>
                  <a:pt x="1127" y="1050"/>
                  <a:pt x="933" y="1050"/>
                </a:cubicBezTo>
                <a:cubicBezTo>
                  <a:pt x="740" y="1050"/>
                  <a:pt x="583" y="894"/>
                  <a:pt x="583" y="700"/>
                </a:cubicBezTo>
                <a:cubicBezTo>
                  <a:pt x="583" y="506"/>
                  <a:pt x="740" y="350"/>
                  <a:pt x="933" y="350"/>
                </a:cubicBezTo>
                <a:close/>
                <a:moveTo>
                  <a:pt x="1633" y="1750"/>
                </a:moveTo>
                <a:cubicBezTo>
                  <a:pt x="233" y="1750"/>
                  <a:pt x="233" y="1750"/>
                  <a:pt x="233" y="1750"/>
                </a:cubicBezTo>
                <a:cubicBezTo>
                  <a:pt x="233" y="1633"/>
                  <a:pt x="233" y="1633"/>
                  <a:pt x="233" y="1633"/>
                </a:cubicBezTo>
                <a:cubicBezTo>
                  <a:pt x="233" y="1400"/>
                  <a:pt x="700" y="1272"/>
                  <a:pt x="933" y="1272"/>
                </a:cubicBezTo>
                <a:cubicBezTo>
                  <a:pt x="1167" y="1272"/>
                  <a:pt x="1633" y="1400"/>
                  <a:pt x="1633" y="1633"/>
                </a:cubicBezTo>
                <a:lnTo>
                  <a:pt x="1633" y="1750"/>
                </a:lnTo>
                <a:close/>
                <a:moveTo>
                  <a:pt x="2567" y="1050"/>
                </a:moveTo>
                <a:cubicBezTo>
                  <a:pt x="1633" y="1050"/>
                  <a:pt x="1633" y="1050"/>
                  <a:pt x="1633" y="1050"/>
                </a:cubicBezTo>
                <a:cubicBezTo>
                  <a:pt x="1633" y="350"/>
                  <a:pt x="1633" y="350"/>
                  <a:pt x="1633" y="350"/>
                </a:cubicBezTo>
                <a:cubicBezTo>
                  <a:pt x="2567" y="350"/>
                  <a:pt x="2567" y="350"/>
                  <a:pt x="2567" y="350"/>
                </a:cubicBezTo>
                <a:lnTo>
                  <a:pt x="2567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488902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act Pho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85869"/>
          </a:xfrm>
          <a:custGeom>
            <a:avLst/>
            <a:gdLst>
              <a:gd name="T0" fmla="*/ 2567 w 2800"/>
              <a:gd name="T1" fmla="*/ 0 h 2100"/>
              <a:gd name="T2" fmla="*/ 233 w 2800"/>
              <a:gd name="T3" fmla="*/ 0 h 2100"/>
              <a:gd name="T4" fmla="*/ 0 w 2800"/>
              <a:gd name="T5" fmla="*/ 233 h 2100"/>
              <a:gd name="T6" fmla="*/ 0 w 2800"/>
              <a:gd name="T7" fmla="*/ 1867 h 2100"/>
              <a:gd name="T8" fmla="*/ 233 w 2800"/>
              <a:gd name="T9" fmla="*/ 2100 h 2100"/>
              <a:gd name="T10" fmla="*/ 2567 w 2800"/>
              <a:gd name="T11" fmla="*/ 2100 h 2100"/>
              <a:gd name="T12" fmla="*/ 2799 w 2800"/>
              <a:gd name="T13" fmla="*/ 1867 h 2100"/>
              <a:gd name="T14" fmla="*/ 2800 w 2800"/>
              <a:gd name="T15" fmla="*/ 233 h 2100"/>
              <a:gd name="T16" fmla="*/ 2567 w 2800"/>
              <a:gd name="T17" fmla="*/ 0 h 2100"/>
              <a:gd name="T18" fmla="*/ 933 w 2800"/>
              <a:gd name="T19" fmla="*/ 350 h 2100"/>
              <a:gd name="T20" fmla="*/ 1283 w 2800"/>
              <a:gd name="T21" fmla="*/ 700 h 2100"/>
              <a:gd name="T22" fmla="*/ 933 w 2800"/>
              <a:gd name="T23" fmla="*/ 1050 h 2100"/>
              <a:gd name="T24" fmla="*/ 583 w 2800"/>
              <a:gd name="T25" fmla="*/ 700 h 2100"/>
              <a:gd name="T26" fmla="*/ 933 w 2800"/>
              <a:gd name="T27" fmla="*/ 350 h 2100"/>
              <a:gd name="T28" fmla="*/ 1633 w 2800"/>
              <a:gd name="T29" fmla="*/ 1750 h 2100"/>
              <a:gd name="T30" fmla="*/ 233 w 2800"/>
              <a:gd name="T31" fmla="*/ 1750 h 2100"/>
              <a:gd name="T32" fmla="*/ 233 w 2800"/>
              <a:gd name="T33" fmla="*/ 1633 h 2100"/>
              <a:gd name="T34" fmla="*/ 933 w 2800"/>
              <a:gd name="T35" fmla="*/ 1272 h 2100"/>
              <a:gd name="T36" fmla="*/ 1633 w 2800"/>
              <a:gd name="T37" fmla="*/ 1633 h 2100"/>
              <a:gd name="T38" fmla="*/ 1633 w 2800"/>
              <a:gd name="T39" fmla="*/ 1750 h 2100"/>
              <a:gd name="T40" fmla="*/ 2082 w 2800"/>
              <a:gd name="T41" fmla="*/ 1283 h 2100"/>
              <a:gd name="T42" fmla="*/ 2274 w 2800"/>
              <a:gd name="T43" fmla="*/ 1283 h 2100"/>
              <a:gd name="T44" fmla="*/ 2450 w 2800"/>
              <a:gd name="T45" fmla="*/ 1517 h 2100"/>
              <a:gd name="T46" fmla="*/ 2218 w 2800"/>
              <a:gd name="T47" fmla="*/ 1749 h 2100"/>
              <a:gd name="T48" fmla="*/ 1899 w 2800"/>
              <a:gd name="T49" fmla="*/ 1283 h 2100"/>
              <a:gd name="T50" fmla="*/ 1867 w 2800"/>
              <a:gd name="T51" fmla="*/ 1050 h 2100"/>
              <a:gd name="T52" fmla="*/ 1899 w 2800"/>
              <a:gd name="T53" fmla="*/ 817 h 2100"/>
              <a:gd name="T54" fmla="*/ 2218 w 2800"/>
              <a:gd name="T55" fmla="*/ 351 h 2100"/>
              <a:gd name="T56" fmla="*/ 2450 w 2800"/>
              <a:gd name="T57" fmla="*/ 583 h 2100"/>
              <a:gd name="T58" fmla="*/ 2274 w 2800"/>
              <a:gd name="T59" fmla="*/ 817 h 2100"/>
              <a:gd name="T60" fmla="*/ 2082 w 2800"/>
              <a:gd name="T61" fmla="*/ 817 h 2100"/>
              <a:gd name="T62" fmla="*/ 2042 w 2800"/>
              <a:gd name="T63" fmla="*/ 1050 h 2100"/>
              <a:gd name="T64" fmla="*/ 2082 w 2800"/>
              <a:gd name="T65" fmla="*/ 128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800" h="2100">
                <a:moveTo>
                  <a:pt x="25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2567" y="2100"/>
                  <a:pt x="2567" y="2100"/>
                  <a:pt x="2567" y="2100"/>
                </a:cubicBezTo>
                <a:cubicBezTo>
                  <a:pt x="2695" y="2100"/>
                  <a:pt x="2799" y="1995"/>
                  <a:pt x="2799" y="1867"/>
                </a:cubicBezTo>
                <a:cubicBezTo>
                  <a:pt x="2800" y="233"/>
                  <a:pt x="2800" y="233"/>
                  <a:pt x="2800" y="233"/>
                </a:cubicBezTo>
                <a:cubicBezTo>
                  <a:pt x="2800" y="105"/>
                  <a:pt x="2695" y="0"/>
                  <a:pt x="2567" y="0"/>
                </a:cubicBezTo>
                <a:close/>
                <a:moveTo>
                  <a:pt x="933" y="350"/>
                </a:moveTo>
                <a:cubicBezTo>
                  <a:pt x="1127" y="350"/>
                  <a:pt x="1283" y="506"/>
                  <a:pt x="1283" y="700"/>
                </a:cubicBezTo>
                <a:cubicBezTo>
                  <a:pt x="1283" y="894"/>
                  <a:pt x="1127" y="1050"/>
                  <a:pt x="933" y="1050"/>
                </a:cubicBezTo>
                <a:cubicBezTo>
                  <a:pt x="740" y="1050"/>
                  <a:pt x="583" y="894"/>
                  <a:pt x="583" y="700"/>
                </a:cubicBezTo>
                <a:cubicBezTo>
                  <a:pt x="583" y="506"/>
                  <a:pt x="740" y="350"/>
                  <a:pt x="933" y="350"/>
                </a:cubicBezTo>
                <a:close/>
                <a:moveTo>
                  <a:pt x="1633" y="1750"/>
                </a:moveTo>
                <a:cubicBezTo>
                  <a:pt x="233" y="1750"/>
                  <a:pt x="233" y="1750"/>
                  <a:pt x="233" y="1750"/>
                </a:cubicBezTo>
                <a:cubicBezTo>
                  <a:pt x="233" y="1633"/>
                  <a:pt x="233" y="1633"/>
                  <a:pt x="233" y="1633"/>
                </a:cubicBezTo>
                <a:cubicBezTo>
                  <a:pt x="233" y="1400"/>
                  <a:pt x="700" y="1272"/>
                  <a:pt x="933" y="1272"/>
                </a:cubicBezTo>
                <a:cubicBezTo>
                  <a:pt x="1167" y="1272"/>
                  <a:pt x="1633" y="1400"/>
                  <a:pt x="1633" y="1633"/>
                </a:cubicBezTo>
                <a:lnTo>
                  <a:pt x="1633" y="1750"/>
                </a:lnTo>
                <a:close/>
                <a:moveTo>
                  <a:pt x="2082" y="1283"/>
                </a:moveTo>
                <a:cubicBezTo>
                  <a:pt x="2274" y="1283"/>
                  <a:pt x="2274" y="1283"/>
                  <a:pt x="2274" y="1283"/>
                </a:cubicBezTo>
                <a:cubicBezTo>
                  <a:pt x="2450" y="1517"/>
                  <a:pt x="2450" y="1517"/>
                  <a:pt x="2450" y="1517"/>
                </a:cubicBezTo>
                <a:cubicBezTo>
                  <a:pt x="2218" y="1749"/>
                  <a:pt x="2218" y="1749"/>
                  <a:pt x="2218" y="1749"/>
                </a:cubicBezTo>
                <a:cubicBezTo>
                  <a:pt x="2065" y="1634"/>
                  <a:pt x="1952" y="1471"/>
                  <a:pt x="1899" y="1283"/>
                </a:cubicBezTo>
                <a:cubicBezTo>
                  <a:pt x="1878" y="1209"/>
                  <a:pt x="1867" y="1130"/>
                  <a:pt x="1867" y="1050"/>
                </a:cubicBezTo>
                <a:cubicBezTo>
                  <a:pt x="1867" y="970"/>
                  <a:pt x="1878" y="891"/>
                  <a:pt x="1899" y="817"/>
                </a:cubicBezTo>
                <a:cubicBezTo>
                  <a:pt x="1952" y="628"/>
                  <a:pt x="2065" y="466"/>
                  <a:pt x="2218" y="351"/>
                </a:cubicBezTo>
                <a:cubicBezTo>
                  <a:pt x="2450" y="583"/>
                  <a:pt x="2450" y="583"/>
                  <a:pt x="2450" y="583"/>
                </a:cubicBezTo>
                <a:cubicBezTo>
                  <a:pt x="2274" y="817"/>
                  <a:pt x="2274" y="817"/>
                  <a:pt x="2274" y="817"/>
                </a:cubicBezTo>
                <a:cubicBezTo>
                  <a:pt x="2082" y="817"/>
                  <a:pt x="2082" y="817"/>
                  <a:pt x="2082" y="817"/>
                </a:cubicBezTo>
                <a:cubicBezTo>
                  <a:pt x="2057" y="890"/>
                  <a:pt x="2042" y="968"/>
                  <a:pt x="2042" y="1050"/>
                </a:cubicBezTo>
                <a:cubicBezTo>
                  <a:pt x="2042" y="1132"/>
                  <a:pt x="2057" y="1210"/>
                  <a:pt x="2082" y="1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666936"/>
      </p:ext>
    </p:extLst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act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62323" cy="914400"/>
          </a:xfrm>
          <a:custGeom>
            <a:avLst/>
            <a:gdLst>
              <a:gd name="T0" fmla="*/ 2100 w 2334"/>
              <a:gd name="T1" fmla="*/ 0 h 2800"/>
              <a:gd name="T2" fmla="*/ 234 w 2334"/>
              <a:gd name="T3" fmla="*/ 0 h 2800"/>
              <a:gd name="T4" fmla="*/ 234 w 2334"/>
              <a:gd name="T5" fmla="*/ 233 h 2800"/>
              <a:gd name="T6" fmla="*/ 2100 w 2334"/>
              <a:gd name="T7" fmla="*/ 233 h 2800"/>
              <a:gd name="T8" fmla="*/ 2100 w 2334"/>
              <a:gd name="T9" fmla="*/ 0 h 2800"/>
              <a:gd name="T10" fmla="*/ 234 w 2334"/>
              <a:gd name="T11" fmla="*/ 2800 h 2800"/>
              <a:gd name="T12" fmla="*/ 2100 w 2334"/>
              <a:gd name="T13" fmla="*/ 2800 h 2800"/>
              <a:gd name="T14" fmla="*/ 2100 w 2334"/>
              <a:gd name="T15" fmla="*/ 2567 h 2800"/>
              <a:gd name="T16" fmla="*/ 234 w 2334"/>
              <a:gd name="T17" fmla="*/ 2567 h 2800"/>
              <a:gd name="T18" fmla="*/ 234 w 2334"/>
              <a:gd name="T19" fmla="*/ 2800 h 2800"/>
              <a:gd name="T20" fmla="*/ 2100 w 2334"/>
              <a:gd name="T21" fmla="*/ 467 h 2800"/>
              <a:gd name="T22" fmla="*/ 234 w 2334"/>
              <a:gd name="T23" fmla="*/ 467 h 2800"/>
              <a:gd name="T24" fmla="*/ 0 w 2334"/>
              <a:gd name="T25" fmla="*/ 700 h 2800"/>
              <a:gd name="T26" fmla="*/ 0 w 2334"/>
              <a:gd name="T27" fmla="*/ 2100 h 2800"/>
              <a:gd name="T28" fmla="*/ 234 w 2334"/>
              <a:gd name="T29" fmla="*/ 2333 h 2800"/>
              <a:gd name="T30" fmla="*/ 2100 w 2334"/>
              <a:gd name="T31" fmla="*/ 2333 h 2800"/>
              <a:gd name="T32" fmla="*/ 2334 w 2334"/>
              <a:gd name="T33" fmla="*/ 2100 h 2800"/>
              <a:gd name="T34" fmla="*/ 2334 w 2334"/>
              <a:gd name="T35" fmla="*/ 700 h 2800"/>
              <a:gd name="T36" fmla="*/ 2100 w 2334"/>
              <a:gd name="T37" fmla="*/ 467 h 2800"/>
              <a:gd name="T38" fmla="*/ 1167 w 2334"/>
              <a:gd name="T39" fmla="*/ 787 h 2800"/>
              <a:gd name="T40" fmla="*/ 1430 w 2334"/>
              <a:gd name="T41" fmla="*/ 1050 h 2800"/>
              <a:gd name="T42" fmla="*/ 1167 w 2334"/>
              <a:gd name="T43" fmla="*/ 1312 h 2800"/>
              <a:gd name="T44" fmla="*/ 905 w 2334"/>
              <a:gd name="T45" fmla="*/ 1050 h 2800"/>
              <a:gd name="T46" fmla="*/ 1167 w 2334"/>
              <a:gd name="T47" fmla="*/ 787 h 2800"/>
              <a:gd name="T48" fmla="*/ 1750 w 2334"/>
              <a:gd name="T49" fmla="*/ 1983 h 2800"/>
              <a:gd name="T50" fmla="*/ 584 w 2334"/>
              <a:gd name="T51" fmla="*/ 1983 h 2800"/>
              <a:gd name="T52" fmla="*/ 584 w 2334"/>
              <a:gd name="T53" fmla="*/ 1808 h 2800"/>
              <a:gd name="T54" fmla="*/ 1167 w 2334"/>
              <a:gd name="T55" fmla="*/ 1517 h 2800"/>
              <a:gd name="T56" fmla="*/ 1750 w 2334"/>
              <a:gd name="T57" fmla="*/ 1808 h 2800"/>
              <a:gd name="T58" fmla="*/ 1750 w 2334"/>
              <a:gd name="T59" fmla="*/ 1983 h 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334" h="2800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234" y="233"/>
                  <a:pt x="234" y="233"/>
                  <a:pt x="234" y="233"/>
                </a:cubicBezTo>
                <a:cubicBezTo>
                  <a:pt x="2100" y="233"/>
                  <a:pt x="2100" y="233"/>
                  <a:pt x="2100" y="233"/>
                </a:cubicBezTo>
                <a:lnTo>
                  <a:pt x="2100" y="0"/>
                </a:lnTo>
                <a:close/>
                <a:moveTo>
                  <a:pt x="234" y="2800"/>
                </a:moveTo>
                <a:cubicBezTo>
                  <a:pt x="2100" y="2800"/>
                  <a:pt x="2100" y="2800"/>
                  <a:pt x="2100" y="2800"/>
                </a:cubicBezTo>
                <a:cubicBezTo>
                  <a:pt x="2100" y="2567"/>
                  <a:pt x="2100" y="2567"/>
                  <a:pt x="2100" y="2567"/>
                </a:cubicBezTo>
                <a:cubicBezTo>
                  <a:pt x="234" y="2567"/>
                  <a:pt x="234" y="2567"/>
                  <a:pt x="234" y="2567"/>
                </a:cubicBezTo>
                <a:lnTo>
                  <a:pt x="234" y="2800"/>
                </a:lnTo>
                <a:close/>
                <a:moveTo>
                  <a:pt x="2100" y="467"/>
                </a:moveTo>
                <a:cubicBezTo>
                  <a:pt x="234" y="467"/>
                  <a:pt x="234" y="467"/>
                  <a:pt x="234" y="467"/>
                </a:cubicBezTo>
                <a:cubicBezTo>
                  <a:pt x="105" y="467"/>
                  <a:pt x="0" y="572"/>
                  <a:pt x="0" y="700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8"/>
                  <a:pt x="105" y="2333"/>
                  <a:pt x="234" y="2333"/>
                </a:cubicBezTo>
                <a:cubicBezTo>
                  <a:pt x="2100" y="2333"/>
                  <a:pt x="2100" y="2333"/>
                  <a:pt x="2100" y="2333"/>
                </a:cubicBezTo>
                <a:cubicBezTo>
                  <a:pt x="2229" y="2333"/>
                  <a:pt x="2334" y="2228"/>
                  <a:pt x="2334" y="2100"/>
                </a:cubicBezTo>
                <a:cubicBezTo>
                  <a:pt x="2334" y="700"/>
                  <a:pt x="2334" y="700"/>
                  <a:pt x="2334" y="700"/>
                </a:cubicBezTo>
                <a:cubicBezTo>
                  <a:pt x="2334" y="572"/>
                  <a:pt x="2229" y="467"/>
                  <a:pt x="2100" y="467"/>
                </a:cubicBezTo>
                <a:close/>
                <a:moveTo>
                  <a:pt x="1167" y="787"/>
                </a:moveTo>
                <a:cubicBezTo>
                  <a:pt x="1312" y="787"/>
                  <a:pt x="1430" y="905"/>
                  <a:pt x="1430" y="1050"/>
                </a:cubicBezTo>
                <a:cubicBezTo>
                  <a:pt x="1430" y="1195"/>
                  <a:pt x="1312" y="1312"/>
                  <a:pt x="1167" y="1312"/>
                </a:cubicBezTo>
                <a:cubicBezTo>
                  <a:pt x="1022" y="1312"/>
                  <a:pt x="905" y="1195"/>
                  <a:pt x="905" y="1050"/>
                </a:cubicBezTo>
                <a:cubicBezTo>
                  <a:pt x="905" y="905"/>
                  <a:pt x="1022" y="787"/>
                  <a:pt x="1167" y="787"/>
                </a:cubicBezTo>
                <a:close/>
                <a:moveTo>
                  <a:pt x="1750" y="1983"/>
                </a:moveTo>
                <a:cubicBezTo>
                  <a:pt x="584" y="1983"/>
                  <a:pt x="584" y="1983"/>
                  <a:pt x="584" y="1983"/>
                </a:cubicBezTo>
                <a:cubicBezTo>
                  <a:pt x="584" y="1808"/>
                  <a:pt x="584" y="1808"/>
                  <a:pt x="584" y="1808"/>
                </a:cubicBezTo>
                <a:cubicBezTo>
                  <a:pt x="584" y="1614"/>
                  <a:pt x="972" y="1517"/>
                  <a:pt x="1167" y="1517"/>
                </a:cubicBezTo>
                <a:cubicBezTo>
                  <a:pt x="1362" y="1517"/>
                  <a:pt x="1750" y="1614"/>
                  <a:pt x="1750" y="1808"/>
                </a:cubicBezTo>
                <a:lnTo>
                  <a:pt x="1750" y="19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143895"/>
      </p:ext>
    </p:extLst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ler SI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633 w 2100"/>
              <a:gd name="T1" fmla="*/ 0 h 2100"/>
              <a:gd name="T2" fmla="*/ 1517 w 2100"/>
              <a:gd name="T3" fmla="*/ 0 h 2100"/>
              <a:gd name="T4" fmla="*/ 1517 w 2100"/>
              <a:gd name="T5" fmla="*/ 583 h 2100"/>
              <a:gd name="T6" fmla="*/ 1633 w 2100"/>
              <a:gd name="T7" fmla="*/ 583 h 2100"/>
              <a:gd name="T8" fmla="*/ 1633 w 2100"/>
              <a:gd name="T9" fmla="*/ 0 h 2100"/>
              <a:gd name="T10" fmla="*/ 1400 w 2100"/>
              <a:gd name="T11" fmla="*/ 233 h 2100"/>
              <a:gd name="T12" fmla="*/ 1167 w 2100"/>
              <a:gd name="T13" fmla="*/ 233 h 2100"/>
              <a:gd name="T14" fmla="*/ 1167 w 2100"/>
              <a:gd name="T15" fmla="*/ 117 h 2100"/>
              <a:gd name="T16" fmla="*/ 1400 w 2100"/>
              <a:gd name="T17" fmla="*/ 117 h 2100"/>
              <a:gd name="T18" fmla="*/ 1400 w 2100"/>
              <a:gd name="T19" fmla="*/ 0 h 2100"/>
              <a:gd name="T20" fmla="*/ 1050 w 2100"/>
              <a:gd name="T21" fmla="*/ 0 h 2100"/>
              <a:gd name="T22" fmla="*/ 1050 w 2100"/>
              <a:gd name="T23" fmla="*/ 350 h 2100"/>
              <a:gd name="T24" fmla="*/ 1283 w 2100"/>
              <a:gd name="T25" fmla="*/ 350 h 2100"/>
              <a:gd name="T26" fmla="*/ 1283 w 2100"/>
              <a:gd name="T27" fmla="*/ 467 h 2100"/>
              <a:gd name="T28" fmla="*/ 1050 w 2100"/>
              <a:gd name="T29" fmla="*/ 467 h 2100"/>
              <a:gd name="T30" fmla="*/ 1050 w 2100"/>
              <a:gd name="T31" fmla="*/ 583 h 2100"/>
              <a:gd name="T32" fmla="*/ 1400 w 2100"/>
              <a:gd name="T33" fmla="*/ 583 h 2100"/>
              <a:gd name="T34" fmla="*/ 1400 w 2100"/>
              <a:gd name="T35" fmla="*/ 233 h 2100"/>
              <a:gd name="T36" fmla="*/ 1750 w 2100"/>
              <a:gd name="T37" fmla="*/ 0 h 2100"/>
              <a:gd name="T38" fmla="*/ 1750 w 2100"/>
              <a:gd name="T39" fmla="*/ 583 h 2100"/>
              <a:gd name="T40" fmla="*/ 1867 w 2100"/>
              <a:gd name="T41" fmla="*/ 583 h 2100"/>
              <a:gd name="T42" fmla="*/ 1867 w 2100"/>
              <a:gd name="T43" fmla="*/ 350 h 2100"/>
              <a:gd name="T44" fmla="*/ 2100 w 2100"/>
              <a:gd name="T45" fmla="*/ 350 h 2100"/>
              <a:gd name="T46" fmla="*/ 2100 w 2100"/>
              <a:gd name="T47" fmla="*/ 0 h 2100"/>
              <a:gd name="T48" fmla="*/ 1750 w 2100"/>
              <a:gd name="T49" fmla="*/ 0 h 2100"/>
              <a:gd name="T50" fmla="*/ 1983 w 2100"/>
              <a:gd name="T51" fmla="*/ 233 h 2100"/>
              <a:gd name="T52" fmla="*/ 1867 w 2100"/>
              <a:gd name="T53" fmla="*/ 233 h 2100"/>
              <a:gd name="T54" fmla="*/ 1867 w 2100"/>
              <a:gd name="T55" fmla="*/ 117 h 2100"/>
              <a:gd name="T56" fmla="*/ 1983 w 2100"/>
              <a:gd name="T57" fmla="*/ 117 h 2100"/>
              <a:gd name="T58" fmla="*/ 1983 w 2100"/>
              <a:gd name="T59" fmla="*/ 233 h 2100"/>
              <a:gd name="T60" fmla="*/ 1983 w 2100"/>
              <a:gd name="T61" fmla="*/ 1458 h 2100"/>
              <a:gd name="T62" fmla="*/ 1567 w 2100"/>
              <a:gd name="T63" fmla="*/ 1392 h 2100"/>
              <a:gd name="T64" fmla="*/ 1449 w 2100"/>
              <a:gd name="T65" fmla="*/ 1420 h 2100"/>
              <a:gd name="T66" fmla="*/ 1192 w 2100"/>
              <a:gd name="T67" fmla="*/ 1677 h 2100"/>
              <a:gd name="T68" fmla="*/ 423 w 2100"/>
              <a:gd name="T69" fmla="*/ 908 h 2100"/>
              <a:gd name="T70" fmla="*/ 680 w 2100"/>
              <a:gd name="T71" fmla="*/ 650 h 2100"/>
              <a:gd name="T72" fmla="*/ 708 w 2100"/>
              <a:gd name="T73" fmla="*/ 533 h 2100"/>
              <a:gd name="T74" fmla="*/ 642 w 2100"/>
              <a:gd name="T75" fmla="*/ 117 h 2100"/>
              <a:gd name="T76" fmla="*/ 525 w 2100"/>
              <a:gd name="T77" fmla="*/ 0 h 2100"/>
              <a:gd name="T78" fmla="*/ 117 w 2100"/>
              <a:gd name="T79" fmla="*/ 0 h 2100"/>
              <a:gd name="T80" fmla="*/ 0 w 2100"/>
              <a:gd name="T81" fmla="*/ 117 h 2100"/>
              <a:gd name="T82" fmla="*/ 1983 w 2100"/>
              <a:gd name="T83" fmla="*/ 2100 h 2100"/>
              <a:gd name="T84" fmla="*/ 2100 w 2100"/>
              <a:gd name="T85" fmla="*/ 1983 h 2100"/>
              <a:gd name="T86" fmla="*/ 2100 w 2100"/>
              <a:gd name="T87" fmla="*/ 1575 h 2100"/>
              <a:gd name="T88" fmla="*/ 1983 w 2100"/>
              <a:gd name="T89" fmla="*/ 1458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100" h="2100">
                <a:moveTo>
                  <a:pt x="1633" y="0"/>
                </a:moveTo>
                <a:cubicBezTo>
                  <a:pt x="1517" y="0"/>
                  <a:pt x="1517" y="0"/>
                  <a:pt x="1517" y="0"/>
                </a:cubicBezTo>
                <a:cubicBezTo>
                  <a:pt x="1517" y="583"/>
                  <a:pt x="1517" y="583"/>
                  <a:pt x="1517" y="583"/>
                </a:cubicBezTo>
                <a:cubicBezTo>
                  <a:pt x="1633" y="583"/>
                  <a:pt x="1633" y="583"/>
                  <a:pt x="1633" y="583"/>
                </a:cubicBezTo>
                <a:lnTo>
                  <a:pt x="1633" y="0"/>
                </a:lnTo>
                <a:close/>
                <a:moveTo>
                  <a:pt x="1400" y="233"/>
                </a:moveTo>
                <a:cubicBezTo>
                  <a:pt x="1167" y="233"/>
                  <a:pt x="1167" y="233"/>
                  <a:pt x="1167" y="233"/>
                </a:cubicBezTo>
                <a:cubicBezTo>
                  <a:pt x="1167" y="117"/>
                  <a:pt x="1167" y="117"/>
                  <a:pt x="1167" y="117"/>
                </a:cubicBezTo>
                <a:cubicBezTo>
                  <a:pt x="1400" y="117"/>
                  <a:pt x="1400" y="117"/>
                  <a:pt x="1400" y="117"/>
                </a:cubicBezTo>
                <a:cubicBezTo>
                  <a:pt x="1400" y="0"/>
                  <a:pt x="1400" y="0"/>
                  <a:pt x="1400" y="0"/>
                </a:cubicBezTo>
                <a:cubicBezTo>
                  <a:pt x="1050" y="0"/>
                  <a:pt x="1050" y="0"/>
                  <a:pt x="1050" y="0"/>
                </a:cubicBezTo>
                <a:cubicBezTo>
                  <a:pt x="1050" y="350"/>
                  <a:pt x="1050" y="350"/>
                  <a:pt x="1050" y="350"/>
                </a:cubicBezTo>
                <a:cubicBezTo>
                  <a:pt x="1283" y="350"/>
                  <a:pt x="1283" y="350"/>
                  <a:pt x="1283" y="350"/>
                </a:cubicBezTo>
                <a:cubicBezTo>
                  <a:pt x="1283" y="467"/>
                  <a:pt x="1283" y="467"/>
                  <a:pt x="1283" y="467"/>
                </a:cubicBezTo>
                <a:cubicBezTo>
                  <a:pt x="1050" y="467"/>
                  <a:pt x="1050" y="467"/>
                  <a:pt x="1050" y="467"/>
                </a:cubicBezTo>
                <a:cubicBezTo>
                  <a:pt x="1050" y="583"/>
                  <a:pt x="1050" y="583"/>
                  <a:pt x="1050" y="583"/>
                </a:cubicBezTo>
                <a:cubicBezTo>
                  <a:pt x="1400" y="583"/>
                  <a:pt x="1400" y="583"/>
                  <a:pt x="1400" y="583"/>
                </a:cubicBezTo>
                <a:lnTo>
                  <a:pt x="1400" y="233"/>
                </a:lnTo>
                <a:close/>
                <a:moveTo>
                  <a:pt x="1750" y="0"/>
                </a:moveTo>
                <a:cubicBezTo>
                  <a:pt x="1750" y="583"/>
                  <a:pt x="1750" y="583"/>
                  <a:pt x="1750" y="583"/>
                </a:cubicBezTo>
                <a:cubicBezTo>
                  <a:pt x="1867" y="583"/>
                  <a:pt x="1867" y="583"/>
                  <a:pt x="1867" y="583"/>
                </a:cubicBezTo>
                <a:cubicBezTo>
                  <a:pt x="1867" y="350"/>
                  <a:pt x="1867" y="350"/>
                  <a:pt x="1867" y="350"/>
                </a:cubicBezTo>
                <a:cubicBezTo>
                  <a:pt x="2100" y="350"/>
                  <a:pt x="2100" y="350"/>
                  <a:pt x="2100" y="350"/>
                </a:cubicBezTo>
                <a:cubicBezTo>
                  <a:pt x="2100" y="0"/>
                  <a:pt x="2100" y="0"/>
                  <a:pt x="2100" y="0"/>
                </a:cubicBezTo>
                <a:lnTo>
                  <a:pt x="1750" y="0"/>
                </a:lnTo>
                <a:close/>
                <a:moveTo>
                  <a:pt x="1983" y="233"/>
                </a:moveTo>
                <a:cubicBezTo>
                  <a:pt x="1867" y="233"/>
                  <a:pt x="1867" y="233"/>
                  <a:pt x="1867" y="233"/>
                </a:cubicBezTo>
                <a:cubicBezTo>
                  <a:pt x="1867" y="117"/>
                  <a:pt x="1867" y="117"/>
                  <a:pt x="1867" y="117"/>
                </a:cubicBezTo>
                <a:cubicBezTo>
                  <a:pt x="1983" y="117"/>
                  <a:pt x="1983" y="117"/>
                  <a:pt x="1983" y="117"/>
                </a:cubicBezTo>
                <a:lnTo>
                  <a:pt x="1983" y="233"/>
                </a:lnTo>
                <a:close/>
                <a:moveTo>
                  <a:pt x="1983" y="1458"/>
                </a:moveTo>
                <a:cubicBezTo>
                  <a:pt x="1838" y="1458"/>
                  <a:pt x="1697" y="1435"/>
                  <a:pt x="1567" y="1392"/>
                </a:cubicBezTo>
                <a:cubicBezTo>
                  <a:pt x="1526" y="1379"/>
                  <a:pt x="1480" y="1388"/>
                  <a:pt x="1449" y="1420"/>
                </a:cubicBezTo>
                <a:cubicBezTo>
                  <a:pt x="1192" y="1677"/>
                  <a:pt x="1192" y="1677"/>
                  <a:pt x="1192" y="1677"/>
                </a:cubicBezTo>
                <a:cubicBezTo>
                  <a:pt x="862" y="1508"/>
                  <a:pt x="591" y="1239"/>
                  <a:pt x="423" y="908"/>
                </a:cubicBezTo>
                <a:cubicBezTo>
                  <a:pt x="680" y="650"/>
                  <a:pt x="680" y="650"/>
                  <a:pt x="680" y="650"/>
                </a:cubicBezTo>
                <a:cubicBezTo>
                  <a:pt x="712" y="620"/>
                  <a:pt x="721" y="574"/>
                  <a:pt x="708" y="533"/>
                </a:cubicBezTo>
                <a:cubicBezTo>
                  <a:pt x="665" y="403"/>
                  <a:pt x="642" y="262"/>
                  <a:pt x="642" y="117"/>
                </a:cubicBezTo>
                <a:cubicBezTo>
                  <a:pt x="642" y="53"/>
                  <a:pt x="589" y="0"/>
                  <a:pt x="525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53" y="0"/>
                  <a:pt x="0" y="53"/>
                  <a:pt x="0" y="117"/>
                </a:cubicBezTo>
                <a:cubicBezTo>
                  <a:pt x="0" y="1212"/>
                  <a:pt x="888" y="2100"/>
                  <a:pt x="1983" y="2100"/>
                </a:cubicBezTo>
                <a:cubicBezTo>
                  <a:pt x="2047" y="2100"/>
                  <a:pt x="2100" y="2047"/>
                  <a:pt x="2100" y="1983"/>
                </a:cubicBezTo>
                <a:cubicBezTo>
                  <a:pt x="2100" y="1575"/>
                  <a:pt x="2100" y="1575"/>
                  <a:pt x="2100" y="1575"/>
                </a:cubicBezTo>
                <a:cubicBezTo>
                  <a:pt x="2100" y="1511"/>
                  <a:pt x="2047" y="1458"/>
                  <a:pt x="1983" y="14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99694"/>
      </p:ext>
    </p:extLst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lpa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65018" cy="914400"/>
          </a:xfrm>
          <a:custGeom>
            <a:avLst/>
            <a:gdLst>
              <a:gd name="T0" fmla="*/ 933 w 1866"/>
              <a:gd name="T1" fmla="*/ 2100 h 2566"/>
              <a:gd name="T2" fmla="*/ 700 w 1866"/>
              <a:gd name="T3" fmla="*/ 2333 h 2566"/>
              <a:gd name="T4" fmla="*/ 933 w 1866"/>
              <a:gd name="T5" fmla="*/ 2566 h 2566"/>
              <a:gd name="T6" fmla="*/ 1166 w 1866"/>
              <a:gd name="T7" fmla="*/ 2333 h 2566"/>
              <a:gd name="T8" fmla="*/ 933 w 1866"/>
              <a:gd name="T9" fmla="*/ 2100 h 2566"/>
              <a:gd name="T10" fmla="*/ 233 w 1866"/>
              <a:gd name="T11" fmla="*/ 0 h 2566"/>
              <a:gd name="T12" fmla="*/ 0 w 1866"/>
              <a:gd name="T13" fmla="*/ 233 h 2566"/>
              <a:gd name="T14" fmla="*/ 233 w 1866"/>
              <a:gd name="T15" fmla="*/ 466 h 2566"/>
              <a:gd name="T16" fmla="*/ 466 w 1866"/>
              <a:gd name="T17" fmla="*/ 233 h 2566"/>
              <a:gd name="T18" fmla="*/ 233 w 1866"/>
              <a:gd name="T19" fmla="*/ 0 h 2566"/>
              <a:gd name="T20" fmla="*/ 233 w 1866"/>
              <a:gd name="T21" fmla="*/ 700 h 2566"/>
              <a:gd name="T22" fmla="*/ 0 w 1866"/>
              <a:gd name="T23" fmla="*/ 933 h 2566"/>
              <a:gd name="T24" fmla="*/ 233 w 1866"/>
              <a:gd name="T25" fmla="*/ 1166 h 2566"/>
              <a:gd name="T26" fmla="*/ 466 w 1866"/>
              <a:gd name="T27" fmla="*/ 933 h 2566"/>
              <a:gd name="T28" fmla="*/ 233 w 1866"/>
              <a:gd name="T29" fmla="*/ 700 h 2566"/>
              <a:gd name="T30" fmla="*/ 233 w 1866"/>
              <a:gd name="T31" fmla="*/ 1400 h 2566"/>
              <a:gd name="T32" fmla="*/ 0 w 1866"/>
              <a:gd name="T33" fmla="*/ 1633 h 2566"/>
              <a:gd name="T34" fmla="*/ 233 w 1866"/>
              <a:gd name="T35" fmla="*/ 1866 h 2566"/>
              <a:gd name="T36" fmla="*/ 466 w 1866"/>
              <a:gd name="T37" fmla="*/ 1633 h 2566"/>
              <a:gd name="T38" fmla="*/ 233 w 1866"/>
              <a:gd name="T39" fmla="*/ 1400 h 2566"/>
              <a:gd name="T40" fmla="*/ 1633 w 1866"/>
              <a:gd name="T41" fmla="*/ 466 h 2566"/>
              <a:gd name="T42" fmla="*/ 1866 w 1866"/>
              <a:gd name="T43" fmla="*/ 233 h 2566"/>
              <a:gd name="T44" fmla="*/ 1633 w 1866"/>
              <a:gd name="T45" fmla="*/ 0 h 2566"/>
              <a:gd name="T46" fmla="*/ 1400 w 1866"/>
              <a:gd name="T47" fmla="*/ 233 h 2566"/>
              <a:gd name="T48" fmla="*/ 1633 w 1866"/>
              <a:gd name="T49" fmla="*/ 466 h 2566"/>
              <a:gd name="T50" fmla="*/ 933 w 1866"/>
              <a:gd name="T51" fmla="*/ 1400 h 2566"/>
              <a:gd name="T52" fmla="*/ 700 w 1866"/>
              <a:gd name="T53" fmla="*/ 1633 h 2566"/>
              <a:gd name="T54" fmla="*/ 933 w 1866"/>
              <a:gd name="T55" fmla="*/ 1866 h 2566"/>
              <a:gd name="T56" fmla="*/ 1166 w 1866"/>
              <a:gd name="T57" fmla="*/ 1633 h 2566"/>
              <a:gd name="T58" fmla="*/ 933 w 1866"/>
              <a:gd name="T59" fmla="*/ 1400 h 2566"/>
              <a:gd name="T60" fmla="*/ 1633 w 1866"/>
              <a:gd name="T61" fmla="*/ 1400 h 2566"/>
              <a:gd name="T62" fmla="*/ 1400 w 1866"/>
              <a:gd name="T63" fmla="*/ 1633 h 2566"/>
              <a:gd name="T64" fmla="*/ 1633 w 1866"/>
              <a:gd name="T65" fmla="*/ 1866 h 2566"/>
              <a:gd name="T66" fmla="*/ 1866 w 1866"/>
              <a:gd name="T67" fmla="*/ 1633 h 2566"/>
              <a:gd name="T68" fmla="*/ 1633 w 1866"/>
              <a:gd name="T69" fmla="*/ 1400 h 2566"/>
              <a:gd name="T70" fmla="*/ 1633 w 1866"/>
              <a:gd name="T71" fmla="*/ 700 h 2566"/>
              <a:gd name="T72" fmla="*/ 1400 w 1866"/>
              <a:gd name="T73" fmla="*/ 933 h 2566"/>
              <a:gd name="T74" fmla="*/ 1633 w 1866"/>
              <a:gd name="T75" fmla="*/ 1166 h 2566"/>
              <a:gd name="T76" fmla="*/ 1866 w 1866"/>
              <a:gd name="T77" fmla="*/ 933 h 2566"/>
              <a:gd name="T78" fmla="*/ 1633 w 1866"/>
              <a:gd name="T79" fmla="*/ 700 h 2566"/>
              <a:gd name="T80" fmla="*/ 933 w 1866"/>
              <a:gd name="T81" fmla="*/ 700 h 2566"/>
              <a:gd name="T82" fmla="*/ 700 w 1866"/>
              <a:gd name="T83" fmla="*/ 933 h 2566"/>
              <a:gd name="T84" fmla="*/ 933 w 1866"/>
              <a:gd name="T85" fmla="*/ 1166 h 2566"/>
              <a:gd name="T86" fmla="*/ 1166 w 1866"/>
              <a:gd name="T87" fmla="*/ 933 h 2566"/>
              <a:gd name="T88" fmla="*/ 933 w 1866"/>
              <a:gd name="T89" fmla="*/ 700 h 2566"/>
              <a:gd name="T90" fmla="*/ 933 w 1866"/>
              <a:gd name="T91" fmla="*/ 0 h 2566"/>
              <a:gd name="T92" fmla="*/ 700 w 1866"/>
              <a:gd name="T93" fmla="*/ 233 h 2566"/>
              <a:gd name="T94" fmla="*/ 933 w 1866"/>
              <a:gd name="T95" fmla="*/ 466 h 2566"/>
              <a:gd name="T96" fmla="*/ 1166 w 1866"/>
              <a:gd name="T97" fmla="*/ 233 h 2566"/>
              <a:gd name="T98" fmla="*/ 933 w 1866"/>
              <a:gd name="T99" fmla="*/ 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1866" h="2566">
                <a:moveTo>
                  <a:pt x="933" y="2100"/>
                </a:moveTo>
                <a:cubicBezTo>
                  <a:pt x="805" y="2100"/>
                  <a:pt x="700" y="2205"/>
                  <a:pt x="700" y="2333"/>
                </a:cubicBezTo>
                <a:cubicBezTo>
                  <a:pt x="700" y="2461"/>
                  <a:pt x="805" y="2566"/>
                  <a:pt x="933" y="2566"/>
                </a:cubicBezTo>
                <a:cubicBezTo>
                  <a:pt x="1061" y="2566"/>
                  <a:pt x="1166" y="2461"/>
                  <a:pt x="1166" y="2333"/>
                </a:cubicBezTo>
                <a:cubicBezTo>
                  <a:pt x="1166" y="2205"/>
                  <a:pt x="1061" y="2100"/>
                  <a:pt x="933" y="2100"/>
                </a:cubicBezTo>
                <a:close/>
                <a:moveTo>
                  <a:pt x="233" y="0"/>
                </a:moveTo>
                <a:cubicBezTo>
                  <a:pt x="105" y="0"/>
                  <a:pt x="0" y="105"/>
                  <a:pt x="0" y="233"/>
                </a:cubicBezTo>
                <a:cubicBezTo>
                  <a:pt x="0" y="361"/>
                  <a:pt x="105" y="466"/>
                  <a:pt x="233" y="466"/>
                </a:cubicBezTo>
                <a:cubicBezTo>
                  <a:pt x="361" y="466"/>
                  <a:pt x="466" y="361"/>
                  <a:pt x="466" y="233"/>
                </a:cubicBezTo>
                <a:cubicBezTo>
                  <a:pt x="466" y="105"/>
                  <a:pt x="361" y="0"/>
                  <a:pt x="233" y="0"/>
                </a:cubicBezTo>
                <a:close/>
                <a:moveTo>
                  <a:pt x="233" y="700"/>
                </a:moveTo>
                <a:cubicBezTo>
                  <a:pt x="105" y="700"/>
                  <a:pt x="0" y="805"/>
                  <a:pt x="0" y="933"/>
                </a:cubicBezTo>
                <a:cubicBezTo>
                  <a:pt x="0" y="1061"/>
                  <a:pt x="105" y="1166"/>
                  <a:pt x="233" y="1166"/>
                </a:cubicBezTo>
                <a:cubicBezTo>
                  <a:pt x="361" y="1166"/>
                  <a:pt x="466" y="1061"/>
                  <a:pt x="466" y="933"/>
                </a:cubicBezTo>
                <a:cubicBezTo>
                  <a:pt x="466" y="805"/>
                  <a:pt x="361" y="700"/>
                  <a:pt x="233" y="700"/>
                </a:cubicBezTo>
                <a:close/>
                <a:moveTo>
                  <a:pt x="233" y="1400"/>
                </a:moveTo>
                <a:cubicBezTo>
                  <a:pt x="105" y="1400"/>
                  <a:pt x="0" y="1505"/>
                  <a:pt x="0" y="1633"/>
                </a:cubicBezTo>
                <a:cubicBezTo>
                  <a:pt x="0" y="1761"/>
                  <a:pt x="105" y="1866"/>
                  <a:pt x="233" y="1866"/>
                </a:cubicBezTo>
                <a:cubicBezTo>
                  <a:pt x="361" y="1866"/>
                  <a:pt x="466" y="1761"/>
                  <a:pt x="466" y="1633"/>
                </a:cubicBezTo>
                <a:cubicBezTo>
                  <a:pt x="466" y="1505"/>
                  <a:pt x="361" y="1400"/>
                  <a:pt x="233" y="1400"/>
                </a:cubicBezTo>
                <a:close/>
                <a:moveTo>
                  <a:pt x="1633" y="466"/>
                </a:moveTo>
                <a:cubicBezTo>
                  <a:pt x="1761" y="466"/>
                  <a:pt x="1866" y="361"/>
                  <a:pt x="1866" y="233"/>
                </a:cubicBezTo>
                <a:cubicBezTo>
                  <a:pt x="1866" y="105"/>
                  <a:pt x="1761" y="0"/>
                  <a:pt x="1633" y="0"/>
                </a:cubicBezTo>
                <a:cubicBezTo>
                  <a:pt x="1505" y="0"/>
                  <a:pt x="1400" y="105"/>
                  <a:pt x="1400" y="233"/>
                </a:cubicBezTo>
                <a:cubicBezTo>
                  <a:pt x="1400" y="361"/>
                  <a:pt x="1505" y="466"/>
                  <a:pt x="1633" y="466"/>
                </a:cubicBezTo>
                <a:close/>
                <a:moveTo>
                  <a:pt x="933" y="1400"/>
                </a:moveTo>
                <a:cubicBezTo>
                  <a:pt x="805" y="1400"/>
                  <a:pt x="700" y="1505"/>
                  <a:pt x="700" y="1633"/>
                </a:cubicBezTo>
                <a:cubicBezTo>
                  <a:pt x="700" y="1761"/>
                  <a:pt x="805" y="1866"/>
                  <a:pt x="933" y="1866"/>
                </a:cubicBezTo>
                <a:cubicBezTo>
                  <a:pt x="1061" y="1866"/>
                  <a:pt x="1166" y="1761"/>
                  <a:pt x="1166" y="1633"/>
                </a:cubicBezTo>
                <a:cubicBezTo>
                  <a:pt x="1166" y="1505"/>
                  <a:pt x="1061" y="1400"/>
                  <a:pt x="933" y="1400"/>
                </a:cubicBezTo>
                <a:close/>
                <a:moveTo>
                  <a:pt x="1633" y="1400"/>
                </a:moveTo>
                <a:cubicBezTo>
                  <a:pt x="1505" y="1400"/>
                  <a:pt x="1400" y="1505"/>
                  <a:pt x="1400" y="1633"/>
                </a:cubicBezTo>
                <a:cubicBezTo>
                  <a:pt x="1400" y="1761"/>
                  <a:pt x="1505" y="1866"/>
                  <a:pt x="1633" y="1866"/>
                </a:cubicBezTo>
                <a:cubicBezTo>
                  <a:pt x="1761" y="1866"/>
                  <a:pt x="1866" y="1761"/>
                  <a:pt x="1866" y="1633"/>
                </a:cubicBezTo>
                <a:cubicBezTo>
                  <a:pt x="1866" y="1505"/>
                  <a:pt x="1761" y="1400"/>
                  <a:pt x="1633" y="1400"/>
                </a:cubicBezTo>
                <a:close/>
                <a:moveTo>
                  <a:pt x="1633" y="700"/>
                </a:moveTo>
                <a:cubicBezTo>
                  <a:pt x="1505" y="700"/>
                  <a:pt x="1400" y="805"/>
                  <a:pt x="1400" y="933"/>
                </a:cubicBezTo>
                <a:cubicBezTo>
                  <a:pt x="1400" y="1061"/>
                  <a:pt x="1505" y="1166"/>
                  <a:pt x="1633" y="1166"/>
                </a:cubicBezTo>
                <a:cubicBezTo>
                  <a:pt x="1761" y="1166"/>
                  <a:pt x="1866" y="1061"/>
                  <a:pt x="1866" y="933"/>
                </a:cubicBezTo>
                <a:cubicBezTo>
                  <a:pt x="1866" y="805"/>
                  <a:pt x="1761" y="700"/>
                  <a:pt x="1633" y="700"/>
                </a:cubicBezTo>
                <a:close/>
                <a:moveTo>
                  <a:pt x="933" y="700"/>
                </a:moveTo>
                <a:cubicBezTo>
                  <a:pt x="805" y="700"/>
                  <a:pt x="700" y="805"/>
                  <a:pt x="700" y="933"/>
                </a:cubicBezTo>
                <a:cubicBezTo>
                  <a:pt x="700" y="1061"/>
                  <a:pt x="805" y="1166"/>
                  <a:pt x="933" y="1166"/>
                </a:cubicBezTo>
                <a:cubicBezTo>
                  <a:pt x="1061" y="1166"/>
                  <a:pt x="1166" y="1061"/>
                  <a:pt x="1166" y="933"/>
                </a:cubicBezTo>
                <a:cubicBezTo>
                  <a:pt x="1166" y="805"/>
                  <a:pt x="1061" y="700"/>
                  <a:pt x="933" y="700"/>
                </a:cubicBezTo>
                <a:close/>
                <a:moveTo>
                  <a:pt x="933" y="0"/>
                </a:moveTo>
                <a:cubicBezTo>
                  <a:pt x="805" y="0"/>
                  <a:pt x="700" y="105"/>
                  <a:pt x="700" y="233"/>
                </a:cubicBezTo>
                <a:cubicBezTo>
                  <a:pt x="700" y="361"/>
                  <a:pt x="805" y="466"/>
                  <a:pt x="933" y="466"/>
                </a:cubicBezTo>
                <a:cubicBezTo>
                  <a:pt x="1061" y="466"/>
                  <a:pt x="1166" y="361"/>
                  <a:pt x="1166" y="233"/>
                </a:cubicBezTo>
                <a:cubicBezTo>
                  <a:pt x="1166" y="105"/>
                  <a:pt x="1061" y="0"/>
                  <a:pt x="9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035837"/>
      </p:ext>
    </p:extLst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mai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0 h 1866"/>
              <a:gd name="T2" fmla="*/ 234 w 2334"/>
              <a:gd name="T3" fmla="*/ 0 h 1866"/>
              <a:gd name="T4" fmla="*/ 1 w 2334"/>
              <a:gd name="T5" fmla="*/ 233 h 1866"/>
              <a:gd name="T6" fmla="*/ 0 w 2334"/>
              <a:gd name="T7" fmla="*/ 1633 h 1866"/>
              <a:gd name="T8" fmla="*/ 234 w 2334"/>
              <a:gd name="T9" fmla="*/ 1866 h 1866"/>
              <a:gd name="T10" fmla="*/ 2100 w 2334"/>
              <a:gd name="T11" fmla="*/ 1866 h 1866"/>
              <a:gd name="T12" fmla="*/ 2334 w 2334"/>
              <a:gd name="T13" fmla="*/ 1633 h 1866"/>
              <a:gd name="T14" fmla="*/ 2334 w 2334"/>
              <a:gd name="T15" fmla="*/ 233 h 1866"/>
              <a:gd name="T16" fmla="*/ 2100 w 2334"/>
              <a:gd name="T17" fmla="*/ 0 h 1866"/>
              <a:gd name="T18" fmla="*/ 2100 w 2334"/>
              <a:gd name="T19" fmla="*/ 466 h 1866"/>
              <a:gd name="T20" fmla="*/ 1167 w 2334"/>
              <a:gd name="T21" fmla="*/ 1050 h 1866"/>
              <a:gd name="T22" fmla="*/ 234 w 2334"/>
              <a:gd name="T23" fmla="*/ 466 h 1866"/>
              <a:gd name="T24" fmla="*/ 234 w 2334"/>
              <a:gd name="T25" fmla="*/ 233 h 1866"/>
              <a:gd name="T26" fmla="*/ 1167 w 2334"/>
              <a:gd name="T27" fmla="*/ 816 h 1866"/>
              <a:gd name="T28" fmla="*/ 2100 w 2334"/>
              <a:gd name="T29" fmla="*/ 233 h 1866"/>
              <a:gd name="T30" fmla="*/ 2100 w 2334"/>
              <a:gd name="T31" fmla="*/ 466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334" h="1866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233"/>
                  <a:pt x="2334" y="233"/>
                  <a:pt x="2334" y="233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2100" y="466"/>
                </a:moveTo>
                <a:cubicBezTo>
                  <a:pt x="1167" y="1050"/>
                  <a:pt x="1167" y="1050"/>
                  <a:pt x="1167" y="1050"/>
                </a:cubicBezTo>
                <a:cubicBezTo>
                  <a:pt x="234" y="466"/>
                  <a:pt x="234" y="466"/>
                  <a:pt x="234" y="466"/>
                </a:cubicBezTo>
                <a:cubicBezTo>
                  <a:pt x="234" y="233"/>
                  <a:pt x="234" y="233"/>
                  <a:pt x="234" y="233"/>
                </a:cubicBezTo>
                <a:cubicBezTo>
                  <a:pt x="1167" y="816"/>
                  <a:pt x="1167" y="816"/>
                  <a:pt x="1167" y="816"/>
                </a:cubicBezTo>
                <a:cubicBezTo>
                  <a:pt x="2100" y="233"/>
                  <a:pt x="2100" y="233"/>
                  <a:pt x="2100" y="233"/>
                </a:cubicBezTo>
                <a:lnTo>
                  <a:pt x="2100" y="4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25187"/>
      </p:ext>
    </p:extLst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u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2217 w 2334"/>
              <a:gd name="T1" fmla="*/ 467 h 2334"/>
              <a:gd name="T2" fmla="*/ 1984 w 2334"/>
              <a:gd name="T3" fmla="*/ 467 h 2334"/>
              <a:gd name="T4" fmla="*/ 1984 w 2334"/>
              <a:gd name="T5" fmla="*/ 1517 h 2334"/>
              <a:gd name="T6" fmla="*/ 467 w 2334"/>
              <a:gd name="T7" fmla="*/ 1517 h 2334"/>
              <a:gd name="T8" fmla="*/ 467 w 2334"/>
              <a:gd name="T9" fmla="*/ 1750 h 2334"/>
              <a:gd name="T10" fmla="*/ 584 w 2334"/>
              <a:gd name="T11" fmla="*/ 1867 h 2334"/>
              <a:gd name="T12" fmla="*/ 1867 w 2334"/>
              <a:gd name="T13" fmla="*/ 1867 h 2334"/>
              <a:gd name="T14" fmla="*/ 2334 w 2334"/>
              <a:gd name="T15" fmla="*/ 2334 h 2334"/>
              <a:gd name="T16" fmla="*/ 2334 w 2334"/>
              <a:gd name="T17" fmla="*/ 584 h 2334"/>
              <a:gd name="T18" fmla="*/ 2217 w 2334"/>
              <a:gd name="T19" fmla="*/ 467 h 2334"/>
              <a:gd name="T20" fmla="*/ 1750 w 2334"/>
              <a:gd name="T21" fmla="*/ 1167 h 2334"/>
              <a:gd name="T22" fmla="*/ 1750 w 2334"/>
              <a:gd name="T23" fmla="*/ 117 h 2334"/>
              <a:gd name="T24" fmla="*/ 1634 w 2334"/>
              <a:gd name="T25" fmla="*/ 0 h 2334"/>
              <a:gd name="T26" fmla="*/ 117 w 2334"/>
              <a:gd name="T27" fmla="*/ 0 h 2334"/>
              <a:gd name="T28" fmla="*/ 0 w 2334"/>
              <a:gd name="T29" fmla="*/ 117 h 2334"/>
              <a:gd name="T30" fmla="*/ 0 w 2334"/>
              <a:gd name="T31" fmla="*/ 1750 h 2334"/>
              <a:gd name="T32" fmla="*/ 467 w 2334"/>
              <a:gd name="T33" fmla="*/ 1284 h 2334"/>
              <a:gd name="T34" fmla="*/ 1634 w 2334"/>
              <a:gd name="T35" fmla="*/ 1284 h 2334"/>
              <a:gd name="T36" fmla="*/ 1750 w 2334"/>
              <a:gd name="T37" fmla="*/ 116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334" h="2334">
                <a:moveTo>
                  <a:pt x="2217" y="467"/>
                </a:moveTo>
                <a:cubicBezTo>
                  <a:pt x="1984" y="467"/>
                  <a:pt x="1984" y="467"/>
                  <a:pt x="1984" y="467"/>
                </a:cubicBezTo>
                <a:cubicBezTo>
                  <a:pt x="1984" y="1517"/>
                  <a:pt x="1984" y="1517"/>
                  <a:pt x="1984" y="1517"/>
                </a:cubicBezTo>
                <a:cubicBezTo>
                  <a:pt x="467" y="1517"/>
                  <a:pt x="467" y="1517"/>
                  <a:pt x="467" y="1517"/>
                </a:cubicBezTo>
                <a:cubicBezTo>
                  <a:pt x="467" y="1750"/>
                  <a:pt x="467" y="1750"/>
                  <a:pt x="467" y="1750"/>
                </a:cubicBezTo>
                <a:cubicBezTo>
                  <a:pt x="467" y="1814"/>
                  <a:pt x="520" y="1867"/>
                  <a:pt x="584" y="1867"/>
                </a:cubicBezTo>
                <a:cubicBezTo>
                  <a:pt x="1867" y="1867"/>
                  <a:pt x="1867" y="1867"/>
                  <a:pt x="1867" y="1867"/>
                </a:cubicBezTo>
                <a:cubicBezTo>
                  <a:pt x="2334" y="2334"/>
                  <a:pt x="2334" y="2334"/>
                  <a:pt x="2334" y="2334"/>
                </a:cubicBezTo>
                <a:cubicBezTo>
                  <a:pt x="2334" y="584"/>
                  <a:pt x="2334" y="584"/>
                  <a:pt x="2334" y="584"/>
                </a:cubicBezTo>
                <a:cubicBezTo>
                  <a:pt x="2334" y="520"/>
                  <a:pt x="2281" y="467"/>
                  <a:pt x="2217" y="467"/>
                </a:cubicBezTo>
                <a:close/>
                <a:moveTo>
                  <a:pt x="1750" y="1167"/>
                </a:moveTo>
                <a:cubicBezTo>
                  <a:pt x="1750" y="117"/>
                  <a:pt x="1750" y="117"/>
                  <a:pt x="1750" y="117"/>
                </a:cubicBezTo>
                <a:cubicBezTo>
                  <a:pt x="1750" y="53"/>
                  <a:pt x="1698" y="0"/>
                  <a:pt x="1634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53" y="0"/>
                  <a:pt x="0" y="53"/>
                  <a:pt x="0" y="117"/>
                </a:cubicBezTo>
                <a:cubicBezTo>
                  <a:pt x="0" y="1750"/>
                  <a:pt x="0" y="1750"/>
                  <a:pt x="0" y="1750"/>
                </a:cubicBezTo>
                <a:cubicBezTo>
                  <a:pt x="467" y="1284"/>
                  <a:pt x="467" y="1284"/>
                  <a:pt x="467" y="1284"/>
                </a:cubicBezTo>
                <a:cubicBezTo>
                  <a:pt x="1634" y="1284"/>
                  <a:pt x="1634" y="1284"/>
                  <a:pt x="1634" y="1284"/>
                </a:cubicBezTo>
                <a:cubicBezTo>
                  <a:pt x="1698" y="1284"/>
                  <a:pt x="1750" y="1231"/>
                  <a:pt x="1750" y="1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717818"/>
      </p:ext>
    </p:extLst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port Contact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06692"/>
          </a:xfrm>
          <a:custGeom>
            <a:avLst/>
            <a:gdLst>
              <a:gd name="T0" fmla="*/ 2333 w 2566"/>
              <a:gd name="T1" fmla="*/ 58 h 1983"/>
              <a:gd name="T2" fmla="*/ 1925 w 2566"/>
              <a:gd name="T3" fmla="*/ 0 h 1983"/>
              <a:gd name="T4" fmla="*/ 1283 w 2566"/>
              <a:gd name="T5" fmla="*/ 175 h 1983"/>
              <a:gd name="T6" fmla="*/ 641 w 2566"/>
              <a:gd name="T7" fmla="*/ 0 h 1983"/>
              <a:gd name="T8" fmla="*/ 0 w 2566"/>
              <a:gd name="T9" fmla="*/ 175 h 1983"/>
              <a:gd name="T10" fmla="*/ 0 w 2566"/>
              <a:gd name="T11" fmla="*/ 1884 h 1983"/>
              <a:gd name="T12" fmla="*/ 58 w 2566"/>
              <a:gd name="T13" fmla="*/ 1943 h 1983"/>
              <a:gd name="T14" fmla="*/ 87 w 2566"/>
              <a:gd name="T15" fmla="*/ 1937 h 1983"/>
              <a:gd name="T16" fmla="*/ 641 w 2566"/>
              <a:gd name="T17" fmla="*/ 1808 h 1983"/>
              <a:gd name="T18" fmla="*/ 1283 w 2566"/>
              <a:gd name="T19" fmla="*/ 1983 h 1983"/>
              <a:gd name="T20" fmla="*/ 1925 w 2566"/>
              <a:gd name="T21" fmla="*/ 1808 h 1983"/>
              <a:gd name="T22" fmla="*/ 2479 w 2566"/>
              <a:gd name="T23" fmla="*/ 1931 h 1983"/>
              <a:gd name="T24" fmla="*/ 2508 w 2566"/>
              <a:gd name="T25" fmla="*/ 1937 h 1983"/>
              <a:gd name="T26" fmla="*/ 2566 w 2566"/>
              <a:gd name="T27" fmla="*/ 1878 h 1983"/>
              <a:gd name="T28" fmla="*/ 2566 w 2566"/>
              <a:gd name="T29" fmla="*/ 175 h 1983"/>
              <a:gd name="T30" fmla="*/ 2333 w 2566"/>
              <a:gd name="T31" fmla="*/ 58 h 1983"/>
              <a:gd name="T32" fmla="*/ 2333 w 2566"/>
              <a:gd name="T33" fmla="*/ 1633 h 1983"/>
              <a:gd name="T34" fmla="*/ 1925 w 2566"/>
              <a:gd name="T35" fmla="*/ 1575 h 1983"/>
              <a:gd name="T36" fmla="*/ 1283 w 2566"/>
              <a:gd name="T37" fmla="*/ 1750 h 1983"/>
              <a:gd name="T38" fmla="*/ 1283 w 2566"/>
              <a:gd name="T39" fmla="*/ 408 h 1983"/>
              <a:gd name="T40" fmla="*/ 1925 w 2566"/>
              <a:gd name="T41" fmla="*/ 233 h 1983"/>
              <a:gd name="T42" fmla="*/ 2333 w 2566"/>
              <a:gd name="T43" fmla="*/ 292 h 1983"/>
              <a:gd name="T44" fmla="*/ 2333 w 2566"/>
              <a:gd name="T45" fmla="*/ 1633 h 19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566" h="1983">
                <a:moveTo>
                  <a:pt x="2333" y="58"/>
                </a:moveTo>
                <a:cubicBezTo>
                  <a:pt x="2204" y="17"/>
                  <a:pt x="2061" y="0"/>
                  <a:pt x="1925" y="0"/>
                </a:cubicBezTo>
                <a:cubicBezTo>
                  <a:pt x="1697" y="0"/>
                  <a:pt x="1452" y="47"/>
                  <a:pt x="1283" y="175"/>
                </a:cubicBezTo>
                <a:cubicBezTo>
                  <a:pt x="1114" y="47"/>
                  <a:pt x="869" y="0"/>
                  <a:pt x="641" y="0"/>
                </a:cubicBezTo>
                <a:cubicBezTo>
                  <a:pt x="414" y="0"/>
                  <a:pt x="169" y="47"/>
                  <a:pt x="0" y="175"/>
                </a:cubicBezTo>
                <a:cubicBezTo>
                  <a:pt x="0" y="1884"/>
                  <a:pt x="0" y="1884"/>
                  <a:pt x="0" y="1884"/>
                </a:cubicBezTo>
                <a:cubicBezTo>
                  <a:pt x="0" y="1913"/>
                  <a:pt x="29" y="1943"/>
                  <a:pt x="58" y="1943"/>
                </a:cubicBezTo>
                <a:cubicBezTo>
                  <a:pt x="70" y="1943"/>
                  <a:pt x="75" y="1937"/>
                  <a:pt x="87" y="1937"/>
                </a:cubicBezTo>
                <a:cubicBezTo>
                  <a:pt x="245" y="1861"/>
                  <a:pt x="472" y="1808"/>
                  <a:pt x="641" y="1808"/>
                </a:cubicBezTo>
                <a:cubicBezTo>
                  <a:pt x="869" y="1808"/>
                  <a:pt x="1114" y="1855"/>
                  <a:pt x="1283" y="1983"/>
                </a:cubicBezTo>
                <a:cubicBezTo>
                  <a:pt x="1440" y="1884"/>
                  <a:pt x="1726" y="1808"/>
                  <a:pt x="1925" y="1808"/>
                </a:cubicBezTo>
                <a:cubicBezTo>
                  <a:pt x="2117" y="1808"/>
                  <a:pt x="2315" y="1843"/>
                  <a:pt x="2479" y="1931"/>
                </a:cubicBezTo>
                <a:cubicBezTo>
                  <a:pt x="2490" y="1937"/>
                  <a:pt x="2496" y="1937"/>
                  <a:pt x="2508" y="1937"/>
                </a:cubicBezTo>
                <a:cubicBezTo>
                  <a:pt x="2537" y="1937"/>
                  <a:pt x="2566" y="1907"/>
                  <a:pt x="2566" y="1878"/>
                </a:cubicBezTo>
                <a:cubicBezTo>
                  <a:pt x="2566" y="175"/>
                  <a:pt x="2566" y="175"/>
                  <a:pt x="2566" y="175"/>
                </a:cubicBezTo>
                <a:cubicBezTo>
                  <a:pt x="2496" y="122"/>
                  <a:pt x="2421" y="87"/>
                  <a:pt x="2333" y="58"/>
                </a:cubicBezTo>
                <a:close/>
                <a:moveTo>
                  <a:pt x="2333" y="1633"/>
                </a:moveTo>
                <a:cubicBezTo>
                  <a:pt x="2205" y="1593"/>
                  <a:pt x="2065" y="1575"/>
                  <a:pt x="1925" y="1575"/>
                </a:cubicBezTo>
                <a:cubicBezTo>
                  <a:pt x="1726" y="1575"/>
                  <a:pt x="1440" y="1651"/>
                  <a:pt x="1283" y="1750"/>
                </a:cubicBezTo>
                <a:cubicBezTo>
                  <a:pt x="1283" y="408"/>
                  <a:pt x="1283" y="408"/>
                  <a:pt x="1283" y="408"/>
                </a:cubicBezTo>
                <a:cubicBezTo>
                  <a:pt x="1440" y="309"/>
                  <a:pt x="1726" y="233"/>
                  <a:pt x="1925" y="233"/>
                </a:cubicBezTo>
                <a:cubicBezTo>
                  <a:pt x="2065" y="233"/>
                  <a:pt x="2205" y="251"/>
                  <a:pt x="2333" y="292"/>
                </a:cubicBezTo>
                <a:lnTo>
                  <a:pt x="2333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100608"/>
      </p:ext>
    </p:extLst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port Expor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11466" cy="914400"/>
          </a:xfrm>
          <a:custGeom>
            <a:avLst/>
            <a:gdLst>
              <a:gd name="T0" fmla="*/ 1103 w 3860"/>
              <a:gd name="T1" fmla="*/ 0 h 4961"/>
              <a:gd name="T2" fmla="*/ 0 w 3860"/>
              <a:gd name="T3" fmla="*/ 1101 h 4961"/>
              <a:gd name="T4" fmla="*/ 827 w 3860"/>
              <a:gd name="T5" fmla="*/ 1101 h 4961"/>
              <a:gd name="T6" fmla="*/ 827 w 3860"/>
              <a:gd name="T7" fmla="*/ 3031 h 4961"/>
              <a:gd name="T8" fmla="*/ 1379 w 3860"/>
              <a:gd name="T9" fmla="*/ 3031 h 4961"/>
              <a:gd name="T10" fmla="*/ 1379 w 3860"/>
              <a:gd name="T11" fmla="*/ 1101 h 4961"/>
              <a:gd name="T12" fmla="*/ 2206 w 3860"/>
              <a:gd name="T13" fmla="*/ 1101 h 4961"/>
              <a:gd name="T14" fmla="*/ 1103 w 3860"/>
              <a:gd name="T15" fmla="*/ 0 h 4961"/>
              <a:gd name="T16" fmla="*/ 3033 w 3860"/>
              <a:gd name="T17" fmla="*/ 3860 h 4961"/>
              <a:gd name="T18" fmla="*/ 3033 w 3860"/>
              <a:gd name="T19" fmla="*/ 1930 h 4961"/>
              <a:gd name="T20" fmla="*/ 2480 w 3860"/>
              <a:gd name="T21" fmla="*/ 1930 h 4961"/>
              <a:gd name="T22" fmla="*/ 2480 w 3860"/>
              <a:gd name="T23" fmla="*/ 3860 h 4961"/>
              <a:gd name="T24" fmla="*/ 1653 w 3860"/>
              <a:gd name="T25" fmla="*/ 3860 h 4961"/>
              <a:gd name="T26" fmla="*/ 2757 w 3860"/>
              <a:gd name="T27" fmla="*/ 4961 h 4961"/>
              <a:gd name="T28" fmla="*/ 3860 w 3860"/>
              <a:gd name="T29" fmla="*/ 3860 h 4961"/>
              <a:gd name="T30" fmla="*/ 3033 w 3860"/>
              <a:gd name="T31" fmla="*/ 3860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860" h="4961">
                <a:moveTo>
                  <a:pt x="1103" y="0"/>
                </a:moveTo>
                <a:lnTo>
                  <a:pt x="0" y="1101"/>
                </a:lnTo>
                <a:lnTo>
                  <a:pt x="827" y="1101"/>
                </a:lnTo>
                <a:lnTo>
                  <a:pt x="827" y="3031"/>
                </a:lnTo>
                <a:lnTo>
                  <a:pt x="1379" y="3031"/>
                </a:lnTo>
                <a:lnTo>
                  <a:pt x="1379" y="1101"/>
                </a:lnTo>
                <a:lnTo>
                  <a:pt x="2206" y="1101"/>
                </a:lnTo>
                <a:lnTo>
                  <a:pt x="1103" y="0"/>
                </a:lnTo>
                <a:close/>
                <a:moveTo>
                  <a:pt x="3033" y="3860"/>
                </a:moveTo>
                <a:lnTo>
                  <a:pt x="3033" y="1930"/>
                </a:lnTo>
                <a:lnTo>
                  <a:pt x="2480" y="1930"/>
                </a:lnTo>
                <a:lnTo>
                  <a:pt x="2480" y="3860"/>
                </a:lnTo>
                <a:lnTo>
                  <a:pt x="1653" y="3860"/>
                </a:lnTo>
                <a:lnTo>
                  <a:pt x="2757" y="4961"/>
                </a:lnTo>
                <a:lnTo>
                  <a:pt x="3860" y="3860"/>
                </a:lnTo>
                <a:lnTo>
                  <a:pt x="3033" y="386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016561"/>
      </p:ext>
    </p:extLst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port Colors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13693" cy="914400"/>
          </a:xfrm>
          <a:custGeom>
            <a:avLst/>
            <a:gdLst>
              <a:gd name="T0" fmla="*/ 2059 w 2100"/>
              <a:gd name="T1" fmla="*/ 2170 h 2360"/>
              <a:gd name="T2" fmla="*/ 1785 w 2100"/>
              <a:gd name="T3" fmla="*/ 1896 h 2360"/>
              <a:gd name="T4" fmla="*/ 1050 w 2100"/>
              <a:gd name="T5" fmla="*/ 1162 h 2360"/>
              <a:gd name="T6" fmla="*/ 635 w 2100"/>
              <a:gd name="T7" fmla="*/ 745 h 2360"/>
              <a:gd name="T8" fmla="*/ 469 w 2100"/>
              <a:gd name="T9" fmla="*/ 581 h 2360"/>
              <a:gd name="T10" fmla="*/ 148 w 2100"/>
              <a:gd name="T11" fmla="*/ 260 h 2360"/>
              <a:gd name="T12" fmla="*/ 0 w 2100"/>
              <a:gd name="T13" fmla="*/ 408 h 2360"/>
              <a:gd name="T14" fmla="*/ 324 w 2100"/>
              <a:gd name="T15" fmla="*/ 732 h 2360"/>
              <a:gd name="T16" fmla="*/ 390 w 2100"/>
              <a:gd name="T17" fmla="*/ 1980 h 2360"/>
              <a:gd name="T18" fmla="*/ 1050 w 2100"/>
              <a:gd name="T19" fmla="*/ 2253 h 2360"/>
              <a:gd name="T20" fmla="*/ 1637 w 2100"/>
              <a:gd name="T21" fmla="*/ 2045 h 2360"/>
              <a:gd name="T22" fmla="*/ 1952 w 2100"/>
              <a:gd name="T23" fmla="*/ 2360 h 2360"/>
              <a:gd name="T24" fmla="*/ 2100 w 2100"/>
              <a:gd name="T25" fmla="*/ 2212 h 2360"/>
              <a:gd name="T26" fmla="*/ 2059 w 2100"/>
              <a:gd name="T27" fmla="*/ 2170 h 2360"/>
              <a:gd name="T28" fmla="*/ 1050 w 2100"/>
              <a:gd name="T29" fmla="*/ 2020 h 2360"/>
              <a:gd name="T30" fmla="*/ 555 w 2100"/>
              <a:gd name="T31" fmla="*/ 1815 h 2360"/>
              <a:gd name="T32" fmla="*/ 350 w 2100"/>
              <a:gd name="T33" fmla="*/ 1320 h 2360"/>
              <a:gd name="T34" fmla="*/ 491 w 2100"/>
              <a:gd name="T35" fmla="*/ 901 h 2360"/>
              <a:gd name="T36" fmla="*/ 1050 w 2100"/>
              <a:gd name="T37" fmla="*/ 1458 h 2360"/>
              <a:gd name="T38" fmla="*/ 1050 w 2100"/>
              <a:gd name="T39" fmla="*/ 2020 h 2360"/>
              <a:gd name="T40" fmla="*/ 1050 w 2100"/>
              <a:gd name="T41" fmla="*/ 330 h 2360"/>
              <a:gd name="T42" fmla="*/ 1050 w 2100"/>
              <a:gd name="T43" fmla="*/ 864 h 2360"/>
              <a:gd name="T44" fmla="*/ 1896 w 2100"/>
              <a:gd name="T45" fmla="*/ 1711 h 2360"/>
              <a:gd name="T46" fmla="*/ 1709 w 2100"/>
              <a:gd name="T47" fmla="*/ 660 h 2360"/>
              <a:gd name="T48" fmla="*/ 1050 w 2100"/>
              <a:gd name="T49" fmla="*/ 0 h 2360"/>
              <a:gd name="T50" fmla="*/ 618 w 2100"/>
              <a:gd name="T51" fmla="*/ 431 h 2360"/>
              <a:gd name="T52" fmla="*/ 783 w 2100"/>
              <a:gd name="T53" fmla="*/ 596 h 2360"/>
              <a:gd name="T54" fmla="*/ 1050 w 2100"/>
              <a:gd name="T55" fmla="*/ 330 h 23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00" h="2360">
                <a:moveTo>
                  <a:pt x="2059" y="2170"/>
                </a:moveTo>
                <a:cubicBezTo>
                  <a:pt x="1785" y="1896"/>
                  <a:pt x="1785" y="1896"/>
                  <a:pt x="1785" y="1896"/>
                </a:cubicBezTo>
                <a:cubicBezTo>
                  <a:pt x="1050" y="1162"/>
                  <a:pt x="1050" y="1162"/>
                  <a:pt x="1050" y="1162"/>
                </a:cubicBezTo>
                <a:cubicBezTo>
                  <a:pt x="635" y="745"/>
                  <a:pt x="635" y="745"/>
                  <a:pt x="635" y="745"/>
                </a:cubicBezTo>
                <a:cubicBezTo>
                  <a:pt x="469" y="581"/>
                  <a:pt x="469" y="581"/>
                  <a:pt x="469" y="581"/>
                </a:cubicBezTo>
                <a:cubicBezTo>
                  <a:pt x="148" y="260"/>
                  <a:pt x="148" y="260"/>
                  <a:pt x="148" y="260"/>
                </a:cubicBezTo>
                <a:cubicBezTo>
                  <a:pt x="0" y="408"/>
                  <a:pt x="0" y="408"/>
                  <a:pt x="0" y="408"/>
                </a:cubicBezTo>
                <a:cubicBezTo>
                  <a:pt x="324" y="732"/>
                  <a:pt x="324" y="732"/>
                  <a:pt x="324" y="732"/>
                </a:cubicBezTo>
                <a:cubicBezTo>
                  <a:pt x="27" y="1099"/>
                  <a:pt x="49" y="1638"/>
                  <a:pt x="390" y="1980"/>
                </a:cubicBezTo>
                <a:cubicBezTo>
                  <a:pt x="572" y="2162"/>
                  <a:pt x="811" y="2253"/>
                  <a:pt x="1050" y="2253"/>
                </a:cubicBezTo>
                <a:cubicBezTo>
                  <a:pt x="1259" y="2253"/>
                  <a:pt x="1467" y="2184"/>
                  <a:pt x="1637" y="2045"/>
                </a:cubicBezTo>
                <a:cubicBezTo>
                  <a:pt x="1952" y="2360"/>
                  <a:pt x="1952" y="2360"/>
                  <a:pt x="1952" y="2360"/>
                </a:cubicBezTo>
                <a:cubicBezTo>
                  <a:pt x="2100" y="2212"/>
                  <a:pt x="2100" y="2212"/>
                  <a:pt x="2100" y="2212"/>
                </a:cubicBezTo>
                <a:lnTo>
                  <a:pt x="2059" y="2170"/>
                </a:lnTo>
                <a:close/>
                <a:moveTo>
                  <a:pt x="1050" y="2020"/>
                </a:moveTo>
                <a:cubicBezTo>
                  <a:pt x="863" y="2020"/>
                  <a:pt x="687" y="1948"/>
                  <a:pt x="555" y="1815"/>
                </a:cubicBezTo>
                <a:cubicBezTo>
                  <a:pt x="422" y="1682"/>
                  <a:pt x="350" y="1507"/>
                  <a:pt x="350" y="1320"/>
                </a:cubicBezTo>
                <a:cubicBezTo>
                  <a:pt x="350" y="1166"/>
                  <a:pt x="400" y="1021"/>
                  <a:pt x="491" y="901"/>
                </a:cubicBezTo>
                <a:cubicBezTo>
                  <a:pt x="1050" y="1458"/>
                  <a:pt x="1050" y="1458"/>
                  <a:pt x="1050" y="1458"/>
                </a:cubicBezTo>
                <a:lnTo>
                  <a:pt x="1050" y="2020"/>
                </a:lnTo>
                <a:close/>
                <a:moveTo>
                  <a:pt x="1050" y="330"/>
                </a:moveTo>
                <a:cubicBezTo>
                  <a:pt x="1050" y="864"/>
                  <a:pt x="1050" y="864"/>
                  <a:pt x="1050" y="864"/>
                </a:cubicBezTo>
                <a:cubicBezTo>
                  <a:pt x="1896" y="1711"/>
                  <a:pt x="1896" y="1711"/>
                  <a:pt x="1896" y="1711"/>
                </a:cubicBezTo>
                <a:cubicBezTo>
                  <a:pt x="2056" y="1366"/>
                  <a:pt x="1994" y="945"/>
                  <a:pt x="1709" y="660"/>
                </a:cubicBezTo>
                <a:cubicBezTo>
                  <a:pt x="1050" y="0"/>
                  <a:pt x="1050" y="0"/>
                  <a:pt x="1050" y="0"/>
                </a:cubicBezTo>
                <a:cubicBezTo>
                  <a:pt x="618" y="431"/>
                  <a:pt x="618" y="431"/>
                  <a:pt x="618" y="431"/>
                </a:cubicBezTo>
                <a:cubicBezTo>
                  <a:pt x="783" y="596"/>
                  <a:pt x="783" y="596"/>
                  <a:pt x="783" y="596"/>
                </a:cubicBezTo>
                <a:lnTo>
                  <a:pt x="1050" y="3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4873"/>
      </p:ext>
    </p:extLst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ve Hel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83884" cy="914400"/>
          </a:xfrm>
          <a:custGeom>
            <a:avLst/>
            <a:gdLst>
              <a:gd name="T0" fmla="*/ 1867 w 2100"/>
              <a:gd name="T1" fmla="*/ 0 h 2450"/>
              <a:gd name="T2" fmla="*/ 233 w 2100"/>
              <a:gd name="T3" fmla="*/ 0 h 2450"/>
              <a:gd name="T4" fmla="*/ 0 w 2100"/>
              <a:gd name="T5" fmla="*/ 234 h 2450"/>
              <a:gd name="T6" fmla="*/ 0 w 2100"/>
              <a:gd name="T7" fmla="*/ 1867 h 2450"/>
              <a:gd name="T8" fmla="*/ 233 w 2100"/>
              <a:gd name="T9" fmla="*/ 2100 h 2450"/>
              <a:gd name="T10" fmla="*/ 700 w 2100"/>
              <a:gd name="T11" fmla="*/ 2100 h 2450"/>
              <a:gd name="T12" fmla="*/ 1050 w 2100"/>
              <a:gd name="T13" fmla="*/ 2450 h 2450"/>
              <a:gd name="T14" fmla="*/ 1400 w 2100"/>
              <a:gd name="T15" fmla="*/ 2100 h 2450"/>
              <a:gd name="T16" fmla="*/ 1867 w 2100"/>
              <a:gd name="T17" fmla="*/ 2100 h 2450"/>
              <a:gd name="T18" fmla="*/ 2100 w 2100"/>
              <a:gd name="T19" fmla="*/ 1867 h 2450"/>
              <a:gd name="T20" fmla="*/ 2100 w 2100"/>
              <a:gd name="T21" fmla="*/ 234 h 2450"/>
              <a:gd name="T22" fmla="*/ 1867 w 2100"/>
              <a:gd name="T23" fmla="*/ 0 h 2450"/>
              <a:gd name="T24" fmla="*/ 1167 w 2100"/>
              <a:gd name="T25" fmla="*/ 1867 h 2450"/>
              <a:gd name="T26" fmla="*/ 933 w 2100"/>
              <a:gd name="T27" fmla="*/ 1867 h 2450"/>
              <a:gd name="T28" fmla="*/ 933 w 2100"/>
              <a:gd name="T29" fmla="*/ 1634 h 2450"/>
              <a:gd name="T30" fmla="*/ 1167 w 2100"/>
              <a:gd name="T31" fmla="*/ 1634 h 2450"/>
              <a:gd name="T32" fmla="*/ 1167 w 2100"/>
              <a:gd name="T33" fmla="*/ 1867 h 2450"/>
              <a:gd name="T34" fmla="*/ 1408 w 2100"/>
              <a:gd name="T35" fmla="*/ 963 h 2450"/>
              <a:gd name="T36" fmla="*/ 1303 w 2100"/>
              <a:gd name="T37" fmla="*/ 1070 h 2450"/>
              <a:gd name="T38" fmla="*/ 1167 w 2100"/>
              <a:gd name="T39" fmla="*/ 1400 h 2450"/>
              <a:gd name="T40" fmla="*/ 933 w 2100"/>
              <a:gd name="T41" fmla="*/ 1400 h 2450"/>
              <a:gd name="T42" fmla="*/ 933 w 2100"/>
              <a:gd name="T43" fmla="*/ 1342 h 2450"/>
              <a:gd name="T44" fmla="*/ 1070 w 2100"/>
              <a:gd name="T45" fmla="*/ 1012 h 2450"/>
              <a:gd name="T46" fmla="*/ 1215 w 2100"/>
              <a:gd name="T47" fmla="*/ 865 h 2450"/>
              <a:gd name="T48" fmla="*/ 1283 w 2100"/>
              <a:gd name="T49" fmla="*/ 700 h 2450"/>
              <a:gd name="T50" fmla="*/ 1050 w 2100"/>
              <a:gd name="T51" fmla="*/ 467 h 2450"/>
              <a:gd name="T52" fmla="*/ 817 w 2100"/>
              <a:gd name="T53" fmla="*/ 700 h 2450"/>
              <a:gd name="T54" fmla="*/ 583 w 2100"/>
              <a:gd name="T55" fmla="*/ 700 h 2450"/>
              <a:gd name="T56" fmla="*/ 1050 w 2100"/>
              <a:gd name="T57" fmla="*/ 234 h 2450"/>
              <a:gd name="T58" fmla="*/ 1517 w 2100"/>
              <a:gd name="T59" fmla="*/ 700 h 2450"/>
              <a:gd name="T60" fmla="*/ 1408 w 2100"/>
              <a:gd name="T61" fmla="*/ 963 h 2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100" h="245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5"/>
                  <a:pt x="0" y="234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4" y="2100"/>
                  <a:pt x="233" y="2100"/>
                </a:cubicBezTo>
                <a:cubicBezTo>
                  <a:pt x="700" y="2100"/>
                  <a:pt x="700" y="2100"/>
                  <a:pt x="700" y="2100"/>
                </a:cubicBezTo>
                <a:cubicBezTo>
                  <a:pt x="1050" y="2450"/>
                  <a:pt x="1050" y="2450"/>
                  <a:pt x="1050" y="2450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4"/>
                  <a:pt x="2100" y="234"/>
                  <a:pt x="2100" y="234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167" y="1867"/>
                </a:moveTo>
                <a:cubicBezTo>
                  <a:pt x="933" y="1867"/>
                  <a:pt x="933" y="1867"/>
                  <a:pt x="933" y="1867"/>
                </a:cubicBezTo>
                <a:cubicBezTo>
                  <a:pt x="933" y="1634"/>
                  <a:pt x="933" y="1634"/>
                  <a:pt x="933" y="1634"/>
                </a:cubicBezTo>
                <a:cubicBezTo>
                  <a:pt x="1167" y="1634"/>
                  <a:pt x="1167" y="1634"/>
                  <a:pt x="1167" y="1634"/>
                </a:cubicBezTo>
                <a:lnTo>
                  <a:pt x="1167" y="1867"/>
                </a:lnTo>
                <a:close/>
                <a:moveTo>
                  <a:pt x="1408" y="963"/>
                </a:moveTo>
                <a:cubicBezTo>
                  <a:pt x="1303" y="1070"/>
                  <a:pt x="1303" y="1070"/>
                  <a:pt x="1303" y="1070"/>
                </a:cubicBezTo>
                <a:cubicBezTo>
                  <a:pt x="1219" y="1155"/>
                  <a:pt x="1167" y="1225"/>
                  <a:pt x="1167" y="1400"/>
                </a:cubicBezTo>
                <a:cubicBezTo>
                  <a:pt x="933" y="1400"/>
                  <a:pt x="933" y="1400"/>
                  <a:pt x="933" y="1400"/>
                </a:cubicBezTo>
                <a:cubicBezTo>
                  <a:pt x="933" y="1342"/>
                  <a:pt x="933" y="1342"/>
                  <a:pt x="933" y="1342"/>
                </a:cubicBezTo>
                <a:cubicBezTo>
                  <a:pt x="933" y="1214"/>
                  <a:pt x="986" y="1097"/>
                  <a:pt x="1070" y="1012"/>
                </a:cubicBezTo>
                <a:cubicBezTo>
                  <a:pt x="1215" y="865"/>
                  <a:pt x="1215" y="865"/>
                  <a:pt x="1215" y="865"/>
                </a:cubicBezTo>
                <a:cubicBezTo>
                  <a:pt x="1258" y="823"/>
                  <a:pt x="1283" y="764"/>
                  <a:pt x="1283" y="700"/>
                </a:cubicBezTo>
                <a:cubicBezTo>
                  <a:pt x="1283" y="572"/>
                  <a:pt x="1178" y="467"/>
                  <a:pt x="1050" y="467"/>
                </a:cubicBezTo>
                <a:cubicBezTo>
                  <a:pt x="922" y="467"/>
                  <a:pt x="817" y="572"/>
                  <a:pt x="817" y="700"/>
                </a:cubicBezTo>
                <a:cubicBezTo>
                  <a:pt x="583" y="700"/>
                  <a:pt x="583" y="700"/>
                  <a:pt x="583" y="700"/>
                </a:cubicBezTo>
                <a:cubicBezTo>
                  <a:pt x="583" y="443"/>
                  <a:pt x="792" y="234"/>
                  <a:pt x="1050" y="234"/>
                </a:cubicBezTo>
                <a:cubicBezTo>
                  <a:pt x="1308" y="234"/>
                  <a:pt x="1517" y="443"/>
                  <a:pt x="1517" y="700"/>
                </a:cubicBezTo>
                <a:cubicBezTo>
                  <a:pt x="1517" y="803"/>
                  <a:pt x="1475" y="896"/>
                  <a:pt x="1408" y="96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89063"/>
      </p:ext>
    </p:extLst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tion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844" cy="914400"/>
          </a:xfrm>
          <a:custGeom>
            <a:avLst/>
            <a:gdLst>
              <a:gd name="T0" fmla="*/ 1167 w 2100"/>
              <a:gd name="T1" fmla="*/ 525 h 2334"/>
              <a:gd name="T2" fmla="*/ 1459 w 2100"/>
              <a:gd name="T3" fmla="*/ 817 h 2334"/>
              <a:gd name="T4" fmla="*/ 1362 w 2100"/>
              <a:gd name="T5" fmla="*/ 1033 h 2334"/>
              <a:gd name="T6" fmla="*/ 1785 w 2100"/>
              <a:gd name="T7" fmla="*/ 1456 h 2334"/>
              <a:gd name="T8" fmla="*/ 1984 w 2100"/>
              <a:gd name="T9" fmla="*/ 817 h 2334"/>
              <a:gd name="T10" fmla="*/ 1167 w 2100"/>
              <a:gd name="T11" fmla="*/ 0 h 2334"/>
              <a:gd name="T12" fmla="*/ 579 w 2100"/>
              <a:gd name="T13" fmla="*/ 251 h 2334"/>
              <a:gd name="T14" fmla="*/ 951 w 2100"/>
              <a:gd name="T15" fmla="*/ 623 h 2334"/>
              <a:gd name="T16" fmla="*/ 1167 w 2100"/>
              <a:gd name="T17" fmla="*/ 525 h 2334"/>
              <a:gd name="T18" fmla="*/ 1677 w 2100"/>
              <a:gd name="T19" fmla="*/ 1645 h 2334"/>
              <a:gd name="T20" fmla="*/ 1137 w 2100"/>
              <a:gd name="T21" fmla="*/ 1105 h 2334"/>
              <a:gd name="T22" fmla="*/ 1124 w 2100"/>
              <a:gd name="T23" fmla="*/ 1092 h 2334"/>
              <a:gd name="T24" fmla="*/ 149 w 2100"/>
              <a:gd name="T25" fmla="*/ 117 h 2334"/>
              <a:gd name="T26" fmla="*/ 0 w 2100"/>
              <a:gd name="T27" fmla="*/ 265 h 2334"/>
              <a:gd name="T28" fmla="*/ 371 w 2100"/>
              <a:gd name="T29" fmla="*/ 636 h 2334"/>
              <a:gd name="T30" fmla="*/ 350 w 2100"/>
              <a:gd name="T31" fmla="*/ 817 h 2334"/>
              <a:gd name="T32" fmla="*/ 1167 w 2100"/>
              <a:gd name="T33" fmla="*/ 2334 h 2334"/>
              <a:gd name="T34" fmla="*/ 1561 w 2100"/>
              <a:gd name="T35" fmla="*/ 1826 h 2334"/>
              <a:gd name="T36" fmla="*/ 1952 w 2100"/>
              <a:gd name="T37" fmla="*/ 2217 h 2334"/>
              <a:gd name="T38" fmla="*/ 2100 w 2100"/>
              <a:gd name="T39" fmla="*/ 2069 h 2334"/>
              <a:gd name="T40" fmla="*/ 1677 w 2100"/>
              <a:gd name="T41" fmla="*/ 1645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00" h="2334">
                <a:moveTo>
                  <a:pt x="1167" y="525"/>
                </a:moveTo>
                <a:cubicBezTo>
                  <a:pt x="1328" y="525"/>
                  <a:pt x="1459" y="656"/>
                  <a:pt x="1459" y="817"/>
                </a:cubicBezTo>
                <a:cubicBezTo>
                  <a:pt x="1459" y="903"/>
                  <a:pt x="1420" y="979"/>
                  <a:pt x="1362" y="1033"/>
                </a:cubicBezTo>
                <a:cubicBezTo>
                  <a:pt x="1785" y="1456"/>
                  <a:pt x="1785" y="1456"/>
                  <a:pt x="1785" y="1456"/>
                </a:cubicBezTo>
                <a:cubicBezTo>
                  <a:pt x="1900" y="1239"/>
                  <a:pt x="1984" y="1013"/>
                  <a:pt x="1984" y="817"/>
                </a:cubicBezTo>
                <a:cubicBezTo>
                  <a:pt x="1984" y="365"/>
                  <a:pt x="1619" y="0"/>
                  <a:pt x="1167" y="0"/>
                </a:cubicBezTo>
                <a:cubicBezTo>
                  <a:pt x="936" y="0"/>
                  <a:pt x="728" y="97"/>
                  <a:pt x="579" y="251"/>
                </a:cubicBezTo>
                <a:cubicBezTo>
                  <a:pt x="951" y="623"/>
                  <a:pt x="951" y="623"/>
                  <a:pt x="951" y="623"/>
                </a:cubicBezTo>
                <a:cubicBezTo>
                  <a:pt x="1005" y="563"/>
                  <a:pt x="1081" y="525"/>
                  <a:pt x="1167" y="525"/>
                </a:cubicBezTo>
                <a:close/>
                <a:moveTo>
                  <a:pt x="1677" y="1645"/>
                </a:moveTo>
                <a:cubicBezTo>
                  <a:pt x="1137" y="1105"/>
                  <a:pt x="1137" y="1105"/>
                  <a:pt x="1137" y="1105"/>
                </a:cubicBezTo>
                <a:cubicBezTo>
                  <a:pt x="1124" y="1092"/>
                  <a:pt x="1124" y="1092"/>
                  <a:pt x="1124" y="1092"/>
                </a:cubicBezTo>
                <a:cubicBezTo>
                  <a:pt x="149" y="117"/>
                  <a:pt x="149" y="117"/>
                  <a:pt x="149" y="117"/>
                </a:cubicBezTo>
                <a:cubicBezTo>
                  <a:pt x="0" y="265"/>
                  <a:pt x="0" y="265"/>
                  <a:pt x="0" y="265"/>
                </a:cubicBezTo>
                <a:cubicBezTo>
                  <a:pt x="371" y="636"/>
                  <a:pt x="371" y="636"/>
                  <a:pt x="371" y="636"/>
                </a:cubicBezTo>
                <a:cubicBezTo>
                  <a:pt x="358" y="695"/>
                  <a:pt x="350" y="755"/>
                  <a:pt x="350" y="817"/>
                </a:cubicBezTo>
                <a:cubicBezTo>
                  <a:pt x="350" y="1429"/>
                  <a:pt x="1167" y="2334"/>
                  <a:pt x="1167" y="2334"/>
                </a:cubicBezTo>
                <a:cubicBezTo>
                  <a:pt x="1167" y="2334"/>
                  <a:pt x="1362" y="2118"/>
                  <a:pt x="1561" y="1826"/>
                </a:cubicBezTo>
                <a:cubicBezTo>
                  <a:pt x="1952" y="2217"/>
                  <a:pt x="1952" y="2217"/>
                  <a:pt x="1952" y="2217"/>
                </a:cubicBezTo>
                <a:cubicBezTo>
                  <a:pt x="2100" y="2069"/>
                  <a:pt x="2100" y="2069"/>
                  <a:pt x="2100" y="2069"/>
                </a:cubicBezTo>
                <a:lnTo>
                  <a:pt x="1677" y="16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63318"/>
      </p:ext>
    </p:extLst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tion 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40229" cy="914400"/>
          </a:xfrm>
          <a:custGeom>
            <a:avLst/>
            <a:gdLst>
              <a:gd name="T0" fmla="*/ 817 w 1634"/>
              <a:gd name="T1" fmla="*/ 0 h 2334"/>
              <a:gd name="T2" fmla="*/ 0 w 1634"/>
              <a:gd name="T3" fmla="*/ 817 h 2334"/>
              <a:gd name="T4" fmla="*/ 817 w 1634"/>
              <a:gd name="T5" fmla="*/ 2334 h 2334"/>
              <a:gd name="T6" fmla="*/ 1634 w 1634"/>
              <a:gd name="T7" fmla="*/ 817 h 2334"/>
              <a:gd name="T8" fmla="*/ 817 w 1634"/>
              <a:gd name="T9" fmla="*/ 0 h 2334"/>
              <a:gd name="T10" fmla="*/ 817 w 1634"/>
              <a:gd name="T11" fmla="*/ 1109 h 2334"/>
              <a:gd name="T12" fmla="*/ 525 w 1634"/>
              <a:gd name="T13" fmla="*/ 817 h 2334"/>
              <a:gd name="T14" fmla="*/ 817 w 1634"/>
              <a:gd name="T15" fmla="*/ 525 h 2334"/>
              <a:gd name="T16" fmla="*/ 1109 w 1634"/>
              <a:gd name="T17" fmla="*/ 817 h 2334"/>
              <a:gd name="T18" fmla="*/ 817 w 1634"/>
              <a:gd name="T19" fmla="*/ 1109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34" h="2334">
                <a:moveTo>
                  <a:pt x="817" y="0"/>
                </a:moveTo>
                <a:cubicBezTo>
                  <a:pt x="365" y="0"/>
                  <a:pt x="0" y="365"/>
                  <a:pt x="0" y="817"/>
                </a:cubicBezTo>
                <a:cubicBezTo>
                  <a:pt x="0" y="1429"/>
                  <a:pt x="817" y="2334"/>
                  <a:pt x="817" y="2334"/>
                </a:cubicBezTo>
                <a:cubicBezTo>
                  <a:pt x="817" y="2334"/>
                  <a:pt x="1634" y="1429"/>
                  <a:pt x="1634" y="817"/>
                </a:cubicBezTo>
                <a:cubicBezTo>
                  <a:pt x="1634" y="365"/>
                  <a:pt x="1269" y="0"/>
                  <a:pt x="817" y="0"/>
                </a:cubicBezTo>
                <a:close/>
                <a:moveTo>
                  <a:pt x="817" y="1109"/>
                </a:moveTo>
                <a:cubicBezTo>
                  <a:pt x="656" y="1109"/>
                  <a:pt x="525" y="978"/>
                  <a:pt x="525" y="817"/>
                </a:cubicBezTo>
                <a:cubicBezTo>
                  <a:pt x="525" y="656"/>
                  <a:pt x="656" y="525"/>
                  <a:pt x="817" y="525"/>
                </a:cubicBezTo>
                <a:cubicBezTo>
                  <a:pt x="978" y="525"/>
                  <a:pt x="1109" y="656"/>
                  <a:pt x="1109" y="817"/>
                </a:cubicBezTo>
                <a:cubicBezTo>
                  <a:pt x="1109" y="978"/>
                  <a:pt x="978" y="1109"/>
                  <a:pt x="817" y="1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763687"/>
      </p:ext>
    </p:extLst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il Out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0 h 1866"/>
              <a:gd name="T2" fmla="*/ 234 w 2334"/>
              <a:gd name="T3" fmla="*/ 0 h 1866"/>
              <a:gd name="T4" fmla="*/ 1 w 2334"/>
              <a:gd name="T5" fmla="*/ 233 h 1866"/>
              <a:gd name="T6" fmla="*/ 0 w 2334"/>
              <a:gd name="T7" fmla="*/ 1633 h 1866"/>
              <a:gd name="T8" fmla="*/ 234 w 2334"/>
              <a:gd name="T9" fmla="*/ 1866 h 1866"/>
              <a:gd name="T10" fmla="*/ 2100 w 2334"/>
              <a:gd name="T11" fmla="*/ 1866 h 1866"/>
              <a:gd name="T12" fmla="*/ 2334 w 2334"/>
              <a:gd name="T13" fmla="*/ 1633 h 1866"/>
              <a:gd name="T14" fmla="*/ 2334 w 2334"/>
              <a:gd name="T15" fmla="*/ 233 h 1866"/>
              <a:gd name="T16" fmla="*/ 2100 w 2334"/>
              <a:gd name="T17" fmla="*/ 0 h 1866"/>
              <a:gd name="T18" fmla="*/ 2100 w 2334"/>
              <a:gd name="T19" fmla="*/ 1633 h 1866"/>
              <a:gd name="T20" fmla="*/ 234 w 2334"/>
              <a:gd name="T21" fmla="*/ 1633 h 1866"/>
              <a:gd name="T22" fmla="*/ 234 w 2334"/>
              <a:gd name="T23" fmla="*/ 466 h 1866"/>
              <a:gd name="T24" fmla="*/ 1167 w 2334"/>
              <a:gd name="T25" fmla="*/ 1050 h 1866"/>
              <a:gd name="T26" fmla="*/ 2100 w 2334"/>
              <a:gd name="T27" fmla="*/ 466 h 1866"/>
              <a:gd name="T28" fmla="*/ 2100 w 2334"/>
              <a:gd name="T29" fmla="*/ 1633 h 1866"/>
              <a:gd name="T30" fmla="*/ 1167 w 2334"/>
              <a:gd name="T31" fmla="*/ 816 h 1866"/>
              <a:gd name="T32" fmla="*/ 234 w 2334"/>
              <a:gd name="T33" fmla="*/ 233 h 1866"/>
              <a:gd name="T34" fmla="*/ 2100 w 2334"/>
              <a:gd name="T35" fmla="*/ 233 h 1866"/>
              <a:gd name="T36" fmla="*/ 1167 w 2334"/>
              <a:gd name="T37" fmla="*/ 816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334" h="1866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233"/>
                  <a:pt x="2334" y="233"/>
                  <a:pt x="2334" y="233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2100" y="1633"/>
                </a:moveTo>
                <a:cubicBezTo>
                  <a:pt x="234" y="1633"/>
                  <a:pt x="234" y="1633"/>
                  <a:pt x="234" y="1633"/>
                </a:cubicBezTo>
                <a:cubicBezTo>
                  <a:pt x="234" y="466"/>
                  <a:pt x="234" y="466"/>
                  <a:pt x="234" y="466"/>
                </a:cubicBezTo>
                <a:cubicBezTo>
                  <a:pt x="1167" y="1050"/>
                  <a:pt x="1167" y="1050"/>
                  <a:pt x="1167" y="1050"/>
                </a:cubicBezTo>
                <a:cubicBezTo>
                  <a:pt x="2100" y="466"/>
                  <a:pt x="2100" y="466"/>
                  <a:pt x="2100" y="466"/>
                </a:cubicBezTo>
                <a:lnTo>
                  <a:pt x="2100" y="1633"/>
                </a:lnTo>
                <a:close/>
                <a:moveTo>
                  <a:pt x="1167" y="816"/>
                </a:moveTo>
                <a:cubicBezTo>
                  <a:pt x="234" y="233"/>
                  <a:pt x="234" y="233"/>
                  <a:pt x="234" y="233"/>
                </a:cubicBezTo>
                <a:cubicBezTo>
                  <a:pt x="2100" y="233"/>
                  <a:pt x="2100" y="233"/>
                  <a:pt x="2100" y="233"/>
                </a:cubicBezTo>
                <a:lnTo>
                  <a:pt x="1167" y="8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39882"/>
      </p:ext>
    </p:extLst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ssag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100 w 2334"/>
              <a:gd name="T1" fmla="*/ 0 h 2334"/>
              <a:gd name="T2" fmla="*/ 234 w 2334"/>
              <a:gd name="T3" fmla="*/ 0 h 2334"/>
              <a:gd name="T4" fmla="*/ 1 w 2334"/>
              <a:gd name="T5" fmla="*/ 234 h 2334"/>
              <a:gd name="T6" fmla="*/ 0 w 2334"/>
              <a:gd name="T7" fmla="*/ 2334 h 2334"/>
              <a:gd name="T8" fmla="*/ 467 w 2334"/>
              <a:gd name="T9" fmla="*/ 1867 h 2334"/>
              <a:gd name="T10" fmla="*/ 2100 w 2334"/>
              <a:gd name="T11" fmla="*/ 1867 h 2334"/>
              <a:gd name="T12" fmla="*/ 2334 w 2334"/>
              <a:gd name="T13" fmla="*/ 1634 h 2334"/>
              <a:gd name="T14" fmla="*/ 2334 w 2334"/>
              <a:gd name="T15" fmla="*/ 234 h 2334"/>
              <a:gd name="T16" fmla="*/ 2100 w 2334"/>
              <a:gd name="T17" fmla="*/ 0 h 2334"/>
              <a:gd name="T18" fmla="*/ 1867 w 2334"/>
              <a:gd name="T19" fmla="*/ 1400 h 2334"/>
              <a:gd name="T20" fmla="*/ 467 w 2334"/>
              <a:gd name="T21" fmla="*/ 1400 h 2334"/>
              <a:gd name="T22" fmla="*/ 467 w 2334"/>
              <a:gd name="T23" fmla="*/ 1167 h 2334"/>
              <a:gd name="T24" fmla="*/ 1867 w 2334"/>
              <a:gd name="T25" fmla="*/ 1167 h 2334"/>
              <a:gd name="T26" fmla="*/ 1867 w 2334"/>
              <a:gd name="T27" fmla="*/ 1400 h 2334"/>
              <a:gd name="T28" fmla="*/ 1867 w 2334"/>
              <a:gd name="T29" fmla="*/ 1050 h 2334"/>
              <a:gd name="T30" fmla="*/ 467 w 2334"/>
              <a:gd name="T31" fmla="*/ 1050 h 2334"/>
              <a:gd name="T32" fmla="*/ 467 w 2334"/>
              <a:gd name="T33" fmla="*/ 817 h 2334"/>
              <a:gd name="T34" fmla="*/ 1867 w 2334"/>
              <a:gd name="T35" fmla="*/ 817 h 2334"/>
              <a:gd name="T36" fmla="*/ 1867 w 2334"/>
              <a:gd name="T37" fmla="*/ 1050 h 2334"/>
              <a:gd name="T38" fmla="*/ 1867 w 2334"/>
              <a:gd name="T39" fmla="*/ 700 h 2334"/>
              <a:gd name="T40" fmla="*/ 467 w 2334"/>
              <a:gd name="T41" fmla="*/ 700 h 2334"/>
              <a:gd name="T42" fmla="*/ 467 w 2334"/>
              <a:gd name="T43" fmla="*/ 467 h 2334"/>
              <a:gd name="T44" fmla="*/ 1867 w 2334"/>
              <a:gd name="T45" fmla="*/ 467 h 2334"/>
              <a:gd name="T46" fmla="*/ 1867 w 2334"/>
              <a:gd name="T47" fmla="*/ 7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4"/>
                </a:cubicBezTo>
                <a:cubicBezTo>
                  <a:pt x="0" y="2334"/>
                  <a:pt x="0" y="2334"/>
                  <a:pt x="0" y="2334"/>
                </a:cubicBezTo>
                <a:cubicBezTo>
                  <a:pt x="467" y="1867"/>
                  <a:pt x="467" y="1867"/>
                  <a:pt x="467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867" y="1400"/>
                </a:moveTo>
                <a:cubicBezTo>
                  <a:pt x="467" y="1400"/>
                  <a:pt x="467" y="1400"/>
                  <a:pt x="467" y="1400"/>
                </a:cubicBezTo>
                <a:cubicBezTo>
                  <a:pt x="467" y="1167"/>
                  <a:pt x="467" y="1167"/>
                  <a:pt x="467" y="1167"/>
                </a:cubicBezTo>
                <a:cubicBezTo>
                  <a:pt x="1867" y="1167"/>
                  <a:pt x="1867" y="1167"/>
                  <a:pt x="1867" y="1167"/>
                </a:cubicBezTo>
                <a:lnTo>
                  <a:pt x="1867" y="1400"/>
                </a:lnTo>
                <a:close/>
                <a:moveTo>
                  <a:pt x="1867" y="1050"/>
                </a:moveTo>
                <a:cubicBezTo>
                  <a:pt x="467" y="1050"/>
                  <a:pt x="467" y="1050"/>
                  <a:pt x="467" y="1050"/>
                </a:cubicBezTo>
                <a:cubicBezTo>
                  <a:pt x="467" y="817"/>
                  <a:pt x="467" y="817"/>
                  <a:pt x="467" y="817"/>
                </a:cubicBezTo>
                <a:cubicBezTo>
                  <a:pt x="1867" y="817"/>
                  <a:pt x="1867" y="817"/>
                  <a:pt x="1867" y="817"/>
                </a:cubicBezTo>
                <a:lnTo>
                  <a:pt x="1867" y="1050"/>
                </a:lnTo>
                <a:close/>
                <a:moveTo>
                  <a:pt x="1867" y="700"/>
                </a:moveTo>
                <a:cubicBezTo>
                  <a:pt x="467" y="700"/>
                  <a:pt x="467" y="700"/>
                  <a:pt x="467" y="700"/>
                </a:cubicBezTo>
                <a:cubicBezTo>
                  <a:pt x="467" y="467"/>
                  <a:pt x="467" y="467"/>
                  <a:pt x="467" y="467"/>
                </a:cubicBezTo>
                <a:cubicBezTo>
                  <a:pt x="1867" y="467"/>
                  <a:pt x="1867" y="467"/>
                  <a:pt x="1867" y="467"/>
                </a:cubicBezTo>
                <a:lnTo>
                  <a:pt x="1867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66388"/>
      </p:ext>
    </p:extLst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 Si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73305" cy="914400"/>
          </a:xfrm>
          <a:custGeom>
            <a:avLst/>
            <a:gdLst>
              <a:gd name="T0" fmla="*/ 1938 w 2186"/>
              <a:gd name="T1" fmla="*/ 233 h 2289"/>
              <a:gd name="T2" fmla="*/ 1705 w 2186"/>
              <a:gd name="T3" fmla="*/ 0 h 2289"/>
              <a:gd name="T4" fmla="*/ 889 w 2186"/>
              <a:gd name="T5" fmla="*/ 0 h 2289"/>
              <a:gd name="T6" fmla="*/ 616 w 2186"/>
              <a:gd name="T7" fmla="*/ 273 h 2289"/>
              <a:gd name="T8" fmla="*/ 1939 w 2186"/>
              <a:gd name="T9" fmla="*/ 1596 h 2289"/>
              <a:gd name="T10" fmla="*/ 1938 w 2186"/>
              <a:gd name="T11" fmla="*/ 233 h 2289"/>
              <a:gd name="T12" fmla="*/ 148 w 2186"/>
              <a:gd name="T13" fmla="*/ 103 h 2289"/>
              <a:gd name="T14" fmla="*/ 0 w 2186"/>
              <a:gd name="T15" fmla="*/ 251 h 2289"/>
              <a:gd name="T16" fmla="*/ 305 w 2186"/>
              <a:gd name="T17" fmla="*/ 556 h 2289"/>
              <a:gd name="T18" fmla="*/ 305 w 2186"/>
              <a:gd name="T19" fmla="*/ 1867 h 2289"/>
              <a:gd name="T20" fmla="*/ 539 w 2186"/>
              <a:gd name="T21" fmla="*/ 2100 h 2289"/>
              <a:gd name="T22" fmla="*/ 1706 w 2186"/>
              <a:gd name="T23" fmla="*/ 2100 h 2289"/>
              <a:gd name="T24" fmla="*/ 1819 w 2186"/>
              <a:gd name="T25" fmla="*/ 2070 h 2289"/>
              <a:gd name="T26" fmla="*/ 2038 w 2186"/>
              <a:gd name="T27" fmla="*/ 2289 h 2289"/>
              <a:gd name="T28" fmla="*/ 2186 w 2186"/>
              <a:gd name="T29" fmla="*/ 2141 h 2289"/>
              <a:gd name="T30" fmla="*/ 148 w 2186"/>
              <a:gd name="T31" fmla="*/ 103 h 2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186" h="2289">
                <a:moveTo>
                  <a:pt x="1938" y="233"/>
                </a:moveTo>
                <a:cubicBezTo>
                  <a:pt x="1938" y="105"/>
                  <a:pt x="1834" y="0"/>
                  <a:pt x="1705" y="0"/>
                </a:cubicBezTo>
                <a:cubicBezTo>
                  <a:pt x="889" y="0"/>
                  <a:pt x="889" y="0"/>
                  <a:pt x="889" y="0"/>
                </a:cubicBezTo>
                <a:cubicBezTo>
                  <a:pt x="616" y="273"/>
                  <a:pt x="616" y="273"/>
                  <a:pt x="616" y="273"/>
                </a:cubicBezTo>
                <a:cubicBezTo>
                  <a:pt x="1939" y="1596"/>
                  <a:pt x="1939" y="1596"/>
                  <a:pt x="1939" y="1596"/>
                </a:cubicBezTo>
                <a:lnTo>
                  <a:pt x="1938" y="233"/>
                </a:lnTo>
                <a:close/>
                <a:moveTo>
                  <a:pt x="148" y="103"/>
                </a:moveTo>
                <a:cubicBezTo>
                  <a:pt x="0" y="251"/>
                  <a:pt x="0" y="251"/>
                  <a:pt x="0" y="251"/>
                </a:cubicBezTo>
                <a:cubicBezTo>
                  <a:pt x="305" y="556"/>
                  <a:pt x="305" y="556"/>
                  <a:pt x="305" y="556"/>
                </a:cubicBezTo>
                <a:cubicBezTo>
                  <a:pt x="305" y="1867"/>
                  <a:pt x="305" y="1867"/>
                  <a:pt x="305" y="1867"/>
                </a:cubicBezTo>
                <a:cubicBezTo>
                  <a:pt x="305" y="1995"/>
                  <a:pt x="410" y="2100"/>
                  <a:pt x="539" y="2100"/>
                </a:cubicBezTo>
                <a:cubicBezTo>
                  <a:pt x="1706" y="2100"/>
                  <a:pt x="1706" y="2100"/>
                  <a:pt x="1706" y="2100"/>
                </a:cubicBezTo>
                <a:cubicBezTo>
                  <a:pt x="1747" y="2100"/>
                  <a:pt x="1785" y="2088"/>
                  <a:pt x="1819" y="2070"/>
                </a:cubicBezTo>
                <a:cubicBezTo>
                  <a:pt x="2038" y="2289"/>
                  <a:pt x="2038" y="2289"/>
                  <a:pt x="2038" y="2289"/>
                </a:cubicBezTo>
                <a:cubicBezTo>
                  <a:pt x="2186" y="2141"/>
                  <a:pt x="2186" y="2141"/>
                  <a:pt x="2186" y="2141"/>
                </a:cubicBezTo>
                <a:lnTo>
                  <a:pt x="148" y="1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383858"/>
      </p:ext>
    </p:extLst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n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22 w 2100"/>
              <a:gd name="T1" fmla="*/ 909 h 2100"/>
              <a:gd name="T2" fmla="*/ 1191 w 2100"/>
              <a:gd name="T3" fmla="*/ 1678 h 2100"/>
              <a:gd name="T4" fmla="*/ 1448 w 2100"/>
              <a:gd name="T5" fmla="*/ 1421 h 2100"/>
              <a:gd name="T6" fmla="*/ 1567 w 2100"/>
              <a:gd name="T7" fmla="*/ 1393 h 2100"/>
              <a:gd name="T8" fmla="*/ 1983 w 2100"/>
              <a:gd name="T9" fmla="*/ 1459 h 2100"/>
              <a:gd name="T10" fmla="*/ 2100 w 2100"/>
              <a:gd name="T11" fmla="*/ 1576 h 2100"/>
              <a:gd name="T12" fmla="*/ 2100 w 2100"/>
              <a:gd name="T13" fmla="*/ 1983 h 2100"/>
              <a:gd name="T14" fmla="*/ 1983 w 2100"/>
              <a:gd name="T15" fmla="*/ 2100 h 2100"/>
              <a:gd name="T16" fmla="*/ 0 w 2100"/>
              <a:gd name="T17" fmla="*/ 117 h 2100"/>
              <a:gd name="T18" fmla="*/ 117 w 2100"/>
              <a:gd name="T19" fmla="*/ 0 h 2100"/>
              <a:gd name="T20" fmla="*/ 525 w 2100"/>
              <a:gd name="T21" fmla="*/ 0 h 2100"/>
              <a:gd name="T22" fmla="*/ 642 w 2100"/>
              <a:gd name="T23" fmla="*/ 117 h 2100"/>
              <a:gd name="T24" fmla="*/ 708 w 2100"/>
              <a:gd name="T25" fmla="*/ 533 h 2100"/>
              <a:gd name="T26" fmla="*/ 679 w 2100"/>
              <a:gd name="T27" fmla="*/ 652 h 2100"/>
              <a:gd name="T28" fmla="*/ 422 w 2100"/>
              <a:gd name="T29" fmla="*/ 909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100" h="2100">
                <a:moveTo>
                  <a:pt x="422" y="909"/>
                </a:moveTo>
                <a:cubicBezTo>
                  <a:pt x="590" y="1239"/>
                  <a:pt x="861" y="1508"/>
                  <a:pt x="1191" y="1678"/>
                </a:cubicBezTo>
                <a:cubicBezTo>
                  <a:pt x="1448" y="1421"/>
                  <a:pt x="1448" y="1421"/>
                  <a:pt x="1448" y="1421"/>
                </a:cubicBezTo>
                <a:cubicBezTo>
                  <a:pt x="1479" y="1390"/>
                  <a:pt x="1526" y="1379"/>
                  <a:pt x="1567" y="1393"/>
                </a:cubicBezTo>
                <a:cubicBezTo>
                  <a:pt x="1697" y="1436"/>
                  <a:pt x="1839" y="1459"/>
                  <a:pt x="1983" y="1459"/>
                </a:cubicBezTo>
                <a:cubicBezTo>
                  <a:pt x="2047" y="1459"/>
                  <a:pt x="2100" y="1512"/>
                  <a:pt x="2100" y="1576"/>
                </a:cubicBezTo>
                <a:cubicBezTo>
                  <a:pt x="2100" y="1983"/>
                  <a:pt x="2100" y="1983"/>
                  <a:pt x="2100" y="1983"/>
                </a:cubicBezTo>
                <a:cubicBezTo>
                  <a:pt x="2100" y="2047"/>
                  <a:pt x="2047" y="2100"/>
                  <a:pt x="1983" y="2100"/>
                </a:cubicBezTo>
                <a:cubicBezTo>
                  <a:pt x="888" y="2100"/>
                  <a:pt x="0" y="1212"/>
                  <a:pt x="0" y="117"/>
                </a:cubicBezTo>
                <a:cubicBezTo>
                  <a:pt x="0" y="53"/>
                  <a:pt x="53" y="0"/>
                  <a:pt x="117" y="0"/>
                </a:cubicBezTo>
                <a:cubicBezTo>
                  <a:pt x="525" y="0"/>
                  <a:pt x="525" y="0"/>
                  <a:pt x="525" y="0"/>
                </a:cubicBezTo>
                <a:cubicBezTo>
                  <a:pt x="589" y="0"/>
                  <a:pt x="642" y="53"/>
                  <a:pt x="642" y="117"/>
                </a:cubicBezTo>
                <a:cubicBezTo>
                  <a:pt x="642" y="262"/>
                  <a:pt x="665" y="403"/>
                  <a:pt x="708" y="533"/>
                </a:cubicBezTo>
                <a:cubicBezTo>
                  <a:pt x="721" y="574"/>
                  <a:pt x="712" y="620"/>
                  <a:pt x="679" y="652"/>
                </a:cubicBezTo>
                <a:lnTo>
                  <a:pt x="422" y="9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80523"/>
      </p:ext>
    </p:extLst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nelink Eras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48447" cy="914400"/>
          </a:xfrm>
          <a:custGeom>
            <a:avLst/>
            <a:gdLst>
              <a:gd name="T0" fmla="*/ 1167 w 2100"/>
              <a:gd name="T1" fmla="*/ 840 h 2566"/>
              <a:gd name="T2" fmla="*/ 1050 w 2100"/>
              <a:gd name="T3" fmla="*/ 723 h 2566"/>
              <a:gd name="T4" fmla="*/ 583 w 2100"/>
              <a:gd name="T5" fmla="*/ 1190 h 2566"/>
              <a:gd name="T6" fmla="*/ 117 w 2100"/>
              <a:gd name="T7" fmla="*/ 723 h 2566"/>
              <a:gd name="T8" fmla="*/ 0 w 2100"/>
              <a:gd name="T9" fmla="*/ 840 h 2566"/>
              <a:gd name="T10" fmla="*/ 467 w 2100"/>
              <a:gd name="T11" fmla="*/ 1306 h 2566"/>
              <a:gd name="T12" fmla="*/ 0 w 2100"/>
              <a:gd name="T13" fmla="*/ 1773 h 2566"/>
              <a:gd name="T14" fmla="*/ 117 w 2100"/>
              <a:gd name="T15" fmla="*/ 1890 h 2566"/>
              <a:gd name="T16" fmla="*/ 583 w 2100"/>
              <a:gd name="T17" fmla="*/ 1423 h 2566"/>
              <a:gd name="T18" fmla="*/ 1050 w 2100"/>
              <a:gd name="T19" fmla="*/ 1890 h 2566"/>
              <a:gd name="T20" fmla="*/ 1167 w 2100"/>
              <a:gd name="T21" fmla="*/ 1773 h 2566"/>
              <a:gd name="T22" fmla="*/ 700 w 2100"/>
              <a:gd name="T23" fmla="*/ 1306 h 2566"/>
              <a:gd name="T24" fmla="*/ 1167 w 2100"/>
              <a:gd name="T25" fmla="*/ 840 h 2566"/>
              <a:gd name="T26" fmla="*/ 1867 w 2100"/>
              <a:gd name="T27" fmla="*/ 0 h 2566"/>
              <a:gd name="T28" fmla="*/ 700 w 2100"/>
              <a:gd name="T29" fmla="*/ 0 h 2566"/>
              <a:gd name="T30" fmla="*/ 467 w 2100"/>
              <a:gd name="T31" fmla="*/ 233 h 2566"/>
              <a:gd name="T32" fmla="*/ 467 w 2100"/>
              <a:gd name="T33" fmla="*/ 583 h 2566"/>
              <a:gd name="T34" fmla="*/ 700 w 2100"/>
              <a:gd name="T35" fmla="*/ 583 h 2566"/>
              <a:gd name="T36" fmla="*/ 700 w 2100"/>
              <a:gd name="T37" fmla="*/ 350 h 2566"/>
              <a:gd name="T38" fmla="*/ 1867 w 2100"/>
              <a:gd name="T39" fmla="*/ 350 h 2566"/>
              <a:gd name="T40" fmla="*/ 1867 w 2100"/>
              <a:gd name="T41" fmla="*/ 2216 h 2566"/>
              <a:gd name="T42" fmla="*/ 700 w 2100"/>
              <a:gd name="T43" fmla="*/ 2216 h 2566"/>
              <a:gd name="T44" fmla="*/ 700 w 2100"/>
              <a:gd name="T45" fmla="*/ 1983 h 2566"/>
              <a:gd name="T46" fmla="*/ 467 w 2100"/>
              <a:gd name="T47" fmla="*/ 1983 h 2566"/>
              <a:gd name="T48" fmla="*/ 467 w 2100"/>
              <a:gd name="T49" fmla="*/ 2333 h 2566"/>
              <a:gd name="T50" fmla="*/ 700 w 2100"/>
              <a:gd name="T51" fmla="*/ 2566 h 2566"/>
              <a:gd name="T52" fmla="*/ 1867 w 2100"/>
              <a:gd name="T53" fmla="*/ 2566 h 2566"/>
              <a:gd name="T54" fmla="*/ 2100 w 2100"/>
              <a:gd name="T55" fmla="*/ 2333 h 2566"/>
              <a:gd name="T56" fmla="*/ 2100 w 2100"/>
              <a:gd name="T57" fmla="*/ 233 h 2566"/>
              <a:gd name="T58" fmla="*/ 1867 w 2100"/>
              <a:gd name="T59" fmla="*/ 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100" h="2566">
                <a:moveTo>
                  <a:pt x="1167" y="840"/>
                </a:moveTo>
                <a:cubicBezTo>
                  <a:pt x="1050" y="723"/>
                  <a:pt x="1050" y="723"/>
                  <a:pt x="1050" y="723"/>
                </a:cubicBezTo>
                <a:cubicBezTo>
                  <a:pt x="583" y="1190"/>
                  <a:pt x="583" y="1190"/>
                  <a:pt x="583" y="1190"/>
                </a:cubicBezTo>
                <a:cubicBezTo>
                  <a:pt x="117" y="723"/>
                  <a:pt x="117" y="723"/>
                  <a:pt x="117" y="723"/>
                </a:cubicBezTo>
                <a:cubicBezTo>
                  <a:pt x="0" y="840"/>
                  <a:pt x="0" y="840"/>
                  <a:pt x="0" y="840"/>
                </a:cubicBezTo>
                <a:cubicBezTo>
                  <a:pt x="467" y="1306"/>
                  <a:pt x="467" y="1306"/>
                  <a:pt x="467" y="1306"/>
                </a:cubicBezTo>
                <a:cubicBezTo>
                  <a:pt x="0" y="1773"/>
                  <a:pt x="0" y="1773"/>
                  <a:pt x="0" y="1773"/>
                </a:cubicBezTo>
                <a:cubicBezTo>
                  <a:pt x="117" y="1890"/>
                  <a:pt x="117" y="1890"/>
                  <a:pt x="117" y="1890"/>
                </a:cubicBezTo>
                <a:cubicBezTo>
                  <a:pt x="583" y="1423"/>
                  <a:pt x="583" y="1423"/>
                  <a:pt x="583" y="1423"/>
                </a:cubicBezTo>
                <a:cubicBezTo>
                  <a:pt x="1050" y="1890"/>
                  <a:pt x="1050" y="1890"/>
                  <a:pt x="1050" y="1890"/>
                </a:cubicBezTo>
                <a:cubicBezTo>
                  <a:pt x="1167" y="1773"/>
                  <a:pt x="1167" y="1773"/>
                  <a:pt x="1167" y="1773"/>
                </a:cubicBezTo>
                <a:cubicBezTo>
                  <a:pt x="700" y="1306"/>
                  <a:pt x="700" y="1306"/>
                  <a:pt x="700" y="1306"/>
                </a:cubicBezTo>
                <a:lnTo>
                  <a:pt x="1167" y="840"/>
                </a:lnTo>
                <a:close/>
                <a:moveTo>
                  <a:pt x="1867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2" y="0"/>
                  <a:pt x="467" y="105"/>
                  <a:pt x="467" y="233"/>
                </a:cubicBezTo>
                <a:cubicBezTo>
                  <a:pt x="467" y="583"/>
                  <a:pt x="467" y="583"/>
                  <a:pt x="467" y="583"/>
                </a:cubicBezTo>
                <a:cubicBezTo>
                  <a:pt x="700" y="583"/>
                  <a:pt x="700" y="583"/>
                  <a:pt x="700" y="583"/>
                </a:cubicBezTo>
                <a:cubicBezTo>
                  <a:pt x="700" y="350"/>
                  <a:pt x="700" y="350"/>
                  <a:pt x="700" y="350"/>
                </a:cubicBezTo>
                <a:cubicBezTo>
                  <a:pt x="1867" y="350"/>
                  <a:pt x="1867" y="350"/>
                  <a:pt x="1867" y="350"/>
                </a:cubicBezTo>
                <a:cubicBezTo>
                  <a:pt x="1867" y="2216"/>
                  <a:pt x="1867" y="2216"/>
                  <a:pt x="1867" y="2216"/>
                </a:cubicBezTo>
                <a:cubicBezTo>
                  <a:pt x="700" y="2216"/>
                  <a:pt x="700" y="2216"/>
                  <a:pt x="700" y="2216"/>
                </a:cubicBezTo>
                <a:cubicBezTo>
                  <a:pt x="700" y="1983"/>
                  <a:pt x="700" y="1983"/>
                  <a:pt x="700" y="1983"/>
                </a:cubicBezTo>
                <a:cubicBezTo>
                  <a:pt x="467" y="1983"/>
                  <a:pt x="467" y="1983"/>
                  <a:pt x="467" y="1983"/>
                </a:cubicBezTo>
                <a:cubicBezTo>
                  <a:pt x="467" y="2333"/>
                  <a:pt x="467" y="2333"/>
                  <a:pt x="467" y="2333"/>
                </a:cubicBezTo>
                <a:cubicBezTo>
                  <a:pt x="467" y="2461"/>
                  <a:pt x="572" y="2566"/>
                  <a:pt x="700" y="2566"/>
                </a:cubicBezTo>
                <a:cubicBezTo>
                  <a:pt x="1867" y="2566"/>
                  <a:pt x="1867" y="2566"/>
                  <a:pt x="1867" y="2566"/>
                </a:cubicBezTo>
                <a:cubicBezTo>
                  <a:pt x="1995" y="2566"/>
                  <a:pt x="2100" y="2461"/>
                  <a:pt x="2100" y="2333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29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nelink Loc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06657" cy="914400"/>
          </a:xfrm>
          <a:custGeom>
            <a:avLst/>
            <a:gdLst>
              <a:gd name="T0" fmla="*/ 1750 w 1983"/>
              <a:gd name="T1" fmla="*/ 0 h 2566"/>
              <a:gd name="T2" fmla="*/ 583 w 1983"/>
              <a:gd name="T3" fmla="*/ 0 h 2566"/>
              <a:gd name="T4" fmla="*/ 350 w 1983"/>
              <a:gd name="T5" fmla="*/ 233 h 2566"/>
              <a:gd name="T6" fmla="*/ 350 w 1983"/>
              <a:gd name="T7" fmla="*/ 583 h 2566"/>
              <a:gd name="T8" fmla="*/ 583 w 1983"/>
              <a:gd name="T9" fmla="*/ 583 h 2566"/>
              <a:gd name="T10" fmla="*/ 583 w 1983"/>
              <a:gd name="T11" fmla="*/ 350 h 2566"/>
              <a:gd name="T12" fmla="*/ 1750 w 1983"/>
              <a:gd name="T13" fmla="*/ 350 h 2566"/>
              <a:gd name="T14" fmla="*/ 1750 w 1983"/>
              <a:gd name="T15" fmla="*/ 2216 h 2566"/>
              <a:gd name="T16" fmla="*/ 583 w 1983"/>
              <a:gd name="T17" fmla="*/ 2216 h 2566"/>
              <a:gd name="T18" fmla="*/ 583 w 1983"/>
              <a:gd name="T19" fmla="*/ 1983 h 2566"/>
              <a:gd name="T20" fmla="*/ 350 w 1983"/>
              <a:gd name="T21" fmla="*/ 1983 h 2566"/>
              <a:gd name="T22" fmla="*/ 350 w 1983"/>
              <a:gd name="T23" fmla="*/ 2333 h 2566"/>
              <a:gd name="T24" fmla="*/ 583 w 1983"/>
              <a:gd name="T25" fmla="*/ 2566 h 2566"/>
              <a:gd name="T26" fmla="*/ 1750 w 1983"/>
              <a:gd name="T27" fmla="*/ 2566 h 2566"/>
              <a:gd name="T28" fmla="*/ 1983 w 1983"/>
              <a:gd name="T29" fmla="*/ 2333 h 2566"/>
              <a:gd name="T30" fmla="*/ 1983 w 1983"/>
              <a:gd name="T31" fmla="*/ 233 h 2566"/>
              <a:gd name="T32" fmla="*/ 1750 w 1983"/>
              <a:gd name="T33" fmla="*/ 0 h 2566"/>
              <a:gd name="T34" fmla="*/ 793 w 1983"/>
              <a:gd name="T35" fmla="*/ 1166 h 2566"/>
              <a:gd name="T36" fmla="*/ 793 w 1983"/>
              <a:gd name="T37" fmla="*/ 991 h 2566"/>
              <a:gd name="T38" fmla="*/ 466 w 1983"/>
              <a:gd name="T39" fmla="*/ 700 h 2566"/>
              <a:gd name="T40" fmla="*/ 140 w 1983"/>
              <a:gd name="T41" fmla="*/ 991 h 2566"/>
              <a:gd name="T42" fmla="*/ 140 w 1983"/>
              <a:gd name="T43" fmla="*/ 1166 h 2566"/>
              <a:gd name="T44" fmla="*/ 0 w 1983"/>
              <a:gd name="T45" fmla="*/ 1306 h 2566"/>
              <a:gd name="T46" fmla="*/ 0 w 1983"/>
              <a:gd name="T47" fmla="*/ 1715 h 2566"/>
              <a:gd name="T48" fmla="*/ 140 w 1983"/>
              <a:gd name="T49" fmla="*/ 1866 h 2566"/>
              <a:gd name="T50" fmla="*/ 781 w 1983"/>
              <a:gd name="T51" fmla="*/ 1866 h 2566"/>
              <a:gd name="T52" fmla="*/ 933 w 1983"/>
              <a:gd name="T53" fmla="*/ 1726 h 2566"/>
              <a:gd name="T54" fmla="*/ 933 w 1983"/>
              <a:gd name="T55" fmla="*/ 1318 h 2566"/>
              <a:gd name="T56" fmla="*/ 793 w 1983"/>
              <a:gd name="T57" fmla="*/ 1166 h 2566"/>
              <a:gd name="T58" fmla="*/ 641 w 1983"/>
              <a:gd name="T59" fmla="*/ 1166 h 2566"/>
              <a:gd name="T60" fmla="*/ 291 w 1983"/>
              <a:gd name="T61" fmla="*/ 1166 h 2566"/>
              <a:gd name="T62" fmla="*/ 291 w 1983"/>
              <a:gd name="T63" fmla="*/ 991 h 2566"/>
              <a:gd name="T64" fmla="*/ 466 w 1983"/>
              <a:gd name="T65" fmla="*/ 840 h 2566"/>
              <a:gd name="T66" fmla="*/ 641 w 1983"/>
              <a:gd name="T67" fmla="*/ 991 h 2566"/>
              <a:gd name="T68" fmla="*/ 641 w 1983"/>
              <a:gd name="T69" fmla="*/ 1166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983" h="2566">
                <a:moveTo>
                  <a:pt x="1750" y="0"/>
                </a:moveTo>
                <a:cubicBezTo>
                  <a:pt x="583" y="0"/>
                  <a:pt x="583" y="0"/>
                  <a:pt x="583" y="0"/>
                </a:cubicBezTo>
                <a:cubicBezTo>
                  <a:pt x="455" y="0"/>
                  <a:pt x="350" y="105"/>
                  <a:pt x="350" y="233"/>
                </a:cubicBezTo>
                <a:cubicBezTo>
                  <a:pt x="350" y="583"/>
                  <a:pt x="350" y="583"/>
                  <a:pt x="350" y="583"/>
                </a:cubicBezTo>
                <a:cubicBezTo>
                  <a:pt x="583" y="583"/>
                  <a:pt x="583" y="583"/>
                  <a:pt x="583" y="583"/>
                </a:cubicBezTo>
                <a:cubicBezTo>
                  <a:pt x="583" y="350"/>
                  <a:pt x="583" y="350"/>
                  <a:pt x="583" y="350"/>
                </a:cubicBezTo>
                <a:cubicBezTo>
                  <a:pt x="1750" y="350"/>
                  <a:pt x="1750" y="350"/>
                  <a:pt x="1750" y="350"/>
                </a:cubicBezTo>
                <a:cubicBezTo>
                  <a:pt x="1750" y="2216"/>
                  <a:pt x="1750" y="2216"/>
                  <a:pt x="1750" y="2216"/>
                </a:cubicBezTo>
                <a:cubicBezTo>
                  <a:pt x="583" y="2216"/>
                  <a:pt x="583" y="2216"/>
                  <a:pt x="583" y="2216"/>
                </a:cubicBezTo>
                <a:cubicBezTo>
                  <a:pt x="583" y="1983"/>
                  <a:pt x="583" y="1983"/>
                  <a:pt x="583" y="1983"/>
                </a:cubicBezTo>
                <a:cubicBezTo>
                  <a:pt x="350" y="1983"/>
                  <a:pt x="350" y="1983"/>
                  <a:pt x="350" y="1983"/>
                </a:cubicBezTo>
                <a:cubicBezTo>
                  <a:pt x="350" y="2333"/>
                  <a:pt x="350" y="2333"/>
                  <a:pt x="350" y="2333"/>
                </a:cubicBezTo>
                <a:cubicBezTo>
                  <a:pt x="350" y="2461"/>
                  <a:pt x="455" y="2566"/>
                  <a:pt x="583" y="2566"/>
                </a:cubicBezTo>
                <a:cubicBezTo>
                  <a:pt x="1750" y="2566"/>
                  <a:pt x="1750" y="2566"/>
                  <a:pt x="1750" y="2566"/>
                </a:cubicBezTo>
                <a:cubicBezTo>
                  <a:pt x="1878" y="2566"/>
                  <a:pt x="1983" y="2461"/>
                  <a:pt x="1983" y="2333"/>
                </a:cubicBezTo>
                <a:cubicBezTo>
                  <a:pt x="1983" y="233"/>
                  <a:pt x="1983" y="233"/>
                  <a:pt x="1983" y="233"/>
                </a:cubicBezTo>
                <a:cubicBezTo>
                  <a:pt x="1983" y="105"/>
                  <a:pt x="1878" y="0"/>
                  <a:pt x="1750" y="0"/>
                </a:cubicBezTo>
                <a:close/>
                <a:moveTo>
                  <a:pt x="793" y="1166"/>
                </a:moveTo>
                <a:cubicBezTo>
                  <a:pt x="793" y="991"/>
                  <a:pt x="793" y="991"/>
                  <a:pt x="793" y="991"/>
                </a:cubicBezTo>
                <a:cubicBezTo>
                  <a:pt x="793" y="828"/>
                  <a:pt x="630" y="700"/>
                  <a:pt x="466" y="700"/>
                </a:cubicBezTo>
                <a:cubicBezTo>
                  <a:pt x="303" y="700"/>
                  <a:pt x="140" y="828"/>
                  <a:pt x="140" y="991"/>
                </a:cubicBezTo>
                <a:cubicBezTo>
                  <a:pt x="140" y="1166"/>
                  <a:pt x="140" y="1166"/>
                  <a:pt x="140" y="1166"/>
                </a:cubicBezTo>
                <a:cubicBezTo>
                  <a:pt x="70" y="1166"/>
                  <a:pt x="0" y="1236"/>
                  <a:pt x="0" y="1306"/>
                </a:cubicBezTo>
                <a:cubicBezTo>
                  <a:pt x="0" y="1715"/>
                  <a:pt x="0" y="1715"/>
                  <a:pt x="0" y="1715"/>
                </a:cubicBezTo>
                <a:cubicBezTo>
                  <a:pt x="0" y="1796"/>
                  <a:pt x="70" y="1866"/>
                  <a:pt x="140" y="1866"/>
                </a:cubicBezTo>
                <a:cubicBezTo>
                  <a:pt x="781" y="1866"/>
                  <a:pt x="781" y="1866"/>
                  <a:pt x="781" y="1866"/>
                </a:cubicBezTo>
                <a:cubicBezTo>
                  <a:pt x="863" y="1866"/>
                  <a:pt x="933" y="1796"/>
                  <a:pt x="933" y="1726"/>
                </a:cubicBezTo>
                <a:cubicBezTo>
                  <a:pt x="933" y="1318"/>
                  <a:pt x="933" y="1318"/>
                  <a:pt x="933" y="1318"/>
                </a:cubicBezTo>
                <a:cubicBezTo>
                  <a:pt x="933" y="1236"/>
                  <a:pt x="863" y="1166"/>
                  <a:pt x="793" y="1166"/>
                </a:cubicBezTo>
                <a:close/>
                <a:moveTo>
                  <a:pt x="641" y="1166"/>
                </a:moveTo>
                <a:cubicBezTo>
                  <a:pt x="291" y="1166"/>
                  <a:pt x="291" y="1166"/>
                  <a:pt x="291" y="1166"/>
                </a:cubicBezTo>
                <a:cubicBezTo>
                  <a:pt x="291" y="991"/>
                  <a:pt x="291" y="991"/>
                  <a:pt x="291" y="991"/>
                </a:cubicBezTo>
                <a:cubicBezTo>
                  <a:pt x="291" y="898"/>
                  <a:pt x="373" y="840"/>
                  <a:pt x="466" y="840"/>
                </a:cubicBezTo>
                <a:cubicBezTo>
                  <a:pt x="560" y="840"/>
                  <a:pt x="641" y="898"/>
                  <a:pt x="641" y="991"/>
                </a:cubicBezTo>
                <a:lnTo>
                  <a:pt x="641" y="1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3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nelink Ri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56769" cy="914400"/>
          </a:xfrm>
          <a:custGeom>
            <a:avLst/>
            <a:gdLst>
              <a:gd name="T0" fmla="*/ 2112 w 2404"/>
              <a:gd name="T1" fmla="*/ 781 h 2566"/>
              <a:gd name="T2" fmla="*/ 1995 w 2404"/>
              <a:gd name="T3" fmla="*/ 898 h 2566"/>
              <a:gd name="T4" fmla="*/ 1995 w 2404"/>
              <a:gd name="T5" fmla="*/ 1656 h 2566"/>
              <a:gd name="T6" fmla="*/ 2112 w 2404"/>
              <a:gd name="T7" fmla="*/ 1773 h 2566"/>
              <a:gd name="T8" fmla="*/ 2112 w 2404"/>
              <a:gd name="T9" fmla="*/ 781 h 2566"/>
              <a:gd name="T10" fmla="*/ 1867 w 2404"/>
              <a:gd name="T11" fmla="*/ 1026 h 2566"/>
              <a:gd name="T12" fmla="*/ 1750 w 2404"/>
              <a:gd name="T13" fmla="*/ 1143 h 2566"/>
              <a:gd name="T14" fmla="*/ 1750 w 2404"/>
              <a:gd name="T15" fmla="*/ 1411 h 2566"/>
              <a:gd name="T16" fmla="*/ 1867 w 2404"/>
              <a:gd name="T17" fmla="*/ 1528 h 2566"/>
              <a:gd name="T18" fmla="*/ 1867 w 2404"/>
              <a:gd name="T19" fmla="*/ 1026 h 2566"/>
              <a:gd name="T20" fmla="*/ 1400 w 2404"/>
              <a:gd name="T21" fmla="*/ 0 h 2566"/>
              <a:gd name="T22" fmla="*/ 234 w 2404"/>
              <a:gd name="T23" fmla="*/ 0 h 2566"/>
              <a:gd name="T24" fmla="*/ 0 w 2404"/>
              <a:gd name="T25" fmla="*/ 233 h 2566"/>
              <a:gd name="T26" fmla="*/ 0 w 2404"/>
              <a:gd name="T27" fmla="*/ 2333 h 2566"/>
              <a:gd name="T28" fmla="*/ 234 w 2404"/>
              <a:gd name="T29" fmla="*/ 2566 h 2566"/>
              <a:gd name="T30" fmla="*/ 1400 w 2404"/>
              <a:gd name="T31" fmla="*/ 2566 h 2566"/>
              <a:gd name="T32" fmla="*/ 1634 w 2404"/>
              <a:gd name="T33" fmla="*/ 2333 h 2566"/>
              <a:gd name="T34" fmla="*/ 1634 w 2404"/>
              <a:gd name="T35" fmla="*/ 233 h 2566"/>
              <a:gd name="T36" fmla="*/ 1400 w 2404"/>
              <a:gd name="T37" fmla="*/ 0 h 2566"/>
              <a:gd name="T38" fmla="*/ 1400 w 2404"/>
              <a:gd name="T39" fmla="*/ 2216 h 2566"/>
              <a:gd name="T40" fmla="*/ 234 w 2404"/>
              <a:gd name="T41" fmla="*/ 2216 h 2566"/>
              <a:gd name="T42" fmla="*/ 234 w 2404"/>
              <a:gd name="T43" fmla="*/ 350 h 2566"/>
              <a:gd name="T44" fmla="*/ 1400 w 2404"/>
              <a:gd name="T45" fmla="*/ 350 h 2566"/>
              <a:gd name="T46" fmla="*/ 1400 w 2404"/>
              <a:gd name="T47" fmla="*/ 2216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404" h="2566">
                <a:moveTo>
                  <a:pt x="2112" y="781"/>
                </a:moveTo>
                <a:cubicBezTo>
                  <a:pt x="1995" y="898"/>
                  <a:pt x="1995" y="898"/>
                  <a:pt x="1995" y="898"/>
                </a:cubicBezTo>
                <a:cubicBezTo>
                  <a:pt x="2205" y="1108"/>
                  <a:pt x="2205" y="1435"/>
                  <a:pt x="1995" y="1656"/>
                </a:cubicBezTo>
                <a:cubicBezTo>
                  <a:pt x="2112" y="1773"/>
                  <a:pt x="2112" y="1773"/>
                  <a:pt x="2112" y="1773"/>
                </a:cubicBezTo>
                <a:cubicBezTo>
                  <a:pt x="2404" y="1505"/>
                  <a:pt x="2404" y="1061"/>
                  <a:pt x="2112" y="781"/>
                </a:cubicBezTo>
                <a:close/>
                <a:moveTo>
                  <a:pt x="1867" y="1026"/>
                </a:moveTo>
                <a:cubicBezTo>
                  <a:pt x="1750" y="1143"/>
                  <a:pt x="1750" y="1143"/>
                  <a:pt x="1750" y="1143"/>
                </a:cubicBezTo>
                <a:cubicBezTo>
                  <a:pt x="1809" y="1225"/>
                  <a:pt x="1809" y="1330"/>
                  <a:pt x="1750" y="1411"/>
                </a:cubicBezTo>
                <a:cubicBezTo>
                  <a:pt x="1867" y="1528"/>
                  <a:pt x="1867" y="1528"/>
                  <a:pt x="1867" y="1528"/>
                </a:cubicBezTo>
                <a:cubicBezTo>
                  <a:pt x="2007" y="1388"/>
                  <a:pt x="2007" y="1178"/>
                  <a:pt x="1867" y="1026"/>
                </a:cubicBezTo>
                <a:close/>
                <a:moveTo>
                  <a:pt x="14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4" y="2566"/>
                </a:cubicBezTo>
                <a:cubicBezTo>
                  <a:pt x="1400" y="2566"/>
                  <a:pt x="1400" y="2566"/>
                  <a:pt x="1400" y="2566"/>
                </a:cubicBezTo>
                <a:cubicBezTo>
                  <a:pt x="1529" y="2566"/>
                  <a:pt x="1634" y="2461"/>
                  <a:pt x="1634" y="2333"/>
                </a:cubicBezTo>
                <a:cubicBezTo>
                  <a:pt x="1634" y="233"/>
                  <a:pt x="1634" y="233"/>
                  <a:pt x="1634" y="233"/>
                </a:cubicBezTo>
                <a:cubicBezTo>
                  <a:pt x="1634" y="105"/>
                  <a:pt x="1529" y="0"/>
                  <a:pt x="1400" y="0"/>
                </a:cubicBezTo>
                <a:close/>
                <a:moveTo>
                  <a:pt x="1400" y="2216"/>
                </a:moveTo>
                <a:cubicBezTo>
                  <a:pt x="234" y="2216"/>
                  <a:pt x="234" y="2216"/>
                  <a:pt x="234" y="2216"/>
                </a:cubicBezTo>
                <a:cubicBezTo>
                  <a:pt x="234" y="350"/>
                  <a:pt x="234" y="350"/>
                  <a:pt x="234" y="350"/>
                </a:cubicBezTo>
                <a:cubicBezTo>
                  <a:pt x="1400" y="350"/>
                  <a:pt x="1400" y="350"/>
                  <a:pt x="1400" y="350"/>
                </a:cubicBezTo>
                <a:lnTo>
                  <a:pt x="1400" y="22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0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nelink Setu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52671" cy="914400"/>
          </a:xfrm>
          <a:custGeom>
            <a:avLst/>
            <a:gdLst>
              <a:gd name="T0" fmla="*/ 1039 w 2112"/>
              <a:gd name="T1" fmla="*/ 1341 h 2566"/>
              <a:gd name="T2" fmla="*/ 1039 w 2112"/>
              <a:gd name="T3" fmla="*/ 1225 h 2566"/>
              <a:gd name="T4" fmla="*/ 1167 w 2112"/>
              <a:gd name="T5" fmla="*/ 1131 h 2566"/>
              <a:gd name="T6" fmla="*/ 1179 w 2112"/>
              <a:gd name="T7" fmla="*/ 1096 h 2566"/>
              <a:gd name="T8" fmla="*/ 1062 w 2112"/>
              <a:gd name="T9" fmla="*/ 898 h 2566"/>
              <a:gd name="T10" fmla="*/ 1027 w 2112"/>
              <a:gd name="T11" fmla="*/ 886 h 2566"/>
              <a:gd name="T12" fmla="*/ 875 w 2112"/>
              <a:gd name="T13" fmla="*/ 933 h 2566"/>
              <a:gd name="T14" fmla="*/ 770 w 2112"/>
              <a:gd name="T15" fmla="*/ 875 h 2566"/>
              <a:gd name="T16" fmla="*/ 747 w 2112"/>
              <a:gd name="T17" fmla="*/ 723 h 2566"/>
              <a:gd name="T18" fmla="*/ 712 w 2112"/>
              <a:gd name="T19" fmla="*/ 700 h 2566"/>
              <a:gd name="T20" fmla="*/ 479 w 2112"/>
              <a:gd name="T21" fmla="*/ 700 h 2566"/>
              <a:gd name="T22" fmla="*/ 444 w 2112"/>
              <a:gd name="T23" fmla="*/ 723 h 2566"/>
              <a:gd name="T24" fmla="*/ 420 w 2112"/>
              <a:gd name="T25" fmla="*/ 875 h 2566"/>
              <a:gd name="T26" fmla="*/ 315 w 2112"/>
              <a:gd name="T27" fmla="*/ 933 h 2566"/>
              <a:gd name="T28" fmla="*/ 164 w 2112"/>
              <a:gd name="T29" fmla="*/ 875 h 2566"/>
              <a:gd name="T30" fmla="*/ 129 w 2112"/>
              <a:gd name="T31" fmla="*/ 886 h 2566"/>
              <a:gd name="T32" fmla="*/ 12 w 2112"/>
              <a:gd name="T33" fmla="*/ 1085 h 2566"/>
              <a:gd name="T34" fmla="*/ 24 w 2112"/>
              <a:gd name="T35" fmla="*/ 1120 h 2566"/>
              <a:gd name="T36" fmla="*/ 152 w 2112"/>
              <a:gd name="T37" fmla="*/ 1213 h 2566"/>
              <a:gd name="T38" fmla="*/ 152 w 2112"/>
              <a:gd name="T39" fmla="*/ 1330 h 2566"/>
              <a:gd name="T40" fmla="*/ 24 w 2112"/>
              <a:gd name="T41" fmla="*/ 1423 h 2566"/>
              <a:gd name="T42" fmla="*/ 12 w 2112"/>
              <a:gd name="T43" fmla="*/ 1470 h 2566"/>
              <a:gd name="T44" fmla="*/ 129 w 2112"/>
              <a:gd name="T45" fmla="*/ 1668 h 2566"/>
              <a:gd name="T46" fmla="*/ 164 w 2112"/>
              <a:gd name="T47" fmla="*/ 1680 h 2566"/>
              <a:gd name="T48" fmla="*/ 327 w 2112"/>
              <a:gd name="T49" fmla="*/ 1633 h 2566"/>
              <a:gd name="T50" fmla="*/ 432 w 2112"/>
              <a:gd name="T51" fmla="*/ 1691 h 2566"/>
              <a:gd name="T52" fmla="*/ 455 w 2112"/>
              <a:gd name="T53" fmla="*/ 1843 h 2566"/>
              <a:gd name="T54" fmla="*/ 479 w 2112"/>
              <a:gd name="T55" fmla="*/ 1866 h 2566"/>
              <a:gd name="T56" fmla="*/ 712 w 2112"/>
              <a:gd name="T57" fmla="*/ 1866 h 2566"/>
              <a:gd name="T58" fmla="*/ 747 w 2112"/>
              <a:gd name="T59" fmla="*/ 1843 h 2566"/>
              <a:gd name="T60" fmla="*/ 770 w 2112"/>
              <a:gd name="T61" fmla="*/ 1691 h 2566"/>
              <a:gd name="T62" fmla="*/ 875 w 2112"/>
              <a:gd name="T63" fmla="*/ 1633 h 2566"/>
              <a:gd name="T64" fmla="*/ 1027 w 2112"/>
              <a:gd name="T65" fmla="*/ 1691 h 2566"/>
              <a:gd name="T66" fmla="*/ 1062 w 2112"/>
              <a:gd name="T67" fmla="*/ 1680 h 2566"/>
              <a:gd name="T68" fmla="*/ 1179 w 2112"/>
              <a:gd name="T69" fmla="*/ 1481 h 2566"/>
              <a:gd name="T70" fmla="*/ 1167 w 2112"/>
              <a:gd name="T71" fmla="*/ 1446 h 2566"/>
              <a:gd name="T72" fmla="*/ 1039 w 2112"/>
              <a:gd name="T73" fmla="*/ 1341 h 2566"/>
              <a:gd name="T74" fmla="*/ 595 w 2112"/>
              <a:gd name="T75" fmla="*/ 1516 h 2566"/>
              <a:gd name="T76" fmla="*/ 362 w 2112"/>
              <a:gd name="T77" fmla="*/ 1283 h 2566"/>
              <a:gd name="T78" fmla="*/ 595 w 2112"/>
              <a:gd name="T79" fmla="*/ 1050 h 2566"/>
              <a:gd name="T80" fmla="*/ 829 w 2112"/>
              <a:gd name="T81" fmla="*/ 1283 h 2566"/>
              <a:gd name="T82" fmla="*/ 595 w 2112"/>
              <a:gd name="T83" fmla="*/ 1516 h 2566"/>
              <a:gd name="T84" fmla="*/ 1879 w 2112"/>
              <a:gd name="T85" fmla="*/ 0 h 2566"/>
              <a:gd name="T86" fmla="*/ 712 w 2112"/>
              <a:gd name="T87" fmla="*/ 0 h 2566"/>
              <a:gd name="T88" fmla="*/ 479 w 2112"/>
              <a:gd name="T89" fmla="*/ 233 h 2566"/>
              <a:gd name="T90" fmla="*/ 479 w 2112"/>
              <a:gd name="T91" fmla="*/ 583 h 2566"/>
              <a:gd name="T92" fmla="*/ 712 w 2112"/>
              <a:gd name="T93" fmla="*/ 583 h 2566"/>
              <a:gd name="T94" fmla="*/ 712 w 2112"/>
              <a:gd name="T95" fmla="*/ 350 h 2566"/>
              <a:gd name="T96" fmla="*/ 1879 w 2112"/>
              <a:gd name="T97" fmla="*/ 350 h 2566"/>
              <a:gd name="T98" fmla="*/ 1879 w 2112"/>
              <a:gd name="T99" fmla="*/ 2216 h 2566"/>
              <a:gd name="T100" fmla="*/ 712 w 2112"/>
              <a:gd name="T101" fmla="*/ 2216 h 2566"/>
              <a:gd name="T102" fmla="*/ 712 w 2112"/>
              <a:gd name="T103" fmla="*/ 1983 h 2566"/>
              <a:gd name="T104" fmla="*/ 479 w 2112"/>
              <a:gd name="T105" fmla="*/ 1983 h 2566"/>
              <a:gd name="T106" fmla="*/ 479 w 2112"/>
              <a:gd name="T107" fmla="*/ 2333 h 2566"/>
              <a:gd name="T108" fmla="*/ 712 w 2112"/>
              <a:gd name="T109" fmla="*/ 2566 h 2566"/>
              <a:gd name="T110" fmla="*/ 1879 w 2112"/>
              <a:gd name="T111" fmla="*/ 2566 h 2566"/>
              <a:gd name="T112" fmla="*/ 2112 w 2112"/>
              <a:gd name="T113" fmla="*/ 2333 h 2566"/>
              <a:gd name="T114" fmla="*/ 2112 w 2112"/>
              <a:gd name="T115" fmla="*/ 233 h 2566"/>
              <a:gd name="T116" fmla="*/ 1879 w 2112"/>
              <a:gd name="T117" fmla="*/ 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112" h="2566">
                <a:moveTo>
                  <a:pt x="1039" y="1341"/>
                </a:moveTo>
                <a:cubicBezTo>
                  <a:pt x="1039" y="1225"/>
                  <a:pt x="1039" y="1225"/>
                  <a:pt x="1039" y="1225"/>
                </a:cubicBezTo>
                <a:cubicBezTo>
                  <a:pt x="1167" y="1131"/>
                  <a:pt x="1167" y="1131"/>
                  <a:pt x="1167" y="1131"/>
                </a:cubicBezTo>
                <a:cubicBezTo>
                  <a:pt x="1179" y="1120"/>
                  <a:pt x="1179" y="1108"/>
                  <a:pt x="1179" y="1096"/>
                </a:cubicBezTo>
                <a:cubicBezTo>
                  <a:pt x="1062" y="898"/>
                  <a:pt x="1062" y="898"/>
                  <a:pt x="1062" y="898"/>
                </a:cubicBezTo>
                <a:cubicBezTo>
                  <a:pt x="1050" y="886"/>
                  <a:pt x="1039" y="875"/>
                  <a:pt x="1027" y="886"/>
                </a:cubicBezTo>
                <a:cubicBezTo>
                  <a:pt x="875" y="933"/>
                  <a:pt x="875" y="933"/>
                  <a:pt x="875" y="933"/>
                </a:cubicBezTo>
                <a:cubicBezTo>
                  <a:pt x="840" y="910"/>
                  <a:pt x="805" y="886"/>
                  <a:pt x="770" y="875"/>
                </a:cubicBezTo>
                <a:cubicBezTo>
                  <a:pt x="747" y="723"/>
                  <a:pt x="747" y="723"/>
                  <a:pt x="747" y="723"/>
                </a:cubicBezTo>
                <a:cubicBezTo>
                  <a:pt x="747" y="711"/>
                  <a:pt x="735" y="700"/>
                  <a:pt x="712" y="700"/>
                </a:cubicBezTo>
                <a:cubicBezTo>
                  <a:pt x="479" y="700"/>
                  <a:pt x="479" y="700"/>
                  <a:pt x="479" y="700"/>
                </a:cubicBezTo>
                <a:cubicBezTo>
                  <a:pt x="467" y="700"/>
                  <a:pt x="455" y="711"/>
                  <a:pt x="444" y="723"/>
                </a:cubicBezTo>
                <a:cubicBezTo>
                  <a:pt x="420" y="875"/>
                  <a:pt x="420" y="875"/>
                  <a:pt x="420" y="875"/>
                </a:cubicBezTo>
                <a:cubicBezTo>
                  <a:pt x="385" y="886"/>
                  <a:pt x="350" y="910"/>
                  <a:pt x="315" y="933"/>
                </a:cubicBezTo>
                <a:cubicBezTo>
                  <a:pt x="164" y="875"/>
                  <a:pt x="164" y="875"/>
                  <a:pt x="164" y="875"/>
                </a:cubicBezTo>
                <a:cubicBezTo>
                  <a:pt x="152" y="875"/>
                  <a:pt x="140" y="875"/>
                  <a:pt x="129" y="886"/>
                </a:cubicBezTo>
                <a:cubicBezTo>
                  <a:pt x="12" y="1085"/>
                  <a:pt x="12" y="1085"/>
                  <a:pt x="12" y="1085"/>
                </a:cubicBezTo>
                <a:cubicBezTo>
                  <a:pt x="0" y="1096"/>
                  <a:pt x="12" y="1108"/>
                  <a:pt x="24" y="1120"/>
                </a:cubicBezTo>
                <a:cubicBezTo>
                  <a:pt x="152" y="1213"/>
                  <a:pt x="152" y="1213"/>
                  <a:pt x="152" y="1213"/>
                </a:cubicBezTo>
                <a:cubicBezTo>
                  <a:pt x="152" y="1330"/>
                  <a:pt x="152" y="1330"/>
                  <a:pt x="152" y="1330"/>
                </a:cubicBezTo>
                <a:cubicBezTo>
                  <a:pt x="24" y="1423"/>
                  <a:pt x="24" y="1423"/>
                  <a:pt x="24" y="1423"/>
                </a:cubicBezTo>
                <a:cubicBezTo>
                  <a:pt x="12" y="1446"/>
                  <a:pt x="12" y="1458"/>
                  <a:pt x="12" y="1470"/>
                </a:cubicBezTo>
                <a:cubicBezTo>
                  <a:pt x="129" y="1668"/>
                  <a:pt x="129" y="1668"/>
                  <a:pt x="129" y="1668"/>
                </a:cubicBezTo>
                <a:cubicBezTo>
                  <a:pt x="140" y="1680"/>
                  <a:pt x="152" y="1691"/>
                  <a:pt x="164" y="1680"/>
                </a:cubicBezTo>
                <a:cubicBezTo>
                  <a:pt x="327" y="1633"/>
                  <a:pt x="327" y="1633"/>
                  <a:pt x="327" y="1633"/>
                </a:cubicBezTo>
                <a:cubicBezTo>
                  <a:pt x="362" y="1656"/>
                  <a:pt x="397" y="1680"/>
                  <a:pt x="432" y="1691"/>
                </a:cubicBezTo>
                <a:cubicBezTo>
                  <a:pt x="455" y="1843"/>
                  <a:pt x="455" y="1843"/>
                  <a:pt x="455" y="1843"/>
                </a:cubicBezTo>
                <a:cubicBezTo>
                  <a:pt x="444" y="1855"/>
                  <a:pt x="467" y="1866"/>
                  <a:pt x="479" y="1866"/>
                </a:cubicBezTo>
                <a:cubicBezTo>
                  <a:pt x="712" y="1866"/>
                  <a:pt x="712" y="1866"/>
                  <a:pt x="712" y="1866"/>
                </a:cubicBezTo>
                <a:cubicBezTo>
                  <a:pt x="724" y="1866"/>
                  <a:pt x="735" y="1855"/>
                  <a:pt x="747" y="1843"/>
                </a:cubicBezTo>
                <a:cubicBezTo>
                  <a:pt x="770" y="1691"/>
                  <a:pt x="770" y="1691"/>
                  <a:pt x="770" y="1691"/>
                </a:cubicBezTo>
                <a:cubicBezTo>
                  <a:pt x="805" y="1680"/>
                  <a:pt x="840" y="1656"/>
                  <a:pt x="875" y="1633"/>
                </a:cubicBezTo>
                <a:cubicBezTo>
                  <a:pt x="1027" y="1691"/>
                  <a:pt x="1027" y="1691"/>
                  <a:pt x="1027" y="1691"/>
                </a:cubicBezTo>
                <a:cubicBezTo>
                  <a:pt x="1039" y="1691"/>
                  <a:pt x="1050" y="1691"/>
                  <a:pt x="1062" y="1680"/>
                </a:cubicBezTo>
                <a:cubicBezTo>
                  <a:pt x="1179" y="1481"/>
                  <a:pt x="1179" y="1481"/>
                  <a:pt x="1179" y="1481"/>
                </a:cubicBezTo>
                <a:cubicBezTo>
                  <a:pt x="1190" y="1470"/>
                  <a:pt x="1179" y="1458"/>
                  <a:pt x="1167" y="1446"/>
                </a:cubicBezTo>
                <a:lnTo>
                  <a:pt x="1039" y="1341"/>
                </a:lnTo>
                <a:close/>
                <a:moveTo>
                  <a:pt x="595" y="1516"/>
                </a:moveTo>
                <a:cubicBezTo>
                  <a:pt x="467" y="1516"/>
                  <a:pt x="362" y="1411"/>
                  <a:pt x="362" y="1283"/>
                </a:cubicBezTo>
                <a:cubicBezTo>
                  <a:pt x="362" y="1155"/>
                  <a:pt x="467" y="1050"/>
                  <a:pt x="595" y="1050"/>
                </a:cubicBezTo>
                <a:cubicBezTo>
                  <a:pt x="724" y="1050"/>
                  <a:pt x="829" y="1155"/>
                  <a:pt x="829" y="1283"/>
                </a:cubicBezTo>
                <a:cubicBezTo>
                  <a:pt x="829" y="1411"/>
                  <a:pt x="724" y="1516"/>
                  <a:pt x="595" y="1516"/>
                </a:cubicBezTo>
                <a:close/>
                <a:moveTo>
                  <a:pt x="1879" y="0"/>
                </a:moveTo>
                <a:cubicBezTo>
                  <a:pt x="712" y="0"/>
                  <a:pt x="712" y="0"/>
                  <a:pt x="712" y="0"/>
                </a:cubicBezTo>
                <a:cubicBezTo>
                  <a:pt x="584" y="0"/>
                  <a:pt x="479" y="105"/>
                  <a:pt x="479" y="233"/>
                </a:cubicBezTo>
                <a:cubicBezTo>
                  <a:pt x="479" y="583"/>
                  <a:pt x="479" y="583"/>
                  <a:pt x="479" y="583"/>
                </a:cubicBezTo>
                <a:cubicBezTo>
                  <a:pt x="712" y="583"/>
                  <a:pt x="712" y="583"/>
                  <a:pt x="712" y="583"/>
                </a:cubicBezTo>
                <a:cubicBezTo>
                  <a:pt x="712" y="350"/>
                  <a:pt x="712" y="350"/>
                  <a:pt x="712" y="350"/>
                </a:cubicBezTo>
                <a:cubicBezTo>
                  <a:pt x="1879" y="350"/>
                  <a:pt x="1879" y="350"/>
                  <a:pt x="1879" y="350"/>
                </a:cubicBezTo>
                <a:cubicBezTo>
                  <a:pt x="1879" y="2216"/>
                  <a:pt x="1879" y="2216"/>
                  <a:pt x="1879" y="2216"/>
                </a:cubicBezTo>
                <a:cubicBezTo>
                  <a:pt x="712" y="2216"/>
                  <a:pt x="712" y="2216"/>
                  <a:pt x="712" y="2216"/>
                </a:cubicBezTo>
                <a:cubicBezTo>
                  <a:pt x="712" y="1983"/>
                  <a:pt x="712" y="1983"/>
                  <a:pt x="712" y="1983"/>
                </a:cubicBezTo>
                <a:cubicBezTo>
                  <a:pt x="479" y="1983"/>
                  <a:pt x="479" y="1983"/>
                  <a:pt x="479" y="1983"/>
                </a:cubicBezTo>
                <a:cubicBezTo>
                  <a:pt x="479" y="2333"/>
                  <a:pt x="479" y="2333"/>
                  <a:pt x="479" y="2333"/>
                </a:cubicBezTo>
                <a:cubicBezTo>
                  <a:pt x="479" y="2461"/>
                  <a:pt x="584" y="2566"/>
                  <a:pt x="712" y="2566"/>
                </a:cubicBezTo>
                <a:cubicBezTo>
                  <a:pt x="1879" y="2566"/>
                  <a:pt x="1879" y="2566"/>
                  <a:pt x="1879" y="2566"/>
                </a:cubicBezTo>
                <a:cubicBezTo>
                  <a:pt x="2007" y="2566"/>
                  <a:pt x="2112" y="2461"/>
                  <a:pt x="2112" y="2333"/>
                </a:cubicBezTo>
                <a:cubicBezTo>
                  <a:pt x="2112" y="233"/>
                  <a:pt x="2112" y="233"/>
                  <a:pt x="2112" y="233"/>
                </a:cubicBezTo>
                <a:cubicBezTo>
                  <a:pt x="2112" y="105"/>
                  <a:pt x="2007" y="0"/>
                  <a:pt x="187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103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rtable Wifi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91183"/>
          </a:xfrm>
          <a:custGeom>
            <a:avLst/>
            <a:gdLst>
              <a:gd name="T0" fmla="*/ 1816 w 2334"/>
              <a:gd name="T1" fmla="*/ 1428 h 2275"/>
              <a:gd name="T2" fmla="*/ 1867 w 2334"/>
              <a:gd name="T3" fmla="*/ 1167 h 2275"/>
              <a:gd name="T4" fmla="*/ 1167 w 2334"/>
              <a:gd name="T5" fmla="*/ 467 h 2275"/>
              <a:gd name="T6" fmla="*/ 906 w 2334"/>
              <a:gd name="T7" fmla="*/ 518 h 2275"/>
              <a:gd name="T8" fmla="*/ 1095 w 2334"/>
              <a:gd name="T9" fmla="*/ 707 h 2275"/>
              <a:gd name="T10" fmla="*/ 1167 w 2334"/>
              <a:gd name="T11" fmla="*/ 700 h 2275"/>
              <a:gd name="T12" fmla="*/ 1634 w 2334"/>
              <a:gd name="T13" fmla="*/ 1167 h 2275"/>
              <a:gd name="T14" fmla="*/ 1628 w 2334"/>
              <a:gd name="T15" fmla="*/ 1240 h 2275"/>
              <a:gd name="T16" fmla="*/ 1816 w 2334"/>
              <a:gd name="T17" fmla="*/ 1428 h 2275"/>
              <a:gd name="T18" fmla="*/ 1167 w 2334"/>
              <a:gd name="T19" fmla="*/ 234 h 2275"/>
              <a:gd name="T20" fmla="*/ 2100 w 2334"/>
              <a:gd name="T21" fmla="*/ 1167 h 2275"/>
              <a:gd name="T22" fmla="*/ 1989 w 2334"/>
              <a:gd name="T23" fmla="*/ 1603 h 2275"/>
              <a:gd name="T24" fmla="*/ 2161 w 2334"/>
              <a:gd name="T25" fmla="*/ 1775 h 2275"/>
              <a:gd name="T26" fmla="*/ 2334 w 2334"/>
              <a:gd name="T27" fmla="*/ 1167 h 2275"/>
              <a:gd name="T28" fmla="*/ 1167 w 2334"/>
              <a:gd name="T29" fmla="*/ 0 h 2275"/>
              <a:gd name="T30" fmla="*/ 559 w 2334"/>
              <a:gd name="T31" fmla="*/ 172 h 2275"/>
              <a:gd name="T32" fmla="*/ 730 w 2334"/>
              <a:gd name="T33" fmla="*/ 342 h 2275"/>
              <a:gd name="T34" fmla="*/ 1167 w 2334"/>
              <a:gd name="T35" fmla="*/ 234 h 2275"/>
              <a:gd name="T36" fmla="*/ 149 w 2334"/>
              <a:gd name="T37" fmla="*/ 59 h 2275"/>
              <a:gd name="T38" fmla="*/ 0 w 2334"/>
              <a:gd name="T39" fmla="*/ 207 h 2275"/>
              <a:gd name="T40" fmla="*/ 245 w 2334"/>
              <a:gd name="T41" fmla="*/ 452 h 2275"/>
              <a:gd name="T42" fmla="*/ 0 w 2334"/>
              <a:gd name="T43" fmla="*/ 1167 h 2275"/>
              <a:gd name="T44" fmla="*/ 583 w 2334"/>
              <a:gd name="T45" fmla="*/ 2176 h 2275"/>
              <a:gd name="T46" fmla="*/ 699 w 2334"/>
              <a:gd name="T47" fmla="*/ 1974 h 2275"/>
              <a:gd name="T48" fmla="*/ 234 w 2334"/>
              <a:gd name="T49" fmla="*/ 1167 h 2275"/>
              <a:gd name="T50" fmla="*/ 412 w 2334"/>
              <a:gd name="T51" fmla="*/ 620 h 2275"/>
              <a:gd name="T52" fmla="*/ 579 w 2334"/>
              <a:gd name="T53" fmla="*/ 788 h 2275"/>
              <a:gd name="T54" fmla="*/ 467 w 2334"/>
              <a:gd name="T55" fmla="*/ 1167 h 2275"/>
              <a:gd name="T56" fmla="*/ 817 w 2334"/>
              <a:gd name="T57" fmla="*/ 1772 h 2275"/>
              <a:gd name="T58" fmla="*/ 934 w 2334"/>
              <a:gd name="T59" fmla="*/ 1570 h 2275"/>
              <a:gd name="T60" fmla="*/ 700 w 2334"/>
              <a:gd name="T61" fmla="*/ 1167 h 2275"/>
              <a:gd name="T62" fmla="*/ 752 w 2334"/>
              <a:gd name="T63" fmla="*/ 958 h 2275"/>
              <a:gd name="T64" fmla="*/ 936 w 2334"/>
              <a:gd name="T65" fmla="*/ 1143 h 2275"/>
              <a:gd name="T66" fmla="*/ 934 w 2334"/>
              <a:gd name="T67" fmla="*/ 1167 h 2275"/>
              <a:gd name="T68" fmla="*/ 1167 w 2334"/>
              <a:gd name="T69" fmla="*/ 1400 h 2275"/>
              <a:gd name="T70" fmla="*/ 1191 w 2334"/>
              <a:gd name="T71" fmla="*/ 1398 h 2275"/>
              <a:gd name="T72" fmla="*/ 1193 w 2334"/>
              <a:gd name="T73" fmla="*/ 1399 h 2275"/>
              <a:gd name="T74" fmla="*/ 2069 w 2334"/>
              <a:gd name="T75" fmla="*/ 2275 h 2275"/>
              <a:gd name="T76" fmla="*/ 2217 w 2334"/>
              <a:gd name="T77" fmla="*/ 2127 h 2275"/>
              <a:gd name="T78" fmla="*/ 265 w 2334"/>
              <a:gd name="T79" fmla="*/ 175 h 2275"/>
              <a:gd name="T80" fmla="*/ 149 w 2334"/>
              <a:gd name="T81" fmla="*/ 59 h 2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334" h="2275">
                <a:moveTo>
                  <a:pt x="1816" y="1428"/>
                </a:moveTo>
                <a:cubicBezTo>
                  <a:pt x="1848" y="1348"/>
                  <a:pt x="1867" y="1259"/>
                  <a:pt x="1867" y="1167"/>
                </a:cubicBezTo>
                <a:cubicBezTo>
                  <a:pt x="1867" y="781"/>
                  <a:pt x="1553" y="467"/>
                  <a:pt x="1167" y="467"/>
                </a:cubicBezTo>
                <a:cubicBezTo>
                  <a:pt x="1075" y="467"/>
                  <a:pt x="986" y="486"/>
                  <a:pt x="906" y="518"/>
                </a:cubicBezTo>
                <a:cubicBezTo>
                  <a:pt x="1095" y="707"/>
                  <a:pt x="1095" y="707"/>
                  <a:pt x="1095" y="707"/>
                </a:cubicBezTo>
                <a:cubicBezTo>
                  <a:pt x="1118" y="704"/>
                  <a:pt x="1143" y="700"/>
                  <a:pt x="1167" y="700"/>
                </a:cubicBezTo>
                <a:cubicBezTo>
                  <a:pt x="1425" y="700"/>
                  <a:pt x="1634" y="909"/>
                  <a:pt x="1634" y="1167"/>
                </a:cubicBezTo>
                <a:cubicBezTo>
                  <a:pt x="1634" y="1191"/>
                  <a:pt x="1631" y="1216"/>
                  <a:pt x="1628" y="1240"/>
                </a:cubicBezTo>
                <a:lnTo>
                  <a:pt x="1816" y="1428"/>
                </a:lnTo>
                <a:close/>
                <a:moveTo>
                  <a:pt x="1167" y="234"/>
                </a:moveTo>
                <a:cubicBezTo>
                  <a:pt x="1683" y="234"/>
                  <a:pt x="2100" y="651"/>
                  <a:pt x="2100" y="1167"/>
                </a:cubicBezTo>
                <a:cubicBezTo>
                  <a:pt x="2100" y="1324"/>
                  <a:pt x="2060" y="1473"/>
                  <a:pt x="1989" y="1603"/>
                </a:cubicBezTo>
                <a:cubicBezTo>
                  <a:pt x="2161" y="1775"/>
                  <a:pt x="2161" y="1775"/>
                  <a:pt x="2161" y="1775"/>
                </a:cubicBezTo>
                <a:cubicBezTo>
                  <a:pt x="2271" y="1597"/>
                  <a:pt x="2334" y="1390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ubicBezTo>
                  <a:pt x="944" y="0"/>
                  <a:pt x="737" y="64"/>
                  <a:pt x="559" y="172"/>
                </a:cubicBezTo>
                <a:cubicBezTo>
                  <a:pt x="730" y="342"/>
                  <a:pt x="730" y="342"/>
                  <a:pt x="730" y="342"/>
                </a:cubicBezTo>
                <a:cubicBezTo>
                  <a:pt x="860" y="273"/>
                  <a:pt x="1009" y="234"/>
                  <a:pt x="1167" y="234"/>
                </a:cubicBezTo>
                <a:close/>
                <a:moveTo>
                  <a:pt x="149" y="59"/>
                </a:moveTo>
                <a:cubicBezTo>
                  <a:pt x="0" y="207"/>
                  <a:pt x="0" y="207"/>
                  <a:pt x="0" y="207"/>
                </a:cubicBezTo>
                <a:cubicBezTo>
                  <a:pt x="245" y="452"/>
                  <a:pt x="245" y="452"/>
                  <a:pt x="245" y="452"/>
                </a:cubicBezTo>
                <a:cubicBezTo>
                  <a:pt x="93" y="650"/>
                  <a:pt x="0" y="897"/>
                  <a:pt x="0" y="1167"/>
                </a:cubicBezTo>
                <a:cubicBezTo>
                  <a:pt x="0" y="1599"/>
                  <a:pt x="235" y="1974"/>
                  <a:pt x="583" y="2176"/>
                </a:cubicBezTo>
                <a:cubicBezTo>
                  <a:pt x="699" y="1974"/>
                  <a:pt x="699" y="1974"/>
                  <a:pt x="699" y="1974"/>
                </a:cubicBezTo>
                <a:cubicBezTo>
                  <a:pt x="421" y="1812"/>
                  <a:pt x="234" y="1512"/>
                  <a:pt x="234" y="1167"/>
                </a:cubicBezTo>
                <a:cubicBezTo>
                  <a:pt x="234" y="962"/>
                  <a:pt x="300" y="773"/>
                  <a:pt x="412" y="620"/>
                </a:cubicBezTo>
                <a:cubicBezTo>
                  <a:pt x="579" y="788"/>
                  <a:pt x="579" y="788"/>
                  <a:pt x="579" y="788"/>
                </a:cubicBezTo>
                <a:cubicBezTo>
                  <a:pt x="509" y="896"/>
                  <a:pt x="467" y="1027"/>
                  <a:pt x="467" y="1167"/>
                </a:cubicBezTo>
                <a:cubicBezTo>
                  <a:pt x="467" y="1426"/>
                  <a:pt x="608" y="1651"/>
                  <a:pt x="817" y="1772"/>
                </a:cubicBezTo>
                <a:cubicBezTo>
                  <a:pt x="934" y="1570"/>
                  <a:pt x="934" y="1570"/>
                  <a:pt x="934" y="1570"/>
                </a:cubicBezTo>
                <a:cubicBezTo>
                  <a:pt x="795" y="1488"/>
                  <a:pt x="700" y="1340"/>
                  <a:pt x="700" y="1167"/>
                </a:cubicBezTo>
                <a:cubicBezTo>
                  <a:pt x="700" y="1091"/>
                  <a:pt x="720" y="1021"/>
                  <a:pt x="752" y="958"/>
                </a:cubicBezTo>
                <a:cubicBezTo>
                  <a:pt x="936" y="1143"/>
                  <a:pt x="936" y="1143"/>
                  <a:pt x="936" y="1143"/>
                </a:cubicBezTo>
                <a:cubicBezTo>
                  <a:pt x="934" y="1167"/>
                  <a:pt x="934" y="1167"/>
                  <a:pt x="934" y="1167"/>
                </a:cubicBezTo>
                <a:cubicBezTo>
                  <a:pt x="934" y="1295"/>
                  <a:pt x="1039" y="1400"/>
                  <a:pt x="1167" y="1400"/>
                </a:cubicBezTo>
                <a:cubicBezTo>
                  <a:pt x="1191" y="1398"/>
                  <a:pt x="1191" y="1398"/>
                  <a:pt x="1191" y="1398"/>
                </a:cubicBezTo>
                <a:cubicBezTo>
                  <a:pt x="1193" y="1399"/>
                  <a:pt x="1193" y="1399"/>
                  <a:pt x="1193" y="1399"/>
                </a:cubicBezTo>
                <a:cubicBezTo>
                  <a:pt x="2069" y="2275"/>
                  <a:pt x="2069" y="2275"/>
                  <a:pt x="2069" y="2275"/>
                </a:cubicBezTo>
                <a:cubicBezTo>
                  <a:pt x="2217" y="2127"/>
                  <a:pt x="2217" y="2127"/>
                  <a:pt x="2217" y="2127"/>
                </a:cubicBezTo>
                <a:cubicBezTo>
                  <a:pt x="265" y="175"/>
                  <a:pt x="265" y="175"/>
                  <a:pt x="265" y="175"/>
                </a:cubicBezTo>
                <a:lnTo>
                  <a:pt x="149" y="5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08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esent To A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2333 w 2566"/>
              <a:gd name="T1" fmla="*/ 0 h 2100"/>
              <a:gd name="T2" fmla="*/ 233 w 2566"/>
              <a:gd name="T3" fmla="*/ 0 h 2100"/>
              <a:gd name="T4" fmla="*/ 0 w 2566"/>
              <a:gd name="T5" fmla="*/ 233 h 2100"/>
              <a:gd name="T6" fmla="*/ 0 w 2566"/>
              <a:gd name="T7" fmla="*/ 1867 h 2100"/>
              <a:gd name="T8" fmla="*/ 233 w 2566"/>
              <a:gd name="T9" fmla="*/ 2100 h 2100"/>
              <a:gd name="T10" fmla="*/ 2333 w 2566"/>
              <a:gd name="T11" fmla="*/ 2100 h 2100"/>
              <a:gd name="T12" fmla="*/ 2566 w 2566"/>
              <a:gd name="T13" fmla="*/ 1867 h 2100"/>
              <a:gd name="T14" fmla="*/ 2566 w 2566"/>
              <a:gd name="T15" fmla="*/ 233 h 2100"/>
              <a:gd name="T16" fmla="*/ 2333 w 2566"/>
              <a:gd name="T17" fmla="*/ 0 h 2100"/>
              <a:gd name="T18" fmla="*/ 2333 w 2566"/>
              <a:gd name="T19" fmla="*/ 1869 h 2100"/>
              <a:gd name="T20" fmla="*/ 233 w 2566"/>
              <a:gd name="T21" fmla="*/ 1869 h 2100"/>
              <a:gd name="T22" fmla="*/ 233 w 2566"/>
              <a:gd name="T23" fmla="*/ 231 h 2100"/>
              <a:gd name="T24" fmla="*/ 2333 w 2566"/>
              <a:gd name="T25" fmla="*/ 231 h 2100"/>
              <a:gd name="T26" fmla="*/ 2333 w 2566"/>
              <a:gd name="T27" fmla="*/ 1869 h 2100"/>
              <a:gd name="T28" fmla="*/ 1050 w 2566"/>
              <a:gd name="T29" fmla="*/ 1050 h 2100"/>
              <a:gd name="T30" fmla="*/ 816 w 2566"/>
              <a:gd name="T31" fmla="*/ 1050 h 2100"/>
              <a:gd name="T32" fmla="*/ 1283 w 2566"/>
              <a:gd name="T33" fmla="*/ 583 h 2100"/>
              <a:gd name="T34" fmla="*/ 1750 w 2566"/>
              <a:gd name="T35" fmla="*/ 1050 h 2100"/>
              <a:gd name="T36" fmla="*/ 1516 w 2566"/>
              <a:gd name="T37" fmla="*/ 1050 h 2100"/>
              <a:gd name="T38" fmla="*/ 1516 w 2566"/>
              <a:gd name="T39" fmla="*/ 1517 h 2100"/>
              <a:gd name="T40" fmla="*/ 1050 w 2566"/>
              <a:gd name="T41" fmla="*/ 1517 h 2100"/>
              <a:gd name="T42" fmla="*/ 1050 w 2566"/>
              <a:gd name="T43" fmla="*/ 105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66" h="2100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4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6"/>
                  <a:pt x="104" y="2100"/>
                  <a:pt x="233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2" y="2100"/>
                  <a:pt x="2566" y="1996"/>
                  <a:pt x="2566" y="1867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4"/>
                  <a:pt x="2462" y="0"/>
                  <a:pt x="2333" y="0"/>
                </a:cubicBezTo>
                <a:close/>
                <a:moveTo>
                  <a:pt x="2333" y="1869"/>
                </a:moveTo>
                <a:cubicBezTo>
                  <a:pt x="233" y="1869"/>
                  <a:pt x="233" y="1869"/>
                  <a:pt x="233" y="1869"/>
                </a:cubicBezTo>
                <a:cubicBezTo>
                  <a:pt x="233" y="231"/>
                  <a:pt x="233" y="231"/>
                  <a:pt x="233" y="231"/>
                </a:cubicBezTo>
                <a:cubicBezTo>
                  <a:pt x="2333" y="231"/>
                  <a:pt x="2333" y="231"/>
                  <a:pt x="2333" y="231"/>
                </a:cubicBezTo>
                <a:lnTo>
                  <a:pt x="2333" y="1869"/>
                </a:lnTo>
                <a:close/>
                <a:moveTo>
                  <a:pt x="1050" y="1050"/>
                </a:moveTo>
                <a:cubicBezTo>
                  <a:pt x="816" y="1050"/>
                  <a:pt x="816" y="1050"/>
                  <a:pt x="816" y="1050"/>
                </a:cubicBezTo>
                <a:cubicBezTo>
                  <a:pt x="1283" y="583"/>
                  <a:pt x="1283" y="583"/>
                  <a:pt x="1283" y="583"/>
                </a:cubicBezTo>
                <a:cubicBezTo>
                  <a:pt x="1750" y="1050"/>
                  <a:pt x="1750" y="1050"/>
                  <a:pt x="1750" y="1050"/>
                </a:cubicBezTo>
                <a:cubicBezTo>
                  <a:pt x="1516" y="1050"/>
                  <a:pt x="1516" y="1050"/>
                  <a:pt x="1516" y="1050"/>
                </a:cubicBezTo>
                <a:cubicBezTo>
                  <a:pt x="1516" y="1517"/>
                  <a:pt x="1516" y="1517"/>
                  <a:pt x="1516" y="1517"/>
                </a:cubicBezTo>
                <a:cubicBezTo>
                  <a:pt x="1050" y="1517"/>
                  <a:pt x="1050" y="1517"/>
                  <a:pt x="1050" y="1517"/>
                </a:cubicBezTo>
                <a:lnTo>
                  <a:pt x="1050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44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ng Volum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18773"/>
          </a:xfrm>
          <a:custGeom>
            <a:avLst/>
            <a:gdLst>
              <a:gd name="T0" fmla="*/ 2766 w 2800"/>
              <a:gd name="T1" fmla="*/ 1712 h 2201"/>
              <a:gd name="T2" fmla="*/ 1400 w 2800"/>
              <a:gd name="T3" fmla="*/ 1167 h 2201"/>
              <a:gd name="T4" fmla="*/ 34 w 2800"/>
              <a:gd name="T5" fmla="*/ 1712 h 2201"/>
              <a:gd name="T6" fmla="*/ 0 w 2800"/>
              <a:gd name="T7" fmla="*/ 1795 h 2201"/>
              <a:gd name="T8" fmla="*/ 34 w 2800"/>
              <a:gd name="T9" fmla="*/ 1877 h 2201"/>
              <a:gd name="T10" fmla="*/ 323 w 2800"/>
              <a:gd name="T11" fmla="*/ 2167 h 2201"/>
              <a:gd name="T12" fmla="*/ 406 w 2800"/>
              <a:gd name="T13" fmla="*/ 2201 h 2201"/>
              <a:gd name="T14" fmla="*/ 488 w 2800"/>
              <a:gd name="T15" fmla="*/ 2168 h 2201"/>
              <a:gd name="T16" fmla="*/ 798 w 2800"/>
              <a:gd name="T17" fmla="*/ 1952 h 2201"/>
              <a:gd name="T18" fmla="*/ 863 w 2800"/>
              <a:gd name="T19" fmla="*/ 1847 h 2201"/>
              <a:gd name="T20" fmla="*/ 863 w 2800"/>
              <a:gd name="T21" fmla="*/ 1486 h 2201"/>
              <a:gd name="T22" fmla="*/ 1400 w 2800"/>
              <a:gd name="T23" fmla="*/ 1400 h 2201"/>
              <a:gd name="T24" fmla="*/ 1937 w 2800"/>
              <a:gd name="T25" fmla="*/ 1484 h 2201"/>
              <a:gd name="T26" fmla="*/ 1937 w 2800"/>
              <a:gd name="T27" fmla="*/ 1846 h 2201"/>
              <a:gd name="T28" fmla="*/ 2002 w 2800"/>
              <a:gd name="T29" fmla="*/ 1951 h 2201"/>
              <a:gd name="T30" fmla="*/ 2312 w 2800"/>
              <a:gd name="T31" fmla="*/ 2167 h 2201"/>
              <a:gd name="T32" fmla="*/ 2394 w 2800"/>
              <a:gd name="T33" fmla="*/ 2199 h 2201"/>
              <a:gd name="T34" fmla="*/ 2477 w 2800"/>
              <a:gd name="T35" fmla="*/ 2166 h 2201"/>
              <a:gd name="T36" fmla="*/ 2766 w 2800"/>
              <a:gd name="T37" fmla="*/ 1876 h 2201"/>
              <a:gd name="T38" fmla="*/ 2800 w 2800"/>
              <a:gd name="T39" fmla="*/ 1794 h 2201"/>
              <a:gd name="T40" fmla="*/ 2766 w 2800"/>
              <a:gd name="T41" fmla="*/ 1712 h 2201"/>
              <a:gd name="T42" fmla="*/ 2469 w 2800"/>
              <a:gd name="T43" fmla="*/ 497 h 2201"/>
              <a:gd name="T44" fmla="*/ 2304 w 2800"/>
              <a:gd name="T45" fmla="*/ 333 h 2201"/>
              <a:gd name="T46" fmla="*/ 1889 w 2800"/>
              <a:gd name="T47" fmla="*/ 747 h 2201"/>
              <a:gd name="T48" fmla="*/ 2053 w 2800"/>
              <a:gd name="T49" fmla="*/ 912 h 2201"/>
              <a:gd name="T50" fmla="*/ 2469 w 2800"/>
              <a:gd name="T51" fmla="*/ 497 h 2201"/>
              <a:gd name="T52" fmla="*/ 1517 w 2800"/>
              <a:gd name="T53" fmla="*/ 0 h 2201"/>
              <a:gd name="T54" fmla="*/ 1283 w 2800"/>
              <a:gd name="T55" fmla="*/ 0 h 2201"/>
              <a:gd name="T56" fmla="*/ 1283 w 2800"/>
              <a:gd name="T57" fmla="*/ 584 h 2201"/>
              <a:gd name="T58" fmla="*/ 1517 w 2800"/>
              <a:gd name="T59" fmla="*/ 584 h 2201"/>
              <a:gd name="T60" fmla="*/ 1517 w 2800"/>
              <a:gd name="T61" fmla="*/ 0 h 2201"/>
              <a:gd name="T62" fmla="*/ 747 w 2800"/>
              <a:gd name="T63" fmla="*/ 912 h 2201"/>
              <a:gd name="T64" fmla="*/ 911 w 2800"/>
              <a:gd name="T65" fmla="*/ 747 h 2201"/>
              <a:gd name="T66" fmla="*/ 497 w 2800"/>
              <a:gd name="T67" fmla="*/ 332 h 2201"/>
              <a:gd name="T68" fmla="*/ 331 w 2800"/>
              <a:gd name="T69" fmla="*/ 497 h 2201"/>
              <a:gd name="T70" fmla="*/ 747 w 2800"/>
              <a:gd name="T71" fmla="*/ 912 h 22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800" h="2201">
                <a:moveTo>
                  <a:pt x="2766" y="1712"/>
                </a:moveTo>
                <a:cubicBezTo>
                  <a:pt x="2410" y="1375"/>
                  <a:pt x="1930" y="1167"/>
                  <a:pt x="1400" y="1167"/>
                </a:cubicBezTo>
                <a:cubicBezTo>
                  <a:pt x="870" y="1167"/>
                  <a:pt x="390" y="1375"/>
                  <a:pt x="34" y="1712"/>
                </a:cubicBezTo>
                <a:cubicBezTo>
                  <a:pt x="13" y="1733"/>
                  <a:pt x="0" y="1762"/>
                  <a:pt x="0" y="1795"/>
                </a:cubicBezTo>
                <a:cubicBezTo>
                  <a:pt x="0" y="1827"/>
                  <a:pt x="13" y="1857"/>
                  <a:pt x="34" y="1877"/>
                </a:cubicBezTo>
                <a:cubicBezTo>
                  <a:pt x="323" y="2167"/>
                  <a:pt x="323" y="2167"/>
                  <a:pt x="323" y="2167"/>
                </a:cubicBezTo>
                <a:cubicBezTo>
                  <a:pt x="344" y="2188"/>
                  <a:pt x="373" y="2201"/>
                  <a:pt x="406" y="2201"/>
                </a:cubicBezTo>
                <a:cubicBezTo>
                  <a:pt x="438" y="2201"/>
                  <a:pt x="467" y="2188"/>
                  <a:pt x="488" y="2168"/>
                </a:cubicBezTo>
                <a:cubicBezTo>
                  <a:pt x="580" y="2082"/>
                  <a:pt x="685" y="2009"/>
                  <a:pt x="798" y="1952"/>
                </a:cubicBezTo>
                <a:cubicBezTo>
                  <a:pt x="836" y="1934"/>
                  <a:pt x="863" y="1894"/>
                  <a:pt x="863" y="1847"/>
                </a:cubicBezTo>
                <a:cubicBezTo>
                  <a:pt x="863" y="1486"/>
                  <a:pt x="863" y="1486"/>
                  <a:pt x="863" y="1486"/>
                </a:cubicBezTo>
                <a:cubicBezTo>
                  <a:pt x="1033" y="1429"/>
                  <a:pt x="1213" y="1400"/>
                  <a:pt x="1400" y="1400"/>
                </a:cubicBezTo>
                <a:cubicBezTo>
                  <a:pt x="1587" y="1400"/>
                  <a:pt x="1768" y="1429"/>
                  <a:pt x="1937" y="1484"/>
                </a:cubicBezTo>
                <a:cubicBezTo>
                  <a:pt x="1937" y="1846"/>
                  <a:pt x="1937" y="1846"/>
                  <a:pt x="1937" y="1846"/>
                </a:cubicBezTo>
                <a:cubicBezTo>
                  <a:pt x="1937" y="1891"/>
                  <a:pt x="1964" y="1932"/>
                  <a:pt x="2002" y="1951"/>
                </a:cubicBezTo>
                <a:cubicBezTo>
                  <a:pt x="2116" y="2008"/>
                  <a:pt x="2220" y="2082"/>
                  <a:pt x="2312" y="2167"/>
                </a:cubicBezTo>
                <a:cubicBezTo>
                  <a:pt x="2333" y="2188"/>
                  <a:pt x="2363" y="2199"/>
                  <a:pt x="2394" y="2199"/>
                </a:cubicBezTo>
                <a:cubicBezTo>
                  <a:pt x="2427" y="2199"/>
                  <a:pt x="2456" y="2187"/>
                  <a:pt x="2477" y="2166"/>
                </a:cubicBezTo>
                <a:cubicBezTo>
                  <a:pt x="2766" y="1876"/>
                  <a:pt x="2766" y="1876"/>
                  <a:pt x="2766" y="1876"/>
                </a:cubicBezTo>
                <a:cubicBezTo>
                  <a:pt x="2787" y="1855"/>
                  <a:pt x="2800" y="1826"/>
                  <a:pt x="2800" y="1794"/>
                </a:cubicBezTo>
                <a:cubicBezTo>
                  <a:pt x="2800" y="1762"/>
                  <a:pt x="2787" y="1733"/>
                  <a:pt x="2766" y="1712"/>
                </a:cubicBezTo>
                <a:close/>
                <a:moveTo>
                  <a:pt x="2469" y="497"/>
                </a:moveTo>
                <a:cubicBezTo>
                  <a:pt x="2304" y="333"/>
                  <a:pt x="2304" y="333"/>
                  <a:pt x="2304" y="333"/>
                </a:cubicBezTo>
                <a:cubicBezTo>
                  <a:pt x="1889" y="747"/>
                  <a:pt x="1889" y="747"/>
                  <a:pt x="1889" y="747"/>
                </a:cubicBezTo>
                <a:cubicBezTo>
                  <a:pt x="2053" y="912"/>
                  <a:pt x="2053" y="912"/>
                  <a:pt x="2053" y="912"/>
                </a:cubicBezTo>
                <a:cubicBezTo>
                  <a:pt x="2053" y="912"/>
                  <a:pt x="2456" y="501"/>
                  <a:pt x="2469" y="497"/>
                </a:cubicBezTo>
                <a:close/>
                <a:moveTo>
                  <a:pt x="1517" y="0"/>
                </a:moveTo>
                <a:cubicBezTo>
                  <a:pt x="1283" y="0"/>
                  <a:pt x="1283" y="0"/>
                  <a:pt x="1283" y="0"/>
                </a:cubicBezTo>
                <a:cubicBezTo>
                  <a:pt x="1283" y="584"/>
                  <a:pt x="1283" y="584"/>
                  <a:pt x="1283" y="584"/>
                </a:cubicBezTo>
                <a:cubicBezTo>
                  <a:pt x="1517" y="584"/>
                  <a:pt x="1517" y="584"/>
                  <a:pt x="1517" y="584"/>
                </a:cubicBezTo>
                <a:lnTo>
                  <a:pt x="1517" y="0"/>
                </a:lnTo>
                <a:close/>
                <a:moveTo>
                  <a:pt x="747" y="912"/>
                </a:moveTo>
                <a:cubicBezTo>
                  <a:pt x="911" y="747"/>
                  <a:pt x="911" y="747"/>
                  <a:pt x="911" y="747"/>
                </a:cubicBezTo>
                <a:cubicBezTo>
                  <a:pt x="497" y="332"/>
                  <a:pt x="497" y="332"/>
                  <a:pt x="497" y="332"/>
                </a:cubicBezTo>
                <a:cubicBezTo>
                  <a:pt x="331" y="497"/>
                  <a:pt x="331" y="497"/>
                  <a:pt x="331" y="497"/>
                </a:cubicBezTo>
                <a:cubicBezTo>
                  <a:pt x="344" y="501"/>
                  <a:pt x="747" y="912"/>
                  <a:pt x="747" y="9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7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een Sha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416"/>
          </a:xfrm>
          <a:custGeom>
            <a:avLst/>
            <a:gdLst>
              <a:gd name="T0" fmla="*/ 2333 w 2800"/>
              <a:gd name="T1" fmla="*/ 1633 h 1866"/>
              <a:gd name="T2" fmla="*/ 2566 w 2800"/>
              <a:gd name="T3" fmla="*/ 1400 h 1866"/>
              <a:gd name="T4" fmla="*/ 2567 w 2800"/>
              <a:gd name="T5" fmla="*/ 233 h 1866"/>
              <a:gd name="T6" fmla="*/ 2333 w 2800"/>
              <a:gd name="T7" fmla="*/ 0 h 1866"/>
              <a:gd name="T8" fmla="*/ 467 w 2800"/>
              <a:gd name="T9" fmla="*/ 0 h 1866"/>
              <a:gd name="T10" fmla="*/ 233 w 2800"/>
              <a:gd name="T11" fmla="*/ 233 h 1866"/>
              <a:gd name="T12" fmla="*/ 233 w 2800"/>
              <a:gd name="T13" fmla="*/ 1400 h 1866"/>
              <a:gd name="T14" fmla="*/ 467 w 2800"/>
              <a:gd name="T15" fmla="*/ 1633 h 1866"/>
              <a:gd name="T16" fmla="*/ 0 w 2800"/>
              <a:gd name="T17" fmla="*/ 1633 h 1866"/>
              <a:gd name="T18" fmla="*/ 0 w 2800"/>
              <a:gd name="T19" fmla="*/ 1866 h 1866"/>
              <a:gd name="T20" fmla="*/ 2800 w 2800"/>
              <a:gd name="T21" fmla="*/ 1866 h 1866"/>
              <a:gd name="T22" fmla="*/ 2800 w 2800"/>
              <a:gd name="T23" fmla="*/ 1633 h 1866"/>
              <a:gd name="T24" fmla="*/ 2333 w 2800"/>
              <a:gd name="T25" fmla="*/ 1633 h 1866"/>
              <a:gd name="T26" fmla="*/ 1517 w 2800"/>
              <a:gd name="T27" fmla="*/ 1221 h 1866"/>
              <a:gd name="T28" fmla="*/ 1517 w 2800"/>
              <a:gd name="T29" fmla="*/ 966 h 1866"/>
              <a:gd name="T30" fmla="*/ 817 w 2800"/>
              <a:gd name="T31" fmla="*/ 1283 h 1866"/>
              <a:gd name="T32" fmla="*/ 1517 w 2800"/>
              <a:gd name="T33" fmla="*/ 598 h 1866"/>
              <a:gd name="T34" fmla="*/ 1517 w 2800"/>
              <a:gd name="T35" fmla="*/ 350 h 1866"/>
              <a:gd name="T36" fmla="*/ 1983 w 2800"/>
              <a:gd name="T37" fmla="*/ 785 h 1866"/>
              <a:gd name="T38" fmla="*/ 1517 w 2800"/>
              <a:gd name="T39" fmla="*/ 1221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00" h="1866">
                <a:moveTo>
                  <a:pt x="2333" y="1633"/>
                </a:moveTo>
                <a:cubicBezTo>
                  <a:pt x="2462" y="1633"/>
                  <a:pt x="2566" y="1528"/>
                  <a:pt x="2566" y="1400"/>
                </a:cubicBezTo>
                <a:cubicBezTo>
                  <a:pt x="2567" y="233"/>
                  <a:pt x="2567" y="233"/>
                  <a:pt x="2567" y="233"/>
                </a:cubicBezTo>
                <a:cubicBezTo>
                  <a:pt x="2567" y="104"/>
                  <a:pt x="2462" y="0"/>
                  <a:pt x="2333" y="0"/>
                </a:cubicBezTo>
                <a:cubicBezTo>
                  <a:pt x="467" y="0"/>
                  <a:pt x="467" y="0"/>
                  <a:pt x="467" y="0"/>
                </a:cubicBezTo>
                <a:cubicBezTo>
                  <a:pt x="337" y="0"/>
                  <a:pt x="233" y="104"/>
                  <a:pt x="233" y="233"/>
                </a:cubicBezTo>
                <a:cubicBezTo>
                  <a:pt x="233" y="1400"/>
                  <a:pt x="233" y="1400"/>
                  <a:pt x="233" y="1400"/>
                </a:cubicBezTo>
                <a:cubicBezTo>
                  <a:pt x="233" y="1528"/>
                  <a:pt x="337" y="1633"/>
                  <a:pt x="467" y="16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866"/>
                  <a:pt x="0" y="1866"/>
                  <a:pt x="0" y="1866"/>
                </a:cubicBezTo>
                <a:cubicBezTo>
                  <a:pt x="2800" y="1866"/>
                  <a:pt x="2800" y="1866"/>
                  <a:pt x="2800" y="1866"/>
                </a:cubicBezTo>
                <a:cubicBezTo>
                  <a:pt x="2800" y="1633"/>
                  <a:pt x="2800" y="1633"/>
                  <a:pt x="2800" y="1633"/>
                </a:cubicBezTo>
                <a:lnTo>
                  <a:pt x="2333" y="1633"/>
                </a:lnTo>
                <a:close/>
                <a:moveTo>
                  <a:pt x="1517" y="1221"/>
                </a:moveTo>
                <a:cubicBezTo>
                  <a:pt x="1517" y="966"/>
                  <a:pt x="1517" y="966"/>
                  <a:pt x="1517" y="966"/>
                </a:cubicBezTo>
                <a:cubicBezTo>
                  <a:pt x="1192" y="966"/>
                  <a:pt x="979" y="1065"/>
                  <a:pt x="817" y="1283"/>
                </a:cubicBezTo>
                <a:cubicBezTo>
                  <a:pt x="882" y="972"/>
                  <a:pt x="1063" y="661"/>
                  <a:pt x="1517" y="598"/>
                </a:cubicBezTo>
                <a:cubicBezTo>
                  <a:pt x="1517" y="350"/>
                  <a:pt x="1517" y="350"/>
                  <a:pt x="1517" y="350"/>
                </a:cubicBezTo>
                <a:cubicBezTo>
                  <a:pt x="1983" y="785"/>
                  <a:pt x="1983" y="785"/>
                  <a:pt x="1983" y="785"/>
                </a:cubicBezTo>
                <a:lnTo>
                  <a:pt x="1517" y="12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55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aker Pho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75091" cy="914400"/>
          </a:xfrm>
          <a:custGeom>
            <a:avLst/>
            <a:gdLst>
              <a:gd name="T0" fmla="*/ 321 w 1808"/>
              <a:gd name="T1" fmla="*/ 708 h 2449"/>
              <a:gd name="T2" fmla="*/ 488 w 1808"/>
              <a:gd name="T3" fmla="*/ 875 h 2449"/>
              <a:gd name="T4" fmla="*/ 904 w 1808"/>
              <a:gd name="T5" fmla="*/ 702 h 2449"/>
              <a:gd name="T6" fmla="*/ 1321 w 1808"/>
              <a:gd name="T7" fmla="*/ 875 h 2449"/>
              <a:gd name="T8" fmla="*/ 1487 w 1808"/>
              <a:gd name="T9" fmla="*/ 708 h 2449"/>
              <a:gd name="T10" fmla="*/ 904 w 1808"/>
              <a:gd name="T11" fmla="*/ 466 h 2449"/>
              <a:gd name="T12" fmla="*/ 321 w 1808"/>
              <a:gd name="T13" fmla="*/ 708 h 2449"/>
              <a:gd name="T14" fmla="*/ 904 w 1808"/>
              <a:gd name="T15" fmla="*/ 0 h 2449"/>
              <a:gd name="T16" fmla="*/ 0 w 1808"/>
              <a:gd name="T17" fmla="*/ 374 h 2449"/>
              <a:gd name="T18" fmla="*/ 164 w 1808"/>
              <a:gd name="T19" fmla="*/ 539 h 2449"/>
              <a:gd name="T20" fmla="*/ 904 w 1808"/>
              <a:gd name="T21" fmla="*/ 233 h 2449"/>
              <a:gd name="T22" fmla="*/ 1644 w 1808"/>
              <a:gd name="T23" fmla="*/ 539 h 2449"/>
              <a:gd name="T24" fmla="*/ 1808 w 1808"/>
              <a:gd name="T25" fmla="*/ 374 h 2449"/>
              <a:gd name="T26" fmla="*/ 904 w 1808"/>
              <a:gd name="T27" fmla="*/ 0 h 2449"/>
              <a:gd name="T28" fmla="*/ 1238 w 1808"/>
              <a:gd name="T29" fmla="*/ 1051 h 2449"/>
              <a:gd name="T30" fmla="*/ 570 w 1808"/>
              <a:gd name="T31" fmla="*/ 1050 h 2449"/>
              <a:gd name="T32" fmla="*/ 437 w 1808"/>
              <a:gd name="T33" fmla="*/ 1183 h 2449"/>
              <a:gd name="T34" fmla="*/ 437 w 1808"/>
              <a:gd name="T35" fmla="*/ 2315 h 2449"/>
              <a:gd name="T36" fmla="*/ 570 w 1808"/>
              <a:gd name="T37" fmla="*/ 2449 h 2449"/>
              <a:gd name="T38" fmla="*/ 1236 w 1808"/>
              <a:gd name="T39" fmla="*/ 2449 h 2449"/>
              <a:gd name="T40" fmla="*/ 1370 w 1808"/>
              <a:gd name="T41" fmla="*/ 2315 h 2449"/>
              <a:gd name="T42" fmla="*/ 1370 w 1808"/>
              <a:gd name="T43" fmla="*/ 1183 h 2449"/>
              <a:gd name="T44" fmla="*/ 1238 w 1808"/>
              <a:gd name="T45" fmla="*/ 1051 h 2449"/>
              <a:gd name="T46" fmla="*/ 1254 w 1808"/>
              <a:gd name="T47" fmla="*/ 2216 h 2449"/>
              <a:gd name="T48" fmla="*/ 554 w 1808"/>
              <a:gd name="T49" fmla="*/ 2216 h 2449"/>
              <a:gd name="T50" fmla="*/ 554 w 1808"/>
              <a:gd name="T51" fmla="*/ 1283 h 2449"/>
              <a:gd name="T52" fmla="*/ 1254 w 1808"/>
              <a:gd name="T53" fmla="*/ 1283 h 2449"/>
              <a:gd name="T54" fmla="*/ 1254 w 1808"/>
              <a:gd name="T55" fmla="*/ 2216 h 24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808" h="2449">
                <a:moveTo>
                  <a:pt x="321" y="708"/>
                </a:moveTo>
                <a:cubicBezTo>
                  <a:pt x="488" y="875"/>
                  <a:pt x="488" y="875"/>
                  <a:pt x="488" y="875"/>
                </a:cubicBezTo>
                <a:cubicBezTo>
                  <a:pt x="594" y="768"/>
                  <a:pt x="742" y="702"/>
                  <a:pt x="904" y="702"/>
                </a:cubicBezTo>
                <a:cubicBezTo>
                  <a:pt x="1066" y="702"/>
                  <a:pt x="1214" y="768"/>
                  <a:pt x="1321" y="875"/>
                </a:cubicBezTo>
                <a:cubicBezTo>
                  <a:pt x="1487" y="708"/>
                  <a:pt x="1487" y="708"/>
                  <a:pt x="1487" y="708"/>
                </a:cubicBezTo>
                <a:cubicBezTo>
                  <a:pt x="1338" y="559"/>
                  <a:pt x="1132" y="466"/>
                  <a:pt x="904" y="466"/>
                </a:cubicBezTo>
                <a:cubicBezTo>
                  <a:pt x="676" y="466"/>
                  <a:pt x="470" y="559"/>
                  <a:pt x="321" y="708"/>
                </a:cubicBezTo>
                <a:close/>
                <a:moveTo>
                  <a:pt x="904" y="0"/>
                </a:moveTo>
                <a:cubicBezTo>
                  <a:pt x="552" y="0"/>
                  <a:pt x="232" y="143"/>
                  <a:pt x="0" y="374"/>
                </a:cubicBezTo>
                <a:cubicBezTo>
                  <a:pt x="164" y="539"/>
                  <a:pt x="164" y="539"/>
                  <a:pt x="164" y="539"/>
                </a:cubicBezTo>
                <a:cubicBezTo>
                  <a:pt x="353" y="350"/>
                  <a:pt x="616" y="233"/>
                  <a:pt x="904" y="233"/>
                </a:cubicBezTo>
                <a:cubicBezTo>
                  <a:pt x="1192" y="233"/>
                  <a:pt x="1455" y="350"/>
                  <a:pt x="1644" y="539"/>
                </a:cubicBezTo>
                <a:cubicBezTo>
                  <a:pt x="1808" y="374"/>
                  <a:pt x="1808" y="374"/>
                  <a:pt x="1808" y="374"/>
                </a:cubicBezTo>
                <a:cubicBezTo>
                  <a:pt x="1576" y="143"/>
                  <a:pt x="1256" y="0"/>
                  <a:pt x="904" y="0"/>
                </a:cubicBezTo>
                <a:close/>
                <a:moveTo>
                  <a:pt x="1238" y="1051"/>
                </a:moveTo>
                <a:cubicBezTo>
                  <a:pt x="570" y="1050"/>
                  <a:pt x="570" y="1050"/>
                  <a:pt x="570" y="1050"/>
                </a:cubicBezTo>
                <a:cubicBezTo>
                  <a:pt x="497" y="1050"/>
                  <a:pt x="437" y="1109"/>
                  <a:pt x="437" y="1183"/>
                </a:cubicBezTo>
                <a:cubicBezTo>
                  <a:pt x="437" y="2315"/>
                  <a:pt x="437" y="2315"/>
                  <a:pt x="437" y="2315"/>
                </a:cubicBezTo>
                <a:cubicBezTo>
                  <a:pt x="437" y="2389"/>
                  <a:pt x="497" y="2449"/>
                  <a:pt x="570" y="2449"/>
                </a:cubicBezTo>
                <a:cubicBezTo>
                  <a:pt x="1236" y="2449"/>
                  <a:pt x="1236" y="2449"/>
                  <a:pt x="1236" y="2449"/>
                </a:cubicBezTo>
                <a:cubicBezTo>
                  <a:pt x="1310" y="2449"/>
                  <a:pt x="1370" y="2389"/>
                  <a:pt x="1370" y="2315"/>
                </a:cubicBezTo>
                <a:cubicBezTo>
                  <a:pt x="1370" y="1183"/>
                  <a:pt x="1370" y="1183"/>
                  <a:pt x="1370" y="1183"/>
                </a:cubicBezTo>
                <a:cubicBezTo>
                  <a:pt x="1371" y="1109"/>
                  <a:pt x="1311" y="1051"/>
                  <a:pt x="1238" y="1051"/>
                </a:cubicBezTo>
                <a:close/>
                <a:moveTo>
                  <a:pt x="1254" y="2216"/>
                </a:moveTo>
                <a:cubicBezTo>
                  <a:pt x="554" y="2216"/>
                  <a:pt x="554" y="2216"/>
                  <a:pt x="554" y="2216"/>
                </a:cubicBezTo>
                <a:cubicBezTo>
                  <a:pt x="554" y="1283"/>
                  <a:pt x="554" y="1283"/>
                  <a:pt x="554" y="1283"/>
                </a:cubicBezTo>
                <a:cubicBezTo>
                  <a:pt x="1254" y="1283"/>
                  <a:pt x="1254" y="1283"/>
                  <a:pt x="1254" y="1283"/>
                </a:cubicBezTo>
                <a:lnTo>
                  <a:pt x="1254" y="22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85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y Current Landscap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82247"/>
          </a:xfrm>
          <a:custGeom>
            <a:avLst/>
            <a:gdLst>
              <a:gd name="T0" fmla="*/ 1 w 2566"/>
              <a:gd name="T1" fmla="*/ 234 h 1634"/>
              <a:gd name="T2" fmla="*/ 0 w 2566"/>
              <a:gd name="T3" fmla="*/ 1400 h 1634"/>
              <a:gd name="T4" fmla="*/ 233 w 2566"/>
              <a:gd name="T5" fmla="*/ 1634 h 1634"/>
              <a:gd name="T6" fmla="*/ 2333 w 2566"/>
              <a:gd name="T7" fmla="*/ 1634 h 1634"/>
              <a:gd name="T8" fmla="*/ 2566 w 2566"/>
              <a:gd name="T9" fmla="*/ 1400 h 1634"/>
              <a:gd name="T10" fmla="*/ 2566 w 2566"/>
              <a:gd name="T11" fmla="*/ 234 h 1634"/>
              <a:gd name="T12" fmla="*/ 2333 w 2566"/>
              <a:gd name="T13" fmla="*/ 0 h 1634"/>
              <a:gd name="T14" fmla="*/ 233 w 2566"/>
              <a:gd name="T15" fmla="*/ 0 h 1634"/>
              <a:gd name="T16" fmla="*/ 1 w 2566"/>
              <a:gd name="T17" fmla="*/ 234 h 1634"/>
              <a:gd name="T18" fmla="*/ 2100 w 2566"/>
              <a:gd name="T19" fmla="*/ 234 h 1634"/>
              <a:gd name="T20" fmla="*/ 2100 w 2566"/>
              <a:gd name="T21" fmla="*/ 1400 h 1634"/>
              <a:gd name="T22" fmla="*/ 466 w 2566"/>
              <a:gd name="T23" fmla="*/ 1400 h 1634"/>
              <a:gd name="T24" fmla="*/ 466 w 2566"/>
              <a:gd name="T25" fmla="*/ 234 h 1634"/>
              <a:gd name="T26" fmla="*/ 2100 w 2566"/>
              <a:gd name="T27" fmla="*/ 234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66" h="1634">
                <a:moveTo>
                  <a:pt x="1" y="234"/>
                </a:moveTo>
                <a:cubicBezTo>
                  <a:pt x="0" y="1400"/>
                  <a:pt x="0" y="1400"/>
                  <a:pt x="0" y="1400"/>
                </a:cubicBezTo>
                <a:cubicBezTo>
                  <a:pt x="0" y="1529"/>
                  <a:pt x="105" y="1634"/>
                  <a:pt x="233" y="1634"/>
                </a:cubicBezTo>
                <a:cubicBezTo>
                  <a:pt x="2333" y="1634"/>
                  <a:pt x="2333" y="1634"/>
                  <a:pt x="2333" y="1634"/>
                </a:cubicBezTo>
                <a:cubicBezTo>
                  <a:pt x="2461" y="1634"/>
                  <a:pt x="2566" y="1529"/>
                  <a:pt x="2566" y="1400"/>
                </a:cubicBezTo>
                <a:cubicBezTo>
                  <a:pt x="2566" y="234"/>
                  <a:pt x="2566" y="234"/>
                  <a:pt x="2566" y="234"/>
                </a:cubicBezTo>
                <a:cubicBezTo>
                  <a:pt x="2566" y="105"/>
                  <a:pt x="2461" y="0"/>
                  <a:pt x="2333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1" y="105"/>
                  <a:pt x="1" y="234"/>
                </a:cubicBezTo>
                <a:close/>
                <a:moveTo>
                  <a:pt x="2100" y="234"/>
                </a:moveTo>
                <a:cubicBezTo>
                  <a:pt x="2100" y="1400"/>
                  <a:pt x="2100" y="1400"/>
                  <a:pt x="2100" y="1400"/>
                </a:cubicBezTo>
                <a:cubicBezTo>
                  <a:pt x="466" y="1400"/>
                  <a:pt x="466" y="1400"/>
                  <a:pt x="466" y="1400"/>
                </a:cubicBezTo>
                <a:cubicBezTo>
                  <a:pt x="466" y="234"/>
                  <a:pt x="466" y="234"/>
                  <a:pt x="466" y="234"/>
                </a:cubicBezTo>
                <a:lnTo>
                  <a:pt x="2100" y="2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1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y Current Portrai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82042" cy="914400"/>
          </a:xfrm>
          <a:custGeom>
            <a:avLst/>
            <a:gdLst>
              <a:gd name="T0" fmla="*/ 1399 w 1633"/>
              <a:gd name="T1" fmla="*/ 1 h 2566"/>
              <a:gd name="T2" fmla="*/ 233 w 1633"/>
              <a:gd name="T3" fmla="*/ 0 h 2566"/>
              <a:gd name="T4" fmla="*/ 0 w 1633"/>
              <a:gd name="T5" fmla="*/ 233 h 2566"/>
              <a:gd name="T6" fmla="*/ 0 w 1633"/>
              <a:gd name="T7" fmla="*/ 2333 h 2566"/>
              <a:gd name="T8" fmla="*/ 233 w 1633"/>
              <a:gd name="T9" fmla="*/ 2566 h 2566"/>
              <a:gd name="T10" fmla="*/ 1399 w 1633"/>
              <a:gd name="T11" fmla="*/ 2566 h 2566"/>
              <a:gd name="T12" fmla="*/ 1633 w 1633"/>
              <a:gd name="T13" fmla="*/ 2333 h 2566"/>
              <a:gd name="T14" fmla="*/ 1633 w 1633"/>
              <a:gd name="T15" fmla="*/ 233 h 2566"/>
              <a:gd name="T16" fmla="*/ 1399 w 1633"/>
              <a:gd name="T17" fmla="*/ 1 h 2566"/>
              <a:gd name="T18" fmla="*/ 1399 w 1633"/>
              <a:gd name="T19" fmla="*/ 2100 h 2566"/>
              <a:gd name="T20" fmla="*/ 233 w 1633"/>
              <a:gd name="T21" fmla="*/ 2100 h 2566"/>
              <a:gd name="T22" fmla="*/ 233 w 1633"/>
              <a:gd name="T23" fmla="*/ 466 h 2566"/>
              <a:gd name="T24" fmla="*/ 1399 w 1633"/>
              <a:gd name="T25" fmla="*/ 466 h 2566"/>
              <a:gd name="T26" fmla="*/ 1399 w 1633"/>
              <a:gd name="T27" fmla="*/ 210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33" h="2566">
                <a:moveTo>
                  <a:pt x="1399" y="1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5"/>
                  <a:pt x="0" y="233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4" y="2566"/>
                  <a:pt x="233" y="2566"/>
                </a:cubicBezTo>
                <a:cubicBezTo>
                  <a:pt x="1399" y="2566"/>
                  <a:pt x="1399" y="2566"/>
                  <a:pt x="1399" y="2566"/>
                </a:cubicBezTo>
                <a:cubicBezTo>
                  <a:pt x="1528" y="2566"/>
                  <a:pt x="1633" y="2461"/>
                  <a:pt x="1633" y="2333"/>
                </a:cubicBezTo>
                <a:cubicBezTo>
                  <a:pt x="1633" y="233"/>
                  <a:pt x="1633" y="233"/>
                  <a:pt x="1633" y="233"/>
                </a:cubicBezTo>
                <a:cubicBezTo>
                  <a:pt x="1633" y="105"/>
                  <a:pt x="1528" y="1"/>
                  <a:pt x="1399" y="1"/>
                </a:cubicBezTo>
                <a:close/>
                <a:moveTo>
                  <a:pt x="1399" y="2100"/>
                </a:moveTo>
                <a:cubicBezTo>
                  <a:pt x="233" y="2100"/>
                  <a:pt x="233" y="2100"/>
                  <a:pt x="233" y="2100"/>
                </a:cubicBezTo>
                <a:cubicBezTo>
                  <a:pt x="233" y="466"/>
                  <a:pt x="233" y="466"/>
                  <a:pt x="233" y="466"/>
                </a:cubicBezTo>
                <a:cubicBezTo>
                  <a:pt x="1399" y="466"/>
                  <a:pt x="1399" y="466"/>
                  <a:pt x="1399" y="466"/>
                </a:cubicBezTo>
                <a:lnTo>
                  <a:pt x="1399" y="2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y Primary Landscap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82247"/>
          </a:xfrm>
          <a:custGeom>
            <a:avLst/>
            <a:gdLst>
              <a:gd name="T0" fmla="*/ 1 w 2566"/>
              <a:gd name="T1" fmla="*/ 234 h 1634"/>
              <a:gd name="T2" fmla="*/ 0 w 2566"/>
              <a:gd name="T3" fmla="*/ 1400 h 1634"/>
              <a:gd name="T4" fmla="*/ 233 w 2566"/>
              <a:gd name="T5" fmla="*/ 1634 h 1634"/>
              <a:gd name="T6" fmla="*/ 2333 w 2566"/>
              <a:gd name="T7" fmla="*/ 1634 h 1634"/>
              <a:gd name="T8" fmla="*/ 2566 w 2566"/>
              <a:gd name="T9" fmla="*/ 1400 h 1634"/>
              <a:gd name="T10" fmla="*/ 2566 w 2566"/>
              <a:gd name="T11" fmla="*/ 234 h 1634"/>
              <a:gd name="T12" fmla="*/ 2333 w 2566"/>
              <a:gd name="T13" fmla="*/ 0 h 1634"/>
              <a:gd name="T14" fmla="*/ 233 w 2566"/>
              <a:gd name="T15" fmla="*/ 0 h 1634"/>
              <a:gd name="T16" fmla="*/ 1 w 2566"/>
              <a:gd name="T17" fmla="*/ 234 h 1634"/>
              <a:gd name="T18" fmla="*/ 2100 w 2566"/>
              <a:gd name="T19" fmla="*/ 234 h 1634"/>
              <a:gd name="T20" fmla="*/ 2100 w 2566"/>
              <a:gd name="T21" fmla="*/ 1400 h 1634"/>
              <a:gd name="T22" fmla="*/ 466 w 2566"/>
              <a:gd name="T23" fmla="*/ 1400 h 1634"/>
              <a:gd name="T24" fmla="*/ 466 w 2566"/>
              <a:gd name="T25" fmla="*/ 234 h 1634"/>
              <a:gd name="T26" fmla="*/ 2100 w 2566"/>
              <a:gd name="T27" fmla="*/ 234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66" h="1634">
                <a:moveTo>
                  <a:pt x="1" y="234"/>
                </a:moveTo>
                <a:cubicBezTo>
                  <a:pt x="0" y="1400"/>
                  <a:pt x="0" y="1400"/>
                  <a:pt x="0" y="1400"/>
                </a:cubicBezTo>
                <a:cubicBezTo>
                  <a:pt x="0" y="1529"/>
                  <a:pt x="105" y="1634"/>
                  <a:pt x="233" y="1634"/>
                </a:cubicBezTo>
                <a:cubicBezTo>
                  <a:pt x="2333" y="1634"/>
                  <a:pt x="2333" y="1634"/>
                  <a:pt x="2333" y="1634"/>
                </a:cubicBezTo>
                <a:cubicBezTo>
                  <a:pt x="2461" y="1634"/>
                  <a:pt x="2566" y="1529"/>
                  <a:pt x="2566" y="1400"/>
                </a:cubicBezTo>
                <a:cubicBezTo>
                  <a:pt x="2566" y="234"/>
                  <a:pt x="2566" y="234"/>
                  <a:pt x="2566" y="234"/>
                </a:cubicBezTo>
                <a:cubicBezTo>
                  <a:pt x="2566" y="105"/>
                  <a:pt x="2461" y="0"/>
                  <a:pt x="2333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1" y="105"/>
                  <a:pt x="1" y="234"/>
                </a:cubicBezTo>
                <a:close/>
                <a:moveTo>
                  <a:pt x="2100" y="234"/>
                </a:moveTo>
                <a:cubicBezTo>
                  <a:pt x="2100" y="1400"/>
                  <a:pt x="2100" y="1400"/>
                  <a:pt x="2100" y="1400"/>
                </a:cubicBezTo>
                <a:cubicBezTo>
                  <a:pt x="466" y="1400"/>
                  <a:pt x="466" y="1400"/>
                  <a:pt x="466" y="1400"/>
                </a:cubicBezTo>
                <a:cubicBezTo>
                  <a:pt x="466" y="234"/>
                  <a:pt x="466" y="234"/>
                  <a:pt x="466" y="234"/>
                </a:cubicBezTo>
                <a:lnTo>
                  <a:pt x="2100" y="2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98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y Primary Portrai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82042" cy="914400"/>
          </a:xfrm>
          <a:custGeom>
            <a:avLst/>
            <a:gdLst>
              <a:gd name="T0" fmla="*/ 1399 w 1633"/>
              <a:gd name="T1" fmla="*/ 1 h 2566"/>
              <a:gd name="T2" fmla="*/ 233 w 1633"/>
              <a:gd name="T3" fmla="*/ 0 h 2566"/>
              <a:gd name="T4" fmla="*/ 0 w 1633"/>
              <a:gd name="T5" fmla="*/ 233 h 2566"/>
              <a:gd name="T6" fmla="*/ 0 w 1633"/>
              <a:gd name="T7" fmla="*/ 2333 h 2566"/>
              <a:gd name="T8" fmla="*/ 233 w 1633"/>
              <a:gd name="T9" fmla="*/ 2566 h 2566"/>
              <a:gd name="T10" fmla="*/ 1399 w 1633"/>
              <a:gd name="T11" fmla="*/ 2566 h 2566"/>
              <a:gd name="T12" fmla="*/ 1633 w 1633"/>
              <a:gd name="T13" fmla="*/ 2333 h 2566"/>
              <a:gd name="T14" fmla="*/ 1633 w 1633"/>
              <a:gd name="T15" fmla="*/ 233 h 2566"/>
              <a:gd name="T16" fmla="*/ 1399 w 1633"/>
              <a:gd name="T17" fmla="*/ 1 h 2566"/>
              <a:gd name="T18" fmla="*/ 1399 w 1633"/>
              <a:gd name="T19" fmla="*/ 2100 h 2566"/>
              <a:gd name="T20" fmla="*/ 233 w 1633"/>
              <a:gd name="T21" fmla="*/ 2100 h 2566"/>
              <a:gd name="T22" fmla="*/ 233 w 1633"/>
              <a:gd name="T23" fmla="*/ 466 h 2566"/>
              <a:gd name="T24" fmla="*/ 1399 w 1633"/>
              <a:gd name="T25" fmla="*/ 466 h 2566"/>
              <a:gd name="T26" fmla="*/ 1399 w 1633"/>
              <a:gd name="T27" fmla="*/ 210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33" h="2566">
                <a:moveTo>
                  <a:pt x="1399" y="1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5"/>
                  <a:pt x="0" y="233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4" y="2566"/>
                  <a:pt x="233" y="2566"/>
                </a:cubicBezTo>
                <a:cubicBezTo>
                  <a:pt x="1399" y="2566"/>
                  <a:pt x="1399" y="2566"/>
                  <a:pt x="1399" y="2566"/>
                </a:cubicBezTo>
                <a:cubicBezTo>
                  <a:pt x="1528" y="2566"/>
                  <a:pt x="1633" y="2461"/>
                  <a:pt x="1633" y="2333"/>
                </a:cubicBezTo>
                <a:cubicBezTo>
                  <a:pt x="1633" y="233"/>
                  <a:pt x="1633" y="233"/>
                  <a:pt x="1633" y="233"/>
                </a:cubicBezTo>
                <a:cubicBezTo>
                  <a:pt x="1633" y="105"/>
                  <a:pt x="1528" y="1"/>
                  <a:pt x="1399" y="1"/>
                </a:cubicBezTo>
                <a:close/>
                <a:moveTo>
                  <a:pt x="1399" y="2100"/>
                </a:moveTo>
                <a:cubicBezTo>
                  <a:pt x="233" y="2100"/>
                  <a:pt x="233" y="2100"/>
                  <a:pt x="233" y="2100"/>
                </a:cubicBezTo>
                <a:cubicBezTo>
                  <a:pt x="233" y="466"/>
                  <a:pt x="233" y="466"/>
                  <a:pt x="233" y="466"/>
                </a:cubicBezTo>
                <a:cubicBezTo>
                  <a:pt x="1399" y="466"/>
                  <a:pt x="1399" y="466"/>
                  <a:pt x="1399" y="466"/>
                </a:cubicBezTo>
                <a:lnTo>
                  <a:pt x="1399" y="2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op Screen Sha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00204"/>
          </a:xfrm>
          <a:custGeom>
            <a:avLst/>
            <a:gdLst>
              <a:gd name="T0" fmla="*/ 2476 w 2800"/>
              <a:gd name="T1" fmla="*/ 1900 h 2450"/>
              <a:gd name="T2" fmla="*/ 2709 w 2800"/>
              <a:gd name="T3" fmla="*/ 2134 h 2450"/>
              <a:gd name="T4" fmla="*/ 2800 w 2800"/>
              <a:gd name="T5" fmla="*/ 2134 h 2450"/>
              <a:gd name="T6" fmla="*/ 2800 w 2800"/>
              <a:gd name="T7" fmla="*/ 1900 h 2450"/>
              <a:gd name="T8" fmla="*/ 2476 w 2800"/>
              <a:gd name="T9" fmla="*/ 1900 h 2450"/>
              <a:gd name="T10" fmla="*/ 2566 w 2800"/>
              <a:gd name="T11" fmla="*/ 1667 h 2450"/>
              <a:gd name="T12" fmla="*/ 2567 w 2800"/>
              <a:gd name="T13" fmla="*/ 500 h 2450"/>
              <a:gd name="T14" fmla="*/ 2333 w 2800"/>
              <a:gd name="T15" fmla="*/ 267 h 2450"/>
              <a:gd name="T16" fmla="*/ 842 w 2800"/>
              <a:gd name="T17" fmla="*/ 267 h 2450"/>
              <a:gd name="T18" fmla="*/ 1453 w 2800"/>
              <a:gd name="T19" fmla="*/ 877 h 2450"/>
              <a:gd name="T20" fmla="*/ 1517 w 2800"/>
              <a:gd name="T21" fmla="*/ 865 h 2450"/>
              <a:gd name="T22" fmla="*/ 1517 w 2800"/>
              <a:gd name="T23" fmla="*/ 617 h 2450"/>
              <a:gd name="T24" fmla="*/ 1983 w 2800"/>
              <a:gd name="T25" fmla="*/ 1052 h 2450"/>
              <a:gd name="T26" fmla="*/ 1799 w 2800"/>
              <a:gd name="T27" fmla="*/ 1224 h 2450"/>
              <a:gd name="T28" fmla="*/ 2445 w 2800"/>
              <a:gd name="T29" fmla="*/ 1870 h 2450"/>
              <a:gd name="T30" fmla="*/ 2566 w 2800"/>
              <a:gd name="T31" fmla="*/ 1667 h 2450"/>
              <a:gd name="T32" fmla="*/ 279 w 2800"/>
              <a:gd name="T33" fmla="*/ 0 h 2450"/>
              <a:gd name="T34" fmla="*/ 129 w 2800"/>
              <a:gd name="T35" fmla="*/ 148 h 2450"/>
              <a:gd name="T36" fmla="*/ 309 w 2800"/>
              <a:gd name="T37" fmla="*/ 328 h 2450"/>
              <a:gd name="T38" fmla="*/ 233 w 2800"/>
              <a:gd name="T39" fmla="*/ 500 h 2450"/>
              <a:gd name="T40" fmla="*/ 233 w 2800"/>
              <a:gd name="T41" fmla="*/ 1667 h 2450"/>
              <a:gd name="T42" fmla="*/ 467 w 2800"/>
              <a:gd name="T43" fmla="*/ 1900 h 2450"/>
              <a:gd name="T44" fmla="*/ 0 w 2800"/>
              <a:gd name="T45" fmla="*/ 1900 h 2450"/>
              <a:gd name="T46" fmla="*/ 0 w 2800"/>
              <a:gd name="T47" fmla="*/ 2134 h 2450"/>
              <a:gd name="T48" fmla="*/ 2115 w 2800"/>
              <a:gd name="T49" fmla="*/ 2134 h 2450"/>
              <a:gd name="T50" fmla="*/ 2431 w 2800"/>
              <a:gd name="T51" fmla="*/ 2450 h 2450"/>
              <a:gd name="T52" fmla="*/ 2579 w 2800"/>
              <a:gd name="T53" fmla="*/ 2302 h 2450"/>
              <a:gd name="T54" fmla="*/ 279 w 2800"/>
              <a:gd name="T55" fmla="*/ 0 h 2450"/>
              <a:gd name="T56" fmla="*/ 817 w 2800"/>
              <a:gd name="T57" fmla="*/ 1550 h 2450"/>
              <a:gd name="T58" fmla="*/ 1058 w 2800"/>
              <a:gd name="T59" fmla="*/ 1077 h 2450"/>
              <a:gd name="T60" fmla="*/ 1244 w 2800"/>
              <a:gd name="T61" fmla="*/ 1262 h 2450"/>
              <a:gd name="T62" fmla="*/ 817 w 2800"/>
              <a:gd name="T63" fmla="*/ 1550 h 2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800" h="2450">
                <a:moveTo>
                  <a:pt x="2476" y="1900"/>
                </a:moveTo>
                <a:cubicBezTo>
                  <a:pt x="2709" y="2134"/>
                  <a:pt x="2709" y="2134"/>
                  <a:pt x="2709" y="2134"/>
                </a:cubicBezTo>
                <a:cubicBezTo>
                  <a:pt x="2800" y="2134"/>
                  <a:pt x="2800" y="2134"/>
                  <a:pt x="2800" y="2134"/>
                </a:cubicBezTo>
                <a:cubicBezTo>
                  <a:pt x="2800" y="1900"/>
                  <a:pt x="2800" y="1900"/>
                  <a:pt x="2800" y="1900"/>
                </a:cubicBezTo>
                <a:lnTo>
                  <a:pt x="2476" y="1900"/>
                </a:lnTo>
                <a:close/>
                <a:moveTo>
                  <a:pt x="2566" y="1667"/>
                </a:moveTo>
                <a:cubicBezTo>
                  <a:pt x="2567" y="500"/>
                  <a:pt x="2567" y="500"/>
                  <a:pt x="2567" y="500"/>
                </a:cubicBezTo>
                <a:cubicBezTo>
                  <a:pt x="2567" y="371"/>
                  <a:pt x="2462" y="267"/>
                  <a:pt x="2333" y="267"/>
                </a:cubicBezTo>
                <a:cubicBezTo>
                  <a:pt x="842" y="267"/>
                  <a:pt x="842" y="267"/>
                  <a:pt x="842" y="267"/>
                </a:cubicBezTo>
                <a:cubicBezTo>
                  <a:pt x="1453" y="877"/>
                  <a:pt x="1453" y="877"/>
                  <a:pt x="1453" y="877"/>
                </a:cubicBezTo>
                <a:cubicBezTo>
                  <a:pt x="1473" y="872"/>
                  <a:pt x="1495" y="869"/>
                  <a:pt x="1517" y="865"/>
                </a:cubicBezTo>
                <a:cubicBezTo>
                  <a:pt x="1517" y="617"/>
                  <a:pt x="1517" y="617"/>
                  <a:pt x="1517" y="617"/>
                </a:cubicBezTo>
                <a:cubicBezTo>
                  <a:pt x="1983" y="1052"/>
                  <a:pt x="1983" y="1052"/>
                  <a:pt x="1983" y="1052"/>
                </a:cubicBezTo>
                <a:cubicBezTo>
                  <a:pt x="1799" y="1224"/>
                  <a:pt x="1799" y="1224"/>
                  <a:pt x="1799" y="1224"/>
                </a:cubicBezTo>
                <a:cubicBezTo>
                  <a:pt x="2445" y="1870"/>
                  <a:pt x="2445" y="1870"/>
                  <a:pt x="2445" y="1870"/>
                </a:cubicBezTo>
                <a:cubicBezTo>
                  <a:pt x="2517" y="1831"/>
                  <a:pt x="2566" y="1754"/>
                  <a:pt x="2566" y="1667"/>
                </a:cubicBezTo>
                <a:close/>
                <a:moveTo>
                  <a:pt x="279" y="0"/>
                </a:moveTo>
                <a:cubicBezTo>
                  <a:pt x="129" y="148"/>
                  <a:pt x="129" y="148"/>
                  <a:pt x="129" y="148"/>
                </a:cubicBezTo>
                <a:cubicBezTo>
                  <a:pt x="309" y="328"/>
                  <a:pt x="309" y="328"/>
                  <a:pt x="309" y="328"/>
                </a:cubicBezTo>
                <a:cubicBezTo>
                  <a:pt x="263" y="370"/>
                  <a:pt x="233" y="432"/>
                  <a:pt x="233" y="500"/>
                </a:cubicBezTo>
                <a:cubicBezTo>
                  <a:pt x="233" y="1667"/>
                  <a:pt x="233" y="1667"/>
                  <a:pt x="233" y="1667"/>
                </a:cubicBezTo>
                <a:cubicBezTo>
                  <a:pt x="233" y="1795"/>
                  <a:pt x="337" y="1900"/>
                  <a:pt x="467" y="1900"/>
                </a:cubicBezTo>
                <a:cubicBezTo>
                  <a:pt x="0" y="1900"/>
                  <a:pt x="0" y="1900"/>
                  <a:pt x="0" y="1900"/>
                </a:cubicBezTo>
                <a:cubicBezTo>
                  <a:pt x="0" y="2134"/>
                  <a:pt x="0" y="2134"/>
                  <a:pt x="0" y="2134"/>
                </a:cubicBezTo>
                <a:cubicBezTo>
                  <a:pt x="2115" y="2134"/>
                  <a:pt x="2115" y="2134"/>
                  <a:pt x="2115" y="2134"/>
                </a:cubicBezTo>
                <a:cubicBezTo>
                  <a:pt x="2431" y="2450"/>
                  <a:pt x="2431" y="2450"/>
                  <a:pt x="2431" y="2450"/>
                </a:cubicBezTo>
                <a:cubicBezTo>
                  <a:pt x="2579" y="2302"/>
                  <a:pt x="2579" y="2302"/>
                  <a:pt x="2579" y="2302"/>
                </a:cubicBezTo>
                <a:lnTo>
                  <a:pt x="279" y="0"/>
                </a:lnTo>
                <a:close/>
                <a:moveTo>
                  <a:pt x="817" y="1550"/>
                </a:moveTo>
                <a:cubicBezTo>
                  <a:pt x="853" y="1378"/>
                  <a:pt x="924" y="1206"/>
                  <a:pt x="1058" y="1077"/>
                </a:cubicBezTo>
                <a:cubicBezTo>
                  <a:pt x="1244" y="1262"/>
                  <a:pt x="1244" y="1262"/>
                  <a:pt x="1244" y="1262"/>
                </a:cubicBezTo>
                <a:cubicBezTo>
                  <a:pt x="1064" y="1306"/>
                  <a:pt x="929" y="1400"/>
                  <a:pt x="817" y="15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6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wap Calls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85551"/>
          </a:xfrm>
          <a:custGeom>
            <a:avLst/>
            <a:gdLst>
              <a:gd name="T0" fmla="*/ 1867 w 2334"/>
              <a:gd name="T1" fmla="*/ 0 h 1750"/>
              <a:gd name="T2" fmla="*/ 1400 w 2334"/>
              <a:gd name="T3" fmla="*/ 466 h 1750"/>
              <a:gd name="T4" fmla="*/ 1750 w 2334"/>
              <a:gd name="T5" fmla="*/ 466 h 1750"/>
              <a:gd name="T6" fmla="*/ 1750 w 2334"/>
              <a:gd name="T7" fmla="*/ 1283 h 1750"/>
              <a:gd name="T8" fmla="*/ 1517 w 2334"/>
              <a:gd name="T9" fmla="*/ 1516 h 1750"/>
              <a:gd name="T10" fmla="*/ 1284 w 2334"/>
              <a:gd name="T11" fmla="*/ 1283 h 1750"/>
              <a:gd name="T12" fmla="*/ 1284 w 2334"/>
              <a:gd name="T13" fmla="*/ 466 h 1750"/>
              <a:gd name="T14" fmla="*/ 817 w 2334"/>
              <a:gd name="T15" fmla="*/ 0 h 1750"/>
              <a:gd name="T16" fmla="*/ 350 w 2334"/>
              <a:gd name="T17" fmla="*/ 466 h 1750"/>
              <a:gd name="T18" fmla="*/ 350 w 2334"/>
              <a:gd name="T19" fmla="*/ 1283 h 1750"/>
              <a:gd name="T20" fmla="*/ 0 w 2334"/>
              <a:gd name="T21" fmla="*/ 1283 h 1750"/>
              <a:gd name="T22" fmla="*/ 467 w 2334"/>
              <a:gd name="T23" fmla="*/ 1750 h 1750"/>
              <a:gd name="T24" fmla="*/ 934 w 2334"/>
              <a:gd name="T25" fmla="*/ 1283 h 1750"/>
              <a:gd name="T26" fmla="*/ 584 w 2334"/>
              <a:gd name="T27" fmla="*/ 1283 h 1750"/>
              <a:gd name="T28" fmla="*/ 584 w 2334"/>
              <a:gd name="T29" fmla="*/ 466 h 1750"/>
              <a:gd name="T30" fmla="*/ 817 w 2334"/>
              <a:gd name="T31" fmla="*/ 233 h 1750"/>
              <a:gd name="T32" fmla="*/ 1050 w 2334"/>
              <a:gd name="T33" fmla="*/ 466 h 1750"/>
              <a:gd name="T34" fmla="*/ 1050 w 2334"/>
              <a:gd name="T35" fmla="*/ 1283 h 1750"/>
              <a:gd name="T36" fmla="*/ 1517 w 2334"/>
              <a:gd name="T37" fmla="*/ 1750 h 1750"/>
              <a:gd name="T38" fmla="*/ 1984 w 2334"/>
              <a:gd name="T39" fmla="*/ 1283 h 1750"/>
              <a:gd name="T40" fmla="*/ 1984 w 2334"/>
              <a:gd name="T41" fmla="*/ 466 h 1750"/>
              <a:gd name="T42" fmla="*/ 2334 w 2334"/>
              <a:gd name="T43" fmla="*/ 466 h 1750"/>
              <a:gd name="T44" fmla="*/ 1867 w 2334"/>
              <a:gd name="T45" fmla="*/ 0 h 1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34" h="1750">
                <a:moveTo>
                  <a:pt x="1867" y="0"/>
                </a:moveTo>
                <a:cubicBezTo>
                  <a:pt x="1400" y="466"/>
                  <a:pt x="1400" y="466"/>
                  <a:pt x="1400" y="466"/>
                </a:cubicBezTo>
                <a:cubicBezTo>
                  <a:pt x="1750" y="466"/>
                  <a:pt x="1750" y="466"/>
                  <a:pt x="1750" y="466"/>
                </a:cubicBezTo>
                <a:cubicBezTo>
                  <a:pt x="1750" y="1283"/>
                  <a:pt x="1750" y="1283"/>
                  <a:pt x="1750" y="1283"/>
                </a:cubicBezTo>
                <a:cubicBezTo>
                  <a:pt x="1750" y="1411"/>
                  <a:pt x="1645" y="1516"/>
                  <a:pt x="1517" y="1516"/>
                </a:cubicBezTo>
                <a:cubicBezTo>
                  <a:pt x="1389" y="1516"/>
                  <a:pt x="1284" y="1411"/>
                  <a:pt x="1284" y="1283"/>
                </a:cubicBezTo>
                <a:cubicBezTo>
                  <a:pt x="1284" y="466"/>
                  <a:pt x="1284" y="466"/>
                  <a:pt x="1284" y="466"/>
                </a:cubicBezTo>
                <a:cubicBezTo>
                  <a:pt x="1284" y="209"/>
                  <a:pt x="1075" y="0"/>
                  <a:pt x="817" y="0"/>
                </a:cubicBezTo>
                <a:cubicBezTo>
                  <a:pt x="559" y="0"/>
                  <a:pt x="350" y="209"/>
                  <a:pt x="350" y="466"/>
                </a:cubicBezTo>
                <a:cubicBezTo>
                  <a:pt x="350" y="1283"/>
                  <a:pt x="350" y="1283"/>
                  <a:pt x="350" y="1283"/>
                </a:cubicBezTo>
                <a:cubicBezTo>
                  <a:pt x="0" y="1283"/>
                  <a:pt x="0" y="1283"/>
                  <a:pt x="0" y="1283"/>
                </a:cubicBezTo>
                <a:cubicBezTo>
                  <a:pt x="467" y="1750"/>
                  <a:pt x="467" y="1750"/>
                  <a:pt x="467" y="1750"/>
                </a:cubicBezTo>
                <a:cubicBezTo>
                  <a:pt x="934" y="1283"/>
                  <a:pt x="934" y="1283"/>
                  <a:pt x="934" y="1283"/>
                </a:cubicBezTo>
                <a:cubicBezTo>
                  <a:pt x="584" y="1283"/>
                  <a:pt x="584" y="1283"/>
                  <a:pt x="584" y="1283"/>
                </a:cubicBezTo>
                <a:cubicBezTo>
                  <a:pt x="584" y="466"/>
                  <a:pt x="584" y="466"/>
                  <a:pt x="584" y="466"/>
                </a:cubicBezTo>
                <a:cubicBezTo>
                  <a:pt x="584" y="338"/>
                  <a:pt x="689" y="233"/>
                  <a:pt x="817" y="233"/>
                </a:cubicBezTo>
                <a:cubicBezTo>
                  <a:pt x="945" y="233"/>
                  <a:pt x="1050" y="338"/>
                  <a:pt x="1050" y="466"/>
                </a:cubicBezTo>
                <a:cubicBezTo>
                  <a:pt x="1050" y="1283"/>
                  <a:pt x="1050" y="1283"/>
                  <a:pt x="1050" y="1283"/>
                </a:cubicBezTo>
                <a:cubicBezTo>
                  <a:pt x="1050" y="1541"/>
                  <a:pt x="1259" y="1750"/>
                  <a:pt x="1517" y="1750"/>
                </a:cubicBezTo>
                <a:cubicBezTo>
                  <a:pt x="1775" y="1750"/>
                  <a:pt x="1984" y="1541"/>
                  <a:pt x="1984" y="1283"/>
                </a:cubicBezTo>
                <a:cubicBezTo>
                  <a:pt x="1984" y="466"/>
                  <a:pt x="1984" y="466"/>
                  <a:pt x="1984" y="466"/>
                </a:cubicBezTo>
                <a:cubicBezTo>
                  <a:pt x="2334" y="466"/>
                  <a:pt x="2334" y="466"/>
                  <a:pt x="2334" y="466"/>
                </a:cubicBezTo>
                <a:lnTo>
                  <a:pt x="18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5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SM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100 w 2334"/>
              <a:gd name="T1" fmla="*/ 0 h 2334"/>
              <a:gd name="T2" fmla="*/ 234 w 2334"/>
              <a:gd name="T3" fmla="*/ 0 h 2334"/>
              <a:gd name="T4" fmla="*/ 1 w 2334"/>
              <a:gd name="T5" fmla="*/ 234 h 2334"/>
              <a:gd name="T6" fmla="*/ 0 w 2334"/>
              <a:gd name="T7" fmla="*/ 2334 h 2334"/>
              <a:gd name="T8" fmla="*/ 467 w 2334"/>
              <a:gd name="T9" fmla="*/ 1867 h 2334"/>
              <a:gd name="T10" fmla="*/ 2100 w 2334"/>
              <a:gd name="T11" fmla="*/ 1867 h 2334"/>
              <a:gd name="T12" fmla="*/ 2334 w 2334"/>
              <a:gd name="T13" fmla="*/ 1634 h 2334"/>
              <a:gd name="T14" fmla="*/ 2334 w 2334"/>
              <a:gd name="T15" fmla="*/ 234 h 2334"/>
              <a:gd name="T16" fmla="*/ 2100 w 2334"/>
              <a:gd name="T17" fmla="*/ 0 h 2334"/>
              <a:gd name="T18" fmla="*/ 817 w 2334"/>
              <a:gd name="T19" fmla="*/ 1050 h 2334"/>
              <a:gd name="T20" fmla="*/ 584 w 2334"/>
              <a:gd name="T21" fmla="*/ 1050 h 2334"/>
              <a:gd name="T22" fmla="*/ 584 w 2334"/>
              <a:gd name="T23" fmla="*/ 817 h 2334"/>
              <a:gd name="T24" fmla="*/ 817 w 2334"/>
              <a:gd name="T25" fmla="*/ 817 h 2334"/>
              <a:gd name="T26" fmla="*/ 817 w 2334"/>
              <a:gd name="T27" fmla="*/ 1050 h 2334"/>
              <a:gd name="T28" fmla="*/ 1284 w 2334"/>
              <a:gd name="T29" fmla="*/ 1050 h 2334"/>
              <a:gd name="T30" fmla="*/ 1050 w 2334"/>
              <a:gd name="T31" fmla="*/ 1050 h 2334"/>
              <a:gd name="T32" fmla="*/ 1050 w 2334"/>
              <a:gd name="T33" fmla="*/ 817 h 2334"/>
              <a:gd name="T34" fmla="*/ 1284 w 2334"/>
              <a:gd name="T35" fmla="*/ 817 h 2334"/>
              <a:gd name="T36" fmla="*/ 1284 w 2334"/>
              <a:gd name="T37" fmla="*/ 1050 h 2334"/>
              <a:gd name="T38" fmla="*/ 1750 w 2334"/>
              <a:gd name="T39" fmla="*/ 1050 h 2334"/>
              <a:gd name="T40" fmla="*/ 1517 w 2334"/>
              <a:gd name="T41" fmla="*/ 1050 h 2334"/>
              <a:gd name="T42" fmla="*/ 1517 w 2334"/>
              <a:gd name="T43" fmla="*/ 817 h 2334"/>
              <a:gd name="T44" fmla="*/ 1750 w 2334"/>
              <a:gd name="T45" fmla="*/ 817 h 2334"/>
              <a:gd name="T46" fmla="*/ 1750 w 2334"/>
              <a:gd name="T47" fmla="*/ 105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4"/>
                </a:cubicBezTo>
                <a:cubicBezTo>
                  <a:pt x="0" y="2334"/>
                  <a:pt x="0" y="2334"/>
                  <a:pt x="0" y="2334"/>
                </a:cubicBezTo>
                <a:cubicBezTo>
                  <a:pt x="467" y="1867"/>
                  <a:pt x="467" y="1867"/>
                  <a:pt x="467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817" y="1050"/>
                </a:moveTo>
                <a:cubicBezTo>
                  <a:pt x="584" y="1050"/>
                  <a:pt x="584" y="1050"/>
                  <a:pt x="584" y="1050"/>
                </a:cubicBezTo>
                <a:cubicBezTo>
                  <a:pt x="584" y="817"/>
                  <a:pt x="584" y="817"/>
                  <a:pt x="584" y="817"/>
                </a:cubicBezTo>
                <a:cubicBezTo>
                  <a:pt x="817" y="817"/>
                  <a:pt x="817" y="817"/>
                  <a:pt x="817" y="817"/>
                </a:cubicBezTo>
                <a:lnTo>
                  <a:pt x="817" y="1050"/>
                </a:lnTo>
                <a:close/>
                <a:moveTo>
                  <a:pt x="1284" y="1050"/>
                </a:moveTo>
                <a:cubicBezTo>
                  <a:pt x="1050" y="1050"/>
                  <a:pt x="1050" y="1050"/>
                  <a:pt x="1050" y="1050"/>
                </a:cubicBezTo>
                <a:cubicBezTo>
                  <a:pt x="1050" y="817"/>
                  <a:pt x="1050" y="817"/>
                  <a:pt x="1050" y="817"/>
                </a:cubicBezTo>
                <a:cubicBezTo>
                  <a:pt x="1284" y="817"/>
                  <a:pt x="1284" y="817"/>
                  <a:pt x="1284" y="817"/>
                </a:cubicBezTo>
                <a:lnTo>
                  <a:pt x="1284" y="1050"/>
                </a:lnTo>
                <a:close/>
                <a:moveTo>
                  <a:pt x="1750" y="1050"/>
                </a:moveTo>
                <a:cubicBezTo>
                  <a:pt x="1517" y="1050"/>
                  <a:pt x="1517" y="1050"/>
                  <a:pt x="1517" y="1050"/>
                </a:cubicBezTo>
                <a:cubicBezTo>
                  <a:pt x="1517" y="817"/>
                  <a:pt x="1517" y="817"/>
                  <a:pt x="1517" y="817"/>
                </a:cubicBezTo>
                <a:cubicBezTo>
                  <a:pt x="1750" y="817"/>
                  <a:pt x="1750" y="817"/>
                  <a:pt x="1750" y="817"/>
                </a:cubicBezTo>
                <a:lnTo>
                  <a:pt x="1750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1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oicemai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18904"/>
          </a:xfrm>
          <a:custGeom>
            <a:avLst/>
            <a:gdLst>
              <a:gd name="T0" fmla="*/ 2158 w 2800"/>
              <a:gd name="T1" fmla="*/ 0 h 1283"/>
              <a:gd name="T2" fmla="*/ 1517 w 2800"/>
              <a:gd name="T3" fmla="*/ 642 h 1283"/>
              <a:gd name="T4" fmla="*/ 1664 w 2800"/>
              <a:gd name="T5" fmla="*/ 1050 h 1283"/>
              <a:gd name="T6" fmla="*/ 1136 w 2800"/>
              <a:gd name="T7" fmla="*/ 1050 h 1283"/>
              <a:gd name="T8" fmla="*/ 1283 w 2800"/>
              <a:gd name="T9" fmla="*/ 642 h 1283"/>
              <a:gd name="T10" fmla="*/ 642 w 2800"/>
              <a:gd name="T11" fmla="*/ 0 h 1283"/>
              <a:gd name="T12" fmla="*/ 0 w 2800"/>
              <a:gd name="T13" fmla="*/ 642 h 1283"/>
              <a:gd name="T14" fmla="*/ 642 w 2800"/>
              <a:gd name="T15" fmla="*/ 1283 h 1283"/>
              <a:gd name="T16" fmla="*/ 2158 w 2800"/>
              <a:gd name="T17" fmla="*/ 1283 h 1283"/>
              <a:gd name="T18" fmla="*/ 2800 w 2800"/>
              <a:gd name="T19" fmla="*/ 642 h 1283"/>
              <a:gd name="T20" fmla="*/ 2158 w 2800"/>
              <a:gd name="T21" fmla="*/ 0 h 1283"/>
              <a:gd name="T22" fmla="*/ 642 w 2800"/>
              <a:gd name="T23" fmla="*/ 1050 h 1283"/>
              <a:gd name="T24" fmla="*/ 233 w 2800"/>
              <a:gd name="T25" fmla="*/ 642 h 1283"/>
              <a:gd name="T26" fmla="*/ 642 w 2800"/>
              <a:gd name="T27" fmla="*/ 233 h 1283"/>
              <a:gd name="T28" fmla="*/ 1050 w 2800"/>
              <a:gd name="T29" fmla="*/ 642 h 1283"/>
              <a:gd name="T30" fmla="*/ 642 w 2800"/>
              <a:gd name="T31" fmla="*/ 1050 h 1283"/>
              <a:gd name="T32" fmla="*/ 2158 w 2800"/>
              <a:gd name="T33" fmla="*/ 1050 h 1283"/>
              <a:gd name="T34" fmla="*/ 1750 w 2800"/>
              <a:gd name="T35" fmla="*/ 642 h 1283"/>
              <a:gd name="T36" fmla="*/ 2158 w 2800"/>
              <a:gd name="T37" fmla="*/ 233 h 1283"/>
              <a:gd name="T38" fmla="*/ 2567 w 2800"/>
              <a:gd name="T39" fmla="*/ 642 h 1283"/>
              <a:gd name="T40" fmla="*/ 2158 w 2800"/>
              <a:gd name="T41" fmla="*/ 1050 h 1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00" h="1283">
                <a:moveTo>
                  <a:pt x="2158" y="0"/>
                </a:moveTo>
                <a:cubicBezTo>
                  <a:pt x="1804" y="0"/>
                  <a:pt x="1517" y="287"/>
                  <a:pt x="1517" y="642"/>
                </a:cubicBezTo>
                <a:cubicBezTo>
                  <a:pt x="1517" y="797"/>
                  <a:pt x="1572" y="939"/>
                  <a:pt x="1664" y="1050"/>
                </a:cubicBezTo>
                <a:cubicBezTo>
                  <a:pt x="1136" y="1050"/>
                  <a:pt x="1136" y="1050"/>
                  <a:pt x="1136" y="1050"/>
                </a:cubicBezTo>
                <a:cubicBezTo>
                  <a:pt x="1228" y="939"/>
                  <a:pt x="1283" y="797"/>
                  <a:pt x="1283" y="642"/>
                </a:cubicBezTo>
                <a:cubicBezTo>
                  <a:pt x="1283" y="287"/>
                  <a:pt x="996" y="0"/>
                  <a:pt x="642" y="0"/>
                </a:cubicBezTo>
                <a:cubicBezTo>
                  <a:pt x="287" y="0"/>
                  <a:pt x="0" y="287"/>
                  <a:pt x="0" y="642"/>
                </a:cubicBezTo>
                <a:cubicBezTo>
                  <a:pt x="0" y="996"/>
                  <a:pt x="287" y="1283"/>
                  <a:pt x="642" y="1283"/>
                </a:cubicBezTo>
                <a:cubicBezTo>
                  <a:pt x="2158" y="1283"/>
                  <a:pt x="2158" y="1283"/>
                  <a:pt x="2158" y="1283"/>
                </a:cubicBezTo>
                <a:cubicBezTo>
                  <a:pt x="2513" y="1283"/>
                  <a:pt x="2800" y="996"/>
                  <a:pt x="2800" y="642"/>
                </a:cubicBezTo>
                <a:cubicBezTo>
                  <a:pt x="2800" y="287"/>
                  <a:pt x="2513" y="0"/>
                  <a:pt x="2158" y="0"/>
                </a:cubicBezTo>
                <a:close/>
                <a:moveTo>
                  <a:pt x="642" y="1050"/>
                </a:moveTo>
                <a:cubicBezTo>
                  <a:pt x="416" y="1050"/>
                  <a:pt x="233" y="867"/>
                  <a:pt x="233" y="642"/>
                </a:cubicBezTo>
                <a:cubicBezTo>
                  <a:pt x="233" y="416"/>
                  <a:pt x="416" y="233"/>
                  <a:pt x="642" y="233"/>
                </a:cubicBezTo>
                <a:cubicBezTo>
                  <a:pt x="867" y="233"/>
                  <a:pt x="1050" y="416"/>
                  <a:pt x="1050" y="642"/>
                </a:cubicBezTo>
                <a:cubicBezTo>
                  <a:pt x="1050" y="867"/>
                  <a:pt x="867" y="1050"/>
                  <a:pt x="642" y="1050"/>
                </a:cubicBezTo>
                <a:close/>
                <a:moveTo>
                  <a:pt x="2158" y="1050"/>
                </a:moveTo>
                <a:cubicBezTo>
                  <a:pt x="1933" y="1050"/>
                  <a:pt x="1750" y="867"/>
                  <a:pt x="1750" y="642"/>
                </a:cubicBezTo>
                <a:cubicBezTo>
                  <a:pt x="1750" y="416"/>
                  <a:pt x="1933" y="233"/>
                  <a:pt x="2158" y="233"/>
                </a:cubicBezTo>
                <a:cubicBezTo>
                  <a:pt x="2383" y="233"/>
                  <a:pt x="2567" y="416"/>
                  <a:pt x="2567" y="642"/>
                </a:cubicBezTo>
                <a:cubicBezTo>
                  <a:pt x="2567" y="867"/>
                  <a:pt x="2383" y="1050"/>
                  <a:pt x="2158" y="1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91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PN Ke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98832"/>
          </a:xfrm>
          <a:custGeom>
            <a:avLst/>
            <a:gdLst>
              <a:gd name="T0" fmla="*/ 1359 w 2566"/>
              <a:gd name="T1" fmla="*/ 467 h 1400"/>
              <a:gd name="T2" fmla="*/ 700 w 2566"/>
              <a:gd name="T3" fmla="*/ 0 h 1400"/>
              <a:gd name="T4" fmla="*/ 0 w 2566"/>
              <a:gd name="T5" fmla="*/ 700 h 1400"/>
              <a:gd name="T6" fmla="*/ 700 w 2566"/>
              <a:gd name="T7" fmla="*/ 1400 h 1400"/>
              <a:gd name="T8" fmla="*/ 1359 w 2566"/>
              <a:gd name="T9" fmla="*/ 933 h 1400"/>
              <a:gd name="T10" fmla="*/ 1866 w 2566"/>
              <a:gd name="T11" fmla="*/ 933 h 1400"/>
              <a:gd name="T12" fmla="*/ 1866 w 2566"/>
              <a:gd name="T13" fmla="*/ 1400 h 1400"/>
              <a:gd name="T14" fmla="*/ 2333 w 2566"/>
              <a:gd name="T15" fmla="*/ 1400 h 1400"/>
              <a:gd name="T16" fmla="*/ 2333 w 2566"/>
              <a:gd name="T17" fmla="*/ 933 h 1400"/>
              <a:gd name="T18" fmla="*/ 2566 w 2566"/>
              <a:gd name="T19" fmla="*/ 933 h 1400"/>
              <a:gd name="T20" fmla="*/ 2566 w 2566"/>
              <a:gd name="T21" fmla="*/ 467 h 1400"/>
              <a:gd name="T22" fmla="*/ 1359 w 2566"/>
              <a:gd name="T23" fmla="*/ 467 h 1400"/>
              <a:gd name="T24" fmla="*/ 700 w 2566"/>
              <a:gd name="T25" fmla="*/ 933 h 1400"/>
              <a:gd name="T26" fmla="*/ 466 w 2566"/>
              <a:gd name="T27" fmla="*/ 700 h 1400"/>
              <a:gd name="T28" fmla="*/ 700 w 2566"/>
              <a:gd name="T29" fmla="*/ 467 h 1400"/>
              <a:gd name="T30" fmla="*/ 933 w 2566"/>
              <a:gd name="T31" fmla="*/ 700 h 1400"/>
              <a:gd name="T32" fmla="*/ 700 w 2566"/>
              <a:gd name="T33" fmla="*/ 933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566" h="1400">
                <a:moveTo>
                  <a:pt x="1359" y="467"/>
                </a:moveTo>
                <a:cubicBezTo>
                  <a:pt x="1263" y="195"/>
                  <a:pt x="1004" y="0"/>
                  <a:pt x="700" y="0"/>
                </a:cubicBezTo>
                <a:cubicBezTo>
                  <a:pt x="313" y="0"/>
                  <a:pt x="0" y="314"/>
                  <a:pt x="0" y="700"/>
                </a:cubicBezTo>
                <a:cubicBezTo>
                  <a:pt x="0" y="1086"/>
                  <a:pt x="313" y="1400"/>
                  <a:pt x="700" y="1400"/>
                </a:cubicBezTo>
                <a:cubicBezTo>
                  <a:pt x="1004" y="1400"/>
                  <a:pt x="1263" y="1205"/>
                  <a:pt x="1359" y="933"/>
                </a:cubicBezTo>
                <a:cubicBezTo>
                  <a:pt x="1866" y="933"/>
                  <a:pt x="1866" y="933"/>
                  <a:pt x="1866" y="933"/>
                </a:cubicBezTo>
                <a:cubicBezTo>
                  <a:pt x="1866" y="1400"/>
                  <a:pt x="1866" y="1400"/>
                  <a:pt x="1866" y="1400"/>
                </a:cubicBezTo>
                <a:cubicBezTo>
                  <a:pt x="2333" y="1400"/>
                  <a:pt x="2333" y="1400"/>
                  <a:pt x="2333" y="1400"/>
                </a:cubicBezTo>
                <a:cubicBezTo>
                  <a:pt x="2333" y="933"/>
                  <a:pt x="2333" y="933"/>
                  <a:pt x="2333" y="933"/>
                </a:cubicBezTo>
                <a:cubicBezTo>
                  <a:pt x="2566" y="933"/>
                  <a:pt x="2566" y="933"/>
                  <a:pt x="2566" y="933"/>
                </a:cubicBezTo>
                <a:cubicBezTo>
                  <a:pt x="2566" y="467"/>
                  <a:pt x="2566" y="467"/>
                  <a:pt x="2566" y="467"/>
                </a:cubicBezTo>
                <a:lnTo>
                  <a:pt x="1359" y="467"/>
                </a:lnTo>
                <a:close/>
                <a:moveTo>
                  <a:pt x="700" y="933"/>
                </a:moveTo>
                <a:cubicBezTo>
                  <a:pt x="571" y="933"/>
                  <a:pt x="466" y="828"/>
                  <a:pt x="466" y="700"/>
                </a:cubicBezTo>
                <a:cubicBezTo>
                  <a:pt x="466" y="572"/>
                  <a:pt x="571" y="467"/>
                  <a:pt x="700" y="467"/>
                </a:cubicBezTo>
                <a:cubicBezTo>
                  <a:pt x="828" y="467"/>
                  <a:pt x="933" y="572"/>
                  <a:pt x="933" y="700"/>
                </a:cubicBezTo>
                <a:cubicBezTo>
                  <a:pt x="933" y="828"/>
                  <a:pt x="828" y="933"/>
                  <a:pt x="700" y="9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07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dd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3860 w 3860"/>
              <a:gd name="T1" fmla="*/ 2207 h 3860"/>
              <a:gd name="T2" fmla="*/ 2206 w 3860"/>
              <a:gd name="T3" fmla="*/ 2207 h 3860"/>
              <a:gd name="T4" fmla="*/ 2206 w 3860"/>
              <a:gd name="T5" fmla="*/ 3860 h 3860"/>
              <a:gd name="T6" fmla="*/ 1653 w 3860"/>
              <a:gd name="T7" fmla="*/ 3860 h 3860"/>
              <a:gd name="T8" fmla="*/ 1653 w 3860"/>
              <a:gd name="T9" fmla="*/ 2207 h 3860"/>
              <a:gd name="T10" fmla="*/ 0 w 3860"/>
              <a:gd name="T11" fmla="*/ 2207 h 3860"/>
              <a:gd name="T12" fmla="*/ 0 w 3860"/>
              <a:gd name="T13" fmla="*/ 1654 h 3860"/>
              <a:gd name="T14" fmla="*/ 1653 w 3860"/>
              <a:gd name="T15" fmla="*/ 1654 h 3860"/>
              <a:gd name="T16" fmla="*/ 1653 w 3860"/>
              <a:gd name="T17" fmla="*/ 0 h 3860"/>
              <a:gd name="T18" fmla="*/ 2206 w 3860"/>
              <a:gd name="T19" fmla="*/ 0 h 3860"/>
              <a:gd name="T20" fmla="*/ 2206 w 3860"/>
              <a:gd name="T21" fmla="*/ 1654 h 3860"/>
              <a:gd name="T22" fmla="*/ 3860 w 3860"/>
              <a:gd name="T23" fmla="*/ 1654 h 3860"/>
              <a:gd name="T24" fmla="*/ 3860 w 3860"/>
              <a:gd name="T25" fmla="*/ 2207 h 3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60" h="3860">
                <a:moveTo>
                  <a:pt x="3860" y="2207"/>
                </a:moveTo>
                <a:lnTo>
                  <a:pt x="2206" y="2207"/>
                </a:lnTo>
                <a:lnTo>
                  <a:pt x="2206" y="3860"/>
                </a:lnTo>
                <a:lnTo>
                  <a:pt x="1653" y="3860"/>
                </a:lnTo>
                <a:lnTo>
                  <a:pt x="1653" y="2207"/>
                </a:lnTo>
                <a:lnTo>
                  <a:pt x="0" y="2207"/>
                </a:lnTo>
                <a:lnTo>
                  <a:pt x="0" y="1654"/>
                </a:lnTo>
                <a:lnTo>
                  <a:pt x="1653" y="1654"/>
                </a:lnTo>
                <a:lnTo>
                  <a:pt x="1653" y="0"/>
                </a:lnTo>
                <a:lnTo>
                  <a:pt x="2206" y="0"/>
                </a:lnTo>
                <a:lnTo>
                  <a:pt x="2206" y="1654"/>
                </a:lnTo>
                <a:lnTo>
                  <a:pt x="3860" y="1654"/>
                </a:lnTo>
                <a:lnTo>
                  <a:pt x="3860" y="22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1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dd Box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1633 w 2100"/>
              <a:gd name="T19" fmla="*/ 1167 h 2100"/>
              <a:gd name="T20" fmla="*/ 1167 w 2100"/>
              <a:gd name="T21" fmla="*/ 1167 h 2100"/>
              <a:gd name="T22" fmla="*/ 1167 w 2100"/>
              <a:gd name="T23" fmla="*/ 1633 h 2100"/>
              <a:gd name="T24" fmla="*/ 933 w 2100"/>
              <a:gd name="T25" fmla="*/ 1633 h 2100"/>
              <a:gd name="T26" fmla="*/ 933 w 2100"/>
              <a:gd name="T27" fmla="*/ 1167 h 2100"/>
              <a:gd name="T28" fmla="*/ 467 w 2100"/>
              <a:gd name="T29" fmla="*/ 1167 h 2100"/>
              <a:gd name="T30" fmla="*/ 467 w 2100"/>
              <a:gd name="T31" fmla="*/ 933 h 2100"/>
              <a:gd name="T32" fmla="*/ 933 w 2100"/>
              <a:gd name="T33" fmla="*/ 933 h 2100"/>
              <a:gd name="T34" fmla="*/ 933 w 2100"/>
              <a:gd name="T35" fmla="*/ 467 h 2100"/>
              <a:gd name="T36" fmla="*/ 1167 w 2100"/>
              <a:gd name="T37" fmla="*/ 467 h 2100"/>
              <a:gd name="T38" fmla="*/ 1167 w 2100"/>
              <a:gd name="T39" fmla="*/ 933 h 2100"/>
              <a:gd name="T40" fmla="*/ 1633 w 2100"/>
              <a:gd name="T41" fmla="*/ 933 h 2100"/>
              <a:gd name="T42" fmla="*/ 1633 w 2100"/>
              <a:gd name="T43" fmla="*/ 11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4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633" y="1167"/>
                </a:moveTo>
                <a:cubicBezTo>
                  <a:pt x="1167" y="1167"/>
                  <a:pt x="1167" y="1167"/>
                  <a:pt x="1167" y="1167"/>
                </a:cubicBezTo>
                <a:cubicBezTo>
                  <a:pt x="1167" y="1633"/>
                  <a:pt x="1167" y="1633"/>
                  <a:pt x="1167" y="1633"/>
                </a:cubicBezTo>
                <a:cubicBezTo>
                  <a:pt x="933" y="1633"/>
                  <a:pt x="933" y="1633"/>
                  <a:pt x="933" y="1633"/>
                </a:cubicBezTo>
                <a:cubicBezTo>
                  <a:pt x="933" y="1167"/>
                  <a:pt x="933" y="1167"/>
                  <a:pt x="933" y="1167"/>
                </a:cubicBezTo>
                <a:cubicBezTo>
                  <a:pt x="467" y="1167"/>
                  <a:pt x="467" y="1167"/>
                  <a:pt x="467" y="1167"/>
                </a:cubicBezTo>
                <a:cubicBezTo>
                  <a:pt x="467" y="933"/>
                  <a:pt x="467" y="933"/>
                  <a:pt x="467" y="933"/>
                </a:cubicBezTo>
                <a:cubicBezTo>
                  <a:pt x="933" y="933"/>
                  <a:pt x="933" y="933"/>
                  <a:pt x="933" y="933"/>
                </a:cubicBezTo>
                <a:cubicBezTo>
                  <a:pt x="933" y="467"/>
                  <a:pt x="933" y="467"/>
                  <a:pt x="933" y="467"/>
                </a:cubicBezTo>
                <a:cubicBezTo>
                  <a:pt x="1167" y="467"/>
                  <a:pt x="1167" y="467"/>
                  <a:pt x="1167" y="467"/>
                </a:cubicBezTo>
                <a:cubicBezTo>
                  <a:pt x="1167" y="933"/>
                  <a:pt x="1167" y="933"/>
                  <a:pt x="1167" y="933"/>
                </a:cubicBezTo>
                <a:cubicBezTo>
                  <a:pt x="1633" y="933"/>
                  <a:pt x="1633" y="933"/>
                  <a:pt x="1633" y="933"/>
                </a:cubicBezTo>
                <a:lnTo>
                  <a:pt x="1633" y="11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63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dd Circ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167 w 2334"/>
              <a:gd name="T1" fmla="*/ 0 h 2334"/>
              <a:gd name="T2" fmla="*/ 0 w 2334"/>
              <a:gd name="T3" fmla="*/ 1167 h 2334"/>
              <a:gd name="T4" fmla="*/ 1167 w 2334"/>
              <a:gd name="T5" fmla="*/ 2334 h 2334"/>
              <a:gd name="T6" fmla="*/ 2334 w 2334"/>
              <a:gd name="T7" fmla="*/ 1167 h 2334"/>
              <a:gd name="T8" fmla="*/ 1167 w 2334"/>
              <a:gd name="T9" fmla="*/ 0 h 2334"/>
              <a:gd name="T10" fmla="*/ 1750 w 2334"/>
              <a:gd name="T11" fmla="*/ 1284 h 2334"/>
              <a:gd name="T12" fmla="*/ 1284 w 2334"/>
              <a:gd name="T13" fmla="*/ 1284 h 2334"/>
              <a:gd name="T14" fmla="*/ 1284 w 2334"/>
              <a:gd name="T15" fmla="*/ 1750 h 2334"/>
              <a:gd name="T16" fmla="*/ 1050 w 2334"/>
              <a:gd name="T17" fmla="*/ 1750 h 2334"/>
              <a:gd name="T18" fmla="*/ 1050 w 2334"/>
              <a:gd name="T19" fmla="*/ 1284 h 2334"/>
              <a:gd name="T20" fmla="*/ 584 w 2334"/>
              <a:gd name="T21" fmla="*/ 1284 h 2334"/>
              <a:gd name="T22" fmla="*/ 584 w 2334"/>
              <a:gd name="T23" fmla="*/ 1050 h 2334"/>
              <a:gd name="T24" fmla="*/ 1050 w 2334"/>
              <a:gd name="T25" fmla="*/ 1050 h 2334"/>
              <a:gd name="T26" fmla="*/ 1050 w 2334"/>
              <a:gd name="T27" fmla="*/ 584 h 2334"/>
              <a:gd name="T28" fmla="*/ 1284 w 2334"/>
              <a:gd name="T29" fmla="*/ 584 h 2334"/>
              <a:gd name="T30" fmla="*/ 1284 w 2334"/>
              <a:gd name="T31" fmla="*/ 1050 h 2334"/>
              <a:gd name="T32" fmla="*/ 1750 w 2334"/>
              <a:gd name="T33" fmla="*/ 1050 h 2334"/>
              <a:gd name="T34" fmla="*/ 1750 w 2334"/>
              <a:gd name="T35" fmla="*/ 128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334" h="2334"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750" y="1284"/>
                </a:moveTo>
                <a:cubicBezTo>
                  <a:pt x="1284" y="1284"/>
                  <a:pt x="1284" y="1284"/>
                  <a:pt x="1284" y="1284"/>
                </a:cubicBezTo>
                <a:cubicBezTo>
                  <a:pt x="1284" y="1750"/>
                  <a:pt x="1284" y="1750"/>
                  <a:pt x="1284" y="1750"/>
                </a:cubicBezTo>
                <a:cubicBezTo>
                  <a:pt x="1050" y="1750"/>
                  <a:pt x="1050" y="1750"/>
                  <a:pt x="1050" y="1750"/>
                </a:cubicBezTo>
                <a:cubicBezTo>
                  <a:pt x="1050" y="1284"/>
                  <a:pt x="1050" y="1284"/>
                  <a:pt x="1050" y="1284"/>
                </a:cubicBezTo>
                <a:cubicBezTo>
                  <a:pt x="584" y="1284"/>
                  <a:pt x="584" y="1284"/>
                  <a:pt x="584" y="1284"/>
                </a:cubicBezTo>
                <a:cubicBezTo>
                  <a:pt x="584" y="1050"/>
                  <a:pt x="584" y="1050"/>
                  <a:pt x="584" y="1050"/>
                </a:cubicBezTo>
                <a:cubicBezTo>
                  <a:pt x="1050" y="1050"/>
                  <a:pt x="1050" y="1050"/>
                  <a:pt x="1050" y="1050"/>
                </a:cubicBezTo>
                <a:cubicBezTo>
                  <a:pt x="1050" y="584"/>
                  <a:pt x="1050" y="584"/>
                  <a:pt x="1050" y="584"/>
                </a:cubicBezTo>
                <a:cubicBezTo>
                  <a:pt x="1284" y="584"/>
                  <a:pt x="1284" y="584"/>
                  <a:pt x="1284" y="584"/>
                </a:cubicBezTo>
                <a:cubicBezTo>
                  <a:pt x="1284" y="1050"/>
                  <a:pt x="1284" y="1050"/>
                  <a:pt x="1284" y="1050"/>
                </a:cubicBezTo>
                <a:cubicBezTo>
                  <a:pt x="1750" y="1050"/>
                  <a:pt x="1750" y="1050"/>
                  <a:pt x="1750" y="1050"/>
                </a:cubicBezTo>
                <a:lnTo>
                  <a:pt x="1750" y="128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4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dd Circle Out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284 w 2334"/>
              <a:gd name="T1" fmla="*/ 584 h 2334"/>
              <a:gd name="T2" fmla="*/ 1050 w 2334"/>
              <a:gd name="T3" fmla="*/ 584 h 2334"/>
              <a:gd name="T4" fmla="*/ 1050 w 2334"/>
              <a:gd name="T5" fmla="*/ 1050 h 2334"/>
              <a:gd name="T6" fmla="*/ 584 w 2334"/>
              <a:gd name="T7" fmla="*/ 1050 h 2334"/>
              <a:gd name="T8" fmla="*/ 584 w 2334"/>
              <a:gd name="T9" fmla="*/ 1284 h 2334"/>
              <a:gd name="T10" fmla="*/ 1050 w 2334"/>
              <a:gd name="T11" fmla="*/ 1284 h 2334"/>
              <a:gd name="T12" fmla="*/ 1050 w 2334"/>
              <a:gd name="T13" fmla="*/ 1750 h 2334"/>
              <a:gd name="T14" fmla="*/ 1284 w 2334"/>
              <a:gd name="T15" fmla="*/ 1750 h 2334"/>
              <a:gd name="T16" fmla="*/ 1284 w 2334"/>
              <a:gd name="T17" fmla="*/ 1284 h 2334"/>
              <a:gd name="T18" fmla="*/ 1750 w 2334"/>
              <a:gd name="T19" fmla="*/ 1284 h 2334"/>
              <a:gd name="T20" fmla="*/ 1750 w 2334"/>
              <a:gd name="T21" fmla="*/ 1050 h 2334"/>
              <a:gd name="T22" fmla="*/ 1284 w 2334"/>
              <a:gd name="T23" fmla="*/ 1050 h 2334"/>
              <a:gd name="T24" fmla="*/ 1284 w 2334"/>
              <a:gd name="T25" fmla="*/ 584 h 2334"/>
              <a:gd name="T26" fmla="*/ 1167 w 2334"/>
              <a:gd name="T27" fmla="*/ 0 h 2334"/>
              <a:gd name="T28" fmla="*/ 0 w 2334"/>
              <a:gd name="T29" fmla="*/ 1167 h 2334"/>
              <a:gd name="T30" fmla="*/ 1167 w 2334"/>
              <a:gd name="T31" fmla="*/ 2334 h 2334"/>
              <a:gd name="T32" fmla="*/ 2334 w 2334"/>
              <a:gd name="T33" fmla="*/ 1167 h 2334"/>
              <a:gd name="T34" fmla="*/ 1167 w 2334"/>
              <a:gd name="T35" fmla="*/ 0 h 2334"/>
              <a:gd name="T36" fmla="*/ 1167 w 2334"/>
              <a:gd name="T37" fmla="*/ 2100 h 2334"/>
              <a:gd name="T38" fmla="*/ 234 w 2334"/>
              <a:gd name="T39" fmla="*/ 1167 h 2334"/>
              <a:gd name="T40" fmla="*/ 1167 w 2334"/>
              <a:gd name="T41" fmla="*/ 234 h 2334"/>
              <a:gd name="T42" fmla="*/ 2100 w 2334"/>
              <a:gd name="T43" fmla="*/ 1167 h 2334"/>
              <a:gd name="T44" fmla="*/ 1167 w 2334"/>
              <a:gd name="T45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34" h="2334">
                <a:moveTo>
                  <a:pt x="1284" y="584"/>
                </a:moveTo>
                <a:cubicBezTo>
                  <a:pt x="1050" y="584"/>
                  <a:pt x="1050" y="584"/>
                  <a:pt x="1050" y="584"/>
                </a:cubicBezTo>
                <a:cubicBezTo>
                  <a:pt x="1050" y="1050"/>
                  <a:pt x="1050" y="1050"/>
                  <a:pt x="1050" y="1050"/>
                </a:cubicBezTo>
                <a:cubicBezTo>
                  <a:pt x="584" y="1050"/>
                  <a:pt x="584" y="1050"/>
                  <a:pt x="584" y="1050"/>
                </a:cubicBezTo>
                <a:cubicBezTo>
                  <a:pt x="584" y="1284"/>
                  <a:pt x="584" y="1284"/>
                  <a:pt x="584" y="1284"/>
                </a:cubicBezTo>
                <a:cubicBezTo>
                  <a:pt x="1050" y="1284"/>
                  <a:pt x="1050" y="1284"/>
                  <a:pt x="1050" y="1284"/>
                </a:cubicBezTo>
                <a:cubicBezTo>
                  <a:pt x="1050" y="1750"/>
                  <a:pt x="1050" y="1750"/>
                  <a:pt x="1050" y="1750"/>
                </a:cubicBezTo>
                <a:cubicBezTo>
                  <a:pt x="1284" y="1750"/>
                  <a:pt x="1284" y="1750"/>
                  <a:pt x="1284" y="1750"/>
                </a:cubicBezTo>
                <a:cubicBezTo>
                  <a:pt x="1284" y="1284"/>
                  <a:pt x="1284" y="1284"/>
                  <a:pt x="1284" y="1284"/>
                </a:cubicBezTo>
                <a:cubicBezTo>
                  <a:pt x="1750" y="1284"/>
                  <a:pt x="1750" y="1284"/>
                  <a:pt x="1750" y="1284"/>
                </a:cubicBezTo>
                <a:cubicBezTo>
                  <a:pt x="1750" y="1050"/>
                  <a:pt x="1750" y="1050"/>
                  <a:pt x="1750" y="1050"/>
                </a:cubicBezTo>
                <a:cubicBezTo>
                  <a:pt x="1284" y="1050"/>
                  <a:pt x="1284" y="1050"/>
                  <a:pt x="1284" y="1050"/>
                </a:cubicBezTo>
                <a:lnTo>
                  <a:pt x="1284" y="584"/>
                </a:lnTo>
                <a:close/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167" y="2100"/>
                </a:moveTo>
                <a:cubicBezTo>
                  <a:pt x="652" y="2100"/>
                  <a:pt x="234" y="1682"/>
                  <a:pt x="234" y="1167"/>
                </a:cubicBezTo>
                <a:cubicBezTo>
                  <a:pt x="234" y="652"/>
                  <a:pt x="652" y="234"/>
                  <a:pt x="1167" y="234"/>
                </a:cubicBezTo>
                <a:cubicBezTo>
                  <a:pt x="1682" y="234"/>
                  <a:pt x="2100" y="652"/>
                  <a:pt x="2100" y="1167"/>
                </a:cubicBezTo>
                <a:cubicBezTo>
                  <a:pt x="2100" y="1682"/>
                  <a:pt x="1682" y="2100"/>
                  <a:pt x="1167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029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dd Archiv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046 w 2100"/>
              <a:gd name="T1" fmla="*/ 260 h 2100"/>
              <a:gd name="T2" fmla="*/ 1884 w 2100"/>
              <a:gd name="T3" fmla="*/ 64 h 2100"/>
              <a:gd name="T4" fmla="*/ 1750 w 2100"/>
              <a:gd name="T5" fmla="*/ 0 h 2100"/>
              <a:gd name="T6" fmla="*/ 350 w 2100"/>
              <a:gd name="T7" fmla="*/ 0 h 2100"/>
              <a:gd name="T8" fmla="*/ 215 w 2100"/>
              <a:gd name="T9" fmla="*/ 64 h 2100"/>
              <a:gd name="T10" fmla="*/ 54 w 2100"/>
              <a:gd name="T11" fmla="*/ 260 h 2100"/>
              <a:gd name="T12" fmla="*/ 0 w 2100"/>
              <a:gd name="T13" fmla="*/ 408 h 2100"/>
              <a:gd name="T14" fmla="*/ 0 w 2100"/>
              <a:gd name="T15" fmla="*/ 1867 h 2100"/>
              <a:gd name="T16" fmla="*/ 233 w 2100"/>
              <a:gd name="T17" fmla="*/ 2100 h 2100"/>
              <a:gd name="T18" fmla="*/ 1867 w 2100"/>
              <a:gd name="T19" fmla="*/ 2100 h 2100"/>
              <a:gd name="T20" fmla="*/ 2100 w 2100"/>
              <a:gd name="T21" fmla="*/ 1867 h 2100"/>
              <a:gd name="T22" fmla="*/ 2100 w 2100"/>
              <a:gd name="T23" fmla="*/ 408 h 2100"/>
              <a:gd name="T24" fmla="*/ 2046 w 2100"/>
              <a:gd name="T25" fmla="*/ 260 h 2100"/>
              <a:gd name="T26" fmla="*/ 1050 w 2100"/>
              <a:gd name="T27" fmla="*/ 1692 h 2100"/>
              <a:gd name="T28" fmla="*/ 408 w 2100"/>
              <a:gd name="T29" fmla="*/ 1050 h 2100"/>
              <a:gd name="T30" fmla="*/ 817 w 2100"/>
              <a:gd name="T31" fmla="*/ 1050 h 2100"/>
              <a:gd name="T32" fmla="*/ 817 w 2100"/>
              <a:gd name="T33" fmla="*/ 817 h 2100"/>
              <a:gd name="T34" fmla="*/ 1283 w 2100"/>
              <a:gd name="T35" fmla="*/ 817 h 2100"/>
              <a:gd name="T36" fmla="*/ 1283 w 2100"/>
              <a:gd name="T37" fmla="*/ 1050 h 2100"/>
              <a:gd name="T38" fmla="*/ 1692 w 2100"/>
              <a:gd name="T39" fmla="*/ 1050 h 2100"/>
              <a:gd name="T40" fmla="*/ 1050 w 2100"/>
              <a:gd name="T41" fmla="*/ 1692 h 2100"/>
              <a:gd name="T42" fmla="*/ 247 w 2100"/>
              <a:gd name="T43" fmla="*/ 233 h 2100"/>
              <a:gd name="T44" fmla="*/ 342 w 2100"/>
              <a:gd name="T45" fmla="*/ 117 h 2100"/>
              <a:gd name="T46" fmla="*/ 1742 w 2100"/>
              <a:gd name="T47" fmla="*/ 117 h 2100"/>
              <a:gd name="T48" fmla="*/ 1852 w 2100"/>
              <a:gd name="T49" fmla="*/ 233 h 2100"/>
              <a:gd name="T50" fmla="*/ 247 w 2100"/>
              <a:gd name="T51" fmla="*/ 2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100" h="2100">
                <a:moveTo>
                  <a:pt x="2046" y="260"/>
                </a:moveTo>
                <a:cubicBezTo>
                  <a:pt x="1884" y="64"/>
                  <a:pt x="1884" y="64"/>
                  <a:pt x="1884" y="64"/>
                </a:cubicBezTo>
                <a:cubicBezTo>
                  <a:pt x="1853" y="24"/>
                  <a:pt x="1805" y="0"/>
                  <a:pt x="1750" y="0"/>
                </a:cubicBezTo>
                <a:cubicBezTo>
                  <a:pt x="350" y="0"/>
                  <a:pt x="350" y="0"/>
                  <a:pt x="350" y="0"/>
                </a:cubicBezTo>
                <a:cubicBezTo>
                  <a:pt x="295" y="0"/>
                  <a:pt x="247" y="24"/>
                  <a:pt x="215" y="64"/>
                </a:cubicBezTo>
                <a:cubicBezTo>
                  <a:pt x="54" y="260"/>
                  <a:pt x="54" y="260"/>
                  <a:pt x="54" y="260"/>
                </a:cubicBezTo>
                <a:cubicBezTo>
                  <a:pt x="20" y="300"/>
                  <a:pt x="0" y="352"/>
                  <a:pt x="0" y="408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408"/>
                  <a:pt x="2100" y="408"/>
                  <a:pt x="2100" y="408"/>
                </a:cubicBezTo>
                <a:cubicBezTo>
                  <a:pt x="2100" y="352"/>
                  <a:pt x="2080" y="300"/>
                  <a:pt x="2046" y="260"/>
                </a:cubicBezTo>
                <a:close/>
                <a:moveTo>
                  <a:pt x="1050" y="1692"/>
                </a:moveTo>
                <a:cubicBezTo>
                  <a:pt x="408" y="1050"/>
                  <a:pt x="408" y="1050"/>
                  <a:pt x="408" y="1050"/>
                </a:cubicBezTo>
                <a:cubicBezTo>
                  <a:pt x="817" y="1050"/>
                  <a:pt x="817" y="1050"/>
                  <a:pt x="817" y="1050"/>
                </a:cubicBezTo>
                <a:cubicBezTo>
                  <a:pt x="817" y="817"/>
                  <a:pt x="817" y="817"/>
                  <a:pt x="817" y="817"/>
                </a:cubicBezTo>
                <a:cubicBezTo>
                  <a:pt x="1283" y="817"/>
                  <a:pt x="1283" y="817"/>
                  <a:pt x="1283" y="817"/>
                </a:cubicBezTo>
                <a:cubicBezTo>
                  <a:pt x="1283" y="1050"/>
                  <a:pt x="1283" y="1050"/>
                  <a:pt x="1283" y="1050"/>
                </a:cubicBezTo>
                <a:cubicBezTo>
                  <a:pt x="1692" y="1050"/>
                  <a:pt x="1692" y="1050"/>
                  <a:pt x="1692" y="1050"/>
                </a:cubicBezTo>
                <a:lnTo>
                  <a:pt x="1050" y="1692"/>
                </a:lnTo>
                <a:close/>
                <a:moveTo>
                  <a:pt x="247" y="233"/>
                </a:moveTo>
                <a:cubicBezTo>
                  <a:pt x="342" y="117"/>
                  <a:pt x="342" y="117"/>
                  <a:pt x="342" y="117"/>
                </a:cubicBezTo>
                <a:cubicBezTo>
                  <a:pt x="1742" y="117"/>
                  <a:pt x="1742" y="117"/>
                  <a:pt x="1742" y="117"/>
                </a:cubicBezTo>
                <a:cubicBezTo>
                  <a:pt x="1852" y="233"/>
                  <a:pt x="1852" y="233"/>
                  <a:pt x="1852" y="233"/>
                </a:cubicBezTo>
                <a:lnTo>
                  <a:pt x="247" y="2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78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spac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85869"/>
          </a:xfrm>
          <a:custGeom>
            <a:avLst/>
            <a:gdLst>
              <a:gd name="T0" fmla="*/ 2567 w 2800"/>
              <a:gd name="T1" fmla="*/ 0 h 2100"/>
              <a:gd name="T2" fmla="*/ 817 w 2800"/>
              <a:gd name="T3" fmla="*/ 0 h 2100"/>
              <a:gd name="T4" fmla="*/ 631 w 2800"/>
              <a:gd name="T5" fmla="*/ 103 h 2100"/>
              <a:gd name="T6" fmla="*/ 0 w 2800"/>
              <a:gd name="T7" fmla="*/ 1050 h 2100"/>
              <a:gd name="T8" fmla="*/ 631 w 2800"/>
              <a:gd name="T9" fmla="*/ 1996 h 2100"/>
              <a:gd name="T10" fmla="*/ 817 w 2800"/>
              <a:gd name="T11" fmla="*/ 2100 h 2100"/>
              <a:gd name="T12" fmla="*/ 2567 w 2800"/>
              <a:gd name="T13" fmla="*/ 2100 h 2100"/>
              <a:gd name="T14" fmla="*/ 2800 w 2800"/>
              <a:gd name="T15" fmla="*/ 1867 h 2100"/>
              <a:gd name="T16" fmla="*/ 2800 w 2800"/>
              <a:gd name="T17" fmla="*/ 233 h 2100"/>
              <a:gd name="T18" fmla="*/ 2567 w 2800"/>
              <a:gd name="T19" fmla="*/ 0 h 2100"/>
              <a:gd name="T20" fmla="*/ 2217 w 2800"/>
              <a:gd name="T21" fmla="*/ 1469 h 2100"/>
              <a:gd name="T22" fmla="*/ 2052 w 2800"/>
              <a:gd name="T23" fmla="*/ 1633 h 2100"/>
              <a:gd name="T24" fmla="*/ 1633 w 2800"/>
              <a:gd name="T25" fmla="*/ 1215 h 2100"/>
              <a:gd name="T26" fmla="*/ 1215 w 2800"/>
              <a:gd name="T27" fmla="*/ 1633 h 2100"/>
              <a:gd name="T28" fmla="*/ 1050 w 2800"/>
              <a:gd name="T29" fmla="*/ 1469 h 2100"/>
              <a:gd name="T30" fmla="*/ 1469 w 2800"/>
              <a:gd name="T31" fmla="*/ 1050 h 2100"/>
              <a:gd name="T32" fmla="*/ 1050 w 2800"/>
              <a:gd name="T33" fmla="*/ 631 h 2100"/>
              <a:gd name="T34" fmla="*/ 1215 w 2800"/>
              <a:gd name="T35" fmla="*/ 467 h 2100"/>
              <a:gd name="T36" fmla="*/ 1633 w 2800"/>
              <a:gd name="T37" fmla="*/ 885 h 2100"/>
              <a:gd name="T38" fmla="*/ 2052 w 2800"/>
              <a:gd name="T39" fmla="*/ 467 h 2100"/>
              <a:gd name="T40" fmla="*/ 2217 w 2800"/>
              <a:gd name="T41" fmla="*/ 631 h 2100"/>
              <a:gd name="T42" fmla="*/ 1798 w 2800"/>
              <a:gd name="T43" fmla="*/ 1050 h 2100"/>
              <a:gd name="T44" fmla="*/ 2217 w 2800"/>
              <a:gd name="T45" fmla="*/ 1469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800" h="2100">
                <a:moveTo>
                  <a:pt x="2567" y="0"/>
                </a:moveTo>
                <a:cubicBezTo>
                  <a:pt x="817" y="0"/>
                  <a:pt x="817" y="0"/>
                  <a:pt x="817" y="0"/>
                </a:cubicBezTo>
                <a:cubicBezTo>
                  <a:pt x="736" y="0"/>
                  <a:pt x="673" y="41"/>
                  <a:pt x="631" y="103"/>
                </a:cubicBezTo>
                <a:cubicBezTo>
                  <a:pt x="0" y="1050"/>
                  <a:pt x="0" y="1050"/>
                  <a:pt x="0" y="1050"/>
                </a:cubicBezTo>
                <a:cubicBezTo>
                  <a:pt x="631" y="1996"/>
                  <a:pt x="631" y="1996"/>
                  <a:pt x="631" y="1996"/>
                </a:cubicBezTo>
                <a:cubicBezTo>
                  <a:pt x="673" y="2058"/>
                  <a:pt x="736" y="2100"/>
                  <a:pt x="817" y="2100"/>
                </a:cubicBezTo>
                <a:cubicBezTo>
                  <a:pt x="2567" y="2100"/>
                  <a:pt x="2567" y="2100"/>
                  <a:pt x="2567" y="2100"/>
                </a:cubicBezTo>
                <a:cubicBezTo>
                  <a:pt x="2695" y="2100"/>
                  <a:pt x="2800" y="1995"/>
                  <a:pt x="2800" y="1867"/>
                </a:cubicBezTo>
                <a:cubicBezTo>
                  <a:pt x="2800" y="233"/>
                  <a:pt x="2800" y="233"/>
                  <a:pt x="2800" y="233"/>
                </a:cubicBezTo>
                <a:cubicBezTo>
                  <a:pt x="2800" y="105"/>
                  <a:pt x="2695" y="0"/>
                  <a:pt x="2567" y="0"/>
                </a:cubicBezTo>
                <a:close/>
                <a:moveTo>
                  <a:pt x="2217" y="1469"/>
                </a:moveTo>
                <a:cubicBezTo>
                  <a:pt x="2052" y="1633"/>
                  <a:pt x="2052" y="1633"/>
                  <a:pt x="2052" y="1633"/>
                </a:cubicBezTo>
                <a:cubicBezTo>
                  <a:pt x="1633" y="1215"/>
                  <a:pt x="1633" y="1215"/>
                  <a:pt x="1633" y="1215"/>
                </a:cubicBezTo>
                <a:cubicBezTo>
                  <a:pt x="1215" y="1633"/>
                  <a:pt x="1215" y="1633"/>
                  <a:pt x="1215" y="1633"/>
                </a:cubicBezTo>
                <a:cubicBezTo>
                  <a:pt x="1050" y="1469"/>
                  <a:pt x="1050" y="1469"/>
                  <a:pt x="1050" y="1469"/>
                </a:cubicBezTo>
                <a:cubicBezTo>
                  <a:pt x="1469" y="1050"/>
                  <a:pt x="1469" y="1050"/>
                  <a:pt x="1469" y="1050"/>
                </a:cubicBezTo>
                <a:cubicBezTo>
                  <a:pt x="1050" y="631"/>
                  <a:pt x="1050" y="631"/>
                  <a:pt x="1050" y="631"/>
                </a:cubicBezTo>
                <a:cubicBezTo>
                  <a:pt x="1215" y="467"/>
                  <a:pt x="1215" y="467"/>
                  <a:pt x="1215" y="467"/>
                </a:cubicBezTo>
                <a:cubicBezTo>
                  <a:pt x="1633" y="885"/>
                  <a:pt x="1633" y="885"/>
                  <a:pt x="1633" y="885"/>
                </a:cubicBezTo>
                <a:cubicBezTo>
                  <a:pt x="2052" y="467"/>
                  <a:pt x="2052" y="467"/>
                  <a:pt x="2052" y="467"/>
                </a:cubicBezTo>
                <a:cubicBezTo>
                  <a:pt x="2217" y="631"/>
                  <a:pt x="2217" y="631"/>
                  <a:pt x="2217" y="631"/>
                </a:cubicBezTo>
                <a:cubicBezTo>
                  <a:pt x="1798" y="1050"/>
                  <a:pt x="1798" y="1050"/>
                  <a:pt x="1798" y="1050"/>
                </a:cubicBezTo>
                <a:lnTo>
                  <a:pt x="2217" y="14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1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oc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167 w 2334"/>
              <a:gd name="T1" fmla="*/ 0 h 2334"/>
              <a:gd name="T2" fmla="*/ 0 w 2334"/>
              <a:gd name="T3" fmla="*/ 1167 h 2334"/>
              <a:gd name="T4" fmla="*/ 1167 w 2334"/>
              <a:gd name="T5" fmla="*/ 2334 h 2334"/>
              <a:gd name="T6" fmla="*/ 2334 w 2334"/>
              <a:gd name="T7" fmla="*/ 1167 h 2334"/>
              <a:gd name="T8" fmla="*/ 1167 w 2334"/>
              <a:gd name="T9" fmla="*/ 0 h 2334"/>
              <a:gd name="T10" fmla="*/ 234 w 2334"/>
              <a:gd name="T11" fmla="*/ 1167 h 2334"/>
              <a:gd name="T12" fmla="*/ 1167 w 2334"/>
              <a:gd name="T13" fmla="*/ 234 h 2334"/>
              <a:gd name="T14" fmla="*/ 1739 w 2334"/>
              <a:gd name="T15" fmla="*/ 431 h 2334"/>
              <a:gd name="T16" fmla="*/ 431 w 2334"/>
              <a:gd name="T17" fmla="*/ 1739 h 2334"/>
              <a:gd name="T18" fmla="*/ 234 w 2334"/>
              <a:gd name="T19" fmla="*/ 1167 h 2334"/>
              <a:gd name="T20" fmla="*/ 1167 w 2334"/>
              <a:gd name="T21" fmla="*/ 2100 h 2334"/>
              <a:gd name="T22" fmla="*/ 595 w 2334"/>
              <a:gd name="T23" fmla="*/ 1903 h 2334"/>
              <a:gd name="T24" fmla="*/ 1903 w 2334"/>
              <a:gd name="T25" fmla="*/ 595 h 2334"/>
              <a:gd name="T26" fmla="*/ 2100 w 2334"/>
              <a:gd name="T27" fmla="*/ 1167 h 2334"/>
              <a:gd name="T28" fmla="*/ 1167 w 2334"/>
              <a:gd name="T29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334" h="2334"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234" y="1167"/>
                </a:moveTo>
                <a:cubicBezTo>
                  <a:pt x="234" y="651"/>
                  <a:pt x="651" y="234"/>
                  <a:pt x="1167" y="234"/>
                </a:cubicBezTo>
                <a:cubicBezTo>
                  <a:pt x="1383" y="234"/>
                  <a:pt x="1581" y="307"/>
                  <a:pt x="1739" y="431"/>
                </a:cubicBezTo>
                <a:cubicBezTo>
                  <a:pt x="431" y="1739"/>
                  <a:pt x="431" y="1739"/>
                  <a:pt x="431" y="1739"/>
                </a:cubicBezTo>
                <a:cubicBezTo>
                  <a:pt x="307" y="1581"/>
                  <a:pt x="234" y="1383"/>
                  <a:pt x="234" y="1167"/>
                </a:cubicBezTo>
                <a:close/>
                <a:moveTo>
                  <a:pt x="1167" y="2100"/>
                </a:moveTo>
                <a:cubicBezTo>
                  <a:pt x="951" y="2100"/>
                  <a:pt x="753" y="2027"/>
                  <a:pt x="595" y="1903"/>
                </a:cubicBezTo>
                <a:cubicBezTo>
                  <a:pt x="1903" y="595"/>
                  <a:pt x="1903" y="595"/>
                  <a:pt x="1903" y="595"/>
                </a:cubicBezTo>
                <a:cubicBezTo>
                  <a:pt x="2027" y="753"/>
                  <a:pt x="2100" y="951"/>
                  <a:pt x="2100" y="1167"/>
                </a:cubicBezTo>
                <a:cubicBezTo>
                  <a:pt x="2100" y="1683"/>
                  <a:pt x="1683" y="2100"/>
                  <a:pt x="1167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53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ear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3860 w 3860"/>
              <a:gd name="T1" fmla="*/ 390 h 3860"/>
              <a:gd name="T2" fmla="*/ 3470 w 3860"/>
              <a:gd name="T3" fmla="*/ 0 h 3860"/>
              <a:gd name="T4" fmla="*/ 1930 w 3860"/>
              <a:gd name="T5" fmla="*/ 1540 h 3860"/>
              <a:gd name="T6" fmla="*/ 390 w 3860"/>
              <a:gd name="T7" fmla="*/ 0 h 3860"/>
              <a:gd name="T8" fmla="*/ 0 w 3860"/>
              <a:gd name="T9" fmla="*/ 390 h 3860"/>
              <a:gd name="T10" fmla="*/ 1540 w 3860"/>
              <a:gd name="T11" fmla="*/ 1930 h 3860"/>
              <a:gd name="T12" fmla="*/ 0 w 3860"/>
              <a:gd name="T13" fmla="*/ 3470 h 3860"/>
              <a:gd name="T14" fmla="*/ 390 w 3860"/>
              <a:gd name="T15" fmla="*/ 3860 h 3860"/>
              <a:gd name="T16" fmla="*/ 1930 w 3860"/>
              <a:gd name="T17" fmla="*/ 2320 h 3860"/>
              <a:gd name="T18" fmla="*/ 3470 w 3860"/>
              <a:gd name="T19" fmla="*/ 3860 h 3860"/>
              <a:gd name="T20" fmla="*/ 3860 w 3860"/>
              <a:gd name="T21" fmla="*/ 3470 h 3860"/>
              <a:gd name="T22" fmla="*/ 2320 w 3860"/>
              <a:gd name="T23" fmla="*/ 1930 h 3860"/>
              <a:gd name="T24" fmla="*/ 3860 w 3860"/>
              <a:gd name="T25" fmla="*/ 390 h 3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60" h="3860">
                <a:moveTo>
                  <a:pt x="3860" y="390"/>
                </a:moveTo>
                <a:lnTo>
                  <a:pt x="3470" y="0"/>
                </a:lnTo>
                <a:lnTo>
                  <a:pt x="1930" y="1540"/>
                </a:lnTo>
                <a:lnTo>
                  <a:pt x="390" y="0"/>
                </a:lnTo>
                <a:lnTo>
                  <a:pt x="0" y="390"/>
                </a:lnTo>
                <a:lnTo>
                  <a:pt x="1540" y="1930"/>
                </a:lnTo>
                <a:lnTo>
                  <a:pt x="0" y="3470"/>
                </a:lnTo>
                <a:lnTo>
                  <a:pt x="390" y="3860"/>
                </a:lnTo>
                <a:lnTo>
                  <a:pt x="1930" y="2320"/>
                </a:lnTo>
                <a:lnTo>
                  <a:pt x="3470" y="3860"/>
                </a:lnTo>
                <a:lnTo>
                  <a:pt x="3860" y="3470"/>
                </a:lnTo>
                <a:lnTo>
                  <a:pt x="2320" y="1930"/>
                </a:lnTo>
                <a:lnTo>
                  <a:pt x="3860" y="3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0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Cop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90086" cy="914400"/>
          </a:xfrm>
          <a:custGeom>
            <a:avLst/>
            <a:gdLst>
              <a:gd name="T0" fmla="*/ 1634 w 2217"/>
              <a:gd name="T1" fmla="*/ 0 h 2566"/>
              <a:gd name="T2" fmla="*/ 234 w 2217"/>
              <a:gd name="T3" fmla="*/ 0 h 2566"/>
              <a:gd name="T4" fmla="*/ 0 w 2217"/>
              <a:gd name="T5" fmla="*/ 233 h 2566"/>
              <a:gd name="T6" fmla="*/ 0 w 2217"/>
              <a:gd name="T7" fmla="*/ 1866 h 2566"/>
              <a:gd name="T8" fmla="*/ 234 w 2217"/>
              <a:gd name="T9" fmla="*/ 1866 h 2566"/>
              <a:gd name="T10" fmla="*/ 234 w 2217"/>
              <a:gd name="T11" fmla="*/ 233 h 2566"/>
              <a:gd name="T12" fmla="*/ 1634 w 2217"/>
              <a:gd name="T13" fmla="*/ 233 h 2566"/>
              <a:gd name="T14" fmla="*/ 1634 w 2217"/>
              <a:gd name="T15" fmla="*/ 0 h 2566"/>
              <a:gd name="T16" fmla="*/ 1984 w 2217"/>
              <a:gd name="T17" fmla="*/ 466 h 2566"/>
              <a:gd name="T18" fmla="*/ 700 w 2217"/>
              <a:gd name="T19" fmla="*/ 466 h 2566"/>
              <a:gd name="T20" fmla="*/ 467 w 2217"/>
              <a:gd name="T21" fmla="*/ 700 h 2566"/>
              <a:gd name="T22" fmla="*/ 467 w 2217"/>
              <a:gd name="T23" fmla="*/ 2333 h 2566"/>
              <a:gd name="T24" fmla="*/ 700 w 2217"/>
              <a:gd name="T25" fmla="*/ 2566 h 2566"/>
              <a:gd name="T26" fmla="*/ 1984 w 2217"/>
              <a:gd name="T27" fmla="*/ 2566 h 2566"/>
              <a:gd name="T28" fmla="*/ 2217 w 2217"/>
              <a:gd name="T29" fmla="*/ 2333 h 2566"/>
              <a:gd name="T30" fmla="*/ 2217 w 2217"/>
              <a:gd name="T31" fmla="*/ 700 h 2566"/>
              <a:gd name="T32" fmla="*/ 1984 w 2217"/>
              <a:gd name="T33" fmla="*/ 466 h 2566"/>
              <a:gd name="T34" fmla="*/ 1984 w 2217"/>
              <a:gd name="T35" fmla="*/ 2333 h 2566"/>
              <a:gd name="T36" fmla="*/ 700 w 2217"/>
              <a:gd name="T37" fmla="*/ 2333 h 2566"/>
              <a:gd name="T38" fmla="*/ 700 w 2217"/>
              <a:gd name="T39" fmla="*/ 700 h 2566"/>
              <a:gd name="T40" fmla="*/ 1984 w 2217"/>
              <a:gd name="T41" fmla="*/ 700 h 2566"/>
              <a:gd name="T42" fmla="*/ 1984 w 2217"/>
              <a:gd name="T43" fmla="*/ 2333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217" h="2566">
                <a:moveTo>
                  <a:pt x="1634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6"/>
                  <a:pt x="0" y="1866"/>
                  <a:pt x="0" y="1866"/>
                </a:cubicBezTo>
                <a:cubicBezTo>
                  <a:pt x="234" y="1866"/>
                  <a:pt x="234" y="1866"/>
                  <a:pt x="234" y="1866"/>
                </a:cubicBezTo>
                <a:cubicBezTo>
                  <a:pt x="234" y="233"/>
                  <a:pt x="234" y="233"/>
                  <a:pt x="234" y="233"/>
                </a:cubicBezTo>
                <a:cubicBezTo>
                  <a:pt x="1634" y="233"/>
                  <a:pt x="1634" y="233"/>
                  <a:pt x="1634" y="233"/>
                </a:cubicBezTo>
                <a:lnTo>
                  <a:pt x="1634" y="0"/>
                </a:lnTo>
                <a:close/>
                <a:moveTo>
                  <a:pt x="1984" y="466"/>
                </a:moveTo>
                <a:cubicBezTo>
                  <a:pt x="700" y="466"/>
                  <a:pt x="700" y="466"/>
                  <a:pt x="700" y="466"/>
                </a:cubicBezTo>
                <a:cubicBezTo>
                  <a:pt x="572" y="466"/>
                  <a:pt x="467" y="571"/>
                  <a:pt x="467" y="700"/>
                </a:cubicBezTo>
                <a:cubicBezTo>
                  <a:pt x="467" y="2333"/>
                  <a:pt x="467" y="2333"/>
                  <a:pt x="467" y="2333"/>
                </a:cubicBezTo>
                <a:cubicBezTo>
                  <a:pt x="467" y="2461"/>
                  <a:pt x="572" y="2566"/>
                  <a:pt x="700" y="2566"/>
                </a:cubicBezTo>
                <a:cubicBezTo>
                  <a:pt x="1984" y="2566"/>
                  <a:pt x="1984" y="2566"/>
                  <a:pt x="1984" y="2566"/>
                </a:cubicBezTo>
                <a:cubicBezTo>
                  <a:pt x="2112" y="2566"/>
                  <a:pt x="2217" y="2461"/>
                  <a:pt x="2217" y="2333"/>
                </a:cubicBezTo>
                <a:cubicBezTo>
                  <a:pt x="2217" y="700"/>
                  <a:pt x="2217" y="700"/>
                  <a:pt x="2217" y="700"/>
                </a:cubicBezTo>
                <a:cubicBezTo>
                  <a:pt x="2217" y="571"/>
                  <a:pt x="2112" y="466"/>
                  <a:pt x="1984" y="466"/>
                </a:cubicBezTo>
                <a:close/>
                <a:moveTo>
                  <a:pt x="1984" y="2333"/>
                </a:moveTo>
                <a:cubicBezTo>
                  <a:pt x="700" y="2333"/>
                  <a:pt x="700" y="2333"/>
                  <a:pt x="700" y="2333"/>
                </a:cubicBezTo>
                <a:cubicBezTo>
                  <a:pt x="700" y="700"/>
                  <a:pt x="700" y="700"/>
                  <a:pt x="700" y="700"/>
                </a:cubicBezTo>
                <a:cubicBezTo>
                  <a:pt x="1984" y="700"/>
                  <a:pt x="1984" y="700"/>
                  <a:pt x="1984" y="700"/>
                </a:cubicBezTo>
                <a:lnTo>
                  <a:pt x="1984" y="23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13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Cu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892 w 2334"/>
              <a:gd name="T1" fmla="*/ 658 h 2334"/>
              <a:gd name="T2" fmla="*/ 934 w 2334"/>
              <a:gd name="T3" fmla="*/ 467 h 2334"/>
              <a:gd name="T4" fmla="*/ 467 w 2334"/>
              <a:gd name="T5" fmla="*/ 0 h 2334"/>
              <a:gd name="T6" fmla="*/ 0 w 2334"/>
              <a:gd name="T7" fmla="*/ 467 h 2334"/>
              <a:gd name="T8" fmla="*/ 467 w 2334"/>
              <a:gd name="T9" fmla="*/ 934 h 2334"/>
              <a:gd name="T10" fmla="*/ 658 w 2334"/>
              <a:gd name="T11" fmla="*/ 892 h 2334"/>
              <a:gd name="T12" fmla="*/ 934 w 2334"/>
              <a:gd name="T13" fmla="*/ 1167 h 2334"/>
              <a:gd name="T14" fmla="*/ 658 w 2334"/>
              <a:gd name="T15" fmla="*/ 1442 h 2334"/>
              <a:gd name="T16" fmla="*/ 467 w 2334"/>
              <a:gd name="T17" fmla="*/ 1400 h 2334"/>
              <a:gd name="T18" fmla="*/ 0 w 2334"/>
              <a:gd name="T19" fmla="*/ 1867 h 2334"/>
              <a:gd name="T20" fmla="*/ 467 w 2334"/>
              <a:gd name="T21" fmla="*/ 2334 h 2334"/>
              <a:gd name="T22" fmla="*/ 934 w 2334"/>
              <a:gd name="T23" fmla="*/ 1867 h 2334"/>
              <a:gd name="T24" fmla="*/ 892 w 2334"/>
              <a:gd name="T25" fmla="*/ 1676 h 2334"/>
              <a:gd name="T26" fmla="*/ 1167 w 2334"/>
              <a:gd name="T27" fmla="*/ 1400 h 2334"/>
              <a:gd name="T28" fmla="*/ 1984 w 2334"/>
              <a:gd name="T29" fmla="*/ 2217 h 2334"/>
              <a:gd name="T30" fmla="*/ 2334 w 2334"/>
              <a:gd name="T31" fmla="*/ 2217 h 2334"/>
              <a:gd name="T32" fmla="*/ 2334 w 2334"/>
              <a:gd name="T33" fmla="*/ 2100 h 2334"/>
              <a:gd name="T34" fmla="*/ 892 w 2334"/>
              <a:gd name="T35" fmla="*/ 658 h 2334"/>
              <a:gd name="T36" fmla="*/ 467 w 2334"/>
              <a:gd name="T37" fmla="*/ 700 h 2334"/>
              <a:gd name="T38" fmla="*/ 234 w 2334"/>
              <a:gd name="T39" fmla="*/ 467 h 2334"/>
              <a:gd name="T40" fmla="*/ 467 w 2334"/>
              <a:gd name="T41" fmla="*/ 234 h 2334"/>
              <a:gd name="T42" fmla="*/ 700 w 2334"/>
              <a:gd name="T43" fmla="*/ 467 h 2334"/>
              <a:gd name="T44" fmla="*/ 467 w 2334"/>
              <a:gd name="T45" fmla="*/ 700 h 2334"/>
              <a:gd name="T46" fmla="*/ 467 w 2334"/>
              <a:gd name="T47" fmla="*/ 2100 h 2334"/>
              <a:gd name="T48" fmla="*/ 234 w 2334"/>
              <a:gd name="T49" fmla="*/ 1867 h 2334"/>
              <a:gd name="T50" fmla="*/ 467 w 2334"/>
              <a:gd name="T51" fmla="*/ 1634 h 2334"/>
              <a:gd name="T52" fmla="*/ 700 w 2334"/>
              <a:gd name="T53" fmla="*/ 1867 h 2334"/>
              <a:gd name="T54" fmla="*/ 467 w 2334"/>
              <a:gd name="T55" fmla="*/ 2100 h 2334"/>
              <a:gd name="T56" fmla="*/ 1167 w 2334"/>
              <a:gd name="T57" fmla="*/ 1225 h 2334"/>
              <a:gd name="T58" fmla="*/ 1109 w 2334"/>
              <a:gd name="T59" fmla="*/ 1167 h 2334"/>
              <a:gd name="T60" fmla="*/ 1167 w 2334"/>
              <a:gd name="T61" fmla="*/ 1109 h 2334"/>
              <a:gd name="T62" fmla="*/ 1225 w 2334"/>
              <a:gd name="T63" fmla="*/ 1167 h 2334"/>
              <a:gd name="T64" fmla="*/ 1167 w 2334"/>
              <a:gd name="T65" fmla="*/ 1225 h 2334"/>
              <a:gd name="T66" fmla="*/ 1984 w 2334"/>
              <a:gd name="T67" fmla="*/ 117 h 2334"/>
              <a:gd name="T68" fmla="*/ 1284 w 2334"/>
              <a:gd name="T69" fmla="*/ 817 h 2334"/>
              <a:gd name="T70" fmla="*/ 1517 w 2334"/>
              <a:gd name="T71" fmla="*/ 1050 h 2334"/>
              <a:gd name="T72" fmla="*/ 2334 w 2334"/>
              <a:gd name="T73" fmla="*/ 234 h 2334"/>
              <a:gd name="T74" fmla="*/ 2334 w 2334"/>
              <a:gd name="T75" fmla="*/ 117 h 2334"/>
              <a:gd name="T76" fmla="*/ 1984 w 2334"/>
              <a:gd name="T77" fmla="*/ 11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334" h="2334">
                <a:moveTo>
                  <a:pt x="892" y="658"/>
                </a:moveTo>
                <a:cubicBezTo>
                  <a:pt x="919" y="600"/>
                  <a:pt x="934" y="536"/>
                  <a:pt x="934" y="467"/>
                </a:cubicBezTo>
                <a:cubicBezTo>
                  <a:pt x="934" y="209"/>
                  <a:pt x="725" y="0"/>
                  <a:pt x="467" y="0"/>
                </a:cubicBezTo>
                <a:cubicBezTo>
                  <a:pt x="209" y="0"/>
                  <a:pt x="0" y="209"/>
                  <a:pt x="0" y="467"/>
                </a:cubicBezTo>
                <a:cubicBezTo>
                  <a:pt x="0" y="725"/>
                  <a:pt x="209" y="934"/>
                  <a:pt x="467" y="934"/>
                </a:cubicBezTo>
                <a:cubicBezTo>
                  <a:pt x="536" y="934"/>
                  <a:pt x="600" y="919"/>
                  <a:pt x="658" y="892"/>
                </a:cubicBezTo>
                <a:cubicBezTo>
                  <a:pt x="934" y="1167"/>
                  <a:pt x="934" y="1167"/>
                  <a:pt x="934" y="1167"/>
                </a:cubicBezTo>
                <a:cubicBezTo>
                  <a:pt x="658" y="1442"/>
                  <a:pt x="658" y="1442"/>
                  <a:pt x="658" y="1442"/>
                </a:cubicBezTo>
                <a:cubicBezTo>
                  <a:pt x="600" y="1415"/>
                  <a:pt x="536" y="1400"/>
                  <a:pt x="467" y="1400"/>
                </a:cubicBezTo>
                <a:cubicBezTo>
                  <a:pt x="209" y="1400"/>
                  <a:pt x="0" y="1609"/>
                  <a:pt x="0" y="1867"/>
                </a:cubicBezTo>
                <a:cubicBezTo>
                  <a:pt x="0" y="2125"/>
                  <a:pt x="209" y="2334"/>
                  <a:pt x="467" y="2334"/>
                </a:cubicBezTo>
                <a:cubicBezTo>
                  <a:pt x="725" y="2334"/>
                  <a:pt x="934" y="2125"/>
                  <a:pt x="934" y="1867"/>
                </a:cubicBezTo>
                <a:cubicBezTo>
                  <a:pt x="934" y="1798"/>
                  <a:pt x="919" y="1734"/>
                  <a:pt x="892" y="1676"/>
                </a:cubicBezTo>
                <a:cubicBezTo>
                  <a:pt x="1167" y="1400"/>
                  <a:pt x="1167" y="1400"/>
                  <a:pt x="1167" y="1400"/>
                </a:cubicBezTo>
                <a:cubicBezTo>
                  <a:pt x="1984" y="2217"/>
                  <a:pt x="1984" y="2217"/>
                  <a:pt x="1984" y="2217"/>
                </a:cubicBezTo>
                <a:cubicBezTo>
                  <a:pt x="2334" y="2217"/>
                  <a:pt x="2334" y="2217"/>
                  <a:pt x="2334" y="2217"/>
                </a:cubicBezTo>
                <a:cubicBezTo>
                  <a:pt x="2334" y="2100"/>
                  <a:pt x="2334" y="2100"/>
                  <a:pt x="2334" y="2100"/>
                </a:cubicBezTo>
                <a:lnTo>
                  <a:pt x="892" y="658"/>
                </a:lnTo>
                <a:close/>
                <a:moveTo>
                  <a:pt x="467" y="700"/>
                </a:moveTo>
                <a:cubicBezTo>
                  <a:pt x="339" y="700"/>
                  <a:pt x="234" y="596"/>
                  <a:pt x="234" y="467"/>
                </a:cubicBezTo>
                <a:cubicBezTo>
                  <a:pt x="234" y="338"/>
                  <a:pt x="339" y="234"/>
                  <a:pt x="467" y="234"/>
                </a:cubicBezTo>
                <a:cubicBezTo>
                  <a:pt x="595" y="234"/>
                  <a:pt x="700" y="338"/>
                  <a:pt x="700" y="467"/>
                </a:cubicBezTo>
                <a:cubicBezTo>
                  <a:pt x="700" y="596"/>
                  <a:pt x="595" y="700"/>
                  <a:pt x="467" y="700"/>
                </a:cubicBezTo>
                <a:close/>
                <a:moveTo>
                  <a:pt x="467" y="2100"/>
                </a:moveTo>
                <a:cubicBezTo>
                  <a:pt x="339" y="2100"/>
                  <a:pt x="234" y="1996"/>
                  <a:pt x="234" y="1867"/>
                </a:cubicBezTo>
                <a:cubicBezTo>
                  <a:pt x="234" y="1738"/>
                  <a:pt x="339" y="1634"/>
                  <a:pt x="467" y="1634"/>
                </a:cubicBezTo>
                <a:cubicBezTo>
                  <a:pt x="595" y="1634"/>
                  <a:pt x="700" y="1738"/>
                  <a:pt x="700" y="1867"/>
                </a:cubicBezTo>
                <a:cubicBezTo>
                  <a:pt x="700" y="1996"/>
                  <a:pt x="595" y="2100"/>
                  <a:pt x="467" y="2100"/>
                </a:cubicBezTo>
                <a:close/>
                <a:moveTo>
                  <a:pt x="1167" y="1225"/>
                </a:moveTo>
                <a:cubicBezTo>
                  <a:pt x="1134" y="1225"/>
                  <a:pt x="1109" y="1200"/>
                  <a:pt x="1109" y="1167"/>
                </a:cubicBezTo>
                <a:cubicBezTo>
                  <a:pt x="1109" y="1134"/>
                  <a:pt x="1134" y="1109"/>
                  <a:pt x="1167" y="1109"/>
                </a:cubicBezTo>
                <a:cubicBezTo>
                  <a:pt x="1200" y="1109"/>
                  <a:pt x="1225" y="1134"/>
                  <a:pt x="1225" y="1167"/>
                </a:cubicBezTo>
                <a:cubicBezTo>
                  <a:pt x="1225" y="1200"/>
                  <a:pt x="1200" y="1225"/>
                  <a:pt x="1167" y="1225"/>
                </a:cubicBezTo>
                <a:close/>
                <a:moveTo>
                  <a:pt x="1984" y="117"/>
                </a:moveTo>
                <a:cubicBezTo>
                  <a:pt x="1284" y="817"/>
                  <a:pt x="1284" y="817"/>
                  <a:pt x="1284" y="817"/>
                </a:cubicBezTo>
                <a:cubicBezTo>
                  <a:pt x="1517" y="1050"/>
                  <a:pt x="1517" y="1050"/>
                  <a:pt x="1517" y="1050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17"/>
                  <a:pt x="2334" y="117"/>
                  <a:pt x="2334" y="117"/>
                </a:cubicBezTo>
                <a:lnTo>
                  <a:pt x="1984" y="1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68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as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48077" cy="914400"/>
          </a:xfrm>
          <a:custGeom>
            <a:avLst/>
            <a:gdLst>
              <a:gd name="T0" fmla="*/ 1867 w 2100"/>
              <a:gd name="T1" fmla="*/ 233 h 2567"/>
              <a:gd name="T2" fmla="*/ 1379 w 2100"/>
              <a:gd name="T3" fmla="*/ 233 h 2567"/>
              <a:gd name="T4" fmla="*/ 1050 w 2100"/>
              <a:gd name="T5" fmla="*/ 0 h 2567"/>
              <a:gd name="T6" fmla="*/ 721 w 2100"/>
              <a:gd name="T7" fmla="*/ 233 h 2567"/>
              <a:gd name="T8" fmla="*/ 233 w 2100"/>
              <a:gd name="T9" fmla="*/ 233 h 2567"/>
              <a:gd name="T10" fmla="*/ 0 w 2100"/>
              <a:gd name="T11" fmla="*/ 467 h 2567"/>
              <a:gd name="T12" fmla="*/ 0 w 2100"/>
              <a:gd name="T13" fmla="*/ 2333 h 2567"/>
              <a:gd name="T14" fmla="*/ 233 w 2100"/>
              <a:gd name="T15" fmla="*/ 2567 h 2567"/>
              <a:gd name="T16" fmla="*/ 1867 w 2100"/>
              <a:gd name="T17" fmla="*/ 2567 h 2567"/>
              <a:gd name="T18" fmla="*/ 2100 w 2100"/>
              <a:gd name="T19" fmla="*/ 2333 h 2567"/>
              <a:gd name="T20" fmla="*/ 2100 w 2100"/>
              <a:gd name="T21" fmla="*/ 467 h 2567"/>
              <a:gd name="T22" fmla="*/ 1867 w 2100"/>
              <a:gd name="T23" fmla="*/ 233 h 2567"/>
              <a:gd name="T24" fmla="*/ 1050 w 2100"/>
              <a:gd name="T25" fmla="*/ 233 h 2567"/>
              <a:gd name="T26" fmla="*/ 1167 w 2100"/>
              <a:gd name="T27" fmla="*/ 350 h 2567"/>
              <a:gd name="T28" fmla="*/ 1050 w 2100"/>
              <a:gd name="T29" fmla="*/ 467 h 2567"/>
              <a:gd name="T30" fmla="*/ 933 w 2100"/>
              <a:gd name="T31" fmla="*/ 350 h 2567"/>
              <a:gd name="T32" fmla="*/ 1050 w 2100"/>
              <a:gd name="T33" fmla="*/ 233 h 2567"/>
              <a:gd name="T34" fmla="*/ 1867 w 2100"/>
              <a:gd name="T35" fmla="*/ 2333 h 2567"/>
              <a:gd name="T36" fmla="*/ 233 w 2100"/>
              <a:gd name="T37" fmla="*/ 2333 h 2567"/>
              <a:gd name="T38" fmla="*/ 233 w 2100"/>
              <a:gd name="T39" fmla="*/ 467 h 2567"/>
              <a:gd name="T40" fmla="*/ 467 w 2100"/>
              <a:gd name="T41" fmla="*/ 467 h 2567"/>
              <a:gd name="T42" fmla="*/ 467 w 2100"/>
              <a:gd name="T43" fmla="*/ 817 h 2567"/>
              <a:gd name="T44" fmla="*/ 1633 w 2100"/>
              <a:gd name="T45" fmla="*/ 817 h 2567"/>
              <a:gd name="T46" fmla="*/ 1633 w 2100"/>
              <a:gd name="T47" fmla="*/ 467 h 2567"/>
              <a:gd name="T48" fmla="*/ 1867 w 2100"/>
              <a:gd name="T49" fmla="*/ 467 h 2567"/>
              <a:gd name="T50" fmla="*/ 1867 w 2100"/>
              <a:gd name="T51" fmla="*/ 2333 h 25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100" h="2567">
                <a:moveTo>
                  <a:pt x="1867" y="233"/>
                </a:moveTo>
                <a:cubicBezTo>
                  <a:pt x="1379" y="233"/>
                  <a:pt x="1379" y="233"/>
                  <a:pt x="1379" y="233"/>
                </a:cubicBezTo>
                <a:cubicBezTo>
                  <a:pt x="1330" y="98"/>
                  <a:pt x="1202" y="0"/>
                  <a:pt x="1050" y="0"/>
                </a:cubicBezTo>
                <a:cubicBezTo>
                  <a:pt x="898" y="0"/>
                  <a:pt x="770" y="98"/>
                  <a:pt x="721" y="2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05" y="233"/>
                  <a:pt x="0" y="338"/>
                  <a:pt x="0" y="467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2"/>
                  <a:pt x="105" y="2567"/>
                  <a:pt x="233" y="2567"/>
                </a:cubicBezTo>
                <a:cubicBezTo>
                  <a:pt x="1867" y="2567"/>
                  <a:pt x="1867" y="2567"/>
                  <a:pt x="1867" y="2567"/>
                </a:cubicBezTo>
                <a:cubicBezTo>
                  <a:pt x="1995" y="2567"/>
                  <a:pt x="2100" y="2462"/>
                  <a:pt x="2100" y="2333"/>
                </a:cubicBezTo>
                <a:cubicBezTo>
                  <a:pt x="2100" y="467"/>
                  <a:pt x="2100" y="467"/>
                  <a:pt x="2100" y="467"/>
                </a:cubicBezTo>
                <a:cubicBezTo>
                  <a:pt x="2100" y="338"/>
                  <a:pt x="1995" y="233"/>
                  <a:pt x="1867" y="233"/>
                </a:cubicBezTo>
                <a:close/>
                <a:moveTo>
                  <a:pt x="1050" y="233"/>
                </a:moveTo>
                <a:cubicBezTo>
                  <a:pt x="1114" y="233"/>
                  <a:pt x="1167" y="286"/>
                  <a:pt x="1167" y="350"/>
                </a:cubicBezTo>
                <a:cubicBezTo>
                  <a:pt x="1167" y="414"/>
                  <a:pt x="1114" y="467"/>
                  <a:pt x="1050" y="467"/>
                </a:cubicBezTo>
                <a:cubicBezTo>
                  <a:pt x="986" y="467"/>
                  <a:pt x="933" y="414"/>
                  <a:pt x="933" y="350"/>
                </a:cubicBezTo>
                <a:cubicBezTo>
                  <a:pt x="933" y="286"/>
                  <a:pt x="986" y="233"/>
                  <a:pt x="1050" y="233"/>
                </a:cubicBezTo>
                <a:close/>
                <a:moveTo>
                  <a:pt x="1867" y="2333"/>
                </a:moveTo>
                <a:cubicBezTo>
                  <a:pt x="233" y="2333"/>
                  <a:pt x="233" y="2333"/>
                  <a:pt x="233" y="2333"/>
                </a:cubicBezTo>
                <a:cubicBezTo>
                  <a:pt x="233" y="467"/>
                  <a:pt x="233" y="467"/>
                  <a:pt x="233" y="467"/>
                </a:cubicBezTo>
                <a:cubicBezTo>
                  <a:pt x="467" y="467"/>
                  <a:pt x="467" y="467"/>
                  <a:pt x="467" y="467"/>
                </a:cubicBezTo>
                <a:cubicBezTo>
                  <a:pt x="467" y="817"/>
                  <a:pt x="467" y="817"/>
                  <a:pt x="467" y="817"/>
                </a:cubicBezTo>
                <a:cubicBezTo>
                  <a:pt x="1633" y="817"/>
                  <a:pt x="1633" y="817"/>
                  <a:pt x="1633" y="817"/>
                </a:cubicBezTo>
                <a:cubicBezTo>
                  <a:pt x="1633" y="467"/>
                  <a:pt x="1633" y="467"/>
                  <a:pt x="1633" y="467"/>
                </a:cubicBezTo>
                <a:cubicBezTo>
                  <a:pt x="1867" y="467"/>
                  <a:pt x="1867" y="467"/>
                  <a:pt x="1867" y="467"/>
                </a:cubicBezTo>
                <a:lnTo>
                  <a:pt x="1867" y="23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6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ea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2112"/>
              <a:gd name="T1" fmla="*/ 1674 h 2112"/>
              <a:gd name="T2" fmla="*/ 0 w 2112"/>
              <a:gd name="T3" fmla="*/ 2112 h 2112"/>
              <a:gd name="T4" fmla="*/ 438 w 2112"/>
              <a:gd name="T5" fmla="*/ 2112 h 2112"/>
              <a:gd name="T6" fmla="*/ 1728 w 2112"/>
              <a:gd name="T7" fmla="*/ 822 h 2112"/>
              <a:gd name="T8" fmla="*/ 1290 w 2112"/>
              <a:gd name="T9" fmla="*/ 384 h 2112"/>
              <a:gd name="T10" fmla="*/ 0 w 2112"/>
              <a:gd name="T11" fmla="*/ 1674 h 2112"/>
              <a:gd name="T12" fmla="*/ 2066 w 2112"/>
              <a:gd name="T13" fmla="*/ 483 h 2112"/>
              <a:gd name="T14" fmla="*/ 2066 w 2112"/>
              <a:gd name="T15" fmla="*/ 319 h 2112"/>
              <a:gd name="T16" fmla="*/ 1793 w 2112"/>
              <a:gd name="T17" fmla="*/ 46 h 2112"/>
              <a:gd name="T18" fmla="*/ 1629 w 2112"/>
              <a:gd name="T19" fmla="*/ 46 h 2112"/>
              <a:gd name="T20" fmla="*/ 1415 w 2112"/>
              <a:gd name="T21" fmla="*/ 259 h 2112"/>
              <a:gd name="T22" fmla="*/ 1853 w 2112"/>
              <a:gd name="T23" fmla="*/ 697 h 2112"/>
              <a:gd name="T24" fmla="*/ 2066 w 2112"/>
              <a:gd name="T25" fmla="*/ 483 h 2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12" h="2112">
                <a:moveTo>
                  <a:pt x="0" y="1674"/>
                </a:moveTo>
                <a:cubicBezTo>
                  <a:pt x="0" y="2112"/>
                  <a:pt x="0" y="2112"/>
                  <a:pt x="0" y="2112"/>
                </a:cubicBezTo>
                <a:cubicBezTo>
                  <a:pt x="438" y="2112"/>
                  <a:pt x="438" y="2112"/>
                  <a:pt x="438" y="2112"/>
                </a:cubicBezTo>
                <a:cubicBezTo>
                  <a:pt x="1728" y="822"/>
                  <a:pt x="1728" y="822"/>
                  <a:pt x="1728" y="822"/>
                </a:cubicBezTo>
                <a:cubicBezTo>
                  <a:pt x="1290" y="384"/>
                  <a:pt x="1290" y="384"/>
                  <a:pt x="1290" y="384"/>
                </a:cubicBezTo>
                <a:lnTo>
                  <a:pt x="0" y="1674"/>
                </a:lnTo>
                <a:close/>
                <a:moveTo>
                  <a:pt x="2066" y="483"/>
                </a:moveTo>
                <a:cubicBezTo>
                  <a:pt x="2112" y="438"/>
                  <a:pt x="2112" y="364"/>
                  <a:pt x="2066" y="319"/>
                </a:cubicBezTo>
                <a:cubicBezTo>
                  <a:pt x="1793" y="46"/>
                  <a:pt x="1793" y="46"/>
                  <a:pt x="1793" y="46"/>
                </a:cubicBezTo>
                <a:cubicBezTo>
                  <a:pt x="1748" y="0"/>
                  <a:pt x="1674" y="0"/>
                  <a:pt x="1629" y="46"/>
                </a:cubicBezTo>
                <a:cubicBezTo>
                  <a:pt x="1415" y="259"/>
                  <a:pt x="1415" y="259"/>
                  <a:pt x="1415" y="259"/>
                </a:cubicBezTo>
                <a:cubicBezTo>
                  <a:pt x="1853" y="697"/>
                  <a:pt x="1853" y="697"/>
                  <a:pt x="1853" y="697"/>
                </a:cubicBezTo>
                <a:lnTo>
                  <a:pt x="2066" y="4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2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aft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7967"/>
          </a:xfrm>
          <a:custGeom>
            <a:avLst/>
            <a:gdLst>
              <a:gd name="T0" fmla="*/ 2333 w 2334"/>
              <a:gd name="T1" fmla="*/ 816 h 2216"/>
              <a:gd name="T2" fmla="*/ 2223 w 2334"/>
              <a:gd name="T3" fmla="*/ 618 h 2216"/>
              <a:gd name="T4" fmla="*/ 1167 w 2334"/>
              <a:gd name="T5" fmla="*/ 0 h 2216"/>
              <a:gd name="T6" fmla="*/ 111 w 2334"/>
              <a:gd name="T7" fmla="*/ 618 h 2216"/>
              <a:gd name="T8" fmla="*/ 0 w 2334"/>
              <a:gd name="T9" fmla="*/ 816 h 2216"/>
              <a:gd name="T10" fmla="*/ 0 w 2334"/>
              <a:gd name="T11" fmla="*/ 1983 h 2216"/>
              <a:gd name="T12" fmla="*/ 234 w 2334"/>
              <a:gd name="T13" fmla="*/ 2216 h 2216"/>
              <a:gd name="T14" fmla="*/ 2100 w 2334"/>
              <a:gd name="T15" fmla="*/ 2216 h 2216"/>
              <a:gd name="T16" fmla="*/ 2334 w 2334"/>
              <a:gd name="T17" fmla="*/ 1983 h 2216"/>
              <a:gd name="T18" fmla="*/ 2333 w 2334"/>
              <a:gd name="T19" fmla="*/ 816 h 2216"/>
              <a:gd name="T20" fmla="*/ 1167 w 2334"/>
              <a:gd name="T21" fmla="*/ 1400 h 2216"/>
              <a:gd name="T22" fmla="*/ 203 w 2334"/>
              <a:gd name="T23" fmla="*/ 798 h 2216"/>
              <a:gd name="T24" fmla="*/ 1167 w 2334"/>
              <a:gd name="T25" fmla="*/ 233 h 2216"/>
              <a:gd name="T26" fmla="*/ 2131 w 2334"/>
              <a:gd name="T27" fmla="*/ 798 h 2216"/>
              <a:gd name="T28" fmla="*/ 1167 w 2334"/>
              <a:gd name="T29" fmla="*/ 1400 h 2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334" h="2216">
                <a:moveTo>
                  <a:pt x="2333" y="816"/>
                </a:moveTo>
                <a:cubicBezTo>
                  <a:pt x="2333" y="732"/>
                  <a:pt x="2289" y="659"/>
                  <a:pt x="2223" y="618"/>
                </a:cubicBezTo>
                <a:cubicBezTo>
                  <a:pt x="1167" y="0"/>
                  <a:pt x="1167" y="0"/>
                  <a:pt x="1167" y="0"/>
                </a:cubicBezTo>
                <a:cubicBezTo>
                  <a:pt x="111" y="618"/>
                  <a:pt x="111" y="618"/>
                  <a:pt x="111" y="618"/>
                </a:cubicBezTo>
                <a:cubicBezTo>
                  <a:pt x="45" y="659"/>
                  <a:pt x="0" y="732"/>
                  <a:pt x="0" y="816"/>
                </a:cubicBezTo>
                <a:cubicBezTo>
                  <a:pt x="0" y="1983"/>
                  <a:pt x="0" y="1983"/>
                  <a:pt x="0" y="1983"/>
                </a:cubicBezTo>
                <a:cubicBezTo>
                  <a:pt x="0" y="2111"/>
                  <a:pt x="105" y="2216"/>
                  <a:pt x="234" y="2216"/>
                </a:cubicBezTo>
                <a:cubicBezTo>
                  <a:pt x="2100" y="2216"/>
                  <a:pt x="2100" y="2216"/>
                  <a:pt x="2100" y="2216"/>
                </a:cubicBezTo>
                <a:cubicBezTo>
                  <a:pt x="2229" y="2216"/>
                  <a:pt x="2334" y="2111"/>
                  <a:pt x="2334" y="1983"/>
                </a:cubicBezTo>
                <a:lnTo>
                  <a:pt x="2333" y="816"/>
                </a:lnTo>
                <a:close/>
                <a:moveTo>
                  <a:pt x="1167" y="1400"/>
                </a:moveTo>
                <a:cubicBezTo>
                  <a:pt x="203" y="798"/>
                  <a:pt x="203" y="798"/>
                  <a:pt x="203" y="798"/>
                </a:cubicBezTo>
                <a:cubicBezTo>
                  <a:pt x="1167" y="233"/>
                  <a:pt x="1167" y="233"/>
                  <a:pt x="1167" y="233"/>
                </a:cubicBezTo>
                <a:cubicBezTo>
                  <a:pt x="2131" y="798"/>
                  <a:pt x="2131" y="798"/>
                  <a:pt x="2131" y="798"/>
                </a:cubicBezTo>
                <a:lnTo>
                  <a:pt x="1167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05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Lis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539"/>
          </a:xfrm>
          <a:custGeom>
            <a:avLst/>
            <a:gdLst>
              <a:gd name="T0" fmla="*/ 1930 w 4961"/>
              <a:gd name="T1" fmla="*/ 3307 h 3307"/>
              <a:gd name="T2" fmla="*/ 3031 w 4961"/>
              <a:gd name="T3" fmla="*/ 3307 h 3307"/>
              <a:gd name="T4" fmla="*/ 3031 w 4961"/>
              <a:gd name="T5" fmla="*/ 2756 h 3307"/>
              <a:gd name="T6" fmla="*/ 1930 w 4961"/>
              <a:gd name="T7" fmla="*/ 2756 h 3307"/>
              <a:gd name="T8" fmla="*/ 1930 w 4961"/>
              <a:gd name="T9" fmla="*/ 3307 h 3307"/>
              <a:gd name="T10" fmla="*/ 0 w 4961"/>
              <a:gd name="T11" fmla="*/ 0 h 3307"/>
              <a:gd name="T12" fmla="*/ 0 w 4961"/>
              <a:gd name="T13" fmla="*/ 550 h 3307"/>
              <a:gd name="T14" fmla="*/ 4961 w 4961"/>
              <a:gd name="T15" fmla="*/ 550 h 3307"/>
              <a:gd name="T16" fmla="*/ 4961 w 4961"/>
              <a:gd name="T17" fmla="*/ 0 h 3307"/>
              <a:gd name="T18" fmla="*/ 0 w 4961"/>
              <a:gd name="T19" fmla="*/ 0 h 3307"/>
              <a:gd name="T20" fmla="*/ 827 w 4961"/>
              <a:gd name="T21" fmla="*/ 1930 h 3307"/>
              <a:gd name="T22" fmla="*/ 4134 w 4961"/>
              <a:gd name="T23" fmla="*/ 1930 h 3307"/>
              <a:gd name="T24" fmla="*/ 4134 w 4961"/>
              <a:gd name="T25" fmla="*/ 1377 h 3307"/>
              <a:gd name="T26" fmla="*/ 827 w 4961"/>
              <a:gd name="T27" fmla="*/ 1377 h 3307"/>
              <a:gd name="T28" fmla="*/ 827 w 4961"/>
              <a:gd name="T29" fmla="*/ 1930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961" h="3307">
                <a:moveTo>
                  <a:pt x="1930" y="3307"/>
                </a:moveTo>
                <a:lnTo>
                  <a:pt x="3031" y="3307"/>
                </a:lnTo>
                <a:lnTo>
                  <a:pt x="3031" y="2756"/>
                </a:lnTo>
                <a:lnTo>
                  <a:pt x="1930" y="2756"/>
                </a:lnTo>
                <a:lnTo>
                  <a:pt x="1930" y="3307"/>
                </a:lnTo>
                <a:close/>
                <a:moveTo>
                  <a:pt x="0" y="0"/>
                </a:moveTo>
                <a:lnTo>
                  <a:pt x="0" y="550"/>
                </a:lnTo>
                <a:lnTo>
                  <a:pt x="4961" y="550"/>
                </a:lnTo>
                <a:lnTo>
                  <a:pt x="4961" y="0"/>
                </a:lnTo>
                <a:lnTo>
                  <a:pt x="0" y="0"/>
                </a:lnTo>
                <a:close/>
                <a:moveTo>
                  <a:pt x="827" y="1930"/>
                </a:moveTo>
                <a:lnTo>
                  <a:pt x="4134" y="1930"/>
                </a:lnTo>
                <a:lnTo>
                  <a:pt x="4134" y="1377"/>
                </a:lnTo>
                <a:lnTo>
                  <a:pt x="827" y="1377"/>
                </a:lnTo>
                <a:lnTo>
                  <a:pt x="827" y="1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33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ag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06858" cy="914400"/>
          </a:xfrm>
          <a:custGeom>
            <a:avLst/>
            <a:gdLst>
              <a:gd name="T0" fmla="*/ 2591 w 4134"/>
              <a:gd name="T1" fmla="*/ 551 h 4685"/>
              <a:gd name="T2" fmla="*/ 2480 w 4134"/>
              <a:gd name="T3" fmla="*/ 0 h 4685"/>
              <a:gd name="T4" fmla="*/ 0 w 4134"/>
              <a:gd name="T5" fmla="*/ 0 h 4685"/>
              <a:gd name="T6" fmla="*/ 0 w 4134"/>
              <a:gd name="T7" fmla="*/ 4685 h 4685"/>
              <a:gd name="T8" fmla="*/ 553 w 4134"/>
              <a:gd name="T9" fmla="*/ 4685 h 4685"/>
              <a:gd name="T10" fmla="*/ 553 w 4134"/>
              <a:gd name="T11" fmla="*/ 2755 h 4685"/>
              <a:gd name="T12" fmla="*/ 2095 w 4134"/>
              <a:gd name="T13" fmla="*/ 2755 h 4685"/>
              <a:gd name="T14" fmla="*/ 2206 w 4134"/>
              <a:gd name="T15" fmla="*/ 3307 h 4685"/>
              <a:gd name="T16" fmla="*/ 4134 w 4134"/>
              <a:gd name="T17" fmla="*/ 3307 h 4685"/>
              <a:gd name="T18" fmla="*/ 4134 w 4134"/>
              <a:gd name="T19" fmla="*/ 551 h 4685"/>
              <a:gd name="T20" fmla="*/ 2591 w 4134"/>
              <a:gd name="T21" fmla="*/ 551 h 4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134" h="4685">
                <a:moveTo>
                  <a:pt x="2591" y="551"/>
                </a:moveTo>
                <a:lnTo>
                  <a:pt x="2480" y="0"/>
                </a:lnTo>
                <a:lnTo>
                  <a:pt x="0" y="0"/>
                </a:lnTo>
                <a:lnTo>
                  <a:pt x="0" y="4685"/>
                </a:lnTo>
                <a:lnTo>
                  <a:pt x="553" y="4685"/>
                </a:lnTo>
                <a:lnTo>
                  <a:pt x="553" y="2755"/>
                </a:lnTo>
                <a:lnTo>
                  <a:pt x="2095" y="2755"/>
                </a:lnTo>
                <a:lnTo>
                  <a:pt x="2206" y="3307"/>
                </a:lnTo>
                <a:lnTo>
                  <a:pt x="4134" y="3307"/>
                </a:lnTo>
                <a:lnTo>
                  <a:pt x="4134" y="551"/>
                </a:lnTo>
                <a:lnTo>
                  <a:pt x="2591" y="5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21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nt Downloa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926 w 2334"/>
              <a:gd name="T1" fmla="*/ 1342 h 2334"/>
              <a:gd name="T2" fmla="*/ 1409 w 2334"/>
              <a:gd name="T3" fmla="*/ 1342 h 2334"/>
              <a:gd name="T4" fmla="*/ 1167 w 2334"/>
              <a:gd name="T5" fmla="*/ 698 h 2334"/>
              <a:gd name="T6" fmla="*/ 926 w 2334"/>
              <a:gd name="T7" fmla="*/ 1342 h 2334"/>
              <a:gd name="T8" fmla="*/ 2100 w 2334"/>
              <a:gd name="T9" fmla="*/ 0 h 2334"/>
              <a:gd name="T10" fmla="*/ 234 w 2334"/>
              <a:gd name="T11" fmla="*/ 0 h 2334"/>
              <a:gd name="T12" fmla="*/ 0 w 2334"/>
              <a:gd name="T13" fmla="*/ 234 h 2334"/>
              <a:gd name="T14" fmla="*/ 0 w 2334"/>
              <a:gd name="T15" fmla="*/ 2100 h 2334"/>
              <a:gd name="T16" fmla="*/ 234 w 2334"/>
              <a:gd name="T17" fmla="*/ 2334 h 2334"/>
              <a:gd name="T18" fmla="*/ 2100 w 2334"/>
              <a:gd name="T19" fmla="*/ 2334 h 2334"/>
              <a:gd name="T20" fmla="*/ 2334 w 2334"/>
              <a:gd name="T21" fmla="*/ 2100 h 2334"/>
              <a:gd name="T22" fmla="*/ 2334 w 2334"/>
              <a:gd name="T23" fmla="*/ 234 h 2334"/>
              <a:gd name="T24" fmla="*/ 2100 w 2334"/>
              <a:gd name="T25" fmla="*/ 0 h 2334"/>
              <a:gd name="T26" fmla="*/ 1628 w 2334"/>
              <a:gd name="T27" fmla="*/ 1925 h 2334"/>
              <a:gd name="T28" fmla="*/ 1495 w 2334"/>
              <a:gd name="T29" fmla="*/ 1575 h 2334"/>
              <a:gd name="T30" fmla="*/ 837 w 2334"/>
              <a:gd name="T31" fmla="*/ 1575 h 2334"/>
              <a:gd name="T32" fmla="*/ 706 w 2334"/>
              <a:gd name="T33" fmla="*/ 1925 h 2334"/>
              <a:gd name="T34" fmla="*/ 462 w 2334"/>
              <a:gd name="T35" fmla="*/ 1925 h 2334"/>
              <a:gd name="T36" fmla="*/ 1058 w 2334"/>
              <a:gd name="T37" fmla="*/ 409 h 2334"/>
              <a:gd name="T38" fmla="*/ 1275 w 2334"/>
              <a:gd name="T39" fmla="*/ 409 h 2334"/>
              <a:gd name="T40" fmla="*/ 1872 w 2334"/>
              <a:gd name="T41" fmla="*/ 1925 h 2334"/>
              <a:gd name="T42" fmla="*/ 1628 w 2334"/>
              <a:gd name="T43" fmla="*/ 1925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334" h="2334">
                <a:moveTo>
                  <a:pt x="926" y="1342"/>
                </a:moveTo>
                <a:cubicBezTo>
                  <a:pt x="1409" y="1342"/>
                  <a:pt x="1409" y="1342"/>
                  <a:pt x="1409" y="1342"/>
                </a:cubicBezTo>
                <a:cubicBezTo>
                  <a:pt x="1167" y="698"/>
                  <a:pt x="1167" y="698"/>
                  <a:pt x="1167" y="698"/>
                </a:cubicBezTo>
                <a:lnTo>
                  <a:pt x="926" y="1342"/>
                </a:lnTo>
                <a:close/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4" y="2334"/>
                </a:cubicBezTo>
                <a:cubicBezTo>
                  <a:pt x="2100" y="2334"/>
                  <a:pt x="2100" y="2334"/>
                  <a:pt x="2100" y="2334"/>
                </a:cubicBezTo>
                <a:cubicBezTo>
                  <a:pt x="2229" y="2334"/>
                  <a:pt x="2334" y="2229"/>
                  <a:pt x="2334" y="2100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628" y="1925"/>
                </a:moveTo>
                <a:cubicBezTo>
                  <a:pt x="1495" y="1575"/>
                  <a:pt x="1495" y="1575"/>
                  <a:pt x="1495" y="1575"/>
                </a:cubicBezTo>
                <a:cubicBezTo>
                  <a:pt x="837" y="1575"/>
                  <a:pt x="837" y="1575"/>
                  <a:pt x="837" y="1575"/>
                </a:cubicBezTo>
                <a:cubicBezTo>
                  <a:pt x="706" y="1925"/>
                  <a:pt x="706" y="1925"/>
                  <a:pt x="706" y="1925"/>
                </a:cubicBezTo>
                <a:cubicBezTo>
                  <a:pt x="462" y="1925"/>
                  <a:pt x="462" y="1925"/>
                  <a:pt x="462" y="1925"/>
                </a:cubicBezTo>
                <a:cubicBezTo>
                  <a:pt x="1058" y="409"/>
                  <a:pt x="1058" y="409"/>
                  <a:pt x="1058" y="409"/>
                </a:cubicBezTo>
                <a:cubicBezTo>
                  <a:pt x="1275" y="409"/>
                  <a:pt x="1275" y="409"/>
                  <a:pt x="1275" y="409"/>
                </a:cubicBezTo>
                <a:cubicBezTo>
                  <a:pt x="1872" y="1925"/>
                  <a:pt x="1872" y="1925"/>
                  <a:pt x="1872" y="1925"/>
                </a:cubicBezTo>
                <a:lnTo>
                  <a:pt x="1628" y="19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956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ward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204 w 4408"/>
              <a:gd name="T1" fmla="*/ 1101 h 4408"/>
              <a:gd name="T2" fmla="*/ 2204 w 4408"/>
              <a:gd name="T3" fmla="*/ 0 h 4408"/>
              <a:gd name="T4" fmla="*/ 4408 w 4408"/>
              <a:gd name="T5" fmla="*/ 2204 h 4408"/>
              <a:gd name="T6" fmla="*/ 2204 w 4408"/>
              <a:gd name="T7" fmla="*/ 4408 h 4408"/>
              <a:gd name="T8" fmla="*/ 2204 w 4408"/>
              <a:gd name="T9" fmla="*/ 3307 h 4408"/>
              <a:gd name="T10" fmla="*/ 0 w 4408"/>
              <a:gd name="T11" fmla="*/ 3307 h 4408"/>
              <a:gd name="T12" fmla="*/ 0 w 4408"/>
              <a:gd name="T13" fmla="*/ 1101 h 4408"/>
              <a:gd name="T14" fmla="*/ 2204 w 4408"/>
              <a:gd name="T15" fmla="*/ 1101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408" h="4408">
                <a:moveTo>
                  <a:pt x="2204" y="1101"/>
                </a:moveTo>
                <a:lnTo>
                  <a:pt x="2204" y="0"/>
                </a:lnTo>
                <a:lnTo>
                  <a:pt x="4408" y="2204"/>
                </a:lnTo>
                <a:lnTo>
                  <a:pt x="2204" y="4408"/>
                </a:lnTo>
                <a:lnTo>
                  <a:pt x="2204" y="3307"/>
                </a:lnTo>
                <a:lnTo>
                  <a:pt x="0" y="3307"/>
                </a:lnTo>
                <a:lnTo>
                  <a:pt x="0" y="1101"/>
                </a:lnTo>
                <a:lnTo>
                  <a:pt x="2204" y="11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04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estu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05448"/>
          </a:xfrm>
          <a:custGeom>
            <a:avLst/>
            <a:gdLst>
              <a:gd name="T0" fmla="*/ 204 w 2119"/>
              <a:gd name="T1" fmla="*/ 454 h 2098"/>
              <a:gd name="T2" fmla="*/ 404 w 2119"/>
              <a:gd name="T3" fmla="*/ 311 h 2098"/>
              <a:gd name="T4" fmla="*/ 369 w 2119"/>
              <a:gd name="T5" fmla="*/ 489 h 2098"/>
              <a:gd name="T6" fmla="*/ 35 w 2119"/>
              <a:gd name="T7" fmla="*/ 1225 h 2098"/>
              <a:gd name="T8" fmla="*/ 192 w 2119"/>
              <a:gd name="T9" fmla="*/ 1573 h 2098"/>
              <a:gd name="T10" fmla="*/ 500 w 2119"/>
              <a:gd name="T11" fmla="*/ 1626 h 2098"/>
              <a:gd name="T12" fmla="*/ 857 w 2119"/>
              <a:gd name="T13" fmla="*/ 1303 h 2098"/>
              <a:gd name="T14" fmla="*/ 1333 w 2119"/>
              <a:gd name="T15" fmla="*/ 902 h 2098"/>
              <a:gd name="T16" fmla="*/ 1538 w 2119"/>
              <a:gd name="T17" fmla="*/ 1111 h 2098"/>
              <a:gd name="T18" fmla="*/ 910 w 2119"/>
              <a:gd name="T19" fmla="*/ 1737 h 2098"/>
              <a:gd name="T20" fmla="*/ 1285 w 2119"/>
              <a:gd name="T21" fmla="*/ 2098 h 2098"/>
              <a:gd name="T22" fmla="*/ 1832 w 2119"/>
              <a:gd name="T23" fmla="*/ 1386 h 2098"/>
              <a:gd name="T24" fmla="*/ 2119 w 2119"/>
              <a:gd name="T25" fmla="*/ 1386 h 2098"/>
              <a:gd name="T26" fmla="*/ 2119 w 2119"/>
              <a:gd name="T27" fmla="*/ 1094 h 2098"/>
              <a:gd name="T28" fmla="*/ 1831 w 2119"/>
              <a:gd name="T29" fmla="*/ 1094 h 2098"/>
              <a:gd name="T30" fmla="*/ 1361 w 2119"/>
              <a:gd name="T31" fmla="*/ 604 h 2098"/>
              <a:gd name="T32" fmla="*/ 784 w 2119"/>
              <a:gd name="T33" fmla="*/ 936 h 2098"/>
              <a:gd name="T34" fmla="*/ 517 w 2119"/>
              <a:gd name="T35" fmla="*/ 1253 h 2098"/>
              <a:gd name="T36" fmla="*/ 388 w 2119"/>
              <a:gd name="T37" fmla="*/ 1351 h 2098"/>
              <a:gd name="T38" fmla="*/ 346 w 2119"/>
              <a:gd name="T39" fmla="*/ 1127 h 2098"/>
              <a:gd name="T40" fmla="*/ 561 w 2119"/>
              <a:gd name="T41" fmla="*/ 716 h 2098"/>
              <a:gd name="T42" fmla="*/ 713 w 2119"/>
              <a:gd name="T43" fmla="*/ 334 h 2098"/>
              <a:gd name="T44" fmla="*/ 420 w 2119"/>
              <a:gd name="T45" fmla="*/ 0 h 2098"/>
              <a:gd name="T46" fmla="*/ 103 w 2119"/>
              <a:gd name="T47" fmla="*/ 146 h 2098"/>
              <a:gd name="T48" fmla="*/ 0 w 2119"/>
              <a:gd name="T49" fmla="*/ 254 h 2098"/>
              <a:gd name="T50" fmla="*/ 204 w 2119"/>
              <a:gd name="T51" fmla="*/ 454 h 2098"/>
              <a:gd name="T52" fmla="*/ 1288 w 2119"/>
              <a:gd name="T53" fmla="*/ 1814 h 2098"/>
              <a:gd name="T54" fmla="*/ 1202 w 2119"/>
              <a:gd name="T55" fmla="*/ 1730 h 2098"/>
              <a:gd name="T56" fmla="*/ 1537 w 2119"/>
              <a:gd name="T57" fmla="*/ 1408 h 2098"/>
              <a:gd name="T58" fmla="*/ 1288 w 2119"/>
              <a:gd name="T59" fmla="*/ 1814 h 20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119" h="2098">
                <a:moveTo>
                  <a:pt x="204" y="454"/>
                </a:moveTo>
                <a:cubicBezTo>
                  <a:pt x="286" y="371"/>
                  <a:pt x="368" y="296"/>
                  <a:pt x="404" y="311"/>
                </a:cubicBezTo>
                <a:cubicBezTo>
                  <a:pt x="462" y="335"/>
                  <a:pt x="404" y="432"/>
                  <a:pt x="369" y="489"/>
                </a:cubicBezTo>
                <a:cubicBezTo>
                  <a:pt x="340" y="538"/>
                  <a:pt x="35" y="943"/>
                  <a:pt x="35" y="1225"/>
                </a:cubicBezTo>
                <a:cubicBezTo>
                  <a:pt x="35" y="1374"/>
                  <a:pt x="91" y="1498"/>
                  <a:pt x="192" y="1573"/>
                </a:cubicBezTo>
                <a:cubicBezTo>
                  <a:pt x="279" y="1638"/>
                  <a:pt x="395" y="1658"/>
                  <a:pt x="500" y="1626"/>
                </a:cubicBezTo>
                <a:cubicBezTo>
                  <a:pt x="624" y="1590"/>
                  <a:pt x="727" y="1463"/>
                  <a:pt x="857" y="1303"/>
                </a:cubicBezTo>
                <a:cubicBezTo>
                  <a:pt x="998" y="1129"/>
                  <a:pt x="1187" y="902"/>
                  <a:pt x="1333" y="902"/>
                </a:cubicBezTo>
                <a:cubicBezTo>
                  <a:pt x="1523" y="902"/>
                  <a:pt x="1525" y="1020"/>
                  <a:pt x="1538" y="1111"/>
                </a:cubicBezTo>
                <a:cubicBezTo>
                  <a:pt x="1097" y="1185"/>
                  <a:pt x="910" y="1539"/>
                  <a:pt x="910" y="1737"/>
                </a:cubicBezTo>
                <a:cubicBezTo>
                  <a:pt x="910" y="1935"/>
                  <a:pt x="1078" y="2098"/>
                  <a:pt x="1285" y="2098"/>
                </a:cubicBezTo>
                <a:cubicBezTo>
                  <a:pt x="1475" y="2098"/>
                  <a:pt x="1785" y="1943"/>
                  <a:pt x="1832" y="1386"/>
                </a:cubicBezTo>
                <a:cubicBezTo>
                  <a:pt x="2119" y="1386"/>
                  <a:pt x="2119" y="1386"/>
                  <a:pt x="2119" y="1386"/>
                </a:cubicBezTo>
                <a:cubicBezTo>
                  <a:pt x="2119" y="1094"/>
                  <a:pt x="2119" y="1094"/>
                  <a:pt x="2119" y="1094"/>
                </a:cubicBezTo>
                <a:cubicBezTo>
                  <a:pt x="1831" y="1094"/>
                  <a:pt x="1831" y="1094"/>
                  <a:pt x="1831" y="1094"/>
                </a:cubicBezTo>
                <a:cubicBezTo>
                  <a:pt x="1813" y="902"/>
                  <a:pt x="1704" y="604"/>
                  <a:pt x="1361" y="604"/>
                </a:cubicBezTo>
                <a:cubicBezTo>
                  <a:pt x="1098" y="604"/>
                  <a:pt x="873" y="827"/>
                  <a:pt x="784" y="936"/>
                </a:cubicBezTo>
                <a:cubicBezTo>
                  <a:pt x="717" y="1021"/>
                  <a:pt x="544" y="1225"/>
                  <a:pt x="517" y="1253"/>
                </a:cubicBezTo>
                <a:cubicBezTo>
                  <a:pt x="488" y="1288"/>
                  <a:pt x="438" y="1351"/>
                  <a:pt x="388" y="1351"/>
                </a:cubicBezTo>
                <a:cubicBezTo>
                  <a:pt x="335" y="1351"/>
                  <a:pt x="304" y="1254"/>
                  <a:pt x="346" y="1127"/>
                </a:cubicBezTo>
                <a:cubicBezTo>
                  <a:pt x="386" y="1000"/>
                  <a:pt x="509" y="793"/>
                  <a:pt x="561" y="716"/>
                </a:cubicBezTo>
                <a:cubicBezTo>
                  <a:pt x="653" y="583"/>
                  <a:pt x="713" y="492"/>
                  <a:pt x="713" y="334"/>
                </a:cubicBezTo>
                <a:cubicBezTo>
                  <a:pt x="713" y="80"/>
                  <a:pt x="522" y="0"/>
                  <a:pt x="420" y="0"/>
                </a:cubicBezTo>
                <a:cubicBezTo>
                  <a:pt x="266" y="0"/>
                  <a:pt x="132" y="117"/>
                  <a:pt x="103" y="146"/>
                </a:cubicBezTo>
                <a:cubicBezTo>
                  <a:pt x="61" y="188"/>
                  <a:pt x="26" y="223"/>
                  <a:pt x="0" y="254"/>
                </a:cubicBezTo>
                <a:lnTo>
                  <a:pt x="204" y="454"/>
                </a:lnTo>
                <a:close/>
                <a:moveTo>
                  <a:pt x="1288" y="1814"/>
                </a:moveTo>
                <a:cubicBezTo>
                  <a:pt x="1252" y="1814"/>
                  <a:pt x="1202" y="1784"/>
                  <a:pt x="1202" y="1730"/>
                </a:cubicBezTo>
                <a:cubicBezTo>
                  <a:pt x="1202" y="1660"/>
                  <a:pt x="1287" y="1473"/>
                  <a:pt x="1537" y="1408"/>
                </a:cubicBezTo>
                <a:cubicBezTo>
                  <a:pt x="1502" y="1722"/>
                  <a:pt x="1370" y="1814"/>
                  <a:pt x="1288" y="18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003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box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2 w 2100"/>
              <a:gd name="T3" fmla="*/ 0 h 2100"/>
              <a:gd name="T4" fmla="*/ 1 w 2100"/>
              <a:gd name="T5" fmla="*/ 233 h 2100"/>
              <a:gd name="T6" fmla="*/ 0 w 2100"/>
              <a:gd name="T7" fmla="*/ 1867 h 2100"/>
              <a:gd name="T8" fmla="*/ 232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1867 w 2100"/>
              <a:gd name="T19" fmla="*/ 1400 h 2100"/>
              <a:gd name="T20" fmla="*/ 1400 w 2100"/>
              <a:gd name="T21" fmla="*/ 1400 h 2100"/>
              <a:gd name="T22" fmla="*/ 1050 w 2100"/>
              <a:gd name="T23" fmla="*/ 1750 h 2100"/>
              <a:gd name="T24" fmla="*/ 700 w 2100"/>
              <a:gd name="T25" fmla="*/ 1400 h 2100"/>
              <a:gd name="T26" fmla="*/ 232 w 2100"/>
              <a:gd name="T27" fmla="*/ 1400 h 2100"/>
              <a:gd name="T28" fmla="*/ 232 w 2100"/>
              <a:gd name="T29" fmla="*/ 233 h 2100"/>
              <a:gd name="T30" fmla="*/ 1867 w 2100"/>
              <a:gd name="T31" fmla="*/ 233 h 2100"/>
              <a:gd name="T32" fmla="*/ 1867 w 2100"/>
              <a:gd name="T33" fmla="*/ 140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2" y="0"/>
                  <a:pt x="232" y="0"/>
                  <a:pt x="232" y="0"/>
                </a:cubicBezTo>
                <a:cubicBezTo>
                  <a:pt x="103" y="0"/>
                  <a:pt x="1" y="104"/>
                  <a:pt x="1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3" y="2100"/>
                  <a:pt x="232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4"/>
                  <a:pt x="1995" y="0"/>
                  <a:pt x="1867" y="0"/>
                </a:cubicBezTo>
                <a:close/>
                <a:moveTo>
                  <a:pt x="1867" y="1400"/>
                </a:moveTo>
                <a:cubicBezTo>
                  <a:pt x="1400" y="1400"/>
                  <a:pt x="1400" y="1400"/>
                  <a:pt x="1400" y="1400"/>
                </a:cubicBezTo>
                <a:cubicBezTo>
                  <a:pt x="1400" y="1594"/>
                  <a:pt x="1243" y="1750"/>
                  <a:pt x="1050" y="1750"/>
                </a:cubicBezTo>
                <a:cubicBezTo>
                  <a:pt x="858" y="1750"/>
                  <a:pt x="700" y="1594"/>
                  <a:pt x="700" y="1400"/>
                </a:cubicBezTo>
                <a:cubicBezTo>
                  <a:pt x="232" y="1400"/>
                  <a:pt x="232" y="1400"/>
                  <a:pt x="232" y="1400"/>
                </a:cubicBezTo>
                <a:cubicBezTo>
                  <a:pt x="232" y="233"/>
                  <a:pt x="232" y="233"/>
                  <a:pt x="232" y="233"/>
                </a:cubicBezTo>
                <a:cubicBezTo>
                  <a:pt x="1867" y="233"/>
                  <a:pt x="1867" y="233"/>
                  <a:pt x="1867" y="233"/>
                </a:cubicBezTo>
                <a:lnTo>
                  <a:pt x="1867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56703"/>
          </a:xfrm>
          <a:custGeom>
            <a:avLst/>
            <a:gdLst>
              <a:gd name="T0" fmla="*/ 222 w 2334"/>
              <a:gd name="T1" fmla="*/ 583 h 1166"/>
              <a:gd name="T2" fmla="*/ 584 w 2334"/>
              <a:gd name="T3" fmla="*/ 221 h 1166"/>
              <a:gd name="T4" fmla="*/ 1050 w 2334"/>
              <a:gd name="T5" fmla="*/ 221 h 1166"/>
              <a:gd name="T6" fmla="*/ 1050 w 2334"/>
              <a:gd name="T7" fmla="*/ 0 h 1166"/>
              <a:gd name="T8" fmla="*/ 584 w 2334"/>
              <a:gd name="T9" fmla="*/ 0 h 1166"/>
              <a:gd name="T10" fmla="*/ 0 w 2334"/>
              <a:gd name="T11" fmla="*/ 583 h 1166"/>
              <a:gd name="T12" fmla="*/ 584 w 2334"/>
              <a:gd name="T13" fmla="*/ 1166 h 1166"/>
              <a:gd name="T14" fmla="*/ 1050 w 2334"/>
              <a:gd name="T15" fmla="*/ 1166 h 1166"/>
              <a:gd name="T16" fmla="*/ 1050 w 2334"/>
              <a:gd name="T17" fmla="*/ 945 h 1166"/>
              <a:gd name="T18" fmla="*/ 584 w 2334"/>
              <a:gd name="T19" fmla="*/ 945 h 1166"/>
              <a:gd name="T20" fmla="*/ 222 w 2334"/>
              <a:gd name="T21" fmla="*/ 583 h 1166"/>
              <a:gd name="T22" fmla="*/ 700 w 2334"/>
              <a:gd name="T23" fmla="*/ 700 h 1166"/>
              <a:gd name="T24" fmla="*/ 1634 w 2334"/>
              <a:gd name="T25" fmla="*/ 700 h 1166"/>
              <a:gd name="T26" fmla="*/ 1634 w 2334"/>
              <a:gd name="T27" fmla="*/ 466 h 1166"/>
              <a:gd name="T28" fmla="*/ 700 w 2334"/>
              <a:gd name="T29" fmla="*/ 466 h 1166"/>
              <a:gd name="T30" fmla="*/ 700 w 2334"/>
              <a:gd name="T31" fmla="*/ 700 h 1166"/>
              <a:gd name="T32" fmla="*/ 1750 w 2334"/>
              <a:gd name="T33" fmla="*/ 0 h 1166"/>
              <a:gd name="T34" fmla="*/ 1284 w 2334"/>
              <a:gd name="T35" fmla="*/ 0 h 1166"/>
              <a:gd name="T36" fmla="*/ 1284 w 2334"/>
              <a:gd name="T37" fmla="*/ 221 h 1166"/>
              <a:gd name="T38" fmla="*/ 1750 w 2334"/>
              <a:gd name="T39" fmla="*/ 221 h 1166"/>
              <a:gd name="T40" fmla="*/ 2112 w 2334"/>
              <a:gd name="T41" fmla="*/ 583 h 1166"/>
              <a:gd name="T42" fmla="*/ 1750 w 2334"/>
              <a:gd name="T43" fmla="*/ 945 h 1166"/>
              <a:gd name="T44" fmla="*/ 1284 w 2334"/>
              <a:gd name="T45" fmla="*/ 945 h 1166"/>
              <a:gd name="T46" fmla="*/ 1284 w 2334"/>
              <a:gd name="T47" fmla="*/ 1166 h 1166"/>
              <a:gd name="T48" fmla="*/ 1750 w 2334"/>
              <a:gd name="T49" fmla="*/ 1166 h 1166"/>
              <a:gd name="T50" fmla="*/ 2334 w 2334"/>
              <a:gd name="T51" fmla="*/ 583 h 1166"/>
              <a:gd name="T52" fmla="*/ 1750 w 2334"/>
              <a:gd name="T53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334" h="1166">
                <a:moveTo>
                  <a:pt x="222" y="583"/>
                </a:moveTo>
                <a:cubicBezTo>
                  <a:pt x="222" y="384"/>
                  <a:pt x="384" y="221"/>
                  <a:pt x="584" y="221"/>
                </a:cubicBezTo>
                <a:cubicBezTo>
                  <a:pt x="1050" y="221"/>
                  <a:pt x="1050" y="221"/>
                  <a:pt x="1050" y="221"/>
                </a:cubicBezTo>
                <a:cubicBezTo>
                  <a:pt x="1050" y="0"/>
                  <a:pt x="1050" y="0"/>
                  <a:pt x="1050" y="0"/>
                </a:cubicBezTo>
                <a:cubicBezTo>
                  <a:pt x="584" y="0"/>
                  <a:pt x="584" y="0"/>
                  <a:pt x="584" y="0"/>
                </a:cubicBezTo>
                <a:cubicBezTo>
                  <a:pt x="262" y="0"/>
                  <a:pt x="0" y="261"/>
                  <a:pt x="0" y="583"/>
                </a:cubicBezTo>
                <a:cubicBezTo>
                  <a:pt x="0" y="905"/>
                  <a:pt x="262" y="1166"/>
                  <a:pt x="584" y="1166"/>
                </a:cubicBezTo>
                <a:cubicBezTo>
                  <a:pt x="1050" y="1166"/>
                  <a:pt x="1050" y="1166"/>
                  <a:pt x="1050" y="1166"/>
                </a:cubicBezTo>
                <a:cubicBezTo>
                  <a:pt x="1050" y="945"/>
                  <a:pt x="1050" y="945"/>
                  <a:pt x="1050" y="945"/>
                </a:cubicBezTo>
                <a:cubicBezTo>
                  <a:pt x="584" y="945"/>
                  <a:pt x="584" y="945"/>
                  <a:pt x="584" y="945"/>
                </a:cubicBezTo>
                <a:cubicBezTo>
                  <a:pt x="384" y="945"/>
                  <a:pt x="222" y="782"/>
                  <a:pt x="222" y="583"/>
                </a:cubicBezTo>
                <a:close/>
                <a:moveTo>
                  <a:pt x="700" y="700"/>
                </a:moveTo>
                <a:cubicBezTo>
                  <a:pt x="1634" y="700"/>
                  <a:pt x="1634" y="700"/>
                  <a:pt x="1634" y="700"/>
                </a:cubicBezTo>
                <a:cubicBezTo>
                  <a:pt x="1634" y="466"/>
                  <a:pt x="1634" y="466"/>
                  <a:pt x="1634" y="466"/>
                </a:cubicBezTo>
                <a:cubicBezTo>
                  <a:pt x="700" y="466"/>
                  <a:pt x="700" y="466"/>
                  <a:pt x="700" y="466"/>
                </a:cubicBezTo>
                <a:lnTo>
                  <a:pt x="700" y="700"/>
                </a:lnTo>
                <a:close/>
                <a:moveTo>
                  <a:pt x="1750" y="0"/>
                </a:moveTo>
                <a:cubicBezTo>
                  <a:pt x="1284" y="0"/>
                  <a:pt x="1284" y="0"/>
                  <a:pt x="1284" y="0"/>
                </a:cubicBezTo>
                <a:cubicBezTo>
                  <a:pt x="1284" y="221"/>
                  <a:pt x="1284" y="221"/>
                  <a:pt x="1284" y="221"/>
                </a:cubicBezTo>
                <a:cubicBezTo>
                  <a:pt x="1750" y="221"/>
                  <a:pt x="1750" y="221"/>
                  <a:pt x="1750" y="221"/>
                </a:cubicBezTo>
                <a:cubicBezTo>
                  <a:pt x="1950" y="221"/>
                  <a:pt x="2112" y="384"/>
                  <a:pt x="2112" y="583"/>
                </a:cubicBezTo>
                <a:cubicBezTo>
                  <a:pt x="2112" y="782"/>
                  <a:pt x="1950" y="945"/>
                  <a:pt x="1750" y="945"/>
                </a:cubicBezTo>
                <a:cubicBezTo>
                  <a:pt x="1284" y="945"/>
                  <a:pt x="1284" y="945"/>
                  <a:pt x="1284" y="945"/>
                </a:cubicBezTo>
                <a:cubicBezTo>
                  <a:pt x="1284" y="1166"/>
                  <a:pt x="1284" y="1166"/>
                  <a:pt x="1284" y="1166"/>
                </a:cubicBezTo>
                <a:cubicBezTo>
                  <a:pt x="1750" y="1166"/>
                  <a:pt x="1750" y="1166"/>
                  <a:pt x="1750" y="1166"/>
                </a:cubicBezTo>
                <a:cubicBezTo>
                  <a:pt x="2072" y="1166"/>
                  <a:pt x="2334" y="905"/>
                  <a:pt x="2334" y="583"/>
                </a:cubicBezTo>
                <a:cubicBezTo>
                  <a:pt x="2334" y="261"/>
                  <a:pt x="2072" y="0"/>
                  <a:pt x="17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09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i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0 h 1866"/>
              <a:gd name="T2" fmla="*/ 234 w 2334"/>
              <a:gd name="T3" fmla="*/ 0 h 1866"/>
              <a:gd name="T4" fmla="*/ 1 w 2334"/>
              <a:gd name="T5" fmla="*/ 233 h 1866"/>
              <a:gd name="T6" fmla="*/ 0 w 2334"/>
              <a:gd name="T7" fmla="*/ 1633 h 1866"/>
              <a:gd name="T8" fmla="*/ 234 w 2334"/>
              <a:gd name="T9" fmla="*/ 1866 h 1866"/>
              <a:gd name="T10" fmla="*/ 2100 w 2334"/>
              <a:gd name="T11" fmla="*/ 1866 h 1866"/>
              <a:gd name="T12" fmla="*/ 2334 w 2334"/>
              <a:gd name="T13" fmla="*/ 1633 h 1866"/>
              <a:gd name="T14" fmla="*/ 2334 w 2334"/>
              <a:gd name="T15" fmla="*/ 233 h 1866"/>
              <a:gd name="T16" fmla="*/ 2100 w 2334"/>
              <a:gd name="T17" fmla="*/ 0 h 1866"/>
              <a:gd name="T18" fmla="*/ 2100 w 2334"/>
              <a:gd name="T19" fmla="*/ 466 h 1866"/>
              <a:gd name="T20" fmla="*/ 1167 w 2334"/>
              <a:gd name="T21" fmla="*/ 1050 h 1866"/>
              <a:gd name="T22" fmla="*/ 234 w 2334"/>
              <a:gd name="T23" fmla="*/ 466 h 1866"/>
              <a:gd name="T24" fmla="*/ 234 w 2334"/>
              <a:gd name="T25" fmla="*/ 233 h 1866"/>
              <a:gd name="T26" fmla="*/ 1167 w 2334"/>
              <a:gd name="T27" fmla="*/ 816 h 1866"/>
              <a:gd name="T28" fmla="*/ 2100 w 2334"/>
              <a:gd name="T29" fmla="*/ 233 h 1866"/>
              <a:gd name="T30" fmla="*/ 2100 w 2334"/>
              <a:gd name="T31" fmla="*/ 466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334" h="1866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233"/>
                  <a:pt x="2334" y="233"/>
                  <a:pt x="2334" y="233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2100" y="466"/>
                </a:moveTo>
                <a:cubicBezTo>
                  <a:pt x="1167" y="1050"/>
                  <a:pt x="1167" y="1050"/>
                  <a:pt x="1167" y="1050"/>
                </a:cubicBezTo>
                <a:cubicBezTo>
                  <a:pt x="234" y="466"/>
                  <a:pt x="234" y="466"/>
                  <a:pt x="234" y="466"/>
                </a:cubicBezTo>
                <a:cubicBezTo>
                  <a:pt x="234" y="233"/>
                  <a:pt x="234" y="233"/>
                  <a:pt x="234" y="233"/>
                </a:cubicBezTo>
                <a:cubicBezTo>
                  <a:pt x="1167" y="816"/>
                  <a:pt x="1167" y="816"/>
                  <a:pt x="1167" y="816"/>
                </a:cubicBezTo>
                <a:cubicBezTo>
                  <a:pt x="2100" y="233"/>
                  <a:pt x="2100" y="233"/>
                  <a:pt x="2100" y="233"/>
                </a:cubicBezTo>
                <a:lnTo>
                  <a:pt x="2100" y="4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1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k Unrea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0 h 1866"/>
              <a:gd name="T2" fmla="*/ 234 w 2334"/>
              <a:gd name="T3" fmla="*/ 0 h 1866"/>
              <a:gd name="T4" fmla="*/ 1 w 2334"/>
              <a:gd name="T5" fmla="*/ 233 h 1866"/>
              <a:gd name="T6" fmla="*/ 0 w 2334"/>
              <a:gd name="T7" fmla="*/ 1633 h 1866"/>
              <a:gd name="T8" fmla="*/ 234 w 2334"/>
              <a:gd name="T9" fmla="*/ 1866 h 1866"/>
              <a:gd name="T10" fmla="*/ 2100 w 2334"/>
              <a:gd name="T11" fmla="*/ 1866 h 1866"/>
              <a:gd name="T12" fmla="*/ 2334 w 2334"/>
              <a:gd name="T13" fmla="*/ 1633 h 1866"/>
              <a:gd name="T14" fmla="*/ 2334 w 2334"/>
              <a:gd name="T15" fmla="*/ 233 h 1866"/>
              <a:gd name="T16" fmla="*/ 2100 w 2334"/>
              <a:gd name="T17" fmla="*/ 0 h 1866"/>
              <a:gd name="T18" fmla="*/ 2100 w 2334"/>
              <a:gd name="T19" fmla="*/ 466 h 1866"/>
              <a:gd name="T20" fmla="*/ 1167 w 2334"/>
              <a:gd name="T21" fmla="*/ 1050 h 1866"/>
              <a:gd name="T22" fmla="*/ 234 w 2334"/>
              <a:gd name="T23" fmla="*/ 466 h 1866"/>
              <a:gd name="T24" fmla="*/ 234 w 2334"/>
              <a:gd name="T25" fmla="*/ 233 h 1866"/>
              <a:gd name="T26" fmla="*/ 1167 w 2334"/>
              <a:gd name="T27" fmla="*/ 816 h 1866"/>
              <a:gd name="T28" fmla="*/ 2100 w 2334"/>
              <a:gd name="T29" fmla="*/ 233 h 1866"/>
              <a:gd name="T30" fmla="*/ 2100 w 2334"/>
              <a:gd name="T31" fmla="*/ 466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334" h="1866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233"/>
                  <a:pt x="2334" y="233"/>
                  <a:pt x="2334" y="233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2100" y="466"/>
                </a:moveTo>
                <a:cubicBezTo>
                  <a:pt x="1167" y="1050"/>
                  <a:pt x="1167" y="1050"/>
                  <a:pt x="1167" y="1050"/>
                </a:cubicBezTo>
                <a:cubicBezTo>
                  <a:pt x="234" y="466"/>
                  <a:pt x="234" y="466"/>
                  <a:pt x="234" y="466"/>
                </a:cubicBezTo>
                <a:cubicBezTo>
                  <a:pt x="234" y="233"/>
                  <a:pt x="234" y="233"/>
                  <a:pt x="234" y="233"/>
                </a:cubicBezTo>
                <a:cubicBezTo>
                  <a:pt x="1167" y="816"/>
                  <a:pt x="1167" y="816"/>
                  <a:pt x="1167" y="816"/>
                </a:cubicBezTo>
                <a:cubicBezTo>
                  <a:pt x="2100" y="233"/>
                  <a:pt x="2100" y="233"/>
                  <a:pt x="2100" y="233"/>
                </a:cubicBezTo>
                <a:lnTo>
                  <a:pt x="2100" y="4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8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ve To Inbox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2 w 2100"/>
              <a:gd name="T3" fmla="*/ 0 h 2100"/>
              <a:gd name="T4" fmla="*/ 1 w 2100"/>
              <a:gd name="T5" fmla="*/ 233 h 2100"/>
              <a:gd name="T6" fmla="*/ 0 w 2100"/>
              <a:gd name="T7" fmla="*/ 1867 h 2100"/>
              <a:gd name="T8" fmla="*/ 232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1867 w 2100"/>
              <a:gd name="T19" fmla="*/ 1400 h 2100"/>
              <a:gd name="T20" fmla="*/ 1400 w 2100"/>
              <a:gd name="T21" fmla="*/ 1400 h 2100"/>
              <a:gd name="T22" fmla="*/ 1050 w 2100"/>
              <a:gd name="T23" fmla="*/ 1750 h 2100"/>
              <a:gd name="T24" fmla="*/ 700 w 2100"/>
              <a:gd name="T25" fmla="*/ 1400 h 2100"/>
              <a:gd name="T26" fmla="*/ 232 w 2100"/>
              <a:gd name="T27" fmla="*/ 1400 h 2100"/>
              <a:gd name="T28" fmla="*/ 232 w 2100"/>
              <a:gd name="T29" fmla="*/ 233 h 2100"/>
              <a:gd name="T30" fmla="*/ 1867 w 2100"/>
              <a:gd name="T31" fmla="*/ 233 h 2100"/>
              <a:gd name="T32" fmla="*/ 1867 w 2100"/>
              <a:gd name="T33" fmla="*/ 1400 h 2100"/>
              <a:gd name="T34" fmla="*/ 1517 w 2100"/>
              <a:gd name="T35" fmla="*/ 817 h 2100"/>
              <a:gd name="T36" fmla="*/ 1283 w 2100"/>
              <a:gd name="T37" fmla="*/ 817 h 2100"/>
              <a:gd name="T38" fmla="*/ 1283 w 2100"/>
              <a:gd name="T39" fmla="*/ 467 h 2100"/>
              <a:gd name="T40" fmla="*/ 817 w 2100"/>
              <a:gd name="T41" fmla="*/ 467 h 2100"/>
              <a:gd name="T42" fmla="*/ 817 w 2100"/>
              <a:gd name="T43" fmla="*/ 817 h 2100"/>
              <a:gd name="T44" fmla="*/ 583 w 2100"/>
              <a:gd name="T45" fmla="*/ 817 h 2100"/>
              <a:gd name="T46" fmla="*/ 1050 w 2100"/>
              <a:gd name="T47" fmla="*/ 1283 h 2100"/>
              <a:gd name="T48" fmla="*/ 1517 w 2100"/>
              <a:gd name="T49" fmla="*/ 81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2" y="0"/>
                  <a:pt x="232" y="0"/>
                  <a:pt x="232" y="0"/>
                </a:cubicBezTo>
                <a:cubicBezTo>
                  <a:pt x="103" y="0"/>
                  <a:pt x="1" y="105"/>
                  <a:pt x="1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3" y="2100"/>
                  <a:pt x="232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867" y="1400"/>
                </a:moveTo>
                <a:cubicBezTo>
                  <a:pt x="1400" y="1400"/>
                  <a:pt x="1400" y="1400"/>
                  <a:pt x="1400" y="1400"/>
                </a:cubicBezTo>
                <a:cubicBezTo>
                  <a:pt x="1400" y="1594"/>
                  <a:pt x="1243" y="1750"/>
                  <a:pt x="1050" y="1750"/>
                </a:cubicBezTo>
                <a:cubicBezTo>
                  <a:pt x="858" y="1750"/>
                  <a:pt x="700" y="1594"/>
                  <a:pt x="700" y="1400"/>
                </a:cubicBezTo>
                <a:cubicBezTo>
                  <a:pt x="232" y="1400"/>
                  <a:pt x="232" y="1400"/>
                  <a:pt x="232" y="1400"/>
                </a:cubicBezTo>
                <a:cubicBezTo>
                  <a:pt x="232" y="233"/>
                  <a:pt x="232" y="233"/>
                  <a:pt x="232" y="233"/>
                </a:cubicBezTo>
                <a:cubicBezTo>
                  <a:pt x="1867" y="233"/>
                  <a:pt x="1867" y="233"/>
                  <a:pt x="1867" y="233"/>
                </a:cubicBezTo>
                <a:lnTo>
                  <a:pt x="1867" y="1400"/>
                </a:lnTo>
                <a:close/>
                <a:moveTo>
                  <a:pt x="1517" y="817"/>
                </a:moveTo>
                <a:cubicBezTo>
                  <a:pt x="1283" y="817"/>
                  <a:pt x="1283" y="817"/>
                  <a:pt x="1283" y="817"/>
                </a:cubicBezTo>
                <a:cubicBezTo>
                  <a:pt x="1283" y="467"/>
                  <a:pt x="1283" y="467"/>
                  <a:pt x="1283" y="467"/>
                </a:cubicBezTo>
                <a:cubicBezTo>
                  <a:pt x="817" y="467"/>
                  <a:pt x="817" y="467"/>
                  <a:pt x="817" y="467"/>
                </a:cubicBezTo>
                <a:cubicBezTo>
                  <a:pt x="817" y="817"/>
                  <a:pt x="817" y="817"/>
                  <a:pt x="817" y="817"/>
                </a:cubicBezTo>
                <a:cubicBezTo>
                  <a:pt x="583" y="817"/>
                  <a:pt x="583" y="817"/>
                  <a:pt x="583" y="817"/>
                </a:cubicBezTo>
                <a:cubicBezTo>
                  <a:pt x="1050" y="1283"/>
                  <a:pt x="1050" y="1283"/>
                  <a:pt x="1050" y="1283"/>
                </a:cubicBezTo>
                <a:lnTo>
                  <a:pt x="1517" y="8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0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ext Wee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8464"/>
          </a:xfrm>
          <a:custGeom>
            <a:avLst/>
            <a:gdLst>
              <a:gd name="T0" fmla="*/ 2100 w 2334"/>
              <a:gd name="T1" fmla="*/ 467 h 2217"/>
              <a:gd name="T2" fmla="*/ 1634 w 2334"/>
              <a:gd name="T3" fmla="*/ 467 h 2217"/>
              <a:gd name="T4" fmla="*/ 1634 w 2334"/>
              <a:gd name="T5" fmla="*/ 233 h 2217"/>
              <a:gd name="T6" fmla="*/ 1565 w 2334"/>
              <a:gd name="T7" fmla="*/ 69 h 2217"/>
              <a:gd name="T8" fmla="*/ 1400 w 2334"/>
              <a:gd name="T9" fmla="*/ 0 h 2217"/>
              <a:gd name="T10" fmla="*/ 934 w 2334"/>
              <a:gd name="T11" fmla="*/ 0 h 2217"/>
              <a:gd name="T12" fmla="*/ 700 w 2334"/>
              <a:gd name="T13" fmla="*/ 233 h 2217"/>
              <a:gd name="T14" fmla="*/ 700 w 2334"/>
              <a:gd name="T15" fmla="*/ 467 h 2217"/>
              <a:gd name="T16" fmla="*/ 234 w 2334"/>
              <a:gd name="T17" fmla="*/ 467 h 2217"/>
              <a:gd name="T18" fmla="*/ 0 w 2334"/>
              <a:gd name="T19" fmla="*/ 700 h 2217"/>
              <a:gd name="T20" fmla="*/ 0 w 2334"/>
              <a:gd name="T21" fmla="*/ 1983 h 2217"/>
              <a:gd name="T22" fmla="*/ 234 w 2334"/>
              <a:gd name="T23" fmla="*/ 2217 h 2217"/>
              <a:gd name="T24" fmla="*/ 2100 w 2334"/>
              <a:gd name="T25" fmla="*/ 2217 h 2217"/>
              <a:gd name="T26" fmla="*/ 2334 w 2334"/>
              <a:gd name="T27" fmla="*/ 1983 h 2217"/>
              <a:gd name="T28" fmla="*/ 2334 w 2334"/>
              <a:gd name="T29" fmla="*/ 700 h 2217"/>
              <a:gd name="T30" fmla="*/ 2100 w 2334"/>
              <a:gd name="T31" fmla="*/ 467 h 2217"/>
              <a:gd name="T32" fmla="*/ 934 w 2334"/>
              <a:gd name="T33" fmla="*/ 233 h 2217"/>
              <a:gd name="T34" fmla="*/ 1400 w 2334"/>
              <a:gd name="T35" fmla="*/ 233 h 2217"/>
              <a:gd name="T36" fmla="*/ 1400 w 2334"/>
              <a:gd name="T37" fmla="*/ 467 h 2217"/>
              <a:gd name="T38" fmla="*/ 934 w 2334"/>
              <a:gd name="T39" fmla="*/ 467 h 2217"/>
              <a:gd name="T40" fmla="*/ 934 w 2334"/>
              <a:gd name="T41" fmla="*/ 233 h 2217"/>
              <a:gd name="T42" fmla="*/ 1050 w 2334"/>
              <a:gd name="T43" fmla="*/ 1808 h 2217"/>
              <a:gd name="T44" fmla="*/ 934 w 2334"/>
              <a:gd name="T45" fmla="*/ 1692 h 2217"/>
              <a:gd name="T46" fmla="*/ 1284 w 2334"/>
              <a:gd name="T47" fmla="*/ 1342 h 2217"/>
              <a:gd name="T48" fmla="*/ 934 w 2334"/>
              <a:gd name="T49" fmla="*/ 992 h 2217"/>
              <a:gd name="T50" fmla="*/ 1050 w 2334"/>
              <a:gd name="T51" fmla="*/ 875 h 2217"/>
              <a:gd name="T52" fmla="*/ 1517 w 2334"/>
              <a:gd name="T53" fmla="*/ 1342 h 2217"/>
              <a:gd name="T54" fmla="*/ 1050 w 2334"/>
              <a:gd name="T55" fmla="*/ 1808 h 2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34" h="2217">
                <a:moveTo>
                  <a:pt x="2100" y="467"/>
                </a:moveTo>
                <a:cubicBezTo>
                  <a:pt x="1634" y="467"/>
                  <a:pt x="1634" y="467"/>
                  <a:pt x="1634" y="467"/>
                </a:cubicBezTo>
                <a:cubicBezTo>
                  <a:pt x="1634" y="233"/>
                  <a:pt x="1634" y="233"/>
                  <a:pt x="1634" y="233"/>
                </a:cubicBezTo>
                <a:cubicBezTo>
                  <a:pt x="1634" y="169"/>
                  <a:pt x="1608" y="111"/>
                  <a:pt x="1565" y="69"/>
                </a:cubicBezTo>
                <a:cubicBezTo>
                  <a:pt x="1523" y="26"/>
                  <a:pt x="1464" y="0"/>
                  <a:pt x="1400" y="0"/>
                </a:cubicBezTo>
                <a:cubicBezTo>
                  <a:pt x="934" y="0"/>
                  <a:pt x="934" y="0"/>
                  <a:pt x="934" y="0"/>
                </a:cubicBezTo>
                <a:cubicBezTo>
                  <a:pt x="805" y="0"/>
                  <a:pt x="700" y="105"/>
                  <a:pt x="700" y="233"/>
                </a:cubicBezTo>
                <a:cubicBezTo>
                  <a:pt x="700" y="467"/>
                  <a:pt x="700" y="467"/>
                  <a:pt x="700" y="467"/>
                </a:cubicBezTo>
                <a:cubicBezTo>
                  <a:pt x="234" y="467"/>
                  <a:pt x="234" y="467"/>
                  <a:pt x="234" y="467"/>
                </a:cubicBezTo>
                <a:cubicBezTo>
                  <a:pt x="105" y="467"/>
                  <a:pt x="0" y="572"/>
                  <a:pt x="0" y="700"/>
                </a:cubicBezTo>
                <a:cubicBezTo>
                  <a:pt x="0" y="1983"/>
                  <a:pt x="0" y="1983"/>
                  <a:pt x="0" y="1983"/>
                </a:cubicBezTo>
                <a:cubicBezTo>
                  <a:pt x="0" y="2112"/>
                  <a:pt x="105" y="2217"/>
                  <a:pt x="234" y="2217"/>
                </a:cubicBezTo>
                <a:cubicBezTo>
                  <a:pt x="2100" y="2217"/>
                  <a:pt x="2100" y="2217"/>
                  <a:pt x="2100" y="2217"/>
                </a:cubicBezTo>
                <a:cubicBezTo>
                  <a:pt x="2229" y="2217"/>
                  <a:pt x="2334" y="2112"/>
                  <a:pt x="2334" y="1983"/>
                </a:cubicBezTo>
                <a:cubicBezTo>
                  <a:pt x="2334" y="700"/>
                  <a:pt x="2334" y="700"/>
                  <a:pt x="2334" y="700"/>
                </a:cubicBezTo>
                <a:cubicBezTo>
                  <a:pt x="2334" y="572"/>
                  <a:pt x="2229" y="467"/>
                  <a:pt x="2100" y="467"/>
                </a:cubicBezTo>
                <a:close/>
                <a:moveTo>
                  <a:pt x="934" y="233"/>
                </a:moveTo>
                <a:cubicBezTo>
                  <a:pt x="1400" y="233"/>
                  <a:pt x="1400" y="233"/>
                  <a:pt x="1400" y="233"/>
                </a:cubicBezTo>
                <a:cubicBezTo>
                  <a:pt x="1400" y="467"/>
                  <a:pt x="1400" y="467"/>
                  <a:pt x="1400" y="467"/>
                </a:cubicBezTo>
                <a:cubicBezTo>
                  <a:pt x="934" y="467"/>
                  <a:pt x="934" y="467"/>
                  <a:pt x="934" y="467"/>
                </a:cubicBezTo>
                <a:lnTo>
                  <a:pt x="934" y="233"/>
                </a:lnTo>
                <a:close/>
                <a:moveTo>
                  <a:pt x="1050" y="1808"/>
                </a:moveTo>
                <a:cubicBezTo>
                  <a:pt x="934" y="1692"/>
                  <a:pt x="934" y="1692"/>
                  <a:pt x="934" y="1692"/>
                </a:cubicBezTo>
                <a:cubicBezTo>
                  <a:pt x="1284" y="1342"/>
                  <a:pt x="1284" y="1342"/>
                  <a:pt x="1284" y="1342"/>
                </a:cubicBezTo>
                <a:cubicBezTo>
                  <a:pt x="934" y="992"/>
                  <a:pt x="934" y="992"/>
                  <a:pt x="934" y="992"/>
                </a:cubicBezTo>
                <a:cubicBezTo>
                  <a:pt x="1050" y="875"/>
                  <a:pt x="1050" y="875"/>
                  <a:pt x="1050" y="875"/>
                </a:cubicBezTo>
                <a:cubicBezTo>
                  <a:pt x="1517" y="1342"/>
                  <a:pt x="1517" y="1342"/>
                  <a:pt x="1517" y="1342"/>
                </a:cubicBezTo>
                <a:lnTo>
                  <a:pt x="1050" y="18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5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do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02148"/>
          </a:xfrm>
          <a:custGeom>
            <a:avLst/>
            <a:gdLst>
              <a:gd name="T0" fmla="*/ 1967 w 2387"/>
              <a:gd name="T1" fmla="*/ 420 h 1050"/>
              <a:gd name="T2" fmla="*/ 1162 w 2387"/>
              <a:gd name="T3" fmla="*/ 116 h 1050"/>
              <a:gd name="T4" fmla="*/ 0 w 2387"/>
              <a:gd name="T5" fmla="*/ 959 h 1050"/>
              <a:gd name="T6" fmla="*/ 275 w 2387"/>
              <a:gd name="T7" fmla="*/ 1050 h 1050"/>
              <a:gd name="T8" fmla="*/ 1162 w 2387"/>
              <a:gd name="T9" fmla="*/ 408 h 1050"/>
              <a:gd name="T10" fmla="*/ 1759 w 2387"/>
              <a:gd name="T11" fmla="*/ 627 h 1050"/>
              <a:gd name="T12" fmla="*/ 1337 w 2387"/>
              <a:gd name="T13" fmla="*/ 1050 h 1050"/>
              <a:gd name="T14" fmla="*/ 2387 w 2387"/>
              <a:gd name="T15" fmla="*/ 1050 h 1050"/>
              <a:gd name="T16" fmla="*/ 2387 w 2387"/>
              <a:gd name="T17" fmla="*/ 0 h 1050"/>
              <a:gd name="T18" fmla="*/ 1967 w 2387"/>
              <a:gd name="T19" fmla="*/ 420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87" h="1050">
                <a:moveTo>
                  <a:pt x="1967" y="420"/>
                </a:moveTo>
                <a:cubicBezTo>
                  <a:pt x="1751" y="232"/>
                  <a:pt x="1471" y="116"/>
                  <a:pt x="1162" y="116"/>
                </a:cubicBezTo>
                <a:cubicBezTo>
                  <a:pt x="619" y="116"/>
                  <a:pt x="161" y="470"/>
                  <a:pt x="0" y="959"/>
                </a:cubicBezTo>
                <a:cubicBezTo>
                  <a:pt x="275" y="1050"/>
                  <a:pt x="275" y="1050"/>
                  <a:pt x="275" y="1050"/>
                </a:cubicBezTo>
                <a:cubicBezTo>
                  <a:pt x="398" y="678"/>
                  <a:pt x="748" y="408"/>
                  <a:pt x="1162" y="408"/>
                </a:cubicBezTo>
                <a:cubicBezTo>
                  <a:pt x="1389" y="408"/>
                  <a:pt x="1597" y="492"/>
                  <a:pt x="1759" y="627"/>
                </a:cubicBezTo>
                <a:cubicBezTo>
                  <a:pt x="1337" y="1050"/>
                  <a:pt x="1337" y="1050"/>
                  <a:pt x="1337" y="1050"/>
                </a:cubicBezTo>
                <a:cubicBezTo>
                  <a:pt x="2387" y="1050"/>
                  <a:pt x="2387" y="1050"/>
                  <a:pt x="2387" y="1050"/>
                </a:cubicBezTo>
                <a:cubicBezTo>
                  <a:pt x="2387" y="0"/>
                  <a:pt x="2387" y="0"/>
                  <a:pt x="2387" y="0"/>
                </a:cubicBezTo>
                <a:lnTo>
                  <a:pt x="1967" y="4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159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move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131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46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move Circ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167 w 2334"/>
              <a:gd name="T1" fmla="*/ 0 h 2334"/>
              <a:gd name="T2" fmla="*/ 0 w 2334"/>
              <a:gd name="T3" fmla="*/ 1167 h 2334"/>
              <a:gd name="T4" fmla="*/ 1167 w 2334"/>
              <a:gd name="T5" fmla="*/ 2334 h 2334"/>
              <a:gd name="T6" fmla="*/ 2334 w 2334"/>
              <a:gd name="T7" fmla="*/ 1167 h 2334"/>
              <a:gd name="T8" fmla="*/ 1167 w 2334"/>
              <a:gd name="T9" fmla="*/ 0 h 2334"/>
              <a:gd name="T10" fmla="*/ 1750 w 2334"/>
              <a:gd name="T11" fmla="*/ 1284 h 2334"/>
              <a:gd name="T12" fmla="*/ 584 w 2334"/>
              <a:gd name="T13" fmla="*/ 1284 h 2334"/>
              <a:gd name="T14" fmla="*/ 584 w 2334"/>
              <a:gd name="T15" fmla="*/ 1050 h 2334"/>
              <a:gd name="T16" fmla="*/ 1750 w 2334"/>
              <a:gd name="T17" fmla="*/ 1050 h 2334"/>
              <a:gd name="T18" fmla="*/ 1750 w 2334"/>
              <a:gd name="T19" fmla="*/ 128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34" h="2334"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750" y="1284"/>
                </a:moveTo>
                <a:cubicBezTo>
                  <a:pt x="584" y="1284"/>
                  <a:pt x="584" y="1284"/>
                  <a:pt x="584" y="1284"/>
                </a:cubicBezTo>
                <a:cubicBezTo>
                  <a:pt x="584" y="1050"/>
                  <a:pt x="584" y="1050"/>
                  <a:pt x="584" y="1050"/>
                </a:cubicBezTo>
                <a:cubicBezTo>
                  <a:pt x="1750" y="1050"/>
                  <a:pt x="1750" y="1050"/>
                  <a:pt x="1750" y="1050"/>
                </a:cubicBezTo>
                <a:lnTo>
                  <a:pt x="1750" y="128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50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move Circle Out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584 w 2334"/>
              <a:gd name="T1" fmla="*/ 1050 h 2334"/>
              <a:gd name="T2" fmla="*/ 584 w 2334"/>
              <a:gd name="T3" fmla="*/ 1284 h 2334"/>
              <a:gd name="T4" fmla="*/ 1750 w 2334"/>
              <a:gd name="T5" fmla="*/ 1284 h 2334"/>
              <a:gd name="T6" fmla="*/ 1750 w 2334"/>
              <a:gd name="T7" fmla="*/ 1050 h 2334"/>
              <a:gd name="T8" fmla="*/ 584 w 2334"/>
              <a:gd name="T9" fmla="*/ 1050 h 2334"/>
              <a:gd name="T10" fmla="*/ 1167 w 2334"/>
              <a:gd name="T11" fmla="*/ 0 h 2334"/>
              <a:gd name="T12" fmla="*/ 0 w 2334"/>
              <a:gd name="T13" fmla="*/ 1167 h 2334"/>
              <a:gd name="T14" fmla="*/ 1167 w 2334"/>
              <a:gd name="T15" fmla="*/ 2334 h 2334"/>
              <a:gd name="T16" fmla="*/ 2334 w 2334"/>
              <a:gd name="T17" fmla="*/ 1167 h 2334"/>
              <a:gd name="T18" fmla="*/ 1167 w 2334"/>
              <a:gd name="T19" fmla="*/ 0 h 2334"/>
              <a:gd name="T20" fmla="*/ 1167 w 2334"/>
              <a:gd name="T21" fmla="*/ 2100 h 2334"/>
              <a:gd name="T22" fmla="*/ 234 w 2334"/>
              <a:gd name="T23" fmla="*/ 1167 h 2334"/>
              <a:gd name="T24" fmla="*/ 1167 w 2334"/>
              <a:gd name="T25" fmla="*/ 234 h 2334"/>
              <a:gd name="T26" fmla="*/ 2100 w 2334"/>
              <a:gd name="T27" fmla="*/ 1167 h 2334"/>
              <a:gd name="T28" fmla="*/ 1167 w 2334"/>
              <a:gd name="T29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334" h="2334">
                <a:moveTo>
                  <a:pt x="584" y="1050"/>
                </a:moveTo>
                <a:cubicBezTo>
                  <a:pt x="584" y="1284"/>
                  <a:pt x="584" y="1284"/>
                  <a:pt x="584" y="1284"/>
                </a:cubicBezTo>
                <a:cubicBezTo>
                  <a:pt x="1750" y="1284"/>
                  <a:pt x="1750" y="1284"/>
                  <a:pt x="1750" y="1284"/>
                </a:cubicBezTo>
                <a:cubicBezTo>
                  <a:pt x="1750" y="1050"/>
                  <a:pt x="1750" y="1050"/>
                  <a:pt x="1750" y="1050"/>
                </a:cubicBezTo>
                <a:lnTo>
                  <a:pt x="584" y="1050"/>
                </a:lnTo>
                <a:close/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167" y="2100"/>
                </a:moveTo>
                <a:cubicBezTo>
                  <a:pt x="652" y="2100"/>
                  <a:pt x="234" y="1682"/>
                  <a:pt x="234" y="1167"/>
                </a:cubicBezTo>
                <a:cubicBezTo>
                  <a:pt x="234" y="652"/>
                  <a:pt x="652" y="234"/>
                  <a:pt x="1167" y="234"/>
                </a:cubicBezTo>
                <a:cubicBezTo>
                  <a:pt x="1682" y="234"/>
                  <a:pt x="2100" y="652"/>
                  <a:pt x="2100" y="1167"/>
                </a:cubicBezTo>
                <a:cubicBezTo>
                  <a:pt x="2100" y="1682"/>
                  <a:pt x="1682" y="2100"/>
                  <a:pt x="1167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093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ply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61969"/>
          </a:xfrm>
          <a:custGeom>
            <a:avLst/>
            <a:gdLst>
              <a:gd name="T0" fmla="*/ 817 w 2100"/>
              <a:gd name="T1" fmla="*/ 467 h 1750"/>
              <a:gd name="T2" fmla="*/ 817 w 2100"/>
              <a:gd name="T3" fmla="*/ 0 h 1750"/>
              <a:gd name="T4" fmla="*/ 0 w 2100"/>
              <a:gd name="T5" fmla="*/ 817 h 1750"/>
              <a:gd name="T6" fmla="*/ 817 w 2100"/>
              <a:gd name="T7" fmla="*/ 1634 h 1750"/>
              <a:gd name="T8" fmla="*/ 817 w 2100"/>
              <a:gd name="T9" fmla="*/ 1155 h 1750"/>
              <a:gd name="T10" fmla="*/ 2100 w 2100"/>
              <a:gd name="T11" fmla="*/ 1750 h 1750"/>
              <a:gd name="T12" fmla="*/ 817 w 2100"/>
              <a:gd name="T13" fmla="*/ 467 h 1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100" h="1750">
                <a:moveTo>
                  <a:pt x="817" y="467"/>
                </a:moveTo>
                <a:cubicBezTo>
                  <a:pt x="817" y="0"/>
                  <a:pt x="817" y="0"/>
                  <a:pt x="817" y="0"/>
                </a:cubicBezTo>
                <a:cubicBezTo>
                  <a:pt x="0" y="817"/>
                  <a:pt x="0" y="817"/>
                  <a:pt x="0" y="817"/>
                </a:cubicBezTo>
                <a:cubicBezTo>
                  <a:pt x="817" y="1634"/>
                  <a:pt x="817" y="1634"/>
                  <a:pt x="817" y="1634"/>
                </a:cubicBezTo>
                <a:cubicBezTo>
                  <a:pt x="817" y="1155"/>
                  <a:pt x="817" y="1155"/>
                  <a:pt x="817" y="1155"/>
                </a:cubicBezTo>
                <a:cubicBezTo>
                  <a:pt x="1400" y="1155"/>
                  <a:pt x="1808" y="1342"/>
                  <a:pt x="2100" y="1750"/>
                </a:cubicBezTo>
                <a:cubicBezTo>
                  <a:pt x="1983" y="1167"/>
                  <a:pt x="1633" y="584"/>
                  <a:pt x="817" y="4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7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ply A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71535"/>
          </a:xfrm>
          <a:custGeom>
            <a:avLst/>
            <a:gdLst>
              <a:gd name="T0" fmla="*/ 817 w 2800"/>
              <a:gd name="T1" fmla="*/ 350 h 1750"/>
              <a:gd name="T2" fmla="*/ 817 w 2800"/>
              <a:gd name="T3" fmla="*/ 0 h 1750"/>
              <a:gd name="T4" fmla="*/ 0 w 2800"/>
              <a:gd name="T5" fmla="*/ 817 h 1750"/>
              <a:gd name="T6" fmla="*/ 817 w 2800"/>
              <a:gd name="T7" fmla="*/ 1634 h 1750"/>
              <a:gd name="T8" fmla="*/ 817 w 2800"/>
              <a:gd name="T9" fmla="*/ 1284 h 1750"/>
              <a:gd name="T10" fmla="*/ 350 w 2800"/>
              <a:gd name="T11" fmla="*/ 817 h 1750"/>
              <a:gd name="T12" fmla="*/ 817 w 2800"/>
              <a:gd name="T13" fmla="*/ 350 h 1750"/>
              <a:gd name="T14" fmla="*/ 1517 w 2800"/>
              <a:gd name="T15" fmla="*/ 467 h 1750"/>
              <a:gd name="T16" fmla="*/ 1517 w 2800"/>
              <a:gd name="T17" fmla="*/ 0 h 1750"/>
              <a:gd name="T18" fmla="*/ 700 w 2800"/>
              <a:gd name="T19" fmla="*/ 817 h 1750"/>
              <a:gd name="T20" fmla="*/ 1517 w 2800"/>
              <a:gd name="T21" fmla="*/ 1634 h 1750"/>
              <a:gd name="T22" fmla="*/ 1517 w 2800"/>
              <a:gd name="T23" fmla="*/ 1155 h 1750"/>
              <a:gd name="T24" fmla="*/ 2800 w 2800"/>
              <a:gd name="T25" fmla="*/ 1750 h 1750"/>
              <a:gd name="T26" fmla="*/ 1517 w 2800"/>
              <a:gd name="T27" fmla="*/ 467 h 1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800" h="1750">
                <a:moveTo>
                  <a:pt x="817" y="350"/>
                </a:moveTo>
                <a:cubicBezTo>
                  <a:pt x="817" y="0"/>
                  <a:pt x="817" y="0"/>
                  <a:pt x="817" y="0"/>
                </a:cubicBezTo>
                <a:cubicBezTo>
                  <a:pt x="0" y="817"/>
                  <a:pt x="0" y="817"/>
                  <a:pt x="0" y="817"/>
                </a:cubicBezTo>
                <a:cubicBezTo>
                  <a:pt x="817" y="1634"/>
                  <a:pt x="817" y="1634"/>
                  <a:pt x="817" y="1634"/>
                </a:cubicBezTo>
                <a:cubicBezTo>
                  <a:pt x="817" y="1284"/>
                  <a:pt x="817" y="1284"/>
                  <a:pt x="817" y="1284"/>
                </a:cubicBezTo>
                <a:cubicBezTo>
                  <a:pt x="350" y="817"/>
                  <a:pt x="350" y="817"/>
                  <a:pt x="350" y="817"/>
                </a:cubicBezTo>
                <a:lnTo>
                  <a:pt x="817" y="350"/>
                </a:lnTo>
                <a:close/>
                <a:moveTo>
                  <a:pt x="1517" y="467"/>
                </a:moveTo>
                <a:cubicBezTo>
                  <a:pt x="1517" y="0"/>
                  <a:pt x="1517" y="0"/>
                  <a:pt x="1517" y="0"/>
                </a:cubicBezTo>
                <a:cubicBezTo>
                  <a:pt x="700" y="817"/>
                  <a:pt x="700" y="817"/>
                  <a:pt x="700" y="817"/>
                </a:cubicBezTo>
                <a:cubicBezTo>
                  <a:pt x="1517" y="1634"/>
                  <a:pt x="1517" y="1634"/>
                  <a:pt x="1517" y="1634"/>
                </a:cubicBezTo>
                <a:cubicBezTo>
                  <a:pt x="1517" y="1155"/>
                  <a:pt x="1517" y="1155"/>
                  <a:pt x="1517" y="1155"/>
                </a:cubicBezTo>
                <a:cubicBezTo>
                  <a:pt x="2100" y="1155"/>
                  <a:pt x="2508" y="1342"/>
                  <a:pt x="2800" y="1750"/>
                </a:cubicBezTo>
                <a:cubicBezTo>
                  <a:pt x="2683" y="1167"/>
                  <a:pt x="2333" y="584"/>
                  <a:pt x="1517" y="4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25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por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485 w 2100"/>
              <a:gd name="T1" fmla="*/ 0 h 2100"/>
              <a:gd name="T2" fmla="*/ 615 w 2100"/>
              <a:gd name="T3" fmla="*/ 0 h 2100"/>
              <a:gd name="T4" fmla="*/ 0 w 2100"/>
              <a:gd name="T5" fmla="*/ 615 h 2100"/>
              <a:gd name="T6" fmla="*/ 0 w 2100"/>
              <a:gd name="T7" fmla="*/ 1485 h 2100"/>
              <a:gd name="T8" fmla="*/ 615 w 2100"/>
              <a:gd name="T9" fmla="*/ 2100 h 2100"/>
              <a:gd name="T10" fmla="*/ 1485 w 2100"/>
              <a:gd name="T11" fmla="*/ 2100 h 2100"/>
              <a:gd name="T12" fmla="*/ 2100 w 2100"/>
              <a:gd name="T13" fmla="*/ 1485 h 2100"/>
              <a:gd name="T14" fmla="*/ 2100 w 2100"/>
              <a:gd name="T15" fmla="*/ 615 h 2100"/>
              <a:gd name="T16" fmla="*/ 1485 w 2100"/>
              <a:gd name="T17" fmla="*/ 0 h 2100"/>
              <a:gd name="T18" fmla="*/ 1050 w 2100"/>
              <a:gd name="T19" fmla="*/ 1668 h 2100"/>
              <a:gd name="T20" fmla="*/ 898 w 2100"/>
              <a:gd name="T21" fmla="*/ 1517 h 2100"/>
              <a:gd name="T22" fmla="*/ 1050 w 2100"/>
              <a:gd name="T23" fmla="*/ 1365 h 2100"/>
              <a:gd name="T24" fmla="*/ 1202 w 2100"/>
              <a:gd name="T25" fmla="*/ 1517 h 2100"/>
              <a:gd name="T26" fmla="*/ 1050 w 2100"/>
              <a:gd name="T27" fmla="*/ 1668 h 2100"/>
              <a:gd name="T28" fmla="*/ 1167 w 2100"/>
              <a:gd name="T29" fmla="*/ 1167 h 2100"/>
              <a:gd name="T30" fmla="*/ 933 w 2100"/>
              <a:gd name="T31" fmla="*/ 1167 h 2100"/>
              <a:gd name="T32" fmla="*/ 933 w 2100"/>
              <a:gd name="T33" fmla="*/ 467 h 2100"/>
              <a:gd name="T34" fmla="*/ 1167 w 2100"/>
              <a:gd name="T35" fmla="*/ 467 h 2100"/>
              <a:gd name="T36" fmla="*/ 1167 w 2100"/>
              <a:gd name="T37" fmla="*/ 11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100" h="2100">
                <a:moveTo>
                  <a:pt x="1485" y="0"/>
                </a:moveTo>
                <a:cubicBezTo>
                  <a:pt x="615" y="0"/>
                  <a:pt x="615" y="0"/>
                  <a:pt x="615" y="0"/>
                </a:cubicBezTo>
                <a:cubicBezTo>
                  <a:pt x="0" y="615"/>
                  <a:pt x="0" y="615"/>
                  <a:pt x="0" y="615"/>
                </a:cubicBezTo>
                <a:cubicBezTo>
                  <a:pt x="0" y="1485"/>
                  <a:pt x="0" y="1485"/>
                  <a:pt x="0" y="1485"/>
                </a:cubicBezTo>
                <a:cubicBezTo>
                  <a:pt x="615" y="2100"/>
                  <a:pt x="615" y="2100"/>
                  <a:pt x="615" y="2100"/>
                </a:cubicBezTo>
                <a:cubicBezTo>
                  <a:pt x="1485" y="2100"/>
                  <a:pt x="1485" y="2100"/>
                  <a:pt x="1485" y="2100"/>
                </a:cubicBezTo>
                <a:cubicBezTo>
                  <a:pt x="2100" y="1485"/>
                  <a:pt x="2100" y="1485"/>
                  <a:pt x="2100" y="1485"/>
                </a:cubicBezTo>
                <a:cubicBezTo>
                  <a:pt x="2100" y="615"/>
                  <a:pt x="2100" y="615"/>
                  <a:pt x="2100" y="615"/>
                </a:cubicBezTo>
                <a:lnTo>
                  <a:pt x="1485" y="0"/>
                </a:lnTo>
                <a:close/>
                <a:moveTo>
                  <a:pt x="1050" y="1668"/>
                </a:moveTo>
                <a:cubicBezTo>
                  <a:pt x="966" y="1668"/>
                  <a:pt x="898" y="1601"/>
                  <a:pt x="898" y="1517"/>
                </a:cubicBezTo>
                <a:cubicBezTo>
                  <a:pt x="898" y="1433"/>
                  <a:pt x="966" y="1365"/>
                  <a:pt x="1050" y="1365"/>
                </a:cubicBezTo>
                <a:cubicBezTo>
                  <a:pt x="1134" y="1365"/>
                  <a:pt x="1202" y="1433"/>
                  <a:pt x="1202" y="1517"/>
                </a:cubicBezTo>
                <a:cubicBezTo>
                  <a:pt x="1202" y="1601"/>
                  <a:pt x="1134" y="1668"/>
                  <a:pt x="1050" y="1668"/>
                </a:cubicBezTo>
                <a:close/>
                <a:moveTo>
                  <a:pt x="1167" y="1167"/>
                </a:moveTo>
                <a:cubicBezTo>
                  <a:pt x="933" y="1167"/>
                  <a:pt x="933" y="1167"/>
                  <a:pt x="933" y="1167"/>
                </a:cubicBezTo>
                <a:cubicBezTo>
                  <a:pt x="933" y="467"/>
                  <a:pt x="933" y="467"/>
                  <a:pt x="933" y="467"/>
                </a:cubicBezTo>
                <a:cubicBezTo>
                  <a:pt x="1167" y="467"/>
                  <a:pt x="1167" y="467"/>
                  <a:pt x="1167" y="467"/>
                </a:cubicBezTo>
                <a:lnTo>
                  <a:pt x="1167" y="11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5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av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633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467 h 2100"/>
              <a:gd name="T16" fmla="*/ 1633 w 2100"/>
              <a:gd name="T17" fmla="*/ 0 h 2100"/>
              <a:gd name="T18" fmla="*/ 1050 w 2100"/>
              <a:gd name="T19" fmla="*/ 1867 h 2100"/>
              <a:gd name="T20" fmla="*/ 700 w 2100"/>
              <a:gd name="T21" fmla="*/ 1517 h 2100"/>
              <a:gd name="T22" fmla="*/ 1050 w 2100"/>
              <a:gd name="T23" fmla="*/ 1167 h 2100"/>
              <a:gd name="T24" fmla="*/ 1400 w 2100"/>
              <a:gd name="T25" fmla="*/ 1517 h 2100"/>
              <a:gd name="T26" fmla="*/ 1050 w 2100"/>
              <a:gd name="T27" fmla="*/ 1867 h 2100"/>
              <a:gd name="T28" fmla="*/ 1400 w 2100"/>
              <a:gd name="T29" fmla="*/ 700 h 2100"/>
              <a:gd name="T30" fmla="*/ 233 w 2100"/>
              <a:gd name="T31" fmla="*/ 700 h 2100"/>
              <a:gd name="T32" fmla="*/ 233 w 2100"/>
              <a:gd name="T33" fmla="*/ 233 h 2100"/>
              <a:gd name="T34" fmla="*/ 1400 w 2100"/>
              <a:gd name="T35" fmla="*/ 233 h 2100"/>
              <a:gd name="T36" fmla="*/ 1400 w 2100"/>
              <a:gd name="T37" fmla="*/ 70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100" h="2100">
                <a:moveTo>
                  <a:pt x="16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4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467"/>
                  <a:pt x="2100" y="467"/>
                  <a:pt x="2100" y="467"/>
                </a:cubicBezTo>
                <a:lnTo>
                  <a:pt x="1633" y="0"/>
                </a:lnTo>
                <a:close/>
                <a:moveTo>
                  <a:pt x="1050" y="1867"/>
                </a:moveTo>
                <a:cubicBezTo>
                  <a:pt x="856" y="1867"/>
                  <a:pt x="700" y="1710"/>
                  <a:pt x="700" y="1517"/>
                </a:cubicBezTo>
                <a:cubicBezTo>
                  <a:pt x="700" y="1323"/>
                  <a:pt x="856" y="1167"/>
                  <a:pt x="1050" y="1167"/>
                </a:cubicBezTo>
                <a:cubicBezTo>
                  <a:pt x="1244" y="1167"/>
                  <a:pt x="1400" y="1323"/>
                  <a:pt x="1400" y="1517"/>
                </a:cubicBezTo>
                <a:cubicBezTo>
                  <a:pt x="1400" y="1710"/>
                  <a:pt x="1244" y="1867"/>
                  <a:pt x="1050" y="1867"/>
                </a:cubicBezTo>
                <a:close/>
                <a:moveTo>
                  <a:pt x="1400" y="700"/>
                </a:moveTo>
                <a:cubicBezTo>
                  <a:pt x="233" y="700"/>
                  <a:pt x="233" y="700"/>
                  <a:pt x="233" y="700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400" y="233"/>
                  <a:pt x="1400" y="233"/>
                  <a:pt x="1400" y="233"/>
                </a:cubicBezTo>
                <a:lnTo>
                  <a:pt x="1400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5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lect A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33 w 2100"/>
              <a:gd name="T1" fmla="*/ 233 h 2100"/>
              <a:gd name="T2" fmla="*/ 0 w 2100"/>
              <a:gd name="T3" fmla="*/ 233 h 2100"/>
              <a:gd name="T4" fmla="*/ 233 w 2100"/>
              <a:gd name="T5" fmla="*/ 1167 h 2100"/>
              <a:gd name="T6" fmla="*/ 0 w 2100"/>
              <a:gd name="T7" fmla="*/ 933 h 2100"/>
              <a:gd name="T8" fmla="*/ 467 w 2100"/>
              <a:gd name="T9" fmla="*/ 2100 h 2100"/>
              <a:gd name="T10" fmla="*/ 700 w 2100"/>
              <a:gd name="T11" fmla="*/ 1867 h 2100"/>
              <a:gd name="T12" fmla="*/ 467 w 2100"/>
              <a:gd name="T13" fmla="*/ 2100 h 2100"/>
              <a:gd name="T14" fmla="*/ 233 w 2100"/>
              <a:gd name="T15" fmla="*/ 700 h 2100"/>
              <a:gd name="T16" fmla="*/ 0 w 2100"/>
              <a:gd name="T17" fmla="*/ 467 h 2100"/>
              <a:gd name="T18" fmla="*/ 1167 w 2100"/>
              <a:gd name="T19" fmla="*/ 0 h 2100"/>
              <a:gd name="T20" fmla="*/ 933 w 2100"/>
              <a:gd name="T21" fmla="*/ 233 h 2100"/>
              <a:gd name="T22" fmla="*/ 1167 w 2100"/>
              <a:gd name="T23" fmla="*/ 0 h 2100"/>
              <a:gd name="T24" fmla="*/ 1867 w 2100"/>
              <a:gd name="T25" fmla="*/ 233 h 2100"/>
              <a:gd name="T26" fmla="*/ 1867 w 2100"/>
              <a:gd name="T27" fmla="*/ 0 h 2100"/>
              <a:gd name="T28" fmla="*/ 233 w 2100"/>
              <a:gd name="T29" fmla="*/ 1867 h 2100"/>
              <a:gd name="T30" fmla="*/ 233 w 2100"/>
              <a:gd name="T31" fmla="*/ 2100 h 2100"/>
              <a:gd name="T32" fmla="*/ 233 w 2100"/>
              <a:gd name="T33" fmla="*/ 1633 h 2100"/>
              <a:gd name="T34" fmla="*/ 0 w 2100"/>
              <a:gd name="T35" fmla="*/ 1400 h 2100"/>
              <a:gd name="T36" fmla="*/ 700 w 2100"/>
              <a:gd name="T37" fmla="*/ 0 h 2100"/>
              <a:gd name="T38" fmla="*/ 467 w 2100"/>
              <a:gd name="T39" fmla="*/ 233 h 2100"/>
              <a:gd name="T40" fmla="*/ 700 w 2100"/>
              <a:gd name="T41" fmla="*/ 0 h 2100"/>
              <a:gd name="T42" fmla="*/ 1167 w 2100"/>
              <a:gd name="T43" fmla="*/ 2100 h 2100"/>
              <a:gd name="T44" fmla="*/ 933 w 2100"/>
              <a:gd name="T45" fmla="*/ 1867 h 2100"/>
              <a:gd name="T46" fmla="*/ 1867 w 2100"/>
              <a:gd name="T47" fmla="*/ 1167 h 2100"/>
              <a:gd name="T48" fmla="*/ 2100 w 2100"/>
              <a:gd name="T49" fmla="*/ 933 h 2100"/>
              <a:gd name="T50" fmla="*/ 1867 w 2100"/>
              <a:gd name="T51" fmla="*/ 1167 h 2100"/>
              <a:gd name="T52" fmla="*/ 2100 w 2100"/>
              <a:gd name="T53" fmla="*/ 1867 h 2100"/>
              <a:gd name="T54" fmla="*/ 1867 w 2100"/>
              <a:gd name="T55" fmla="*/ 2100 h 2100"/>
              <a:gd name="T56" fmla="*/ 2100 w 2100"/>
              <a:gd name="T57" fmla="*/ 700 h 2100"/>
              <a:gd name="T58" fmla="*/ 1867 w 2100"/>
              <a:gd name="T59" fmla="*/ 467 h 2100"/>
              <a:gd name="T60" fmla="*/ 1867 w 2100"/>
              <a:gd name="T61" fmla="*/ 1633 h 2100"/>
              <a:gd name="T62" fmla="*/ 2100 w 2100"/>
              <a:gd name="T63" fmla="*/ 1400 h 2100"/>
              <a:gd name="T64" fmla="*/ 1867 w 2100"/>
              <a:gd name="T65" fmla="*/ 1633 h 2100"/>
              <a:gd name="T66" fmla="*/ 1633 w 2100"/>
              <a:gd name="T67" fmla="*/ 2100 h 2100"/>
              <a:gd name="T68" fmla="*/ 1400 w 2100"/>
              <a:gd name="T69" fmla="*/ 1867 h 2100"/>
              <a:gd name="T70" fmla="*/ 1400 w 2100"/>
              <a:gd name="T71" fmla="*/ 233 h 2100"/>
              <a:gd name="T72" fmla="*/ 1633 w 2100"/>
              <a:gd name="T73" fmla="*/ 0 h 2100"/>
              <a:gd name="T74" fmla="*/ 1400 w 2100"/>
              <a:gd name="T75" fmla="*/ 233 h 2100"/>
              <a:gd name="T76" fmla="*/ 1633 w 2100"/>
              <a:gd name="T77" fmla="*/ 1633 h 2100"/>
              <a:gd name="T78" fmla="*/ 467 w 2100"/>
              <a:gd name="T79" fmla="*/ 467 h 2100"/>
              <a:gd name="T80" fmla="*/ 700 w 2100"/>
              <a:gd name="T81" fmla="*/ 700 h 2100"/>
              <a:gd name="T82" fmla="*/ 1400 w 2100"/>
              <a:gd name="T83" fmla="*/ 1400 h 2100"/>
              <a:gd name="T84" fmla="*/ 700 w 2100"/>
              <a:gd name="T85" fmla="*/ 70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100" h="2100">
                <a:moveTo>
                  <a:pt x="0" y="233"/>
                </a:moveTo>
                <a:cubicBezTo>
                  <a:pt x="233" y="233"/>
                  <a:pt x="233" y="233"/>
                  <a:pt x="233" y="233"/>
                </a:cubicBez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lose/>
                <a:moveTo>
                  <a:pt x="0" y="1167"/>
                </a:moveTo>
                <a:cubicBezTo>
                  <a:pt x="233" y="1167"/>
                  <a:pt x="233" y="1167"/>
                  <a:pt x="233" y="1167"/>
                </a:cubicBezTo>
                <a:cubicBezTo>
                  <a:pt x="233" y="933"/>
                  <a:pt x="233" y="933"/>
                  <a:pt x="233" y="933"/>
                </a:cubicBezTo>
                <a:cubicBezTo>
                  <a:pt x="0" y="933"/>
                  <a:pt x="0" y="933"/>
                  <a:pt x="0" y="933"/>
                </a:cubicBezTo>
                <a:lnTo>
                  <a:pt x="0" y="1167"/>
                </a:lnTo>
                <a:close/>
                <a:moveTo>
                  <a:pt x="467" y="2100"/>
                </a:moveTo>
                <a:cubicBezTo>
                  <a:pt x="700" y="2100"/>
                  <a:pt x="700" y="2100"/>
                  <a:pt x="700" y="2100"/>
                </a:cubicBezTo>
                <a:cubicBezTo>
                  <a:pt x="700" y="1867"/>
                  <a:pt x="700" y="1867"/>
                  <a:pt x="700" y="1867"/>
                </a:cubicBezTo>
                <a:cubicBezTo>
                  <a:pt x="467" y="1867"/>
                  <a:pt x="467" y="1867"/>
                  <a:pt x="467" y="1867"/>
                </a:cubicBezTo>
                <a:lnTo>
                  <a:pt x="467" y="2100"/>
                </a:lnTo>
                <a:close/>
                <a:moveTo>
                  <a:pt x="0" y="700"/>
                </a:moveTo>
                <a:cubicBezTo>
                  <a:pt x="233" y="700"/>
                  <a:pt x="233" y="700"/>
                  <a:pt x="233" y="700"/>
                </a:cubicBezTo>
                <a:cubicBezTo>
                  <a:pt x="233" y="467"/>
                  <a:pt x="233" y="467"/>
                  <a:pt x="233" y="467"/>
                </a:cubicBezTo>
                <a:cubicBezTo>
                  <a:pt x="0" y="467"/>
                  <a:pt x="0" y="467"/>
                  <a:pt x="0" y="467"/>
                </a:cubicBezTo>
                <a:lnTo>
                  <a:pt x="0" y="700"/>
                </a:lnTo>
                <a:close/>
                <a:moveTo>
                  <a:pt x="1167" y="0"/>
                </a:moveTo>
                <a:cubicBezTo>
                  <a:pt x="933" y="0"/>
                  <a:pt x="933" y="0"/>
                  <a:pt x="933" y="0"/>
                </a:cubicBezTo>
                <a:cubicBezTo>
                  <a:pt x="933" y="233"/>
                  <a:pt x="933" y="233"/>
                  <a:pt x="933" y="233"/>
                </a:cubicBezTo>
                <a:cubicBezTo>
                  <a:pt x="1167" y="233"/>
                  <a:pt x="1167" y="233"/>
                  <a:pt x="1167" y="233"/>
                </a:cubicBezTo>
                <a:lnTo>
                  <a:pt x="1167" y="0"/>
                </a:lnTo>
                <a:close/>
                <a:moveTo>
                  <a:pt x="1867" y="0"/>
                </a:moveTo>
                <a:cubicBezTo>
                  <a:pt x="1867" y="233"/>
                  <a:pt x="1867" y="233"/>
                  <a:pt x="1867" y="233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233" y="2100"/>
                </a:moveTo>
                <a:cubicBezTo>
                  <a:pt x="233" y="1867"/>
                  <a:pt x="233" y="1867"/>
                  <a:pt x="233" y="1867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lose/>
                <a:moveTo>
                  <a:pt x="0" y="1633"/>
                </a:moveTo>
                <a:cubicBezTo>
                  <a:pt x="233" y="1633"/>
                  <a:pt x="233" y="1633"/>
                  <a:pt x="233" y="1633"/>
                </a:cubicBezTo>
                <a:cubicBezTo>
                  <a:pt x="233" y="1400"/>
                  <a:pt x="233" y="1400"/>
                  <a:pt x="233" y="1400"/>
                </a:cubicBezTo>
                <a:cubicBezTo>
                  <a:pt x="0" y="1400"/>
                  <a:pt x="0" y="1400"/>
                  <a:pt x="0" y="1400"/>
                </a:cubicBezTo>
                <a:lnTo>
                  <a:pt x="0" y="1633"/>
                </a:lnTo>
                <a:close/>
                <a:moveTo>
                  <a:pt x="700" y="0"/>
                </a:moveTo>
                <a:cubicBezTo>
                  <a:pt x="467" y="0"/>
                  <a:pt x="467" y="0"/>
                  <a:pt x="467" y="0"/>
                </a:cubicBezTo>
                <a:cubicBezTo>
                  <a:pt x="467" y="233"/>
                  <a:pt x="467" y="233"/>
                  <a:pt x="467" y="233"/>
                </a:cubicBezTo>
                <a:cubicBezTo>
                  <a:pt x="700" y="233"/>
                  <a:pt x="700" y="233"/>
                  <a:pt x="700" y="233"/>
                </a:cubicBezTo>
                <a:lnTo>
                  <a:pt x="700" y="0"/>
                </a:lnTo>
                <a:close/>
                <a:moveTo>
                  <a:pt x="933" y="2100"/>
                </a:moveTo>
                <a:cubicBezTo>
                  <a:pt x="1167" y="2100"/>
                  <a:pt x="1167" y="2100"/>
                  <a:pt x="1167" y="2100"/>
                </a:cubicBezTo>
                <a:cubicBezTo>
                  <a:pt x="1167" y="1867"/>
                  <a:pt x="1167" y="1867"/>
                  <a:pt x="1167" y="1867"/>
                </a:cubicBezTo>
                <a:cubicBezTo>
                  <a:pt x="933" y="1867"/>
                  <a:pt x="933" y="1867"/>
                  <a:pt x="933" y="1867"/>
                </a:cubicBezTo>
                <a:lnTo>
                  <a:pt x="933" y="2100"/>
                </a:lnTo>
                <a:close/>
                <a:moveTo>
                  <a:pt x="1867" y="1167"/>
                </a:moveTo>
                <a:cubicBezTo>
                  <a:pt x="2100" y="1167"/>
                  <a:pt x="2100" y="1167"/>
                  <a:pt x="2100" y="1167"/>
                </a:cubicBezTo>
                <a:cubicBezTo>
                  <a:pt x="2100" y="933"/>
                  <a:pt x="2100" y="933"/>
                  <a:pt x="2100" y="933"/>
                </a:cubicBezTo>
                <a:cubicBezTo>
                  <a:pt x="1867" y="933"/>
                  <a:pt x="1867" y="933"/>
                  <a:pt x="1867" y="933"/>
                </a:cubicBezTo>
                <a:lnTo>
                  <a:pt x="1867" y="1167"/>
                </a:lnTo>
                <a:close/>
                <a:moveTo>
                  <a:pt x="1867" y="2100"/>
                </a:moveTo>
                <a:cubicBezTo>
                  <a:pt x="1995" y="2100"/>
                  <a:pt x="2100" y="1995"/>
                  <a:pt x="2100" y="1867"/>
                </a:cubicBezTo>
                <a:cubicBezTo>
                  <a:pt x="1867" y="1867"/>
                  <a:pt x="1867" y="1867"/>
                  <a:pt x="1867" y="1867"/>
                </a:cubicBezTo>
                <a:lnTo>
                  <a:pt x="1867" y="2100"/>
                </a:lnTo>
                <a:close/>
                <a:moveTo>
                  <a:pt x="1867" y="700"/>
                </a:moveTo>
                <a:cubicBezTo>
                  <a:pt x="2100" y="700"/>
                  <a:pt x="2100" y="700"/>
                  <a:pt x="2100" y="700"/>
                </a:cubicBezTo>
                <a:cubicBezTo>
                  <a:pt x="2100" y="467"/>
                  <a:pt x="2100" y="467"/>
                  <a:pt x="2100" y="467"/>
                </a:cubicBezTo>
                <a:cubicBezTo>
                  <a:pt x="1867" y="467"/>
                  <a:pt x="1867" y="467"/>
                  <a:pt x="1867" y="467"/>
                </a:cubicBezTo>
                <a:lnTo>
                  <a:pt x="1867" y="700"/>
                </a:lnTo>
                <a:close/>
                <a:moveTo>
                  <a:pt x="1867" y="1633"/>
                </a:moveTo>
                <a:cubicBezTo>
                  <a:pt x="2100" y="1633"/>
                  <a:pt x="2100" y="1633"/>
                  <a:pt x="2100" y="1633"/>
                </a:cubicBezTo>
                <a:cubicBezTo>
                  <a:pt x="2100" y="1400"/>
                  <a:pt x="2100" y="1400"/>
                  <a:pt x="2100" y="1400"/>
                </a:cubicBezTo>
                <a:cubicBezTo>
                  <a:pt x="1867" y="1400"/>
                  <a:pt x="1867" y="1400"/>
                  <a:pt x="1867" y="1400"/>
                </a:cubicBezTo>
                <a:lnTo>
                  <a:pt x="1867" y="1633"/>
                </a:lnTo>
                <a:close/>
                <a:moveTo>
                  <a:pt x="1400" y="2100"/>
                </a:moveTo>
                <a:cubicBezTo>
                  <a:pt x="1633" y="2100"/>
                  <a:pt x="1633" y="2100"/>
                  <a:pt x="1633" y="2100"/>
                </a:cubicBezTo>
                <a:cubicBezTo>
                  <a:pt x="1633" y="1867"/>
                  <a:pt x="1633" y="1867"/>
                  <a:pt x="1633" y="1867"/>
                </a:cubicBezTo>
                <a:cubicBezTo>
                  <a:pt x="1400" y="1867"/>
                  <a:pt x="1400" y="1867"/>
                  <a:pt x="1400" y="1867"/>
                </a:cubicBezTo>
                <a:lnTo>
                  <a:pt x="1400" y="2100"/>
                </a:lnTo>
                <a:close/>
                <a:moveTo>
                  <a:pt x="1400" y="233"/>
                </a:moveTo>
                <a:cubicBezTo>
                  <a:pt x="1633" y="233"/>
                  <a:pt x="1633" y="233"/>
                  <a:pt x="1633" y="233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1400" y="0"/>
                  <a:pt x="1400" y="0"/>
                  <a:pt x="1400" y="0"/>
                </a:cubicBezTo>
                <a:lnTo>
                  <a:pt x="1400" y="233"/>
                </a:lnTo>
                <a:close/>
                <a:moveTo>
                  <a:pt x="467" y="1633"/>
                </a:moveTo>
                <a:cubicBezTo>
                  <a:pt x="1633" y="1633"/>
                  <a:pt x="1633" y="1633"/>
                  <a:pt x="1633" y="1633"/>
                </a:cubicBezTo>
                <a:cubicBezTo>
                  <a:pt x="1633" y="467"/>
                  <a:pt x="1633" y="467"/>
                  <a:pt x="1633" y="467"/>
                </a:cubicBezTo>
                <a:cubicBezTo>
                  <a:pt x="467" y="467"/>
                  <a:pt x="467" y="467"/>
                  <a:pt x="467" y="467"/>
                </a:cubicBezTo>
                <a:lnTo>
                  <a:pt x="467" y="1633"/>
                </a:lnTo>
                <a:close/>
                <a:moveTo>
                  <a:pt x="700" y="700"/>
                </a:moveTo>
                <a:cubicBezTo>
                  <a:pt x="1400" y="700"/>
                  <a:pt x="1400" y="700"/>
                  <a:pt x="1400" y="700"/>
                </a:cubicBezTo>
                <a:cubicBezTo>
                  <a:pt x="1400" y="1400"/>
                  <a:pt x="1400" y="1400"/>
                  <a:pt x="1400" y="1400"/>
                </a:cubicBezTo>
                <a:cubicBezTo>
                  <a:pt x="700" y="1400"/>
                  <a:pt x="700" y="1400"/>
                  <a:pt x="700" y="1400"/>
                </a:cubicBezTo>
                <a:lnTo>
                  <a:pt x="700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15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nd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83749"/>
          </a:xfrm>
          <a:custGeom>
            <a:avLst/>
            <a:gdLst>
              <a:gd name="T0" fmla="*/ 2 w 5788"/>
              <a:gd name="T1" fmla="*/ 4961 h 4961"/>
              <a:gd name="T2" fmla="*/ 5788 w 5788"/>
              <a:gd name="T3" fmla="*/ 2480 h 4961"/>
              <a:gd name="T4" fmla="*/ 2 w 5788"/>
              <a:gd name="T5" fmla="*/ 0 h 4961"/>
              <a:gd name="T6" fmla="*/ 0 w 5788"/>
              <a:gd name="T7" fmla="*/ 1930 h 4961"/>
              <a:gd name="T8" fmla="*/ 4134 w 5788"/>
              <a:gd name="T9" fmla="*/ 2480 h 4961"/>
              <a:gd name="T10" fmla="*/ 0 w 5788"/>
              <a:gd name="T11" fmla="*/ 3031 h 4961"/>
              <a:gd name="T12" fmla="*/ 2 w 5788"/>
              <a:gd name="T13" fmla="*/ 4961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788" h="4961">
                <a:moveTo>
                  <a:pt x="2" y="4961"/>
                </a:moveTo>
                <a:lnTo>
                  <a:pt x="5788" y="2480"/>
                </a:lnTo>
                <a:lnTo>
                  <a:pt x="2" y="0"/>
                </a:lnTo>
                <a:lnTo>
                  <a:pt x="0" y="1930"/>
                </a:lnTo>
                <a:lnTo>
                  <a:pt x="4134" y="2480"/>
                </a:lnTo>
                <a:lnTo>
                  <a:pt x="0" y="3031"/>
                </a:lnTo>
                <a:lnTo>
                  <a:pt x="2" y="49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88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r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539"/>
          </a:xfrm>
          <a:custGeom>
            <a:avLst/>
            <a:gdLst>
              <a:gd name="T0" fmla="*/ 0 w 4961"/>
              <a:gd name="T1" fmla="*/ 3307 h 3307"/>
              <a:gd name="T2" fmla="*/ 1654 w 4961"/>
              <a:gd name="T3" fmla="*/ 3307 h 3307"/>
              <a:gd name="T4" fmla="*/ 1654 w 4961"/>
              <a:gd name="T5" fmla="*/ 2756 h 3307"/>
              <a:gd name="T6" fmla="*/ 0 w 4961"/>
              <a:gd name="T7" fmla="*/ 2756 h 3307"/>
              <a:gd name="T8" fmla="*/ 0 w 4961"/>
              <a:gd name="T9" fmla="*/ 3307 h 3307"/>
              <a:gd name="T10" fmla="*/ 0 w 4961"/>
              <a:gd name="T11" fmla="*/ 0 h 3307"/>
              <a:gd name="T12" fmla="*/ 0 w 4961"/>
              <a:gd name="T13" fmla="*/ 550 h 3307"/>
              <a:gd name="T14" fmla="*/ 4961 w 4961"/>
              <a:gd name="T15" fmla="*/ 550 h 3307"/>
              <a:gd name="T16" fmla="*/ 4961 w 4961"/>
              <a:gd name="T17" fmla="*/ 0 h 3307"/>
              <a:gd name="T18" fmla="*/ 0 w 4961"/>
              <a:gd name="T19" fmla="*/ 0 h 3307"/>
              <a:gd name="T20" fmla="*/ 0 w 4961"/>
              <a:gd name="T21" fmla="*/ 1930 h 3307"/>
              <a:gd name="T22" fmla="*/ 3308 w 4961"/>
              <a:gd name="T23" fmla="*/ 1930 h 3307"/>
              <a:gd name="T24" fmla="*/ 3308 w 4961"/>
              <a:gd name="T25" fmla="*/ 1377 h 3307"/>
              <a:gd name="T26" fmla="*/ 0 w 4961"/>
              <a:gd name="T27" fmla="*/ 1377 h 3307"/>
              <a:gd name="T28" fmla="*/ 0 w 4961"/>
              <a:gd name="T29" fmla="*/ 1930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961" h="3307">
                <a:moveTo>
                  <a:pt x="0" y="3307"/>
                </a:moveTo>
                <a:lnTo>
                  <a:pt x="1654" y="3307"/>
                </a:lnTo>
                <a:lnTo>
                  <a:pt x="1654" y="2756"/>
                </a:lnTo>
                <a:lnTo>
                  <a:pt x="0" y="2756"/>
                </a:lnTo>
                <a:lnTo>
                  <a:pt x="0" y="3307"/>
                </a:lnTo>
                <a:close/>
                <a:moveTo>
                  <a:pt x="0" y="0"/>
                </a:moveTo>
                <a:lnTo>
                  <a:pt x="0" y="550"/>
                </a:lnTo>
                <a:lnTo>
                  <a:pt x="4961" y="550"/>
                </a:lnTo>
                <a:lnTo>
                  <a:pt x="4961" y="0"/>
                </a:lnTo>
                <a:lnTo>
                  <a:pt x="0" y="0"/>
                </a:lnTo>
                <a:close/>
                <a:moveTo>
                  <a:pt x="0" y="1930"/>
                </a:moveTo>
                <a:lnTo>
                  <a:pt x="3308" y="1930"/>
                </a:lnTo>
                <a:lnTo>
                  <a:pt x="3308" y="1377"/>
                </a:lnTo>
                <a:lnTo>
                  <a:pt x="0" y="1377"/>
                </a:lnTo>
                <a:lnTo>
                  <a:pt x="0" y="19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09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Forma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53794" cy="914400"/>
          </a:xfrm>
          <a:custGeom>
            <a:avLst/>
            <a:gdLst>
              <a:gd name="T0" fmla="*/ 0 w 3860"/>
              <a:gd name="T1" fmla="*/ 3581 h 4134"/>
              <a:gd name="T2" fmla="*/ 0 w 3860"/>
              <a:gd name="T3" fmla="*/ 4134 h 4134"/>
              <a:gd name="T4" fmla="*/ 3860 w 3860"/>
              <a:gd name="T5" fmla="*/ 4134 h 4134"/>
              <a:gd name="T6" fmla="*/ 3860 w 3860"/>
              <a:gd name="T7" fmla="*/ 3581 h 4134"/>
              <a:gd name="T8" fmla="*/ 0 w 3860"/>
              <a:gd name="T9" fmla="*/ 3581 h 4134"/>
              <a:gd name="T10" fmla="*/ 1240 w 3860"/>
              <a:gd name="T11" fmla="*/ 2424 h 4134"/>
              <a:gd name="T12" fmla="*/ 2620 w 3860"/>
              <a:gd name="T13" fmla="*/ 2424 h 4134"/>
              <a:gd name="T14" fmla="*/ 2868 w 3860"/>
              <a:gd name="T15" fmla="*/ 3031 h 4134"/>
              <a:gd name="T16" fmla="*/ 3446 w 3860"/>
              <a:gd name="T17" fmla="*/ 3031 h 4134"/>
              <a:gd name="T18" fmla="*/ 2138 w 3860"/>
              <a:gd name="T19" fmla="*/ 0 h 4134"/>
              <a:gd name="T20" fmla="*/ 1724 w 3860"/>
              <a:gd name="T21" fmla="*/ 0 h 4134"/>
              <a:gd name="T22" fmla="*/ 413 w 3860"/>
              <a:gd name="T23" fmla="*/ 3031 h 4134"/>
              <a:gd name="T24" fmla="*/ 992 w 3860"/>
              <a:gd name="T25" fmla="*/ 3031 h 4134"/>
              <a:gd name="T26" fmla="*/ 1240 w 3860"/>
              <a:gd name="T27" fmla="*/ 2424 h 4134"/>
              <a:gd name="T28" fmla="*/ 1930 w 3860"/>
              <a:gd name="T29" fmla="*/ 546 h 4134"/>
              <a:gd name="T30" fmla="*/ 2445 w 3860"/>
              <a:gd name="T31" fmla="*/ 1928 h 4134"/>
              <a:gd name="T32" fmla="*/ 1415 w 3860"/>
              <a:gd name="T33" fmla="*/ 1928 h 4134"/>
              <a:gd name="T34" fmla="*/ 1930 w 3860"/>
              <a:gd name="T35" fmla="*/ 546 h 4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3860" h="4134">
                <a:moveTo>
                  <a:pt x="0" y="3581"/>
                </a:moveTo>
                <a:lnTo>
                  <a:pt x="0" y="4134"/>
                </a:lnTo>
                <a:lnTo>
                  <a:pt x="3860" y="4134"/>
                </a:lnTo>
                <a:lnTo>
                  <a:pt x="3860" y="3581"/>
                </a:lnTo>
                <a:lnTo>
                  <a:pt x="0" y="3581"/>
                </a:lnTo>
                <a:close/>
                <a:moveTo>
                  <a:pt x="1240" y="2424"/>
                </a:moveTo>
                <a:lnTo>
                  <a:pt x="2620" y="2424"/>
                </a:lnTo>
                <a:lnTo>
                  <a:pt x="2868" y="3031"/>
                </a:lnTo>
                <a:lnTo>
                  <a:pt x="3446" y="3031"/>
                </a:lnTo>
                <a:lnTo>
                  <a:pt x="2138" y="0"/>
                </a:lnTo>
                <a:lnTo>
                  <a:pt x="1724" y="0"/>
                </a:lnTo>
                <a:lnTo>
                  <a:pt x="413" y="3031"/>
                </a:lnTo>
                <a:lnTo>
                  <a:pt x="992" y="3031"/>
                </a:lnTo>
                <a:lnTo>
                  <a:pt x="1240" y="2424"/>
                </a:lnTo>
                <a:close/>
                <a:moveTo>
                  <a:pt x="1930" y="546"/>
                </a:moveTo>
                <a:lnTo>
                  <a:pt x="2445" y="1928"/>
                </a:lnTo>
                <a:lnTo>
                  <a:pt x="1415" y="1928"/>
                </a:lnTo>
                <a:lnTo>
                  <a:pt x="1930" y="54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59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archiv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047 w 2100"/>
              <a:gd name="T1" fmla="*/ 259 h 2100"/>
              <a:gd name="T2" fmla="*/ 1885 w 2100"/>
              <a:gd name="T3" fmla="*/ 63 h 2100"/>
              <a:gd name="T4" fmla="*/ 1750 w 2100"/>
              <a:gd name="T5" fmla="*/ 0 h 2100"/>
              <a:gd name="T6" fmla="*/ 350 w 2100"/>
              <a:gd name="T7" fmla="*/ 0 h 2100"/>
              <a:gd name="T8" fmla="*/ 216 w 2100"/>
              <a:gd name="T9" fmla="*/ 64 h 2100"/>
              <a:gd name="T10" fmla="*/ 54 w 2100"/>
              <a:gd name="T11" fmla="*/ 259 h 2100"/>
              <a:gd name="T12" fmla="*/ 0 w 2100"/>
              <a:gd name="T13" fmla="*/ 408 h 2100"/>
              <a:gd name="T14" fmla="*/ 0 w 2100"/>
              <a:gd name="T15" fmla="*/ 1867 h 2100"/>
              <a:gd name="T16" fmla="*/ 233 w 2100"/>
              <a:gd name="T17" fmla="*/ 2100 h 2100"/>
              <a:gd name="T18" fmla="*/ 1867 w 2100"/>
              <a:gd name="T19" fmla="*/ 2100 h 2100"/>
              <a:gd name="T20" fmla="*/ 2100 w 2100"/>
              <a:gd name="T21" fmla="*/ 1867 h 2100"/>
              <a:gd name="T22" fmla="*/ 2100 w 2100"/>
              <a:gd name="T23" fmla="*/ 408 h 2100"/>
              <a:gd name="T24" fmla="*/ 2047 w 2100"/>
              <a:gd name="T25" fmla="*/ 259 h 2100"/>
              <a:gd name="T26" fmla="*/ 1050 w 2100"/>
              <a:gd name="T27" fmla="*/ 758 h 2100"/>
              <a:gd name="T28" fmla="*/ 1692 w 2100"/>
              <a:gd name="T29" fmla="*/ 1400 h 2100"/>
              <a:gd name="T30" fmla="*/ 1283 w 2100"/>
              <a:gd name="T31" fmla="*/ 1400 h 2100"/>
              <a:gd name="T32" fmla="*/ 1283 w 2100"/>
              <a:gd name="T33" fmla="*/ 1633 h 2100"/>
              <a:gd name="T34" fmla="*/ 817 w 2100"/>
              <a:gd name="T35" fmla="*/ 1633 h 2100"/>
              <a:gd name="T36" fmla="*/ 817 w 2100"/>
              <a:gd name="T37" fmla="*/ 1400 h 2100"/>
              <a:gd name="T38" fmla="*/ 408 w 2100"/>
              <a:gd name="T39" fmla="*/ 1400 h 2100"/>
              <a:gd name="T40" fmla="*/ 1050 w 2100"/>
              <a:gd name="T41" fmla="*/ 758 h 2100"/>
              <a:gd name="T42" fmla="*/ 247 w 2100"/>
              <a:gd name="T43" fmla="*/ 233 h 2100"/>
              <a:gd name="T44" fmla="*/ 343 w 2100"/>
              <a:gd name="T45" fmla="*/ 117 h 2100"/>
              <a:gd name="T46" fmla="*/ 1743 w 2100"/>
              <a:gd name="T47" fmla="*/ 117 h 2100"/>
              <a:gd name="T48" fmla="*/ 1852 w 2100"/>
              <a:gd name="T49" fmla="*/ 233 h 2100"/>
              <a:gd name="T50" fmla="*/ 247 w 2100"/>
              <a:gd name="T51" fmla="*/ 2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100" h="2100">
                <a:moveTo>
                  <a:pt x="2047" y="259"/>
                </a:moveTo>
                <a:cubicBezTo>
                  <a:pt x="1885" y="63"/>
                  <a:pt x="1885" y="63"/>
                  <a:pt x="1885" y="63"/>
                </a:cubicBezTo>
                <a:cubicBezTo>
                  <a:pt x="1853" y="24"/>
                  <a:pt x="1805" y="0"/>
                  <a:pt x="1750" y="0"/>
                </a:cubicBezTo>
                <a:cubicBezTo>
                  <a:pt x="350" y="0"/>
                  <a:pt x="350" y="0"/>
                  <a:pt x="350" y="0"/>
                </a:cubicBezTo>
                <a:cubicBezTo>
                  <a:pt x="295" y="0"/>
                  <a:pt x="247" y="24"/>
                  <a:pt x="216" y="64"/>
                </a:cubicBezTo>
                <a:cubicBezTo>
                  <a:pt x="54" y="259"/>
                  <a:pt x="54" y="259"/>
                  <a:pt x="54" y="259"/>
                </a:cubicBezTo>
                <a:cubicBezTo>
                  <a:pt x="20" y="300"/>
                  <a:pt x="0" y="351"/>
                  <a:pt x="0" y="408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4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408"/>
                  <a:pt x="2100" y="408"/>
                  <a:pt x="2100" y="408"/>
                </a:cubicBezTo>
                <a:cubicBezTo>
                  <a:pt x="2100" y="351"/>
                  <a:pt x="2080" y="300"/>
                  <a:pt x="2047" y="259"/>
                </a:cubicBezTo>
                <a:close/>
                <a:moveTo>
                  <a:pt x="1050" y="758"/>
                </a:moveTo>
                <a:cubicBezTo>
                  <a:pt x="1692" y="1400"/>
                  <a:pt x="1692" y="1400"/>
                  <a:pt x="1692" y="1400"/>
                </a:cubicBezTo>
                <a:cubicBezTo>
                  <a:pt x="1283" y="1400"/>
                  <a:pt x="1283" y="1400"/>
                  <a:pt x="1283" y="1400"/>
                </a:cubicBezTo>
                <a:cubicBezTo>
                  <a:pt x="1283" y="1633"/>
                  <a:pt x="1283" y="1633"/>
                  <a:pt x="1283" y="1633"/>
                </a:cubicBezTo>
                <a:cubicBezTo>
                  <a:pt x="817" y="1633"/>
                  <a:pt x="817" y="1633"/>
                  <a:pt x="817" y="1633"/>
                </a:cubicBezTo>
                <a:cubicBezTo>
                  <a:pt x="817" y="1400"/>
                  <a:pt x="817" y="1400"/>
                  <a:pt x="817" y="1400"/>
                </a:cubicBezTo>
                <a:cubicBezTo>
                  <a:pt x="408" y="1400"/>
                  <a:pt x="408" y="1400"/>
                  <a:pt x="408" y="1400"/>
                </a:cubicBezTo>
                <a:lnTo>
                  <a:pt x="1050" y="758"/>
                </a:lnTo>
                <a:close/>
                <a:moveTo>
                  <a:pt x="247" y="233"/>
                </a:moveTo>
                <a:cubicBezTo>
                  <a:pt x="343" y="117"/>
                  <a:pt x="343" y="117"/>
                  <a:pt x="343" y="117"/>
                </a:cubicBezTo>
                <a:cubicBezTo>
                  <a:pt x="1743" y="117"/>
                  <a:pt x="1743" y="117"/>
                  <a:pt x="1743" y="117"/>
                </a:cubicBezTo>
                <a:cubicBezTo>
                  <a:pt x="1852" y="233"/>
                  <a:pt x="1852" y="233"/>
                  <a:pt x="1852" y="233"/>
                </a:cubicBezTo>
                <a:lnTo>
                  <a:pt x="247" y="2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57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do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01863"/>
          </a:xfrm>
          <a:custGeom>
            <a:avLst/>
            <a:gdLst>
              <a:gd name="T0" fmla="*/ 1225 w 2389"/>
              <a:gd name="T1" fmla="*/ 116 h 1050"/>
              <a:gd name="T2" fmla="*/ 420 w 2389"/>
              <a:gd name="T3" fmla="*/ 420 h 1050"/>
              <a:gd name="T4" fmla="*/ 0 w 2389"/>
              <a:gd name="T5" fmla="*/ 0 h 1050"/>
              <a:gd name="T6" fmla="*/ 0 w 2389"/>
              <a:gd name="T7" fmla="*/ 1050 h 1050"/>
              <a:gd name="T8" fmla="*/ 1050 w 2389"/>
              <a:gd name="T9" fmla="*/ 1050 h 1050"/>
              <a:gd name="T10" fmla="*/ 628 w 2389"/>
              <a:gd name="T11" fmla="*/ 627 h 1050"/>
              <a:gd name="T12" fmla="*/ 1225 w 2389"/>
              <a:gd name="T13" fmla="*/ 408 h 1050"/>
              <a:gd name="T14" fmla="*/ 2112 w 2389"/>
              <a:gd name="T15" fmla="*/ 1050 h 1050"/>
              <a:gd name="T16" fmla="*/ 2389 w 2389"/>
              <a:gd name="T17" fmla="*/ 959 h 1050"/>
              <a:gd name="T18" fmla="*/ 1225 w 2389"/>
              <a:gd name="T19" fmla="*/ 116 h 10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89" h="1050">
                <a:moveTo>
                  <a:pt x="1225" y="116"/>
                </a:moveTo>
                <a:cubicBezTo>
                  <a:pt x="916" y="116"/>
                  <a:pt x="636" y="232"/>
                  <a:pt x="420" y="420"/>
                </a:cubicBezTo>
                <a:cubicBezTo>
                  <a:pt x="0" y="0"/>
                  <a:pt x="0" y="0"/>
                  <a:pt x="0" y="0"/>
                </a:cubicBezTo>
                <a:cubicBezTo>
                  <a:pt x="0" y="1050"/>
                  <a:pt x="0" y="1050"/>
                  <a:pt x="0" y="1050"/>
                </a:cubicBezTo>
                <a:cubicBezTo>
                  <a:pt x="1050" y="1050"/>
                  <a:pt x="1050" y="1050"/>
                  <a:pt x="1050" y="1050"/>
                </a:cubicBezTo>
                <a:cubicBezTo>
                  <a:pt x="628" y="627"/>
                  <a:pt x="628" y="627"/>
                  <a:pt x="628" y="627"/>
                </a:cubicBezTo>
                <a:cubicBezTo>
                  <a:pt x="790" y="492"/>
                  <a:pt x="997" y="408"/>
                  <a:pt x="1225" y="408"/>
                </a:cubicBezTo>
                <a:cubicBezTo>
                  <a:pt x="1638" y="408"/>
                  <a:pt x="1989" y="678"/>
                  <a:pt x="2112" y="1050"/>
                </a:cubicBezTo>
                <a:cubicBezTo>
                  <a:pt x="2389" y="959"/>
                  <a:pt x="2389" y="959"/>
                  <a:pt x="2389" y="959"/>
                </a:cubicBezTo>
                <a:cubicBezTo>
                  <a:pt x="2226" y="470"/>
                  <a:pt x="1768" y="116"/>
                  <a:pt x="1225" y="1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3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eken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82247"/>
          </a:xfrm>
          <a:custGeom>
            <a:avLst/>
            <a:gdLst>
              <a:gd name="T0" fmla="*/ 2333 w 2566"/>
              <a:gd name="T1" fmla="*/ 584 h 1634"/>
              <a:gd name="T2" fmla="*/ 2100 w 2566"/>
              <a:gd name="T3" fmla="*/ 817 h 1634"/>
              <a:gd name="T4" fmla="*/ 2100 w 2566"/>
              <a:gd name="T5" fmla="*/ 1167 h 1634"/>
              <a:gd name="T6" fmla="*/ 466 w 2566"/>
              <a:gd name="T7" fmla="*/ 1167 h 1634"/>
              <a:gd name="T8" fmla="*/ 466 w 2566"/>
              <a:gd name="T9" fmla="*/ 817 h 1634"/>
              <a:gd name="T10" fmla="*/ 233 w 2566"/>
              <a:gd name="T11" fmla="*/ 584 h 1634"/>
              <a:gd name="T12" fmla="*/ 0 w 2566"/>
              <a:gd name="T13" fmla="*/ 817 h 1634"/>
              <a:gd name="T14" fmla="*/ 0 w 2566"/>
              <a:gd name="T15" fmla="*/ 1400 h 1634"/>
              <a:gd name="T16" fmla="*/ 233 w 2566"/>
              <a:gd name="T17" fmla="*/ 1634 h 1634"/>
              <a:gd name="T18" fmla="*/ 2333 w 2566"/>
              <a:gd name="T19" fmla="*/ 1634 h 1634"/>
              <a:gd name="T20" fmla="*/ 2566 w 2566"/>
              <a:gd name="T21" fmla="*/ 1400 h 1634"/>
              <a:gd name="T22" fmla="*/ 2566 w 2566"/>
              <a:gd name="T23" fmla="*/ 817 h 1634"/>
              <a:gd name="T24" fmla="*/ 2333 w 2566"/>
              <a:gd name="T25" fmla="*/ 584 h 1634"/>
              <a:gd name="T26" fmla="*/ 1983 w 2566"/>
              <a:gd name="T27" fmla="*/ 0 h 1634"/>
              <a:gd name="T28" fmla="*/ 583 w 2566"/>
              <a:gd name="T29" fmla="*/ 0 h 1634"/>
              <a:gd name="T30" fmla="*/ 350 w 2566"/>
              <a:gd name="T31" fmla="*/ 234 h 1634"/>
              <a:gd name="T32" fmla="*/ 350 w 2566"/>
              <a:gd name="T33" fmla="*/ 484 h 1634"/>
              <a:gd name="T34" fmla="*/ 583 w 2566"/>
              <a:gd name="T35" fmla="*/ 813 h 1634"/>
              <a:gd name="T36" fmla="*/ 583 w 2566"/>
              <a:gd name="T37" fmla="*/ 1050 h 1634"/>
              <a:gd name="T38" fmla="*/ 1983 w 2566"/>
              <a:gd name="T39" fmla="*/ 1050 h 1634"/>
              <a:gd name="T40" fmla="*/ 1983 w 2566"/>
              <a:gd name="T41" fmla="*/ 813 h 1634"/>
              <a:gd name="T42" fmla="*/ 2216 w 2566"/>
              <a:gd name="T43" fmla="*/ 484 h 1634"/>
              <a:gd name="T44" fmla="*/ 2216 w 2566"/>
              <a:gd name="T45" fmla="*/ 234 h 1634"/>
              <a:gd name="T46" fmla="*/ 1983 w 2566"/>
              <a:gd name="T47" fmla="*/ 0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566" h="1634">
                <a:moveTo>
                  <a:pt x="2333" y="584"/>
                </a:moveTo>
                <a:cubicBezTo>
                  <a:pt x="2205" y="584"/>
                  <a:pt x="2100" y="689"/>
                  <a:pt x="2100" y="817"/>
                </a:cubicBezTo>
                <a:cubicBezTo>
                  <a:pt x="2100" y="1167"/>
                  <a:pt x="2100" y="1167"/>
                  <a:pt x="2100" y="1167"/>
                </a:cubicBezTo>
                <a:cubicBezTo>
                  <a:pt x="466" y="1167"/>
                  <a:pt x="466" y="1167"/>
                  <a:pt x="466" y="1167"/>
                </a:cubicBezTo>
                <a:cubicBezTo>
                  <a:pt x="466" y="817"/>
                  <a:pt x="466" y="817"/>
                  <a:pt x="466" y="817"/>
                </a:cubicBezTo>
                <a:cubicBezTo>
                  <a:pt x="466" y="689"/>
                  <a:pt x="361" y="584"/>
                  <a:pt x="233" y="584"/>
                </a:cubicBezTo>
                <a:cubicBezTo>
                  <a:pt x="105" y="584"/>
                  <a:pt x="0" y="689"/>
                  <a:pt x="0" y="817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0" y="1529"/>
                  <a:pt x="105" y="1634"/>
                  <a:pt x="233" y="1634"/>
                </a:cubicBezTo>
                <a:cubicBezTo>
                  <a:pt x="2333" y="1634"/>
                  <a:pt x="2333" y="1634"/>
                  <a:pt x="2333" y="1634"/>
                </a:cubicBezTo>
                <a:cubicBezTo>
                  <a:pt x="2461" y="1634"/>
                  <a:pt x="2566" y="1529"/>
                  <a:pt x="2566" y="1400"/>
                </a:cubicBezTo>
                <a:cubicBezTo>
                  <a:pt x="2566" y="817"/>
                  <a:pt x="2566" y="817"/>
                  <a:pt x="2566" y="817"/>
                </a:cubicBezTo>
                <a:cubicBezTo>
                  <a:pt x="2566" y="689"/>
                  <a:pt x="2461" y="584"/>
                  <a:pt x="2333" y="584"/>
                </a:cubicBezTo>
                <a:close/>
                <a:moveTo>
                  <a:pt x="1983" y="0"/>
                </a:moveTo>
                <a:cubicBezTo>
                  <a:pt x="583" y="0"/>
                  <a:pt x="583" y="0"/>
                  <a:pt x="583" y="0"/>
                </a:cubicBezTo>
                <a:cubicBezTo>
                  <a:pt x="455" y="0"/>
                  <a:pt x="350" y="105"/>
                  <a:pt x="350" y="234"/>
                </a:cubicBezTo>
                <a:cubicBezTo>
                  <a:pt x="350" y="484"/>
                  <a:pt x="350" y="484"/>
                  <a:pt x="350" y="484"/>
                </a:cubicBezTo>
                <a:cubicBezTo>
                  <a:pt x="485" y="532"/>
                  <a:pt x="583" y="661"/>
                  <a:pt x="583" y="813"/>
                </a:cubicBezTo>
                <a:cubicBezTo>
                  <a:pt x="583" y="1050"/>
                  <a:pt x="583" y="1050"/>
                  <a:pt x="583" y="1050"/>
                </a:cubicBezTo>
                <a:cubicBezTo>
                  <a:pt x="1983" y="1050"/>
                  <a:pt x="1983" y="1050"/>
                  <a:pt x="1983" y="1050"/>
                </a:cubicBezTo>
                <a:cubicBezTo>
                  <a:pt x="1983" y="813"/>
                  <a:pt x="1983" y="813"/>
                  <a:pt x="1983" y="813"/>
                </a:cubicBezTo>
                <a:cubicBezTo>
                  <a:pt x="1983" y="662"/>
                  <a:pt x="2081" y="533"/>
                  <a:pt x="2216" y="484"/>
                </a:cubicBezTo>
                <a:cubicBezTo>
                  <a:pt x="2216" y="234"/>
                  <a:pt x="2216" y="234"/>
                  <a:pt x="2216" y="234"/>
                </a:cubicBezTo>
                <a:cubicBezTo>
                  <a:pt x="2216" y="105"/>
                  <a:pt x="2111" y="0"/>
                  <a:pt x="198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98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ss Alar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08305" cy="914400"/>
          </a:xfrm>
          <a:custGeom>
            <a:avLst/>
            <a:gdLst>
              <a:gd name="T0" fmla="*/ 2334 w 2334"/>
              <a:gd name="T1" fmla="*/ 450 h 2350"/>
              <a:gd name="T2" fmla="*/ 1797 w 2334"/>
              <a:gd name="T3" fmla="*/ 0 h 2350"/>
              <a:gd name="T4" fmla="*/ 1646 w 2334"/>
              <a:gd name="T5" fmla="*/ 179 h 2350"/>
              <a:gd name="T6" fmla="*/ 2183 w 2334"/>
              <a:gd name="T7" fmla="*/ 629 h 2350"/>
              <a:gd name="T8" fmla="*/ 2334 w 2334"/>
              <a:gd name="T9" fmla="*/ 450 h 2350"/>
              <a:gd name="T10" fmla="*/ 686 w 2334"/>
              <a:gd name="T11" fmla="*/ 179 h 2350"/>
              <a:gd name="T12" fmla="*/ 537 w 2334"/>
              <a:gd name="T13" fmla="*/ 0 h 2350"/>
              <a:gd name="T14" fmla="*/ 0 w 2334"/>
              <a:gd name="T15" fmla="*/ 449 h 2350"/>
              <a:gd name="T16" fmla="*/ 151 w 2334"/>
              <a:gd name="T17" fmla="*/ 628 h 2350"/>
              <a:gd name="T18" fmla="*/ 686 w 2334"/>
              <a:gd name="T19" fmla="*/ 179 h 2350"/>
              <a:gd name="T20" fmla="*/ 1225 w 2334"/>
              <a:gd name="T21" fmla="*/ 716 h 2350"/>
              <a:gd name="T22" fmla="*/ 1050 w 2334"/>
              <a:gd name="T23" fmla="*/ 716 h 2350"/>
              <a:gd name="T24" fmla="*/ 1050 w 2334"/>
              <a:gd name="T25" fmla="*/ 1416 h 2350"/>
              <a:gd name="T26" fmla="*/ 1605 w 2334"/>
              <a:gd name="T27" fmla="*/ 1749 h 2350"/>
              <a:gd name="T28" fmla="*/ 1692 w 2334"/>
              <a:gd name="T29" fmla="*/ 1605 h 2350"/>
              <a:gd name="T30" fmla="*/ 1225 w 2334"/>
              <a:gd name="T31" fmla="*/ 1329 h 2350"/>
              <a:gd name="T32" fmla="*/ 1225 w 2334"/>
              <a:gd name="T33" fmla="*/ 716 h 2350"/>
              <a:gd name="T34" fmla="*/ 1167 w 2334"/>
              <a:gd name="T35" fmla="*/ 250 h 2350"/>
              <a:gd name="T36" fmla="*/ 117 w 2334"/>
              <a:gd name="T37" fmla="*/ 1300 h 2350"/>
              <a:gd name="T38" fmla="*/ 1167 w 2334"/>
              <a:gd name="T39" fmla="*/ 2350 h 2350"/>
              <a:gd name="T40" fmla="*/ 2217 w 2334"/>
              <a:gd name="T41" fmla="*/ 1300 h 2350"/>
              <a:gd name="T42" fmla="*/ 1167 w 2334"/>
              <a:gd name="T43" fmla="*/ 250 h 2350"/>
              <a:gd name="T44" fmla="*/ 1167 w 2334"/>
              <a:gd name="T45" fmla="*/ 2116 h 2350"/>
              <a:gd name="T46" fmla="*/ 350 w 2334"/>
              <a:gd name="T47" fmla="*/ 1300 h 2350"/>
              <a:gd name="T48" fmla="*/ 1167 w 2334"/>
              <a:gd name="T49" fmla="*/ 483 h 2350"/>
              <a:gd name="T50" fmla="*/ 1984 w 2334"/>
              <a:gd name="T51" fmla="*/ 1300 h 2350"/>
              <a:gd name="T52" fmla="*/ 1167 w 2334"/>
              <a:gd name="T53" fmla="*/ 2116 h 2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334" h="2350">
                <a:moveTo>
                  <a:pt x="2334" y="450"/>
                </a:moveTo>
                <a:cubicBezTo>
                  <a:pt x="1797" y="0"/>
                  <a:pt x="1797" y="0"/>
                  <a:pt x="1797" y="0"/>
                </a:cubicBezTo>
                <a:cubicBezTo>
                  <a:pt x="1646" y="179"/>
                  <a:pt x="1646" y="179"/>
                  <a:pt x="1646" y="179"/>
                </a:cubicBezTo>
                <a:cubicBezTo>
                  <a:pt x="2183" y="629"/>
                  <a:pt x="2183" y="629"/>
                  <a:pt x="2183" y="629"/>
                </a:cubicBezTo>
                <a:lnTo>
                  <a:pt x="2334" y="450"/>
                </a:lnTo>
                <a:close/>
                <a:moveTo>
                  <a:pt x="686" y="179"/>
                </a:moveTo>
                <a:cubicBezTo>
                  <a:pt x="537" y="0"/>
                  <a:pt x="537" y="0"/>
                  <a:pt x="537" y="0"/>
                </a:cubicBezTo>
                <a:cubicBezTo>
                  <a:pt x="0" y="449"/>
                  <a:pt x="0" y="449"/>
                  <a:pt x="0" y="449"/>
                </a:cubicBezTo>
                <a:cubicBezTo>
                  <a:pt x="151" y="628"/>
                  <a:pt x="151" y="628"/>
                  <a:pt x="151" y="628"/>
                </a:cubicBezTo>
                <a:lnTo>
                  <a:pt x="686" y="179"/>
                </a:lnTo>
                <a:close/>
                <a:moveTo>
                  <a:pt x="1225" y="716"/>
                </a:moveTo>
                <a:cubicBezTo>
                  <a:pt x="1050" y="716"/>
                  <a:pt x="1050" y="716"/>
                  <a:pt x="1050" y="716"/>
                </a:cubicBezTo>
                <a:cubicBezTo>
                  <a:pt x="1050" y="1416"/>
                  <a:pt x="1050" y="1416"/>
                  <a:pt x="1050" y="1416"/>
                </a:cubicBezTo>
                <a:cubicBezTo>
                  <a:pt x="1605" y="1749"/>
                  <a:pt x="1605" y="1749"/>
                  <a:pt x="1605" y="1749"/>
                </a:cubicBezTo>
                <a:cubicBezTo>
                  <a:pt x="1692" y="1605"/>
                  <a:pt x="1692" y="1605"/>
                  <a:pt x="1692" y="1605"/>
                </a:cubicBezTo>
                <a:cubicBezTo>
                  <a:pt x="1225" y="1329"/>
                  <a:pt x="1225" y="1329"/>
                  <a:pt x="1225" y="1329"/>
                </a:cubicBezTo>
                <a:lnTo>
                  <a:pt x="1225" y="716"/>
                </a:lnTo>
                <a:close/>
                <a:moveTo>
                  <a:pt x="1167" y="250"/>
                </a:moveTo>
                <a:cubicBezTo>
                  <a:pt x="587" y="250"/>
                  <a:pt x="117" y="720"/>
                  <a:pt x="117" y="1300"/>
                </a:cubicBezTo>
                <a:cubicBezTo>
                  <a:pt x="117" y="1879"/>
                  <a:pt x="586" y="2350"/>
                  <a:pt x="1167" y="2350"/>
                </a:cubicBezTo>
                <a:cubicBezTo>
                  <a:pt x="1747" y="2350"/>
                  <a:pt x="2217" y="1879"/>
                  <a:pt x="2217" y="1300"/>
                </a:cubicBezTo>
                <a:cubicBezTo>
                  <a:pt x="2217" y="720"/>
                  <a:pt x="1747" y="250"/>
                  <a:pt x="1167" y="250"/>
                </a:cubicBezTo>
                <a:close/>
                <a:moveTo>
                  <a:pt x="1167" y="2116"/>
                </a:moveTo>
                <a:cubicBezTo>
                  <a:pt x="715" y="2116"/>
                  <a:pt x="350" y="1751"/>
                  <a:pt x="350" y="1300"/>
                </a:cubicBezTo>
                <a:cubicBezTo>
                  <a:pt x="350" y="848"/>
                  <a:pt x="715" y="483"/>
                  <a:pt x="1167" y="483"/>
                </a:cubicBezTo>
                <a:cubicBezTo>
                  <a:pt x="1619" y="483"/>
                  <a:pt x="1984" y="848"/>
                  <a:pt x="1984" y="1300"/>
                </a:cubicBezTo>
                <a:cubicBezTo>
                  <a:pt x="1984" y="1751"/>
                  <a:pt x="1619" y="2116"/>
                  <a:pt x="1167" y="21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09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ss Alarm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05532" cy="914400"/>
          </a:xfrm>
          <a:custGeom>
            <a:avLst/>
            <a:gdLst>
              <a:gd name="T0" fmla="*/ 2334 w 2334"/>
              <a:gd name="T1" fmla="*/ 455 h 2357"/>
              <a:gd name="T2" fmla="*/ 1797 w 2334"/>
              <a:gd name="T3" fmla="*/ 0 h 2357"/>
              <a:gd name="T4" fmla="*/ 1645 w 2334"/>
              <a:gd name="T5" fmla="*/ 175 h 2357"/>
              <a:gd name="T6" fmla="*/ 2182 w 2334"/>
              <a:gd name="T7" fmla="*/ 630 h 2357"/>
              <a:gd name="T8" fmla="*/ 2334 w 2334"/>
              <a:gd name="T9" fmla="*/ 455 h 2357"/>
              <a:gd name="T10" fmla="*/ 689 w 2334"/>
              <a:gd name="T11" fmla="*/ 187 h 2357"/>
              <a:gd name="T12" fmla="*/ 537 w 2334"/>
              <a:gd name="T13" fmla="*/ 12 h 2357"/>
              <a:gd name="T14" fmla="*/ 0 w 2334"/>
              <a:gd name="T15" fmla="*/ 455 h 2357"/>
              <a:gd name="T16" fmla="*/ 152 w 2334"/>
              <a:gd name="T17" fmla="*/ 630 h 2357"/>
              <a:gd name="T18" fmla="*/ 689 w 2334"/>
              <a:gd name="T19" fmla="*/ 187 h 2357"/>
              <a:gd name="T20" fmla="*/ 1225 w 2334"/>
              <a:gd name="T21" fmla="*/ 723 h 2357"/>
              <a:gd name="T22" fmla="*/ 1050 w 2334"/>
              <a:gd name="T23" fmla="*/ 723 h 2357"/>
              <a:gd name="T24" fmla="*/ 1050 w 2334"/>
              <a:gd name="T25" fmla="*/ 1423 h 2357"/>
              <a:gd name="T26" fmla="*/ 1599 w 2334"/>
              <a:gd name="T27" fmla="*/ 1762 h 2357"/>
              <a:gd name="T28" fmla="*/ 1692 w 2334"/>
              <a:gd name="T29" fmla="*/ 1622 h 2357"/>
              <a:gd name="T30" fmla="*/ 1225 w 2334"/>
              <a:gd name="T31" fmla="*/ 1342 h 2357"/>
              <a:gd name="T32" fmla="*/ 1225 w 2334"/>
              <a:gd name="T33" fmla="*/ 723 h 2357"/>
              <a:gd name="T34" fmla="*/ 1167 w 2334"/>
              <a:gd name="T35" fmla="*/ 257 h 2357"/>
              <a:gd name="T36" fmla="*/ 117 w 2334"/>
              <a:gd name="T37" fmla="*/ 1307 h 2357"/>
              <a:gd name="T38" fmla="*/ 1167 w 2334"/>
              <a:gd name="T39" fmla="*/ 2357 h 2357"/>
              <a:gd name="T40" fmla="*/ 2217 w 2334"/>
              <a:gd name="T41" fmla="*/ 1307 h 2357"/>
              <a:gd name="T42" fmla="*/ 1167 w 2334"/>
              <a:gd name="T43" fmla="*/ 257 h 2357"/>
              <a:gd name="T44" fmla="*/ 1167 w 2334"/>
              <a:gd name="T45" fmla="*/ 2123 h 2357"/>
              <a:gd name="T46" fmla="*/ 350 w 2334"/>
              <a:gd name="T47" fmla="*/ 1307 h 2357"/>
              <a:gd name="T48" fmla="*/ 1167 w 2334"/>
              <a:gd name="T49" fmla="*/ 490 h 2357"/>
              <a:gd name="T50" fmla="*/ 1984 w 2334"/>
              <a:gd name="T51" fmla="*/ 1307 h 2357"/>
              <a:gd name="T52" fmla="*/ 1167 w 2334"/>
              <a:gd name="T53" fmla="*/ 2123 h 2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334" h="2357">
                <a:moveTo>
                  <a:pt x="2334" y="455"/>
                </a:moveTo>
                <a:cubicBezTo>
                  <a:pt x="1797" y="0"/>
                  <a:pt x="1797" y="0"/>
                  <a:pt x="1797" y="0"/>
                </a:cubicBezTo>
                <a:cubicBezTo>
                  <a:pt x="1645" y="175"/>
                  <a:pt x="1645" y="175"/>
                  <a:pt x="1645" y="175"/>
                </a:cubicBezTo>
                <a:cubicBezTo>
                  <a:pt x="2182" y="630"/>
                  <a:pt x="2182" y="630"/>
                  <a:pt x="2182" y="630"/>
                </a:cubicBezTo>
                <a:lnTo>
                  <a:pt x="2334" y="455"/>
                </a:lnTo>
                <a:close/>
                <a:moveTo>
                  <a:pt x="689" y="187"/>
                </a:moveTo>
                <a:cubicBezTo>
                  <a:pt x="537" y="12"/>
                  <a:pt x="537" y="12"/>
                  <a:pt x="537" y="12"/>
                </a:cubicBezTo>
                <a:cubicBezTo>
                  <a:pt x="0" y="455"/>
                  <a:pt x="0" y="455"/>
                  <a:pt x="0" y="455"/>
                </a:cubicBezTo>
                <a:cubicBezTo>
                  <a:pt x="152" y="630"/>
                  <a:pt x="152" y="630"/>
                  <a:pt x="152" y="630"/>
                </a:cubicBezTo>
                <a:lnTo>
                  <a:pt x="689" y="187"/>
                </a:lnTo>
                <a:close/>
                <a:moveTo>
                  <a:pt x="1225" y="723"/>
                </a:moveTo>
                <a:cubicBezTo>
                  <a:pt x="1050" y="723"/>
                  <a:pt x="1050" y="723"/>
                  <a:pt x="1050" y="723"/>
                </a:cubicBezTo>
                <a:cubicBezTo>
                  <a:pt x="1050" y="1423"/>
                  <a:pt x="1050" y="1423"/>
                  <a:pt x="1050" y="1423"/>
                </a:cubicBezTo>
                <a:cubicBezTo>
                  <a:pt x="1599" y="1762"/>
                  <a:pt x="1599" y="1762"/>
                  <a:pt x="1599" y="1762"/>
                </a:cubicBezTo>
                <a:cubicBezTo>
                  <a:pt x="1692" y="1622"/>
                  <a:pt x="1692" y="1622"/>
                  <a:pt x="1692" y="1622"/>
                </a:cubicBezTo>
                <a:cubicBezTo>
                  <a:pt x="1225" y="1342"/>
                  <a:pt x="1225" y="1342"/>
                  <a:pt x="1225" y="1342"/>
                </a:cubicBezTo>
                <a:lnTo>
                  <a:pt x="1225" y="723"/>
                </a:lnTo>
                <a:close/>
                <a:moveTo>
                  <a:pt x="1167" y="257"/>
                </a:moveTo>
                <a:cubicBezTo>
                  <a:pt x="584" y="257"/>
                  <a:pt x="117" y="723"/>
                  <a:pt x="117" y="1307"/>
                </a:cubicBezTo>
                <a:cubicBezTo>
                  <a:pt x="117" y="1890"/>
                  <a:pt x="584" y="2357"/>
                  <a:pt x="1167" y="2357"/>
                </a:cubicBezTo>
                <a:cubicBezTo>
                  <a:pt x="1750" y="2357"/>
                  <a:pt x="2217" y="1890"/>
                  <a:pt x="2217" y="1307"/>
                </a:cubicBezTo>
                <a:cubicBezTo>
                  <a:pt x="2217" y="723"/>
                  <a:pt x="1750" y="257"/>
                  <a:pt x="1167" y="257"/>
                </a:cubicBezTo>
                <a:close/>
                <a:moveTo>
                  <a:pt x="1167" y="2123"/>
                </a:moveTo>
                <a:cubicBezTo>
                  <a:pt x="712" y="2123"/>
                  <a:pt x="350" y="1762"/>
                  <a:pt x="350" y="1307"/>
                </a:cubicBezTo>
                <a:cubicBezTo>
                  <a:pt x="350" y="852"/>
                  <a:pt x="712" y="490"/>
                  <a:pt x="1167" y="490"/>
                </a:cubicBezTo>
                <a:cubicBezTo>
                  <a:pt x="1622" y="490"/>
                  <a:pt x="1984" y="852"/>
                  <a:pt x="1984" y="1307"/>
                </a:cubicBezTo>
                <a:cubicBezTo>
                  <a:pt x="1984" y="1762"/>
                  <a:pt x="1622" y="2123"/>
                  <a:pt x="1167" y="212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9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cess Tim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997 w 6000"/>
              <a:gd name="T1" fmla="*/ 0 h 6000"/>
              <a:gd name="T2" fmla="*/ 0 w 6000"/>
              <a:gd name="T3" fmla="*/ 3000 h 6000"/>
              <a:gd name="T4" fmla="*/ 2997 w 6000"/>
              <a:gd name="T5" fmla="*/ 6000 h 6000"/>
              <a:gd name="T6" fmla="*/ 6000 w 6000"/>
              <a:gd name="T7" fmla="*/ 3000 h 6000"/>
              <a:gd name="T8" fmla="*/ 2997 w 6000"/>
              <a:gd name="T9" fmla="*/ 0 h 6000"/>
              <a:gd name="T10" fmla="*/ 3000 w 6000"/>
              <a:gd name="T11" fmla="*/ 5400 h 6000"/>
              <a:gd name="T12" fmla="*/ 600 w 6000"/>
              <a:gd name="T13" fmla="*/ 3000 h 6000"/>
              <a:gd name="T14" fmla="*/ 3000 w 6000"/>
              <a:gd name="T15" fmla="*/ 600 h 6000"/>
              <a:gd name="T16" fmla="*/ 5400 w 6000"/>
              <a:gd name="T17" fmla="*/ 3000 h 6000"/>
              <a:gd name="T18" fmla="*/ 3000 w 6000"/>
              <a:gd name="T19" fmla="*/ 5400 h 6000"/>
              <a:gd name="T20" fmla="*/ 3150 w 6000"/>
              <a:gd name="T21" fmla="*/ 1500 h 6000"/>
              <a:gd name="T22" fmla="*/ 2700 w 6000"/>
              <a:gd name="T23" fmla="*/ 1500 h 6000"/>
              <a:gd name="T24" fmla="*/ 2700 w 6000"/>
              <a:gd name="T25" fmla="*/ 3300 h 6000"/>
              <a:gd name="T26" fmla="*/ 4275 w 6000"/>
              <a:gd name="T27" fmla="*/ 4245 h 6000"/>
              <a:gd name="T28" fmla="*/ 4500 w 6000"/>
              <a:gd name="T29" fmla="*/ 3876 h 6000"/>
              <a:gd name="T30" fmla="*/ 3150 w 6000"/>
              <a:gd name="T31" fmla="*/ 3075 h 6000"/>
              <a:gd name="T32" fmla="*/ 3150 w 6000"/>
              <a:gd name="T33" fmla="*/ 1500 h 6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000" h="6000">
                <a:moveTo>
                  <a:pt x="2997" y="0"/>
                </a:moveTo>
                <a:cubicBezTo>
                  <a:pt x="1341" y="0"/>
                  <a:pt x="0" y="1344"/>
                  <a:pt x="0" y="3000"/>
                </a:cubicBezTo>
                <a:cubicBezTo>
                  <a:pt x="0" y="4656"/>
                  <a:pt x="1341" y="6000"/>
                  <a:pt x="2997" y="6000"/>
                </a:cubicBezTo>
                <a:cubicBezTo>
                  <a:pt x="4656" y="6000"/>
                  <a:pt x="6000" y="4656"/>
                  <a:pt x="6000" y="3000"/>
                </a:cubicBezTo>
                <a:cubicBezTo>
                  <a:pt x="6000" y="1344"/>
                  <a:pt x="4656" y="0"/>
                  <a:pt x="2997" y="0"/>
                </a:cubicBezTo>
                <a:close/>
                <a:moveTo>
                  <a:pt x="3000" y="5400"/>
                </a:moveTo>
                <a:cubicBezTo>
                  <a:pt x="1674" y="5400"/>
                  <a:pt x="600" y="4326"/>
                  <a:pt x="600" y="3000"/>
                </a:cubicBezTo>
                <a:cubicBezTo>
                  <a:pt x="600" y="1674"/>
                  <a:pt x="1674" y="600"/>
                  <a:pt x="3000" y="600"/>
                </a:cubicBezTo>
                <a:cubicBezTo>
                  <a:pt x="4326" y="600"/>
                  <a:pt x="5400" y="1674"/>
                  <a:pt x="5400" y="3000"/>
                </a:cubicBezTo>
                <a:cubicBezTo>
                  <a:pt x="5400" y="4326"/>
                  <a:pt x="4326" y="5400"/>
                  <a:pt x="3000" y="5400"/>
                </a:cubicBezTo>
                <a:close/>
                <a:moveTo>
                  <a:pt x="3150" y="1500"/>
                </a:moveTo>
                <a:cubicBezTo>
                  <a:pt x="2700" y="1500"/>
                  <a:pt x="2700" y="1500"/>
                  <a:pt x="2700" y="1500"/>
                </a:cubicBezTo>
                <a:cubicBezTo>
                  <a:pt x="2700" y="3300"/>
                  <a:pt x="2700" y="3300"/>
                  <a:pt x="2700" y="3300"/>
                </a:cubicBezTo>
                <a:cubicBezTo>
                  <a:pt x="4275" y="4245"/>
                  <a:pt x="4275" y="4245"/>
                  <a:pt x="4275" y="4245"/>
                </a:cubicBezTo>
                <a:cubicBezTo>
                  <a:pt x="4500" y="3876"/>
                  <a:pt x="4500" y="3876"/>
                  <a:pt x="4500" y="3876"/>
                </a:cubicBezTo>
                <a:cubicBezTo>
                  <a:pt x="3150" y="3075"/>
                  <a:pt x="3150" y="3075"/>
                  <a:pt x="3150" y="3075"/>
                </a:cubicBezTo>
                <a:lnTo>
                  <a:pt x="3150" y="15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76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dd Alar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08305" cy="914400"/>
          </a:xfrm>
          <a:custGeom>
            <a:avLst/>
            <a:gdLst>
              <a:gd name="T0" fmla="*/ 686 w 2334"/>
              <a:gd name="T1" fmla="*/ 179 h 2350"/>
              <a:gd name="T2" fmla="*/ 537 w 2334"/>
              <a:gd name="T3" fmla="*/ 0 h 2350"/>
              <a:gd name="T4" fmla="*/ 0 w 2334"/>
              <a:gd name="T5" fmla="*/ 449 h 2350"/>
              <a:gd name="T6" fmla="*/ 151 w 2334"/>
              <a:gd name="T7" fmla="*/ 628 h 2350"/>
              <a:gd name="T8" fmla="*/ 686 w 2334"/>
              <a:gd name="T9" fmla="*/ 179 h 2350"/>
              <a:gd name="T10" fmla="*/ 2334 w 2334"/>
              <a:gd name="T11" fmla="*/ 450 h 2350"/>
              <a:gd name="T12" fmla="*/ 1797 w 2334"/>
              <a:gd name="T13" fmla="*/ 0 h 2350"/>
              <a:gd name="T14" fmla="*/ 1646 w 2334"/>
              <a:gd name="T15" fmla="*/ 179 h 2350"/>
              <a:gd name="T16" fmla="*/ 2183 w 2334"/>
              <a:gd name="T17" fmla="*/ 629 h 2350"/>
              <a:gd name="T18" fmla="*/ 2334 w 2334"/>
              <a:gd name="T19" fmla="*/ 450 h 2350"/>
              <a:gd name="T20" fmla="*/ 1167 w 2334"/>
              <a:gd name="T21" fmla="*/ 250 h 2350"/>
              <a:gd name="T22" fmla="*/ 117 w 2334"/>
              <a:gd name="T23" fmla="*/ 1300 h 2350"/>
              <a:gd name="T24" fmla="*/ 1167 w 2334"/>
              <a:gd name="T25" fmla="*/ 2350 h 2350"/>
              <a:gd name="T26" fmla="*/ 2217 w 2334"/>
              <a:gd name="T27" fmla="*/ 1300 h 2350"/>
              <a:gd name="T28" fmla="*/ 1167 w 2334"/>
              <a:gd name="T29" fmla="*/ 250 h 2350"/>
              <a:gd name="T30" fmla="*/ 1167 w 2334"/>
              <a:gd name="T31" fmla="*/ 2116 h 2350"/>
              <a:gd name="T32" fmla="*/ 350 w 2334"/>
              <a:gd name="T33" fmla="*/ 1300 h 2350"/>
              <a:gd name="T34" fmla="*/ 1167 w 2334"/>
              <a:gd name="T35" fmla="*/ 483 h 2350"/>
              <a:gd name="T36" fmla="*/ 1984 w 2334"/>
              <a:gd name="T37" fmla="*/ 1300 h 2350"/>
              <a:gd name="T38" fmla="*/ 1167 w 2334"/>
              <a:gd name="T39" fmla="*/ 2116 h 2350"/>
              <a:gd name="T40" fmla="*/ 1284 w 2334"/>
              <a:gd name="T41" fmla="*/ 833 h 2350"/>
              <a:gd name="T42" fmla="*/ 1050 w 2334"/>
              <a:gd name="T43" fmla="*/ 833 h 2350"/>
              <a:gd name="T44" fmla="*/ 1050 w 2334"/>
              <a:gd name="T45" fmla="*/ 1183 h 2350"/>
              <a:gd name="T46" fmla="*/ 700 w 2334"/>
              <a:gd name="T47" fmla="*/ 1183 h 2350"/>
              <a:gd name="T48" fmla="*/ 700 w 2334"/>
              <a:gd name="T49" fmla="*/ 1416 h 2350"/>
              <a:gd name="T50" fmla="*/ 1050 w 2334"/>
              <a:gd name="T51" fmla="*/ 1416 h 2350"/>
              <a:gd name="T52" fmla="*/ 1050 w 2334"/>
              <a:gd name="T53" fmla="*/ 1766 h 2350"/>
              <a:gd name="T54" fmla="*/ 1284 w 2334"/>
              <a:gd name="T55" fmla="*/ 1766 h 2350"/>
              <a:gd name="T56" fmla="*/ 1284 w 2334"/>
              <a:gd name="T57" fmla="*/ 1416 h 2350"/>
              <a:gd name="T58" fmla="*/ 1634 w 2334"/>
              <a:gd name="T59" fmla="*/ 1416 h 2350"/>
              <a:gd name="T60" fmla="*/ 1634 w 2334"/>
              <a:gd name="T61" fmla="*/ 1183 h 2350"/>
              <a:gd name="T62" fmla="*/ 1284 w 2334"/>
              <a:gd name="T63" fmla="*/ 1183 h 2350"/>
              <a:gd name="T64" fmla="*/ 1284 w 2334"/>
              <a:gd name="T65" fmla="*/ 833 h 2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34" h="2350">
                <a:moveTo>
                  <a:pt x="686" y="179"/>
                </a:moveTo>
                <a:cubicBezTo>
                  <a:pt x="537" y="0"/>
                  <a:pt x="537" y="0"/>
                  <a:pt x="537" y="0"/>
                </a:cubicBezTo>
                <a:cubicBezTo>
                  <a:pt x="0" y="449"/>
                  <a:pt x="0" y="449"/>
                  <a:pt x="0" y="449"/>
                </a:cubicBezTo>
                <a:cubicBezTo>
                  <a:pt x="151" y="628"/>
                  <a:pt x="151" y="628"/>
                  <a:pt x="151" y="628"/>
                </a:cubicBezTo>
                <a:lnTo>
                  <a:pt x="686" y="179"/>
                </a:lnTo>
                <a:close/>
                <a:moveTo>
                  <a:pt x="2334" y="450"/>
                </a:moveTo>
                <a:cubicBezTo>
                  <a:pt x="1797" y="0"/>
                  <a:pt x="1797" y="0"/>
                  <a:pt x="1797" y="0"/>
                </a:cubicBezTo>
                <a:cubicBezTo>
                  <a:pt x="1646" y="179"/>
                  <a:pt x="1646" y="179"/>
                  <a:pt x="1646" y="179"/>
                </a:cubicBezTo>
                <a:cubicBezTo>
                  <a:pt x="2183" y="629"/>
                  <a:pt x="2183" y="629"/>
                  <a:pt x="2183" y="629"/>
                </a:cubicBezTo>
                <a:lnTo>
                  <a:pt x="2334" y="450"/>
                </a:lnTo>
                <a:close/>
                <a:moveTo>
                  <a:pt x="1167" y="250"/>
                </a:moveTo>
                <a:cubicBezTo>
                  <a:pt x="587" y="250"/>
                  <a:pt x="117" y="720"/>
                  <a:pt x="117" y="1300"/>
                </a:cubicBezTo>
                <a:cubicBezTo>
                  <a:pt x="117" y="1879"/>
                  <a:pt x="586" y="2350"/>
                  <a:pt x="1167" y="2350"/>
                </a:cubicBezTo>
                <a:cubicBezTo>
                  <a:pt x="1747" y="2350"/>
                  <a:pt x="2217" y="1879"/>
                  <a:pt x="2217" y="1300"/>
                </a:cubicBezTo>
                <a:cubicBezTo>
                  <a:pt x="2217" y="720"/>
                  <a:pt x="1747" y="250"/>
                  <a:pt x="1167" y="250"/>
                </a:cubicBezTo>
                <a:close/>
                <a:moveTo>
                  <a:pt x="1167" y="2116"/>
                </a:moveTo>
                <a:cubicBezTo>
                  <a:pt x="715" y="2116"/>
                  <a:pt x="350" y="1751"/>
                  <a:pt x="350" y="1300"/>
                </a:cubicBezTo>
                <a:cubicBezTo>
                  <a:pt x="350" y="848"/>
                  <a:pt x="715" y="483"/>
                  <a:pt x="1167" y="483"/>
                </a:cubicBezTo>
                <a:cubicBezTo>
                  <a:pt x="1619" y="483"/>
                  <a:pt x="1984" y="848"/>
                  <a:pt x="1984" y="1300"/>
                </a:cubicBezTo>
                <a:cubicBezTo>
                  <a:pt x="1984" y="1751"/>
                  <a:pt x="1619" y="2116"/>
                  <a:pt x="1167" y="2116"/>
                </a:cubicBezTo>
                <a:close/>
                <a:moveTo>
                  <a:pt x="1284" y="833"/>
                </a:moveTo>
                <a:cubicBezTo>
                  <a:pt x="1050" y="833"/>
                  <a:pt x="1050" y="833"/>
                  <a:pt x="1050" y="833"/>
                </a:cubicBezTo>
                <a:cubicBezTo>
                  <a:pt x="1050" y="1183"/>
                  <a:pt x="1050" y="1183"/>
                  <a:pt x="1050" y="1183"/>
                </a:cubicBezTo>
                <a:cubicBezTo>
                  <a:pt x="700" y="1183"/>
                  <a:pt x="700" y="1183"/>
                  <a:pt x="700" y="1183"/>
                </a:cubicBezTo>
                <a:cubicBezTo>
                  <a:pt x="700" y="1416"/>
                  <a:pt x="700" y="1416"/>
                  <a:pt x="700" y="1416"/>
                </a:cubicBezTo>
                <a:cubicBezTo>
                  <a:pt x="1050" y="1416"/>
                  <a:pt x="1050" y="1416"/>
                  <a:pt x="1050" y="1416"/>
                </a:cubicBezTo>
                <a:cubicBezTo>
                  <a:pt x="1050" y="1766"/>
                  <a:pt x="1050" y="1766"/>
                  <a:pt x="1050" y="1766"/>
                </a:cubicBezTo>
                <a:cubicBezTo>
                  <a:pt x="1284" y="1766"/>
                  <a:pt x="1284" y="1766"/>
                  <a:pt x="1284" y="1766"/>
                </a:cubicBezTo>
                <a:cubicBezTo>
                  <a:pt x="1284" y="1416"/>
                  <a:pt x="1284" y="1416"/>
                  <a:pt x="1284" y="1416"/>
                </a:cubicBezTo>
                <a:cubicBezTo>
                  <a:pt x="1634" y="1416"/>
                  <a:pt x="1634" y="1416"/>
                  <a:pt x="1634" y="1416"/>
                </a:cubicBezTo>
                <a:cubicBezTo>
                  <a:pt x="1634" y="1183"/>
                  <a:pt x="1634" y="1183"/>
                  <a:pt x="1634" y="1183"/>
                </a:cubicBezTo>
                <a:cubicBezTo>
                  <a:pt x="1284" y="1183"/>
                  <a:pt x="1284" y="1183"/>
                  <a:pt x="1284" y="1183"/>
                </a:cubicBezTo>
                <a:lnTo>
                  <a:pt x="1284" y="8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8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irplane Mode Activ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68677" cy="914400"/>
          </a:xfrm>
          <a:custGeom>
            <a:avLst/>
            <a:gdLst>
              <a:gd name="T0" fmla="*/ 6000 w 6000"/>
              <a:gd name="T1" fmla="*/ 4421 h 6316"/>
              <a:gd name="T2" fmla="*/ 6000 w 6000"/>
              <a:gd name="T3" fmla="*/ 3790 h 6316"/>
              <a:gd name="T4" fmla="*/ 3474 w 6000"/>
              <a:gd name="T5" fmla="*/ 2211 h 6316"/>
              <a:gd name="T6" fmla="*/ 3474 w 6000"/>
              <a:gd name="T7" fmla="*/ 474 h 6316"/>
              <a:gd name="T8" fmla="*/ 3000 w 6000"/>
              <a:gd name="T9" fmla="*/ 0 h 6316"/>
              <a:gd name="T10" fmla="*/ 2526 w 6000"/>
              <a:gd name="T11" fmla="*/ 474 h 6316"/>
              <a:gd name="T12" fmla="*/ 2526 w 6000"/>
              <a:gd name="T13" fmla="*/ 2211 h 6316"/>
              <a:gd name="T14" fmla="*/ 0 w 6000"/>
              <a:gd name="T15" fmla="*/ 3790 h 6316"/>
              <a:gd name="T16" fmla="*/ 0 w 6000"/>
              <a:gd name="T17" fmla="*/ 4421 h 6316"/>
              <a:gd name="T18" fmla="*/ 2526 w 6000"/>
              <a:gd name="T19" fmla="*/ 3632 h 6316"/>
              <a:gd name="T20" fmla="*/ 2526 w 6000"/>
              <a:gd name="T21" fmla="*/ 5369 h 6316"/>
              <a:gd name="T22" fmla="*/ 1895 w 6000"/>
              <a:gd name="T23" fmla="*/ 5842 h 6316"/>
              <a:gd name="T24" fmla="*/ 1895 w 6000"/>
              <a:gd name="T25" fmla="*/ 6316 h 6316"/>
              <a:gd name="T26" fmla="*/ 3000 w 6000"/>
              <a:gd name="T27" fmla="*/ 6000 h 6316"/>
              <a:gd name="T28" fmla="*/ 4105 w 6000"/>
              <a:gd name="T29" fmla="*/ 6316 h 6316"/>
              <a:gd name="T30" fmla="*/ 4105 w 6000"/>
              <a:gd name="T31" fmla="*/ 5842 h 6316"/>
              <a:gd name="T32" fmla="*/ 3474 w 6000"/>
              <a:gd name="T33" fmla="*/ 5369 h 6316"/>
              <a:gd name="T34" fmla="*/ 3474 w 6000"/>
              <a:gd name="T35" fmla="*/ 3632 h 6316"/>
              <a:gd name="T36" fmla="*/ 6000 w 6000"/>
              <a:gd name="T37" fmla="*/ 4421 h 63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000" h="6316">
                <a:moveTo>
                  <a:pt x="6000" y="4421"/>
                </a:moveTo>
                <a:cubicBezTo>
                  <a:pt x="6000" y="3790"/>
                  <a:pt x="6000" y="3790"/>
                  <a:pt x="6000" y="3790"/>
                </a:cubicBezTo>
                <a:cubicBezTo>
                  <a:pt x="3474" y="2211"/>
                  <a:pt x="3474" y="2211"/>
                  <a:pt x="3474" y="2211"/>
                </a:cubicBezTo>
                <a:cubicBezTo>
                  <a:pt x="3474" y="474"/>
                  <a:pt x="3474" y="474"/>
                  <a:pt x="3474" y="474"/>
                </a:cubicBezTo>
                <a:cubicBezTo>
                  <a:pt x="3474" y="212"/>
                  <a:pt x="3262" y="0"/>
                  <a:pt x="3000" y="0"/>
                </a:cubicBezTo>
                <a:cubicBezTo>
                  <a:pt x="2738" y="0"/>
                  <a:pt x="2526" y="212"/>
                  <a:pt x="2526" y="474"/>
                </a:cubicBezTo>
                <a:cubicBezTo>
                  <a:pt x="2526" y="2211"/>
                  <a:pt x="2526" y="2211"/>
                  <a:pt x="2526" y="2211"/>
                </a:cubicBezTo>
                <a:cubicBezTo>
                  <a:pt x="0" y="3790"/>
                  <a:pt x="0" y="3790"/>
                  <a:pt x="0" y="3790"/>
                </a:cubicBezTo>
                <a:cubicBezTo>
                  <a:pt x="0" y="4421"/>
                  <a:pt x="0" y="4421"/>
                  <a:pt x="0" y="4421"/>
                </a:cubicBezTo>
                <a:cubicBezTo>
                  <a:pt x="2526" y="3632"/>
                  <a:pt x="2526" y="3632"/>
                  <a:pt x="2526" y="3632"/>
                </a:cubicBezTo>
                <a:cubicBezTo>
                  <a:pt x="2526" y="5369"/>
                  <a:pt x="2526" y="5369"/>
                  <a:pt x="2526" y="5369"/>
                </a:cubicBezTo>
                <a:cubicBezTo>
                  <a:pt x="1895" y="5842"/>
                  <a:pt x="1895" y="5842"/>
                  <a:pt x="1895" y="5842"/>
                </a:cubicBezTo>
                <a:cubicBezTo>
                  <a:pt x="1895" y="6316"/>
                  <a:pt x="1895" y="6316"/>
                  <a:pt x="1895" y="6316"/>
                </a:cubicBezTo>
                <a:cubicBezTo>
                  <a:pt x="3000" y="6000"/>
                  <a:pt x="3000" y="6000"/>
                  <a:pt x="3000" y="6000"/>
                </a:cubicBezTo>
                <a:cubicBezTo>
                  <a:pt x="4105" y="6316"/>
                  <a:pt x="4105" y="6316"/>
                  <a:pt x="4105" y="6316"/>
                </a:cubicBezTo>
                <a:cubicBezTo>
                  <a:pt x="4105" y="5842"/>
                  <a:pt x="4105" y="5842"/>
                  <a:pt x="4105" y="5842"/>
                </a:cubicBezTo>
                <a:cubicBezTo>
                  <a:pt x="3474" y="5369"/>
                  <a:pt x="3474" y="5369"/>
                  <a:pt x="3474" y="5369"/>
                </a:cubicBezTo>
                <a:cubicBezTo>
                  <a:pt x="3474" y="3632"/>
                  <a:pt x="3474" y="3632"/>
                  <a:pt x="3474" y="3632"/>
                </a:cubicBezTo>
                <a:lnTo>
                  <a:pt x="6000" y="44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22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irplane Mode Inactiv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68622" cy="914400"/>
          </a:xfrm>
          <a:custGeom>
            <a:avLst/>
            <a:gdLst>
              <a:gd name="T0" fmla="*/ 1284 w 2217"/>
              <a:gd name="T1" fmla="*/ 817 h 2334"/>
              <a:gd name="T2" fmla="*/ 1284 w 2217"/>
              <a:gd name="T3" fmla="*/ 175 h 2334"/>
              <a:gd name="T4" fmla="*/ 1109 w 2217"/>
              <a:gd name="T5" fmla="*/ 0 h 2334"/>
              <a:gd name="T6" fmla="*/ 934 w 2217"/>
              <a:gd name="T7" fmla="*/ 175 h 2334"/>
              <a:gd name="T8" fmla="*/ 934 w 2217"/>
              <a:gd name="T9" fmla="*/ 605 h 2334"/>
              <a:gd name="T10" fmla="*/ 1847 w 2217"/>
              <a:gd name="T11" fmla="*/ 1518 h 2334"/>
              <a:gd name="T12" fmla="*/ 2217 w 2217"/>
              <a:gd name="T13" fmla="*/ 1634 h 2334"/>
              <a:gd name="T14" fmla="*/ 2217 w 2217"/>
              <a:gd name="T15" fmla="*/ 1400 h 2334"/>
              <a:gd name="T16" fmla="*/ 1284 w 2217"/>
              <a:gd name="T17" fmla="*/ 817 h 2334"/>
              <a:gd name="T18" fmla="*/ 117 w 2217"/>
              <a:gd name="T19" fmla="*/ 382 h 2334"/>
              <a:gd name="T20" fmla="*/ 699 w 2217"/>
              <a:gd name="T21" fmla="*/ 964 h 2334"/>
              <a:gd name="T22" fmla="*/ 0 w 2217"/>
              <a:gd name="T23" fmla="*/ 1400 h 2334"/>
              <a:gd name="T24" fmla="*/ 0 w 2217"/>
              <a:gd name="T25" fmla="*/ 1634 h 2334"/>
              <a:gd name="T26" fmla="*/ 934 w 2217"/>
              <a:gd name="T27" fmla="*/ 1342 h 2334"/>
              <a:gd name="T28" fmla="*/ 934 w 2217"/>
              <a:gd name="T29" fmla="*/ 1984 h 2334"/>
              <a:gd name="T30" fmla="*/ 700 w 2217"/>
              <a:gd name="T31" fmla="*/ 2159 h 2334"/>
              <a:gd name="T32" fmla="*/ 700 w 2217"/>
              <a:gd name="T33" fmla="*/ 2334 h 2334"/>
              <a:gd name="T34" fmla="*/ 1109 w 2217"/>
              <a:gd name="T35" fmla="*/ 2217 h 2334"/>
              <a:gd name="T36" fmla="*/ 1517 w 2217"/>
              <a:gd name="T37" fmla="*/ 2334 h 2334"/>
              <a:gd name="T38" fmla="*/ 1517 w 2217"/>
              <a:gd name="T39" fmla="*/ 2159 h 2334"/>
              <a:gd name="T40" fmla="*/ 1284 w 2217"/>
              <a:gd name="T41" fmla="*/ 1984 h 2334"/>
              <a:gd name="T42" fmla="*/ 1284 w 2217"/>
              <a:gd name="T43" fmla="*/ 1548 h 2334"/>
              <a:gd name="T44" fmla="*/ 1952 w 2217"/>
              <a:gd name="T45" fmla="*/ 2217 h 2334"/>
              <a:gd name="T46" fmla="*/ 2100 w 2217"/>
              <a:gd name="T47" fmla="*/ 2069 h 2334"/>
              <a:gd name="T48" fmla="*/ 265 w 2217"/>
              <a:gd name="T49" fmla="*/ 234 h 2334"/>
              <a:gd name="T50" fmla="*/ 117 w 2217"/>
              <a:gd name="T51" fmla="*/ 382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217" h="2334">
                <a:moveTo>
                  <a:pt x="1284" y="817"/>
                </a:moveTo>
                <a:cubicBezTo>
                  <a:pt x="1284" y="175"/>
                  <a:pt x="1284" y="175"/>
                  <a:pt x="1284" y="175"/>
                </a:cubicBezTo>
                <a:cubicBezTo>
                  <a:pt x="1284" y="78"/>
                  <a:pt x="1206" y="0"/>
                  <a:pt x="1109" y="0"/>
                </a:cubicBezTo>
                <a:cubicBezTo>
                  <a:pt x="1012" y="0"/>
                  <a:pt x="934" y="78"/>
                  <a:pt x="934" y="175"/>
                </a:cubicBezTo>
                <a:cubicBezTo>
                  <a:pt x="934" y="605"/>
                  <a:pt x="934" y="605"/>
                  <a:pt x="934" y="605"/>
                </a:cubicBezTo>
                <a:cubicBezTo>
                  <a:pt x="1847" y="1518"/>
                  <a:pt x="1847" y="1518"/>
                  <a:pt x="1847" y="1518"/>
                </a:cubicBezTo>
                <a:cubicBezTo>
                  <a:pt x="2217" y="1634"/>
                  <a:pt x="2217" y="1634"/>
                  <a:pt x="2217" y="1634"/>
                </a:cubicBezTo>
                <a:cubicBezTo>
                  <a:pt x="2217" y="1400"/>
                  <a:pt x="2217" y="1400"/>
                  <a:pt x="2217" y="1400"/>
                </a:cubicBezTo>
                <a:lnTo>
                  <a:pt x="1284" y="817"/>
                </a:lnTo>
                <a:close/>
                <a:moveTo>
                  <a:pt x="117" y="382"/>
                </a:moveTo>
                <a:cubicBezTo>
                  <a:pt x="699" y="964"/>
                  <a:pt x="699" y="964"/>
                  <a:pt x="699" y="964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0" y="1634"/>
                  <a:pt x="0" y="1634"/>
                  <a:pt x="0" y="1634"/>
                </a:cubicBezTo>
                <a:cubicBezTo>
                  <a:pt x="934" y="1342"/>
                  <a:pt x="934" y="1342"/>
                  <a:pt x="934" y="1342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700" y="2159"/>
                  <a:pt x="700" y="2159"/>
                  <a:pt x="700" y="2159"/>
                </a:cubicBezTo>
                <a:cubicBezTo>
                  <a:pt x="700" y="2334"/>
                  <a:pt x="700" y="2334"/>
                  <a:pt x="700" y="2334"/>
                </a:cubicBezTo>
                <a:cubicBezTo>
                  <a:pt x="1109" y="2217"/>
                  <a:pt x="1109" y="2217"/>
                  <a:pt x="1109" y="2217"/>
                </a:cubicBezTo>
                <a:cubicBezTo>
                  <a:pt x="1517" y="2334"/>
                  <a:pt x="1517" y="2334"/>
                  <a:pt x="1517" y="2334"/>
                </a:cubicBezTo>
                <a:cubicBezTo>
                  <a:pt x="1517" y="2159"/>
                  <a:pt x="1517" y="2159"/>
                  <a:pt x="1517" y="2159"/>
                </a:cubicBezTo>
                <a:cubicBezTo>
                  <a:pt x="1284" y="1984"/>
                  <a:pt x="1284" y="1984"/>
                  <a:pt x="1284" y="1984"/>
                </a:cubicBezTo>
                <a:cubicBezTo>
                  <a:pt x="1284" y="1548"/>
                  <a:pt x="1284" y="1548"/>
                  <a:pt x="1284" y="1548"/>
                </a:cubicBezTo>
                <a:cubicBezTo>
                  <a:pt x="1952" y="2217"/>
                  <a:pt x="1952" y="2217"/>
                  <a:pt x="1952" y="2217"/>
                </a:cubicBezTo>
                <a:cubicBezTo>
                  <a:pt x="2100" y="2069"/>
                  <a:pt x="2100" y="2069"/>
                  <a:pt x="2100" y="2069"/>
                </a:cubicBezTo>
                <a:cubicBezTo>
                  <a:pt x="265" y="234"/>
                  <a:pt x="265" y="234"/>
                  <a:pt x="265" y="234"/>
                </a:cubicBezTo>
                <a:lnTo>
                  <a:pt x="117" y="3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86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Battery 20%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0" y="0"/>
            <a:ext cx="457034" cy="914400"/>
            <a:chOff x="2559" y="1124"/>
            <a:chExt cx="2756" cy="5514"/>
          </a:xfrm>
        </p:grpSpPr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2559" y="5258"/>
              <a:ext cx="2756" cy="1380"/>
            </a:xfrm>
            <a:custGeom>
              <a:avLst/>
              <a:gdLst>
                <a:gd name="T0" fmla="*/ 0 w 1167"/>
                <a:gd name="T1" fmla="*/ 0 h 584"/>
                <a:gd name="T2" fmla="*/ 0 w 1167"/>
                <a:gd name="T3" fmla="*/ 428 h 584"/>
                <a:gd name="T4" fmla="*/ 155 w 1167"/>
                <a:gd name="T5" fmla="*/ 584 h 584"/>
                <a:gd name="T6" fmla="*/ 1010 w 1167"/>
                <a:gd name="T7" fmla="*/ 584 h 584"/>
                <a:gd name="T8" fmla="*/ 1167 w 1167"/>
                <a:gd name="T9" fmla="*/ 428 h 584"/>
                <a:gd name="T10" fmla="*/ 1167 w 1167"/>
                <a:gd name="T11" fmla="*/ 0 h 584"/>
                <a:gd name="T12" fmla="*/ 0 w 1167"/>
                <a:gd name="T13" fmla="*/ 0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7" h="584">
                  <a:moveTo>
                    <a:pt x="0" y="0"/>
                  </a:moveTo>
                  <a:cubicBezTo>
                    <a:pt x="0" y="428"/>
                    <a:pt x="0" y="428"/>
                    <a:pt x="0" y="428"/>
                  </a:cubicBezTo>
                  <a:cubicBezTo>
                    <a:pt x="0" y="514"/>
                    <a:pt x="70" y="584"/>
                    <a:pt x="155" y="584"/>
                  </a:cubicBezTo>
                  <a:cubicBezTo>
                    <a:pt x="1010" y="584"/>
                    <a:pt x="1010" y="584"/>
                    <a:pt x="1010" y="584"/>
                  </a:cubicBezTo>
                  <a:cubicBezTo>
                    <a:pt x="1097" y="584"/>
                    <a:pt x="1167" y="514"/>
                    <a:pt x="1167" y="428"/>
                  </a:cubicBezTo>
                  <a:cubicBezTo>
                    <a:pt x="1167" y="0"/>
                    <a:pt x="1167" y="0"/>
                    <a:pt x="1167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2559" y="1124"/>
              <a:ext cx="2756" cy="4134"/>
            </a:xfrm>
            <a:custGeom>
              <a:avLst/>
              <a:gdLst>
                <a:gd name="T0" fmla="*/ 817 w 1167"/>
                <a:gd name="T1" fmla="*/ 0 h 1750"/>
                <a:gd name="T2" fmla="*/ 350 w 1167"/>
                <a:gd name="T3" fmla="*/ 0 h 1750"/>
                <a:gd name="T4" fmla="*/ 350 w 1167"/>
                <a:gd name="T5" fmla="*/ 234 h 1750"/>
                <a:gd name="T6" fmla="*/ 155 w 1167"/>
                <a:gd name="T7" fmla="*/ 234 h 1750"/>
                <a:gd name="T8" fmla="*/ 0 w 1167"/>
                <a:gd name="T9" fmla="*/ 389 h 1750"/>
                <a:gd name="T10" fmla="*/ 0 w 1167"/>
                <a:gd name="T11" fmla="*/ 1750 h 1750"/>
                <a:gd name="T12" fmla="*/ 1167 w 1167"/>
                <a:gd name="T13" fmla="*/ 1750 h 1750"/>
                <a:gd name="T14" fmla="*/ 1167 w 1167"/>
                <a:gd name="T15" fmla="*/ 389 h 1750"/>
                <a:gd name="T16" fmla="*/ 1012 w 1167"/>
                <a:gd name="T17" fmla="*/ 234 h 1750"/>
                <a:gd name="T18" fmla="*/ 817 w 1167"/>
                <a:gd name="T19" fmla="*/ 234 h 1750"/>
                <a:gd name="T20" fmla="*/ 817 w 1167"/>
                <a:gd name="T21" fmla="*/ 0 h 1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7" h="1750">
                  <a:moveTo>
                    <a:pt x="817" y="0"/>
                  </a:moveTo>
                  <a:cubicBezTo>
                    <a:pt x="350" y="0"/>
                    <a:pt x="350" y="0"/>
                    <a:pt x="350" y="0"/>
                  </a:cubicBezTo>
                  <a:cubicBezTo>
                    <a:pt x="350" y="234"/>
                    <a:pt x="350" y="234"/>
                    <a:pt x="350" y="234"/>
                  </a:cubicBezTo>
                  <a:cubicBezTo>
                    <a:pt x="155" y="234"/>
                    <a:pt x="155" y="234"/>
                    <a:pt x="155" y="234"/>
                  </a:cubicBezTo>
                  <a:cubicBezTo>
                    <a:pt x="70" y="234"/>
                    <a:pt x="0" y="304"/>
                    <a:pt x="0" y="389"/>
                  </a:cubicBezTo>
                  <a:cubicBezTo>
                    <a:pt x="0" y="1750"/>
                    <a:pt x="0" y="1750"/>
                    <a:pt x="0" y="1750"/>
                  </a:cubicBezTo>
                  <a:cubicBezTo>
                    <a:pt x="1167" y="1750"/>
                    <a:pt x="1167" y="1750"/>
                    <a:pt x="1167" y="1750"/>
                  </a:cubicBezTo>
                  <a:cubicBezTo>
                    <a:pt x="1167" y="389"/>
                    <a:pt x="1167" y="389"/>
                    <a:pt x="1167" y="389"/>
                  </a:cubicBezTo>
                  <a:cubicBezTo>
                    <a:pt x="1167" y="304"/>
                    <a:pt x="1097" y="234"/>
                    <a:pt x="1012" y="234"/>
                  </a:cubicBezTo>
                  <a:cubicBezTo>
                    <a:pt x="817" y="234"/>
                    <a:pt x="817" y="234"/>
                    <a:pt x="817" y="234"/>
                  </a:cubicBezTo>
                  <a:cubicBezTo>
                    <a:pt x="817" y="0"/>
                    <a:pt x="817" y="0"/>
                    <a:pt x="817" y="0"/>
                  </a:cubicBezTo>
                </a:path>
              </a:pathLst>
            </a:custGeom>
            <a:solidFill>
              <a:srgbClr val="5B9BD5">
                <a:alpha val="5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77254863"/>
      </p:ext>
    </p:extLst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attery 30%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0" y="0"/>
            <a:ext cx="456785" cy="914400"/>
            <a:chOff x="2504" y="1079"/>
            <a:chExt cx="2754" cy="5513"/>
          </a:xfrm>
        </p:grpSpPr>
        <p:sp>
          <p:nvSpPr>
            <p:cNvPr id="4" name="Freeform 6"/>
            <p:cNvSpPr>
              <a:spLocks/>
            </p:cNvSpPr>
            <p:nvPr/>
          </p:nvSpPr>
          <p:spPr bwMode="auto">
            <a:xfrm>
              <a:off x="2504" y="1079"/>
              <a:ext cx="2754" cy="3583"/>
            </a:xfrm>
            <a:custGeom>
              <a:avLst/>
              <a:gdLst>
                <a:gd name="T0" fmla="*/ 816 w 1166"/>
                <a:gd name="T1" fmla="*/ 0 h 1517"/>
                <a:gd name="T2" fmla="*/ 350 w 1166"/>
                <a:gd name="T3" fmla="*/ 0 h 1517"/>
                <a:gd name="T4" fmla="*/ 350 w 1166"/>
                <a:gd name="T5" fmla="*/ 234 h 1517"/>
                <a:gd name="T6" fmla="*/ 155 w 1166"/>
                <a:gd name="T7" fmla="*/ 234 h 1517"/>
                <a:gd name="T8" fmla="*/ 0 w 1166"/>
                <a:gd name="T9" fmla="*/ 389 h 1517"/>
                <a:gd name="T10" fmla="*/ 0 w 1166"/>
                <a:gd name="T11" fmla="*/ 1517 h 1517"/>
                <a:gd name="T12" fmla="*/ 1166 w 1166"/>
                <a:gd name="T13" fmla="*/ 1517 h 1517"/>
                <a:gd name="T14" fmla="*/ 1166 w 1166"/>
                <a:gd name="T15" fmla="*/ 389 h 1517"/>
                <a:gd name="T16" fmla="*/ 1011 w 1166"/>
                <a:gd name="T17" fmla="*/ 234 h 1517"/>
                <a:gd name="T18" fmla="*/ 816 w 1166"/>
                <a:gd name="T19" fmla="*/ 234 h 1517"/>
                <a:gd name="T20" fmla="*/ 816 w 1166"/>
                <a:gd name="T21" fmla="*/ 0 h 1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6" h="1517">
                  <a:moveTo>
                    <a:pt x="816" y="0"/>
                  </a:moveTo>
                  <a:cubicBezTo>
                    <a:pt x="350" y="0"/>
                    <a:pt x="350" y="0"/>
                    <a:pt x="350" y="0"/>
                  </a:cubicBezTo>
                  <a:cubicBezTo>
                    <a:pt x="350" y="234"/>
                    <a:pt x="350" y="234"/>
                    <a:pt x="350" y="234"/>
                  </a:cubicBezTo>
                  <a:cubicBezTo>
                    <a:pt x="155" y="234"/>
                    <a:pt x="155" y="234"/>
                    <a:pt x="155" y="234"/>
                  </a:cubicBezTo>
                  <a:cubicBezTo>
                    <a:pt x="70" y="234"/>
                    <a:pt x="0" y="304"/>
                    <a:pt x="0" y="389"/>
                  </a:cubicBezTo>
                  <a:cubicBezTo>
                    <a:pt x="0" y="1517"/>
                    <a:pt x="0" y="1517"/>
                    <a:pt x="0" y="1517"/>
                  </a:cubicBezTo>
                  <a:cubicBezTo>
                    <a:pt x="1166" y="1517"/>
                    <a:pt x="1166" y="1517"/>
                    <a:pt x="1166" y="1517"/>
                  </a:cubicBezTo>
                  <a:cubicBezTo>
                    <a:pt x="1166" y="389"/>
                    <a:pt x="1166" y="389"/>
                    <a:pt x="1166" y="389"/>
                  </a:cubicBezTo>
                  <a:cubicBezTo>
                    <a:pt x="1166" y="304"/>
                    <a:pt x="1096" y="234"/>
                    <a:pt x="1011" y="234"/>
                  </a:cubicBezTo>
                  <a:cubicBezTo>
                    <a:pt x="816" y="234"/>
                    <a:pt x="816" y="234"/>
                    <a:pt x="816" y="234"/>
                  </a:cubicBezTo>
                  <a:cubicBezTo>
                    <a:pt x="816" y="0"/>
                    <a:pt x="816" y="0"/>
                    <a:pt x="816" y="0"/>
                  </a:cubicBezTo>
                </a:path>
              </a:pathLst>
            </a:custGeom>
            <a:solidFill>
              <a:srgbClr val="5B9BD5">
                <a:alpha val="5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2504" y="4662"/>
              <a:ext cx="2754" cy="1930"/>
            </a:xfrm>
            <a:custGeom>
              <a:avLst/>
              <a:gdLst>
                <a:gd name="T0" fmla="*/ 0 w 1166"/>
                <a:gd name="T1" fmla="*/ 0 h 817"/>
                <a:gd name="T2" fmla="*/ 0 w 1166"/>
                <a:gd name="T3" fmla="*/ 661 h 817"/>
                <a:gd name="T4" fmla="*/ 155 w 1166"/>
                <a:gd name="T5" fmla="*/ 817 h 817"/>
                <a:gd name="T6" fmla="*/ 1010 w 1166"/>
                <a:gd name="T7" fmla="*/ 817 h 817"/>
                <a:gd name="T8" fmla="*/ 1166 w 1166"/>
                <a:gd name="T9" fmla="*/ 661 h 817"/>
                <a:gd name="T10" fmla="*/ 1166 w 1166"/>
                <a:gd name="T11" fmla="*/ 0 h 817"/>
                <a:gd name="T12" fmla="*/ 0 w 1166"/>
                <a:gd name="T13" fmla="*/ 0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6" h="817">
                  <a:moveTo>
                    <a:pt x="0" y="0"/>
                  </a:moveTo>
                  <a:cubicBezTo>
                    <a:pt x="0" y="661"/>
                    <a:pt x="0" y="661"/>
                    <a:pt x="0" y="661"/>
                  </a:cubicBezTo>
                  <a:cubicBezTo>
                    <a:pt x="0" y="747"/>
                    <a:pt x="70" y="817"/>
                    <a:pt x="155" y="817"/>
                  </a:cubicBezTo>
                  <a:cubicBezTo>
                    <a:pt x="1010" y="817"/>
                    <a:pt x="1010" y="817"/>
                    <a:pt x="1010" y="817"/>
                  </a:cubicBezTo>
                  <a:cubicBezTo>
                    <a:pt x="1096" y="817"/>
                    <a:pt x="1166" y="747"/>
                    <a:pt x="1166" y="661"/>
                  </a:cubicBezTo>
                  <a:cubicBezTo>
                    <a:pt x="1166" y="0"/>
                    <a:pt x="1166" y="0"/>
                    <a:pt x="116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4041115"/>
      </p:ext>
    </p:extLst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attery 50%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0" y="0"/>
            <a:ext cx="456785" cy="914400"/>
            <a:chOff x="2408" y="1223"/>
            <a:chExt cx="2754" cy="5513"/>
          </a:xfrm>
        </p:grpSpPr>
        <p:sp>
          <p:nvSpPr>
            <p:cNvPr id="4" name="Freeform 6"/>
            <p:cNvSpPr>
              <a:spLocks/>
            </p:cNvSpPr>
            <p:nvPr/>
          </p:nvSpPr>
          <p:spPr bwMode="auto">
            <a:xfrm>
              <a:off x="2408" y="1223"/>
              <a:ext cx="2754" cy="3033"/>
            </a:xfrm>
            <a:custGeom>
              <a:avLst/>
              <a:gdLst>
                <a:gd name="T0" fmla="*/ 816 w 1166"/>
                <a:gd name="T1" fmla="*/ 0 h 1284"/>
                <a:gd name="T2" fmla="*/ 350 w 1166"/>
                <a:gd name="T3" fmla="*/ 0 h 1284"/>
                <a:gd name="T4" fmla="*/ 350 w 1166"/>
                <a:gd name="T5" fmla="*/ 234 h 1284"/>
                <a:gd name="T6" fmla="*/ 155 w 1166"/>
                <a:gd name="T7" fmla="*/ 234 h 1284"/>
                <a:gd name="T8" fmla="*/ 0 w 1166"/>
                <a:gd name="T9" fmla="*/ 389 h 1284"/>
                <a:gd name="T10" fmla="*/ 0 w 1166"/>
                <a:gd name="T11" fmla="*/ 1284 h 1284"/>
                <a:gd name="T12" fmla="*/ 1166 w 1166"/>
                <a:gd name="T13" fmla="*/ 1284 h 1284"/>
                <a:gd name="T14" fmla="*/ 1166 w 1166"/>
                <a:gd name="T15" fmla="*/ 389 h 1284"/>
                <a:gd name="T16" fmla="*/ 1011 w 1166"/>
                <a:gd name="T17" fmla="*/ 234 h 1284"/>
                <a:gd name="T18" fmla="*/ 816 w 1166"/>
                <a:gd name="T19" fmla="*/ 234 h 1284"/>
                <a:gd name="T20" fmla="*/ 816 w 1166"/>
                <a:gd name="T21" fmla="*/ 0 h 1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6" h="1284">
                  <a:moveTo>
                    <a:pt x="816" y="0"/>
                  </a:moveTo>
                  <a:cubicBezTo>
                    <a:pt x="350" y="0"/>
                    <a:pt x="350" y="0"/>
                    <a:pt x="350" y="0"/>
                  </a:cubicBezTo>
                  <a:cubicBezTo>
                    <a:pt x="350" y="234"/>
                    <a:pt x="350" y="234"/>
                    <a:pt x="350" y="234"/>
                  </a:cubicBezTo>
                  <a:cubicBezTo>
                    <a:pt x="155" y="234"/>
                    <a:pt x="155" y="234"/>
                    <a:pt x="155" y="234"/>
                  </a:cubicBezTo>
                  <a:cubicBezTo>
                    <a:pt x="70" y="234"/>
                    <a:pt x="0" y="304"/>
                    <a:pt x="0" y="389"/>
                  </a:cubicBezTo>
                  <a:cubicBezTo>
                    <a:pt x="0" y="1284"/>
                    <a:pt x="0" y="1284"/>
                    <a:pt x="0" y="1284"/>
                  </a:cubicBezTo>
                  <a:cubicBezTo>
                    <a:pt x="1166" y="1284"/>
                    <a:pt x="1166" y="1284"/>
                    <a:pt x="1166" y="1284"/>
                  </a:cubicBezTo>
                  <a:cubicBezTo>
                    <a:pt x="1166" y="389"/>
                    <a:pt x="1166" y="389"/>
                    <a:pt x="1166" y="389"/>
                  </a:cubicBezTo>
                  <a:cubicBezTo>
                    <a:pt x="1166" y="304"/>
                    <a:pt x="1096" y="234"/>
                    <a:pt x="1011" y="234"/>
                  </a:cubicBezTo>
                  <a:cubicBezTo>
                    <a:pt x="816" y="234"/>
                    <a:pt x="816" y="234"/>
                    <a:pt x="816" y="234"/>
                  </a:cubicBezTo>
                  <a:cubicBezTo>
                    <a:pt x="816" y="0"/>
                    <a:pt x="816" y="0"/>
                    <a:pt x="816" y="0"/>
                  </a:cubicBezTo>
                </a:path>
              </a:pathLst>
            </a:custGeom>
            <a:solidFill>
              <a:srgbClr val="5B9BD5">
                <a:alpha val="5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2408" y="4256"/>
              <a:ext cx="2754" cy="2480"/>
            </a:xfrm>
            <a:custGeom>
              <a:avLst/>
              <a:gdLst>
                <a:gd name="T0" fmla="*/ 0 w 1166"/>
                <a:gd name="T1" fmla="*/ 0 h 1050"/>
                <a:gd name="T2" fmla="*/ 0 w 1166"/>
                <a:gd name="T3" fmla="*/ 894 h 1050"/>
                <a:gd name="T4" fmla="*/ 155 w 1166"/>
                <a:gd name="T5" fmla="*/ 1050 h 1050"/>
                <a:gd name="T6" fmla="*/ 1010 w 1166"/>
                <a:gd name="T7" fmla="*/ 1050 h 1050"/>
                <a:gd name="T8" fmla="*/ 1166 w 1166"/>
                <a:gd name="T9" fmla="*/ 894 h 1050"/>
                <a:gd name="T10" fmla="*/ 1166 w 1166"/>
                <a:gd name="T11" fmla="*/ 0 h 1050"/>
                <a:gd name="T12" fmla="*/ 0 w 1166"/>
                <a:gd name="T13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6" h="1050">
                  <a:moveTo>
                    <a:pt x="0" y="0"/>
                  </a:moveTo>
                  <a:cubicBezTo>
                    <a:pt x="0" y="894"/>
                    <a:pt x="0" y="894"/>
                    <a:pt x="0" y="894"/>
                  </a:cubicBezTo>
                  <a:cubicBezTo>
                    <a:pt x="0" y="980"/>
                    <a:pt x="70" y="1050"/>
                    <a:pt x="155" y="1050"/>
                  </a:cubicBezTo>
                  <a:cubicBezTo>
                    <a:pt x="1010" y="1050"/>
                    <a:pt x="1010" y="1050"/>
                    <a:pt x="1010" y="1050"/>
                  </a:cubicBezTo>
                  <a:cubicBezTo>
                    <a:pt x="1096" y="1050"/>
                    <a:pt x="1166" y="980"/>
                    <a:pt x="1166" y="894"/>
                  </a:cubicBezTo>
                  <a:cubicBezTo>
                    <a:pt x="1166" y="0"/>
                    <a:pt x="1166" y="0"/>
                    <a:pt x="116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6381467"/>
      </p:ext>
    </p:extLst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attery 60%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0" y="0"/>
            <a:ext cx="456785" cy="914400"/>
            <a:chOff x="2360" y="1175"/>
            <a:chExt cx="2754" cy="5513"/>
          </a:xfrm>
        </p:grpSpPr>
        <p:sp>
          <p:nvSpPr>
            <p:cNvPr id="4" name="Freeform 6"/>
            <p:cNvSpPr>
              <a:spLocks/>
            </p:cNvSpPr>
            <p:nvPr/>
          </p:nvSpPr>
          <p:spPr bwMode="auto">
            <a:xfrm>
              <a:off x="2360" y="1175"/>
              <a:ext cx="2754" cy="2480"/>
            </a:xfrm>
            <a:custGeom>
              <a:avLst/>
              <a:gdLst>
                <a:gd name="T0" fmla="*/ 816 w 1166"/>
                <a:gd name="T1" fmla="*/ 0 h 1050"/>
                <a:gd name="T2" fmla="*/ 350 w 1166"/>
                <a:gd name="T3" fmla="*/ 0 h 1050"/>
                <a:gd name="T4" fmla="*/ 350 w 1166"/>
                <a:gd name="T5" fmla="*/ 234 h 1050"/>
                <a:gd name="T6" fmla="*/ 155 w 1166"/>
                <a:gd name="T7" fmla="*/ 234 h 1050"/>
                <a:gd name="T8" fmla="*/ 0 w 1166"/>
                <a:gd name="T9" fmla="*/ 389 h 1050"/>
                <a:gd name="T10" fmla="*/ 0 w 1166"/>
                <a:gd name="T11" fmla="*/ 1050 h 1050"/>
                <a:gd name="T12" fmla="*/ 1166 w 1166"/>
                <a:gd name="T13" fmla="*/ 1050 h 1050"/>
                <a:gd name="T14" fmla="*/ 1166 w 1166"/>
                <a:gd name="T15" fmla="*/ 389 h 1050"/>
                <a:gd name="T16" fmla="*/ 1011 w 1166"/>
                <a:gd name="T17" fmla="*/ 234 h 1050"/>
                <a:gd name="T18" fmla="*/ 816 w 1166"/>
                <a:gd name="T19" fmla="*/ 234 h 1050"/>
                <a:gd name="T20" fmla="*/ 816 w 1166"/>
                <a:gd name="T21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6" h="1050">
                  <a:moveTo>
                    <a:pt x="816" y="0"/>
                  </a:moveTo>
                  <a:cubicBezTo>
                    <a:pt x="350" y="0"/>
                    <a:pt x="350" y="0"/>
                    <a:pt x="350" y="0"/>
                  </a:cubicBezTo>
                  <a:cubicBezTo>
                    <a:pt x="350" y="234"/>
                    <a:pt x="350" y="234"/>
                    <a:pt x="350" y="234"/>
                  </a:cubicBezTo>
                  <a:cubicBezTo>
                    <a:pt x="155" y="234"/>
                    <a:pt x="155" y="234"/>
                    <a:pt x="155" y="234"/>
                  </a:cubicBezTo>
                  <a:cubicBezTo>
                    <a:pt x="70" y="234"/>
                    <a:pt x="0" y="304"/>
                    <a:pt x="0" y="389"/>
                  </a:cubicBezTo>
                  <a:cubicBezTo>
                    <a:pt x="0" y="1050"/>
                    <a:pt x="0" y="1050"/>
                    <a:pt x="0" y="1050"/>
                  </a:cubicBezTo>
                  <a:cubicBezTo>
                    <a:pt x="1166" y="1050"/>
                    <a:pt x="1166" y="1050"/>
                    <a:pt x="1166" y="1050"/>
                  </a:cubicBezTo>
                  <a:cubicBezTo>
                    <a:pt x="1166" y="389"/>
                    <a:pt x="1166" y="389"/>
                    <a:pt x="1166" y="389"/>
                  </a:cubicBezTo>
                  <a:cubicBezTo>
                    <a:pt x="1166" y="304"/>
                    <a:pt x="1096" y="234"/>
                    <a:pt x="1011" y="234"/>
                  </a:cubicBezTo>
                  <a:cubicBezTo>
                    <a:pt x="816" y="234"/>
                    <a:pt x="816" y="234"/>
                    <a:pt x="816" y="234"/>
                  </a:cubicBezTo>
                  <a:cubicBezTo>
                    <a:pt x="816" y="0"/>
                    <a:pt x="816" y="0"/>
                    <a:pt x="816" y="0"/>
                  </a:cubicBezTo>
                </a:path>
              </a:pathLst>
            </a:custGeom>
            <a:solidFill>
              <a:srgbClr val="5B9BD5">
                <a:alpha val="5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2360" y="3655"/>
              <a:ext cx="2754" cy="3033"/>
            </a:xfrm>
            <a:custGeom>
              <a:avLst/>
              <a:gdLst>
                <a:gd name="T0" fmla="*/ 0 w 1166"/>
                <a:gd name="T1" fmla="*/ 0 h 1284"/>
                <a:gd name="T2" fmla="*/ 0 w 1166"/>
                <a:gd name="T3" fmla="*/ 1128 h 1284"/>
                <a:gd name="T4" fmla="*/ 155 w 1166"/>
                <a:gd name="T5" fmla="*/ 1284 h 1284"/>
                <a:gd name="T6" fmla="*/ 1010 w 1166"/>
                <a:gd name="T7" fmla="*/ 1284 h 1284"/>
                <a:gd name="T8" fmla="*/ 1166 w 1166"/>
                <a:gd name="T9" fmla="*/ 1128 h 1284"/>
                <a:gd name="T10" fmla="*/ 1166 w 1166"/>
                <a:gd name="T11" fmla="*/ 0 h 1284"/>
                <a:gd name="T12" fmla="*/ 0 w 1166"/>
                <a:gd name="T13" fmla="*/ 0 h 1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6" h="1284">
                  <a:moveTo>
                    <a:pt x="0" y="0"/>
                  </a:moveTo>
                  <a:cubicBezTo>
                    <a:pt x="0" y="1128"/>
                    <a:pt x="0" y="1128"/>
                    <a:pt x="0" y="1128"/>
                  </a:cubicBezTo>
                  <a:cubicBezTo>
                    <a:pt x="0" y="1214"/>
                    <a:pt x="70" y="1284"/>
                    <a:pt x="155" y="1284"/>
                  </a:cubicBezTo>
                  <a:cubicBezTo>
                    <a:pt x="1010" y="1284"/>
                    <a:pt x="1010" y="1284"/>
                    <a:pt x="1010" y="1284"/>
                  </a:cubicBezTo>
                  <a:cubicBezTo>
                    <a:pt x="1096" y="1284"/>
                    <a:pt x="1166" y="1214"/>
                    <a:pt x="1166" y="1128"/>
                  </a:cubicBezTo>
                  <a:cubicBezTo>
                    <a:pt x="1166" y="0"/>
                    <a:pt x="1166" y="0"/>
                    <a:pt x="116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61410893"/>
      </p:ext>
    </p:extLst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0" y="0"/>
            <a:ext cx="456785" cy="914400"/>
            <a:chOff x="2552" y="1079"/>
            <a:chExt cx="2754" cy="5513"/>
          </a:xfrm>
        </p:grpSpPr>
        <p:sp>
          <p:nvSpPr>
            <p:cNvPr id="4" name="Freeform 6"/>
            <p:cNvSpPr>
              <a:spLocks/>
            </p:cNvSpPr>
            <p:nvPr/>
          </p:nvSpPr>
          <p:spPr bwMode="auto">
            <a:xfrm>
              <a:off x="2552" y="1079"/>
              <a:ext cx="2754" cy="1929"/>
            </a:xfrm>
            <a:custGeom>
              <a:avLst/>
              <a:gdLst>
                <a:gd name="T0" fmla="*/ 816 w 1166"/>
                <a:gd name="T1" fmla="*/ 0 h 817"/>
                <a:gd name="T2" fmla="*/ 350 w 1166"/>
                <a:gd name="T3" fmla="*/ 0 h 817"/>
                <a:gd name="T4" fmla="*/ 350 w 1166"/>
                <a:gd name="T5" fmla="*/ 234 h 817"/>
                <a:gd name="T6" fmla="*/ 155 w 1166"/>
                <a:gd name="T7" fmla="*/ 234 h 817"/>
                <a:gd name="T8" fmla="*/ 0 w 1166"/>
                <a:gd name="T9" fmla="*/ 389 h 817"/>
                <a:gd name="T10" fmla="*/ 0 w 1166"/>
                <a:gd name="T11" fmla="*/ 817 h 817"/>
                <a:gd name="T12" fmla="*/ 1166 w 1166"/>
                <a:gd name="T13" fmla="*/ 817 h 817"/>
                <a:gd name="T14" fmla="*/ 1166 w 1166"/>
                <a:gd name="T15" fmla="*/ 389 h 817"/>
                <a:gd name="T16" fmla="*/ 1011 w 1166"/>
                <a:gd name="T17" fmla="*/ 234 h 817"/>
                <a:gd name="T18" fmla="*/ 816 w 1166"/>
                <a:gd name="T19" fmla="*/ 234 h 817"/>
                <a:gd name="T20" fmla="*/ 816 w 1166"/>
                <a:gd name="T21" fmla="*/ 0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6" h="817">
                  <a:moveTo>
                    <a:pt x="816" y="0"/>
                  </a:moveTo>
                  <a:cubicBezTo>
                    <a:pt x="350" y="0"/>
                    <a:pt x="350" y="0"/>
                    <a:pt x="350" y="0"/>
                  </a:cubicBezTo>
                  <a:cubicBezTo>
                    <a:pt x="350" y="234"/>
                    <a:pt x="350" y="234"/>
                    <a:pt x="350" y="234"/>
                  </a:cubicBezTo>
                  <a:cubicBezTo>
                    <a:pt x="155" y="234"/>
                    <a:pt x="155" y="234"/>
                    <a:pt x="155" y="234"/>
                  </a:cubicBezTo>
                  <a:cubicBezTo>
                    <a:pt x="70" y="234"/>
                    <a:pt x="0" y="304"/>
                    <a:pt x="0" y="389"/>
                  </a:cubicBezTo>
                  <a:cubicBezTo>
                    <a:pt x="0" y="817"/>
                    <a:pt x="0" y="817"/>
                    <a:pt x="0" y="817"/>
                  </a:cubicBezTo>
                  <a:cubicBezTo>
                    <a:pt x="1166" y="817"/>
                    <a:pt x="1166" y="817"/>
                    <a:pt x="1166" y="817"/>
                  </a:cubicBezTo>
                  <a:cubicBezTo>
                    <a:pt x="1166" y="389"/>
                    <a:pt x="1166" y="389"/>
                    <a:pt x="1166" y="389"/>
                  </a:cubicBezTo>
                  <a:cubicBezTo>
                    <a:pt x="1166" y="304"/>
                    <a:pt x="1096" y="234"/>
                    <a:pt x="1011" y="234"/>
                  </a:cubicBezTo>
                  <a:cubicBezTo>
                    <a:pt x="816" y="234"/>
                    <a:pt x="816" y="234"/>
                    <a:pt x="816" y="234"/>
                  </a:cubicBezTo>
                  <a:cubicBezTo>
                    <a:pt x="816" y="0"/>
                    <a:pt x="816" y="0"/>
                    <a:pt x="816" y="0"/>
                  </a:cubicBezTo>
                </a:path>
              </a:pathLst>
            </a:custGeom>
            <a:solidFill>
              <a:srgbClr val="5B9BD5">
                <a:alpha val="5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2552" y="3008"/>
              <a:ext cx="2754" cy="3584"/>
            </a:xfrm>
            <a:custGeom>
              <a:avLst/>
              <a:gdLst>
                <a:gd name="T0" fmla="*/ 0 w 1166"/>
                <a:gd name="T1" fmla="*/ 0 h 1517"/>
                <a:gd name="T2" fmla="*/ 0 w 1166"/>
                <a:gd name="T3" fmla="*/ 1361 h 1517"/>
                <a:gd name="T4" fmla="*/ 155 w 1166"/>
                <a:gd name="T5" fmla="*/ 1517 h 1517"/>
                <a:gd name="T6" fmla="*/ 1010 w 1166"/>
                <a:gd name="T7" fmla="*/ 1517 h 1517"/>
                <a:gd name="T8" fmla="*/ 1166 w 1166"/>
                <a:gd name="T9" fmla="*/ 1361 h 1517"/>
                <a:gd name="T10" fmla="*/ 1166 w 1166"/>
                <a:gd name="T11" fmla="*/ 0 h 1517"/>
                <a:gd name="T12" fmla="*/ 0 w 1166"/>
                <a:gd name="T13" fmla="*/ 0 h 15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6" h="1517">
                  <a:moveTo>
                    <a:pt x="0" y="0"/>
                  </a:moveTo>
                  <a:cubicBezTo>
                    <a:pt x="0" y="1361"/>
                    <a:pt x="0" y="1361"/>
                    <a:pt x="0" y="1361"/>
                  </a:cubicBezTo>
                  <a:cubicBezTo>
                    <a:pt x="0" y="1447"/>
                    <a:pt x="70" y="1517"/>
                    <a:pt x="155" y="1517"/>
                  </a:cubicBezTo>
                  <a:cubicBezTo>
                    <a:pt x="1010" y="1517"/>
                    <a:pt x="1010" y="1517"/>
                    <a:pt x="1010" y="1517"/>
                  </a:cubicBezTo>
                  <a:cubicBezTo>
                    <a:pt x="1096" y="1517"/>
                    <a:pt x="1166" y="1447"/>
                    <a:pt x="1166" y="1361"/>
                  </a:cubicBezTo>
                  <a:cubicBezTo>
                    <a:pt x="1166" y="0"/>
                    <a:pt x="1166" y="0"/>
                    <a:pt x="116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17286003"/>
      </p:ext>
    </p:extLst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attery 90%"/>
          <p:cNvGrpSpPr>
            <a:grpSpLocks noChangeAspect="1"/>
          </p:cNvGrpSpPr>
          <p:nvPr>
            <p:custDataLst>
              <p:tags r:id="rId1"/>
            </p:custDataLst>
          </p:nvPr>
        </p:nvGrpSpPr>
        <p:grpSpPr bwMode="auto">
          <a:xfrm>
            <a:off x="0" y="0"/>
            <a:ext cx="456785" cy="914400"/>
            <a:chOff x="2504" y="983"/>
            <a:chExt cx="2754" cy="5513"/>
          </a:xfrm>
        </p:grpSpPr>
        <p:sp>
          <p:nvSpPr>
            <p:cNvPr id="4" name="Freeform 6"/>
            <p:cNvSpPr>
              <a:spLocks/>
            </p:cNvSpPr>
            <p:nvPr/>
          </p:nvSpPr>
          <p:spPr bwMode="auto">
            <a:xfrm>
              <a:off x="2504" y="983"/>
              <a:ext cx="2754" cy="1653"/>
            </a:xfrm>
            <a:custGeom>
              <a:avLst/>
              <a:gdLst>
                <a:gd name="T0" fmla="*/ 816 w 1166"/>
                <a:gd name="T1" fmla="*/ 0 h 700"/>
                <a:gd name="T2" fmla="*/ 350 w 1166"/>
                <a:gd name="T3" fmla="*/ 0 h 700"/>
                <a:gd name="T4" fmla="*/ 350 w 1166"/>
                <a:gd name="T5" fmla="*/ 234 h 700"/>
                <a:gd name="T6" fmla="*/ 155 w 1166"/>
                <a:gd name="T7" fmla="*/ 234 h 700"/>
                <a:gd name="T8" fmla="*/ 0 w 1166"/>
                <a:gd name="T9" fmla="*/ 389 h 700"/>
                <a:gd name="T10" fmla="*/ 0 w 1166"/>
                <a:gd name="T11" fmla="*/ 700 h 700"/>
                <a:gd name="T12" fmla="*/ 1166 w 1166"/>
                <a:gd name="T13" fmla="*/ 700 h 700"/>
                <a:gd name="T14" fmla="*/ 1166 w 1166"/>
                <a:gd name="T15" fmla="*/ 389 h 700"/>
                <a:gd name="T16" fmla="*/ 1011 w 1166"/>
                <a:gd name="T17" fmla="*/ 234 h 700"/>
                <a:gd name="T18" fmla="*/ 816 w 1166"/>
                <a:gd name="T19" fmla="*/ 234 h 700"/>
                <a:gd name="T20" fmla="*/ 816 w 1166"/>
                <a:gd name="T21" fmla="*/ 0 h 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66" h="700">
                  <a:moveTo>
                    <a:pt x="816" y="0"/>
                  </a:moveTo>
                  <a:cubicBezTo>
                    <a:pt x="350" y="0"/>
                    <a:pt x="350" y="0"/>
                    <a:pt x="350" y="0"/>
                  </a:cubicBezTo>
                  <a:cubicBezTo>
                    <a:pt x="350" y="234"/>
                    <a:pt x="350" y="234"/>
                    <a:pt x="350" y="234"/>
                  </a:cubicBezTo>
                  <a:cubicBezTo>
                    <a:pt x="155" y="234"/>
                    <a:pt x="155" y="234"/>
                    <a:pt x="155" y="234"/>
                  </a:cubicBezTo>
                  <a:cubicBezTo>
                    <a:pt x="70" y="234"/>
                    <a:pt x="0" y="304"/>
                    <a:pt x="0" y="389"/>
                  </a:cubicBezTo>
                  <a:cubicBezTo>
                    <a:pt x="0" y="700"/>
                    <a:pt x="0" y="700"/>
                    <a:pt x="0" y="700"/>
                  </a:cubicBezTo>
                  <a:cubicBezTo>
                    <a:pt x="1166" y="700"/>
                    <a:pt x="1166" y="700"/>
                    <a:pt x="1166" y="700"/>
                  </a:cubicBezTo>
                  <a:cubicBezTo>
                    <a:pt x="1166" y="389"/>
                    <a:pt x="1166" y="389"/>
                    <a:pt x="1166" y="389"/>
                  </a:cubicBezTo>
                  <a:cubicBezTo>
                    <a:pt x="1166" y="304"/>
                    <a:pt x="1096" y="234"/>
                    <a:pt x="1011" y="234"/>
                  </a:cubicBezTo>
                  <a:cubicBezTo>
                    <a:pt x="816" y="234"/>
                    <a:pt x="816" y="234"/>
                    <a:pt x="816" y="234"/>
                  </a:cubicBezTo>
                  <a:cubicBezTo>
                    <a:pt x="816" y="0"/>
                    <a:pt x="816" y="0"/>
                    <a:pt x="816" y="0"/>
                  </a:cubicBezTo>
                </a:path>
              </a:pathLst>
            </a:custGeom>
            <a:solidFill>
              <a:srgbClr val="5B9BD5">
                <a:alpha val="5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7"/>
            <p:cNvSpPr>
              <a:spLocks/>
            </p:cNvSpPr>
            <p:nvPr/>
          </p:nvSpPr>
          <p:spPr bwMode="auto">
            <a:xfrm>
              <a:off x="2504" y="2636"/>
              <a:ext cx="2754" cy="3860"/>
            </a:xfrm>
            <a:custGeom>
              <a:avLst/>
              <a:gdLst>
                <a:gd name="T0" fmla="*/ 0 w 1166"/>
                <a:gd name="T1" fmla="*/ 0 h 1634"/>
                <a:gd name="T2" fmla="*/ 0 w 1166"/>
                <a:gd name="T3" fmla="*/ 1478 h 1634"/>
                <a:gd name="T4" fmla="*/ 155 w 1166"/>
                <a:gd name="T5" fmla="*/ 1634 h 1634"/>
                <a:gd name="T6" fmla="*/ 1010 w 1166"/>
                <a:gd name="T7" fmla="*/ 1634 h 1634"/>
                <a:gd name="T8" fmla="*/ 1166 w 1166"/>
                <a:gd name="T9" fmla="*/ 1478 h 1634"/>
                <a:gd name="T10" fmla="*/ 1166 w 1166"/>
                <a:gd name="T11" fmla="*/ 0 h 1634"/>
                <a:gd name="T12" fmla="*/ 0 w 1166"/>
                <a:gd name="T13" fmla="*/ 0 h 16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6" h="1634">
                  <a:moveTo>
                    <a:pt x="0" y="0"/>
                  </a:moveTo>
                  <a:cubicBezTo>
                    <a:pt x="0" y="1478"/>
                    <a:pt x="0" y="1478"/>
                    <a:pt x="0" y="1478"/>
                  </a:cubicBezTo>
                  <a:cubicBezTo>
                    <a:pt x="0" y="1564"/>
                    <a:pt x="70" y="1634"/>
                    <a:pt x="155" y="1634"/>
                  </a:cubicBezTo>
                  <a:cubicBezTo>
                    <a:pt x="1010" y="1634"/>
                    <a:pt x="1010" y="1634"/>
                    <a:pt x="1010" y="1634"/>
                  </a:cubicBezTo>
                  <a:cubicBezTo>
                    <a:pt x="1096" y="1634"/>
                    <a:pt x="1166" y="1564"/>
                    <a:pt x="1166" y="1478"/>
                  </a:cubicBezTo>
                  <a:cubicBezTo>
                    <a:pt x="1166" y="0"/>
                    <a:pt x="1166" y="0"/>
                    <a:pt x="1166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7285695"/>
      </p:ext>
    </p:extLst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ttery Aler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456785" cy="914400"/>
          </a:xfrm>
          <a:custGeom>
            <a:avLst/>
            <a:gdLst>
              <a:gd name="T0" fmla="*/ 1011 w 1166"/>
              <a:gd name="T1" fmla="*/ 234 h 2334"/>
              <a:gd name="T2" fmla="*/ 816 w 1166"/>
              <a:gd name="T3" fmla="*/ 234 h 2334"/>
              <a:gd name="T4" fmla="*/ 816 w 1166"/>
              <a:gd name="T5" fmla="*/ 0 h 2334"/>
              <a:gd name="T6" fmla="*/ 350 w 1166"/>
              <a:gd name="T7" fmla="*/ 0 h 2334"/>
              <a:gd name="T8" fmla="*/ 350 w 1166"/>
              <a:gd name="T9" fmla="*/ 234 h 2334"/>
              <a:gd name="T10" fmla="*/ 155 w 1166"/>
              <a:gd name="T11" fmla="*/ 234 h 2334"/>
              <a:gd name="T12" fmla="*/ 0 w 1166"/>
              <a:gd name="T13" fmla="*/ 389 h 2334"/>
              <a:gd name="T14" fmla="*/ 0 w 1166"/>
              <a:gd name="T15" fmla="*/ 2177 h 2334"/>
              <a:gd name="T16" fmla="*/ 155 w 1166"/>
              <a:gd name="T17" fmla="*/ 2334 h 2334"/>
              <a:gd name="T18" fmla="*/ 1010 w 1166"/>
              <a:gd name="T19" fmla="*/ 2334 h 2334"/>
              <a:gd name="T20" fmla="*/ 1166 w 1166"/>
              <a:gd name="T21" fmla="*/ 2178 h 2334"/>
              <a:gd name="T22" fmla="*/ 1166 w 1166"/>
              <a:gd name="T23" fmla="*/ 389 h 2334"/>
              <a:gd name="T24" fmla="*/ 1011 w 1166"/>
              <a:gd name="T25" fmla="*/ 234 h 2334"/>
              <a:gd name="T26" fmla="*/ 700 w 1166"/>
              <a:gd name="T27" fmla="*/ 1867 h 2334"/>
              <a:gd name="T28" fmla="*/ 466 w 1166"/>
              <a:gd name="T29" fmla="*/ 1867 h 2334"/>
              <a:gd name="T30" fmla="*/ 466 w 1166"/>
              <a:gd name="T31" fmla="*/ 1634 h 2334"/>
              <a:gd name="T32" fmla="*/ 700 w 1166"/>
              <a:gd name="T33" fmla="*/ 1634 h 2334"/>
              <a:gd name="T34" fmla="*/ 700 w 1166"/>
              <a:gd name="T35" fmla="*/ 1867 h 2334"/>
              <a:gd name="T36" fmla="*/ 700 w 1166"/>
              <a:gd name="T37" fmla="*/ 1400 h 2334"/>
              <a:gd name="T38" fmla="*/ 466 w 1166"/>
              <a:gd name="T39" fmla="*/ 1400 h 2334"/>
              <a:gd name="T40" fmla="*/ 466 w 1166"/>
              <a:gd name="T41" fmla="*/ 817 h 2334"/>
              <a:gd name="T42" fmla="*/ 700 w 1166"/>
              <a:gd name="T43" fmla="*/ 817 h 2334"/>
              <a:gd name="T44" fmla="*/ 700 w 1166"/>
              <a:gd name="T45" fmla="*/ 14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166" h="2334">
                <a:moveTo>
                  <a:pt x="1011" y="234"/>
                </a:moveTo>
                <a:cubicBezTo>
                  <a:pt x="816" y="234"/>
                  <a:pt x="816" y="234"/>
                  <a:pt x="816" y="234"/>
                </a:cubicBezTo>
                <a:cubicBezTo>
                  <a:pt x="816" y="0"/>
                  <a:pt x="816" y="0"/>
                  <a:pt x="816" y="0"/>
                </a:cubicBezTo>
                <a:cubicBezTo>
                  <a:pt x="350" y="0"/>
                  <a:pt x="350" y="0"/>
                  <a:pt x="350" y="0"/>
                </a:cubicBezTo>
                <a:cubicBezTo>
                  <a:pt x="350" y="234"/>
                  <a:pt x="350" y="234"/>
                  <a:pt x="350" y="234"/>
                </a:cubicBezTo>
                <a:cubicBezTo>
                  <a:pt x="155" y="234"/>
                  <a:pt x="155" y="234"/>
                  <a:pt x="155" y="234"/>
                </a:cubicBezTo>
                <a:cubicBezTo>
                  <a:pt x="70" y="234"/>
                  <a:pt x="0" y="304"/>
                  <a:pt x="0" y="389"/>
                </a:cubicBezTo>
                <a:cubicBezTo>
                  <a:pt x="0" y="2177"/>
                  <a:pt x="0" y="2177"/>
                  <a:pt x="0" y="2177"/>
                </a:cubicBezTo>
                <a:cubicBezTo>
                  <a:pt x="0" y="2264"/>
                  <a:pt x="70" y="2334"/>
                  <a:pt x="155" y="2334"/>
                </a:cubicBezTo>
                <a:cubicBezTo>
                  <a:pt x="1010" y="2334"/>
                  <a:pt x="1010" y="2334"/>
                  <a:pt x="1010" y="2334"/>
                </a:cubicBezTo>
                <a:cubicBezTo>
                  <a:pt x="1096" y="2334"/>
                  <a:pt x="1166" y="2264"/>
                  <a:pt x="1166" y="2178"/>
                </a:cubicBezTo>
                <a:cubicBezTo>
                  <a:pt x="1166" y="389"/>
                  <a:pt x="1166" y="389"/>
                  <a:pt x="1166" y="389"/>
                </a:cubicBezTo>
                <a:cubicBezTo>
                  <a:pt x="1166" y="304"/>
                  <a:pt x="1096" y="234"/>
                  <a:pt x="1011" y="234"/>
                </a:cubicBezTo>
                <a:close/>
                <a:moveTo>
                  <a:pt x="700" y="1867"/>
                </a:moveTo>
                <a:cubicBezTo>
                  <a:pt x="466" y="1867"/>
                  <a:pt x="466" y="1867"/>
                  <a:pt x="466" y="1867"/>
                </a:cubicBezTo>
                <a:cubicBezTo>
                  <a:pt x="466" y="1634"/>
                  <a:pt x="466" y="1634"/>
                  <a:pt x="466" y="1634"/>
                </a:cubicBezTo>
                <a:cubicBezTo>
                  <a:pt x="700" y="1634"/>
                  <a:pt x="700" y="1634"/>
                  <a:pt x="700" y="1634"/>
                </a:cubicBezTo>
                <a:lnTo>
                  <a:pt x="700" y="1867"/>
                </a:lnTo>
                <a:close/>
                <a:moveTo>
                  <a:pt x="700" y="1400"/>
                </a:moveTo>
                <a:cubicBezTo>
                  <a:pt x="466" y="1400"/>
                  <a:pt x="466" y="1400"/>
                  <a:pt x="466" y="1400"/>
                </a:cubicBezTo>
                <a:cubicBezTo>
                  <a:pt x="466" y="817"/>
                  <a:pt x="466" y="817"/>
                  <a:pt x="466" y="817"/>
                </a:cubicBezTo>
                <a:cubicBezTo>
                  <a:pt x="700" y="817"/>
                  <a:pt x="700" y="817"/>
                  <a:pt x="700" y="817"/>
                </a:cubicBezTo>
                <a:lnTo>
                  <a:pt x="700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3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ttery Charging Fu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456785" cy="914400"/>
          </a:xfrm>
          <a:custGeom>
            <a:avLst/>
            <a:gdLst>
              <a:gd name="T0" fmla="*/ 1011 w 1166"/>
              <a:gd name="T1" fmla="*/ 234 h 2334"/>
              <a:gd name="T2" fmla="*/ 816 w 1166"/>
              <a:gd name="T3" fmla="*/ 234 h 2334"/>
              <a:gd name="T4" fmla="*/ 816 w 1166"/>
              <a:gd name="T5" fmla="*/ 0 h 2334"/>
              <a:gd name="T6" fmla="*/ 350 w 1166"/>
              <a:gd name="T7" fmla="*/ 0 h 2334"/>
              <a:gd name="T8" fmla="*/ 350 w 1166"/>
              <a:gd name="T9" fmla="*/ 234 h 2334"/>
              <a:gd name="T10" fmla="*/ 155 w 1166"/>
              <a:gd name="T11" fmla="*/ 234 h 2334"/>
              <a:gd name="T12" fmla="*/ 0 w 1166"/>
              <a:gd name="T13" fmla="*/ 389 h 2334"/>
              <a:gd name="T14" fmla="*/ 0 w 1166"/>
              <a:gd name="T15" fmla="*/ 2177 h 2334"/>
              <a:gd name="T16" fmla="*/ 155 w 1166"/>
              <a:gd name="T17" fmla="*/ 2334 h 2334"/>
              <a:gd name="T18" fmla="*/ 1010 w 1166"/>
              <a:gd name="T19" fmla="*/ 2334 h 2334"/>
              <a:gd name="T20" fmla="*/ 1166 w 1166"/>
              <a:gd name="T21" fmla="*/ 2178 h 2334"/>
              <a:gd name="T22" fmla="*/ 1166 w 1166"/>
              <a:gd name="T23" fmla="*/ 389 h 2334"/>
              <a:gd name="T24" fmla="*/ 1011 w 1166"/>
              <a:gd name="T25" fmla="*/ 234 h 2334"/>
              <a:gd name="T26" fmla="*/ 466 w 1166"/>
              <a:gd name="T27" fmla="*/ 2100 h 2334"/>
              <a:gd name="T28" fmla="*/ 466 w 1166"/>
              <a:gd name="T29" fmla="*/ 1459 h 2334"/>
              <a:gd name="T30" fmla="*/ 233 w 1166"/>
              <a:gd name="T31" fmla="*/ 1459 h 2334"/>
              <a:gd name="T32" fmla="*/ 700 w 1166"/>
              <a:gd name="T33" fmla="*/ 584 h 2334"/>
              <a:gd name="T34" fmla="*/ 700 w 1166"/>
              <a:gd name="T35" fmla="*/ 1225 h 2334"/>
              <a:gd name="T36" fmla="*/ 933 w 1166"/>
              <a:gd name="T37" fmla="*/ 1225 h 2334"/>
              <a:gd name="T38" fmla="*/ 466 w 1166"/>
              <a:gd name="T39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66" h="2334">
                <a:moveTo>
                  <a:pt x="1011" y="234"/>
                </a:moveTo>
                <a:cubicBezTo>
                  <a:pt x="816" y="234"/>
                  <a:pt x="816" y="234"/>
                  <a:pt x="816" y="234"/>
                </a:cubicBezTo>
                <a:cubicBezTo>
                  <a:pt x="816" y="0"/>
                  <a:pt x="816" y="0"/>
                  <a:pt x="816" y="0"/>
                </a:cubicBezTo>
                <a:cubicBezTo>
                  <a:pt x="350" y="0"/>
                  <a:pt x="350" y="0"/>
                  <a:pt x="350" y="0"/>
                </a:cubicBezTo>
                <a:cubicBezTo>
                  <a:pt x="350" y="234"/>
                  <a:pt x="350" y="234"/>
                  <a:pt x="350" y="234"/>
                </a:cubicBezTo>
                <a:cubicBezTo>
                  <a:pt x="155" y="234"/>
                  <a:pt x="155" y="234"/>
                  <a:pt x="155" y="234"/>
                </a:cubicBezTo>
                <a:cubicBezTo>
                  <a:pt x="70" y="234"/>
                  <a:pt x="0" y="304"/>
                  <a:pt x="0" y="389"/>
                </a:cubicBezTo>
                <a:cubicBezTo>
                  <a:pt x="0" y="2177"/>
                  <a:pt x="0" y="2177"/>
                  <a:pt x="0" y="2177"/>
                </a:cubicBezTo>
                <a:cubicBezTo>
                  <a:pt x="0" y="2264"/>
                  <a:pt x="70" y="2334"/>
                  <a:pt x="155" y="2334"/>
                </a:cubicBezTo>
                <a:cubicBezTo>
                  <a:pt x="1010" y="2334"/>
                  <a:pt x="1010" y="2334"/>
                  <a:pt x="1010" y="2334"/>
                </a:cubicBezTo>
                <a:cubicBezTo>
                  <a:pt x="1096" y="2334"/>
                  <a:pt x="1166" y="2264"/>
                  <a:pt x="1166" y="2178"/>
                </a:cubicBezTo>
                <a:cubicBezTo>
                  <a:pt x="1166" y="389"/>
                  <a:pt x="1166" y="389"/>
                  <a:pt x="1166" y="389"/>
                </a:cubicBezTo>
                <a:cubicBezTo>
                  <a:pt x="1166" y="304"/>
                  <a:pt x="1096" y="234"/>
                  <a:pt x="1011" y="234"/>
                </a:cubicBezTo>
                <a:close/>
                <a:moveTo>
                  <a:pt x="466" y="2100"/>
                </a:moveTo>
                <a:cubicBezTo>
                  <a:pt x="466" y="1459"/>
                  <a:pt x="466" y="1459"/>
                  <a:pt x="466" y="1459"/>
                </a:cubicBezTo>
                <a:cubicBezTo>
                  <a:pt x="233" y="1459"/>
                  <a:pt x="233" y="1459"/>
                  <a:pt x="233" y="1459"/>
                </a:cubicBezTo>
                <a:cubicBezTo>
                  <a:pt x="700" y="584"/>
                  <a:pt x="700" y="584"/>
                  <a:pt x="700" y="584"/>
                </a:cubicBezTo>
                <a:cubicBezTo>
                  <a:pt x="700" y="1225"/>
                  <a:pt x="700" y="1225"/>
                  <a:pt x="700" y="1225"/>
                </a:cubicBezTo>
                <a:cubicBezTo>
                  <a:pt x="933" y="1225"/>
                  <a:pt x="933" y="1225"/>
                  <a:pt x="933" y="1225"/>
                </a:cubicBezTo>
                <a:lnTo>
                  <a:pt x="466" y="2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34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ttery Full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456785" cy="914400"/>
          </a:xfrm>
          <a:custGeom>
            <a:avLst/>
            <a:gdLst>
              <a:gd name="T0" fmla="*/ 1011 w 1166"/>
              <a:gd name="T1" fmla="*/ 234 h 2334"/>
              <a:gd name="T2" fmla="*/ 816 w 1166"/>
              <a:gd name="T3" fmla="*/ 234 h 2334"/>
              <a:gd name="T4" fmla="*/ 816 w 1166"/>
              <a:gd name="T5" fmla="*/ 0 h 2334"/>
              <a:gd name="T6" fmla="*/ 350 w 1166"/>
              <a:gd name="T7" fmla="*/ 0 h 2334"/>
              <a:gd name="T8" fmla="*/ 350 w 1166"/>
              <a:gd name="T9" fmla="*/ 234 h 2334"/>
              <a:gd name="T10" fmla="*/ 155 w 1166"/>
              <a:gd name="T11" fmla="*/ 234 h 2334"/>
              <a:gd name="T12" fmla="*/ 0 w 1166"/>
              <a:gd name="T13" fmla="*/ 389 h 2334"/>
              <a:gd name="T14" fmla="*/ 0 w 1166"/>
              <a:gd name="T15" fmla="*/ 2177 h 2334"/>
              <a:gd name="T16" fmla="*/ 155 w 1166"/>
              <a:gd name="T17" fmla="*/ 2334 h 2334"/>
              <a:gd name="T18" fmla="*/ 1010 w 1166"/>
              <a:gd name="T19" fmla="*/ 2334 h 2334"/>
              <a:gd name="T20" fmla="*/ 1166 w 1166"/>
              <a:gd name="T21" fmla="*/ 2178 h 2334"/>
              <a:gd name="T22" fmla="*/ 1166 w 1166"/>
              <a:gd name="T23" fmla="*/ 389 h 2334"/>
              <a:gd name="T24" fmla="*/ 1011 w 1166"/>
              <a:gd name="T25" fmla="*/ 2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66" h="2334">
                <a:moveTo>
                  <a:pt x="1011" y="234"/>
                </a:moveTo>
                <a:cubicBezTo>
                  <a:pt x="816" y="234"/>
                  <a:pt x="816" y="234"/>
                  <a:pt x="816" y="234"/>
                </a:cubicBezTo>
                <a:cubicBezTo>
                  <a:pt x="816" y="0"/>
                  <a:pt x="816" y="0"/>
                  <a:pt x="816" y="0"/>
                </a:cubicBezTo>
                <a:cubicBezTo>
                  <a:pt x="350" y="0"/>
                  <a:pt x="350" y="0"/>
                  <a:pt x="350" y="0"/>
                </a:cubicBezTo>
                <a:cubicBezTo>
                  <a:pt x="350" y="234"/>
                  <a:pt x="350" y="234"/>
                  <a:pt x="350" y="234"/>
                </a:cubicBezTo>
                <a:cubicBezTo>
                  <a:pt x="155" y="234"/>
                  <a:pt x="155" y="234"/>
                  <a:pt x="155" y="234"/>
                </a:cubicBezTo>
                <a:cubicBezTo>
                  <a:pt x="70" y="234"/>
                  <a:pt x="0" y="304"/>
                  <a:pt x="0" y="389"/>
                </a:cubicBezTo>
                <a:cubicBezTo>
                  <a:pt x="0" y="2177"/>
                  <a:pt x="0" y="2177"/>
                  <a:pt x="0" y="2177"/>
                </a:cubicBezTo>
                <a:cubicBezTo>
                  <a:pt x="0" y="2264"/>
                  <a:pt x="70" y="2334"/>
                  <a:pt x="155" y="2334"/>
                </a:cubicBezTo>
                <a:cubicBezTo>
                  <a:pt x="1010" y="2334"/>
                  <a:pt x="1010" y="2334"/>
                  <a:pt x="1010" y="2334"/>
                </a:cubicBezTo>
                <a:cubicBezTo>
                  <a:pt x="1096" y="2334"/>
                  <a:pt x="1166" y="2264"/>
                  <a:pt x="1166" y="2178"/>
                </a:cubicBezTo>
                <a:cubicBezTo>
                  <a:pt x="1166" y="389"/>
                  <a:pt x="1166" y="389"/>
                  <a:pt x="1166" y="389"/>
                </a:cubicBezTo>
                <a:cubicBezTo>
                  <a:pt x="1166" y="304"/>
                  <a:pt x="1096" y="234"/>
                  <a:pt x="1011" y="2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7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ttery Std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456785" cy="914400"/>
          </a:xfrm>
          <a:custGeom>
            <a:avLst/>
            <a:gdLst>
              <a:gd name="T0" fmla="*/ 1011 w 1166"/>
              <a:gd name="T1" fmla="*/ 234 h 2334"/>
              <a:gd name="T2" fmla="*/ 816 w 1166"/>
              <a:gd name="T3" fmla="*/ 234 h 2334"/>
              <a:gd name="T4" fmla="*/ 816 w 1166"/>
              <a:gd name="T5" fmla="*/ 0 h 2334"/>
              <a:gd name="T6" fmla="*/ 350 w 1166"/>
              <a:gd name="T7" fmla="*/ 0 h 2334"/>
              <a:gd name="T8" fmla="*/ 350 w 1166"/>
              <a:gd name="T9" fmla="*/ 234 h 2334"/>
              <a:gd name="T10" fmla="*/ 155 w 1166"/>
              <a:gd name="T11" fmla="*/ 234 h 2334"/>
              <a:gd name="T12" fmla="*/ 0 w 1166"/>
              <a:gd name="T13" fmla="*/ 389 h 2334"/>
              <a:gd name="T14" fmla="*/ 0 w 1166"/>
              <a:gd name="T15" fmla="*/ 2177 h 2334"/>
              <a:gd name="T16" fmla="*/ 155 w 1166"/>
              <a:gd name="T17" fmla="*/ 2334 h 2334"/>
              <a:gd name="T18" fmla="*/ 1010 w 1166"/>
              <a:gd name="T19" fmla="*/ 2334 h 2334"/>
              <a:gd name="T20" fmla="*/ 1166 w 1166"/>
              <a:gd name="T21" fmla="*/ 2178 h 2334"/>
              <a:gd name="T22" fmla="*/ 1166 w 1166"/>
              <a:gd name="T23" fmla="*/ 389 h 2334"/>
              <a:gd name="T24" fmla="*/ 1011 w 1166"/>
              <a:gd name="T25" fmla="*/ 2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66" h="2334">
                <a:moveTo>
                  <a:pt x="1011" y="234"/>
                </a:moveTo>
                <a:cubicBezTo>
                  <a:pt x="816" y="234"/>
                  <a:pt x="816" y="234"/>
                  <a:pt x="816" y="234"/>
                </a:cubicBezTo>
                <a:cubicBezTo>
                  <a:pt x="816" y="0"/>
                  <a:pt x="816" y="0"/>
                  <a:pt x="816" y="0"/>
                </a:cubicBezTo>
                <a:cubicBezTo>
                  <a:pt x="350" y="0"/>
                  <a:pt x="350" y="0"/>
                  <a:pt x="350" y="0"/>
                </a:cubicBezTo>
                <a:cubicBezTo>
                  <a:pt x="350" y="234"/>
                  <a:pt x="350" y="234"/>
                  <a:pt x="350" y="234"/>
                </a:cubicBezTo>
                <a:cubicBezTo>
                  <a:pt x="155" y="234"/>
                  <a:pt x="155" y="234"/>
                  <a:pt x="155" y="234"/>
                </a:cubicBezTo>
                <a:cubicBezTo>
                  <a:pt x="70" y="234"/>
                  <a:pt x="0" y="304"/>
                  <a:pt x="0" y="389"/>
                </a:cubicBezTo>
                <a:cubicBezTo>
                  <a:pt x="0" y="2177"/>
                  <a:pt x="0" y="2177"/>
                  <a:pt x="0" y="2177"/>
                </a:cubicBezTo>
                <a:cubicBezTo>
                  <a:pt x="0" y="2264"/>
                  <a:pt x="70" y="2334"/>
                  <a:pt x="155" y="2334"/>
                </a:cubicBezTo>
                <a:cubicBezTo>
                  <a:pt x="1010" y="2334"/>
                  <a:pt x="1010" y="2334"/>
                  <a:pt x="1010" y="2334"/>
                </a:cubicBezTo>
                <a:cubicBezTo>
                  <a:pt x="1096" y="2334"/>
                  <a:pt x="1166" y="2264"/>
                  <a:pt x="1166" y="2178"/>
                </a:cubicBezTo>
                <a:cubicBezTo>
                  <a:pt x="1166" y="389"/>
                  <a:pt x="1166" y="389"/>
                  <a:pt x="1166" y="389"/>
                </a:cubicBezTo>
                <a:cubicBezTo>
                  <a:pt x="1166" y="304"/>
                  <a:pt x="1096" y="234"/>
                  <a:pt x="1011" y="2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26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ttery Unknow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457200" cy="914400"/>
          </a:xfrm>
          <a:custGeom>
            <a:avLst/>
            <a:gdLst>
              <a:gd name="T0" fmla="*/ 1089 w 1244"/>
              <a:gd name="T1" fmla="*/ 234 h 2256"/>
              <a:gd name="T2" fmla="*/ 855 w 1244"/>
              <a:gd name="T3" fmla="*/ 234 h 2256"/>
              <a:gd name="T4" fmla="*/ 855 w 1244"/>
              <a:gd name="T5" fmla="*/ 0 h 2256"/>
              <a:gd name="T6" fmla="*/ 389 w 1244"/>
              <a:gd name="T7" fmla="*/ 0 h 2256"/>
              <a:gd name="T8" fmla="*/ 389 w 1244"/>
              <a:gd name="T9" fmla="*/ 234 h 2256"/>
              <a:gd name="T10" fmla="*/ 155 w 1244"/>
              <a:gd name="T11" fmla="*/ 234 h 2256"/>
              <a:gd name="T12" fmla="*/ 0 w 1244"/>
              <a:gd name="T13" fmla="*/ 389 h 2256"/>
              <a:gd name="T14" fmla="*/ 0 w 1244"/>
              <a:gd name="T15" fmla="*/ 2100 h 2256"/>
              <a:gd name="T16" fmla="*/ 155 w 1244"/>
              <a:gd name="T17" fmla="*/ 2256 h 2256"/>
              <a:gd name="T18" fmla="*/ 1089 w 1244"/>
              <a:gd name="T19" fmla="*/ 2256 h 2256"/>
              <a:gd name="T20" fmla="*/ 1244 w 1244"/>
              <a:gd name="T21" fmla="*/ 2100 h 2256"/>
              <a:gd name="T22" fmla="*/ 1244 w 1244"/>
              <a:gd name="T23" fmla="*/ 389 h 2256"/>
              <a:gd name="T24" fmla="*/ 1089 w 1244"/>
              <a:gd name="T25" fmla="*/ 234 h 2256"/>
              <a:gd name="T26" fmla="*/ 746 w 1244"/>
              <a:gd name="T27" fmla="*/ 1914 h 2256"/>
              <a:gd name="T28" fmla="*/ 498 w 1244"/>
              <a:gd name="T29" fmla="*/ 1914 h 2256"/>
              <a:gd name="T30" fmla="*/ 498 w 1244"/>
              <a:gd name="T31" fmla="*/ 1665 h 2256"/>
              <a:gd name="T32" fmla="*/ 746 w 1244"/>
              <a:gd name="T33" fmla="*/ 1665 h 2256"/>
              <a:gd name="T34" fmla="*/ 746 w 1244"/>
              <a:gd name="T35" fmla="*/ 1914 h 2256"/>
              <a:gd name="T36" fmla="*/ 921 w 1244"/>
              <a:gd name="T37" fmla="*/ 1153 h 2256"/>
              <a:gd name="T38" fmla="*/ 833 w 1244"/>
              <a:gd name="T39" fmla="*/ 1245 h 2256"/>
              <a:gd name="T40" fmla="*/ 726 w 1244"/>
              <a:gd name="T41" fmla="*/ 1478 h 2256"/>
              <a:gd name="T42" fmla="*/ 498 w 1244"/>
              <a:gd name="T43" fmla="*/ 1478 h 2256"/>
              <a:gd name="T44" fmla="*/ 639 w 1244"/>
              <a:gd name="T45" fmla="*/ 1193 h 2256"/>
              <a:gd name="T46" fmla="*/ 761 w 1244"/>
              <a:gd name="T47" fmla="*/ 1071 h 2256"/>
              <a:gd name="T48" fmla="*/ 818 w 1244"/>
              <a:gd name="T49" fmla="*/ 934 h 2256"/>
              <a:gd name="T50" fmla="*/ 624 w 1244"/>
              <a:gd name="T51" fmla="*/ 739 h 2256"/>
              <a:gd name="T52" fmla="*/ 429 w 1244"/>
              <a:gd name="T53" fmla="*/ 934 h 2256"/>
              <a:gd name="T54" fmla="*/ 233 w 1244"/>
              <a:gd name="T55" fmla="*/ 934 h 2256"/>
              <a:gd name="T56" fmla="*/ 622 w 1244"/>
              <a:gd name="T57" fmla="*/ 545 h 2256"/>
              <a:gd name="T58" fmla="*/ 1011 w 1244"/>
              <a:gd name="T59" fmla="*/ 934 h 2256"/>
              <a:gd name="T60" fmla="*/ 921 w 1244"/>
              <a:gd name="T61" fmla="*/ 1153 h 2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44" h="2256">
                <a:moveTo>
                  <a:pt x="1089" y="234"/>
                </a:moveTo>
                <a:cubicBezTo>
                  <a:pt x="855" y="234"/>
                  <a:pt x="855" y="234"/>
                  <a:pt x="855" y="234"/>
                </a:cubicBezTo>
                <a:cubicBezTo>
                  <a:pt x="855" y="0"/>
                  <a:pt x="855" y="0"/>
                  <a:pt x="855" y="0"/>
                </a:cubicBezTo>
                <a:cubicBezTo>
                  <a:pt x="389" y="0"/>
                  <a:pt x="389" y="0"/>
                  <a:pt x="389" y="0"/>
                </a:cubicBezTo>
                <a:cubicBezTo>
                  <a:pt x="389" y="234"/>
                  <a:pt x="389" y="234"/>
                  <a:pt x="389" y="234"/>
                </a:cubicBezTo>
                <a:cubicBezTo>
                  <a:pt x="155" y="234"/>
                  <a:pt x="155" y="234"/>
                  <a:pt x="155" y="234"/>
                </a:cubicBezTo>
                <a:cubicBezTo>
                  <a:pt x="70" y="234"/>
                  <a:pt x="0" y="304"/>
                  <a:pt x="0" y="389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186"/>
                  <a:pt x="70" y="2256"/>
                  <a:pt x="155" y="2256"/>
                </a:cubicBezTo>
                <a:cubicBezTo>
                  <a:pt x="1089" y="2256"/>
                  <a:pt x="1089" y="2256"/>
                  <a:pt x="1089" y="2256"/>
                </a:cubicBezTo>
                <a:cubicBezTo>
                  <a:pt x="1174" y="2256"/>
                  <a:pt x="1244" y="2186"/>
                  <a:pt x="1244" y="2100"/>
                </a:cubicBezTo>
                <a:cubicBezTo>
                  <a:pt x="1244" y="389"/>
                  <a:pt x="1244" y="389"/>
                  <a:pt x="1244" y="389"/>
                </a:cubicBezTo>
                <a:cubicBezTo>
                  <a:pt x="1244" y="304"/>
                  <a:pt x="1174" y="234"/>
                  <a:pt x="1089" y="234"/>
                </a:cubicBezTo>
                <a:close/>
                <a:moveTo>
                  <a:pt x="746" y="1914"/>
                </a:moveTo>
                <a:cubicBezTo>
                  <a:pt x="498" y="1914"/>
                  <a:pt x="498" y="1914"/>
                  <a:pt x="498" y="1914"/>
                </a:cubicBezTo>
                <a:cubicBezTo>
                  <a:pt x="498" y="1665"/>
                  <a:pt x="498" y="1665"/>
                  <a:pt x="498" y="1665"/>
                </a:cubicBezTo>
                <a:cubicBezTo>
                  <a:pt x="746" y="1665"/>
                  <a:pt x="746" y="1665"/>
                  <a:pt x="746" y="1665"/>
                </a:cubicBezTo>
                <a:lnTo>
                  <a:pt x="746" y="1914"/>
                </a:lnTo>
                <a:close/>
                <a:moveTo>
                  <a:pt x="921" y="1153"/>
                </a:moveTo>
                <a:cubicBezTo>
                  <a:pt x="921" y="1153"/>
                  <a:pt x="871" y="1207"/>
                  <a:pt x="833" y="1245"/>
                </a:cubicBezTo>
                <a:cubicBezTo>
                  <a:pt x="771" y="1307"/>
                  <a:pt x="726" y="1419"/>
                  <a:pt x="726" y="1478"/>
                </a:cubicBezTo>
                <a:cubicBezTo>
                  <a:pt x="498" y="1478"/>
                  <a:pt x="498" y="1478"/>
                  <a:pt x="498" y="1478"/>
                </a:cubicBezTo>
                <a:cubicBezTo>
                  <a:pt x="498" y="1371"/>
                  <a:pt x="578" y="1254"/>
                  <a:pt x="639" y="1193"/>
                </a:cubicBezTo>
                <a:cubicBezTo>
                  <a:pt x="761" y="1071"/>
                  <a:pt x="761" y="1071"/>
                  <a:pt x="761" y="1071"/>
                </a:cubicBezTo>
                <a:cubicBezTo>
                  <a:pt x="796" y="1035"/>
                  <a:pt x="818" y="987"/>
                  <a:pt x="818" y="934"/>
                </a:cubicBezTo>
                <a:cubicBezTo>
                  <a:pt x="818" y="826"/>
                  <a:pt x="731" y="739"/>
                  <a:pt x="624" y="739"/>
                </a:cubicBezTo>
                <a:cubicBezTo>
                  <a:pt x="516" y="739"/>
                  <a:pt x="429" y="826"/>
                  <a:pt x="429" y="934"/>
                </a:cubicBezTo>
                <a:cubicBezTo>
                  <a:pt x="233" y="934"/>
                  <a:pt x="233" y="934"/>
                  <a:pt x="233" y="934"/>
                </a:cubicBezTo>
                <a:cubicBezTo>
                  <a:pt x="233" y="719"/>
                  <a:pt x="407" y="545"/>
                  <a:pt x="622" y="545"/>
                </a:cubicBezTo>
                <a:cubicBezTo>
                  <a:pt x="837" y="545"/>
                  <a:pt x="1011" y="719"/>
                  <a:pt x="1011" y="934"/>
                </a:cubicBezTo>
                <a:cubicBezTo>
                  <a:pt x="1011" y="1019"/>
                  <a:pt x="977" y="1097"/>
                  <a:pt x="921" y="11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8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etooth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81016" cy="914400"/>
          </a:xfrm>
          <a:custGeom>
            <a:avLst/>
            <a:gdLst>
              <a:gd name="T0" fmla="*/ 3503 w 3503"/>
              <a:gd name="T1" fmla="*/ 1573 h 5513"/>
              <a:gd name="T2" fmla="*/ 1930 w 3503"/>
              <a:gd name="T3" fmla="*/ 0 h 5513"/>
              <a:gd name="T4" fmla="*/ 1653 w 3503"/>
              <a:gd name="T5" fmla="*/ 0 h 5513"/>
              <a:gd name="T6" fmla="*/ 1653 w 3503"/>
              <a:gd name="T7" fmla="*/ 2092 h 5513"/>
              <a:gd name="T8" fmla="*/ 390 w 3503"/>
              <a:gd name="T9" fmla="*/ 826 h 5513"/>
              <a:gd name="T10" fmla="*/ 0 w 3503"/>
              <a:gd name="T11" fmla="*/ 1216 h 5513"/>
              <a:gd name="T12" fmla="*/ 1540 w 3503"/>
              <a:gd name="T13" fmla="*/ 2756 h 5513"/>
              <a:gd name="T14" fmla="*/ 0 w 3503"/>
              <a:gd name="T15" fmla="*/ 4296 h 5513"/>
              <a:gd name="T16" fmla="*/ 390 w 3503"/>
              <a:gd name="T17" fmla="*/ 4686 h 5513"/>
              <a:gd name="T18" fmla="*/ 1653 w 3503"/>
              <a:gd name="T19" fmla="*/ 3420 h 5513"/>
              <a:gd name="T20" fmla="*/ 1653 w 3503"/>
              <a:gd name="T21" fmla="*/ 5513 h 5513"/>
              <a:gd name="T22" fmla="*/ 1930 w 3503"/>
              <a:gd name="T23" fmla="*/ 5513 h 5513"/>
              <a:gd name="T24" fmla="*/ 3503 w 3503"/>
              <a:gd name="T25" fmla="*/ 3940 h 5513"/>
              <a:gd name="T26" fmla="*/ 2320 w 3503"/>
              <a:gd name="T27" fmla="*/ 2756 h 5513"/>
              <a:gd name="T28" fmla="*/ 3503 w 3503"/>
              <a:gd name="T29" fmla="*/ 1573 h 5513"/>
              <a:gd name="T30" fmla="*/ 2206 w 3503"/>
              <a:gd name="T31" fmla="*/ 1055 h 5513"/>
              <a:gd name="T32" fmla="*/ 2724 w 3503"/>
              <a:gd name="T33" fmla="*/ 1573 h 5513"/>
              <a:gd name="T34" fmla="*/ 2206 w 3503"/>
              <a:gd name="T35" fmla="*/ 2092 h 5513"/>
              <a:gd name="T36" fmla="*/ 2206 w 3503"/>
              <a:gd name="T37" fmla="*/ 1055 h 5513"/>
              <a:gd name="T38" fmla="*/ 2724 w 3503"/>
              <a:gd name="T39" fmla="*/ 3940 h 5513"/>
              <a:gd name="T40" fmla="*/ 2206 w 3503"/>
              <a:gd name="T41" fmla="*/ 4457 h 5513"/>
              <a:gd name="T42" fmla="*/ 2206 w 3503"/>
              <a:gd name="T43" fmla="*/ 3420 h 5513"/>
              <a:gd name="T44" fmla="*/ 2724 w 3503"/>
              <a:gd name="T45" fmla="*/ 3940 h 5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3503" h="5513">
                <a:moveTo>
                  <a:pt x="3503" y="1573"/>
                </a:moveTo>
                <a:lnTo>
                  <a:pt x="1930" y="0"/>
                </a:lnTo>
                <a:lnTo>
                  <a:pt x="1653" y="0"/>
                </a:lnTo>
                <a:lnTo>
                  <a:pt x="1653" y="2092"/>
                </a:lnTo>
                <a:lnTo>
                  <a:pt x="390" y="826"/>
                </a:lnTo>
                <a:lnTo>
                  <a:pt x="0" y="1216"/>
                </a:lnTo>
                <a:lnTo>
                  <a:pt x="1540" y="2756"/>
                </a:lnTo>
                <a:lnTo>
                  <a:pt x="0" y="4296"/>
                </a:lnTo>
                <a:lnTo>
                  <a:pt x="390" y="4686"/>
                </a:lnTo>
                <a:lnTo>
                  <a:pt x="1653" y="3420"/>
                </a:lnTo>
                <a:lnTo>
                  <a:pt x="1653" y="5513"/>
                </a:lnTo>
                <a:lnTo>
                  <a:pt x="1930" y="5513"/>
                </a:lnTo>
                <a:lnTo>
                  <a:pt x="3503" y="3940"/>
                </a:lnTo>
                <a:lnTo>
                  <a:pt x="2320" y="2756"/>
                </a:lnTo>
                <a:lnTo>
                  <a:pt x="3503" y="1573"/>
                </a:lnTo>
                <a:close/>
                <a:moveTo>
                  <a:pt x="2206" y="1055"/>
                </a:moveTo>
                <a:lnTo>
                  <a:pt x="2724" y="1573"/>
                </a:lnTo>
                <a:lnTo>
                  <a:pt x="2206" y="2092"/>
                </a:lnTo>
                <a:lnTo>
                  <a:pt x="2206" y="1055"/>
                </a:lnTo>
                <a:close/>
                <a:moveTo>
                  <a:pt x="2724" y="3940"/>
                </a:moveTo>
                <a:lnTo>
                  <a:pt x="2206" y="4457"/>
                </a:lnTo>
                <a:lnTo>
                  <a:pt x="2206" y="3420"/>
                </a:lnTo>
                <a:lnTo>
                  <a:pt x="2724" y="39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3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etooth Connect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1016143"/>
          </a:xfrm>
          <a:custGeom>
            <a:avLst/>
            <a:gdLst>
              <a:gd name="T0" fmla="*/ 1104 w 4961"/>
              <a:gd name="T1" fmla="*/ 2756 h 5513"/>
              <a:gd name="T2" fmla="*/ 551 w 4961"/>
              <a:gd name="T3" fmla="*/ 2206 h 5513"/>
              <a:gd name="T4" fmla="*/ 0 w 4961"/>
              <a:gd name="T5" fmla="*/ 2756 h 5513"/>
              <a:gd name="T6" fmla="*/ 551 w 4961"/>
              <a:gd name="T7" fmla="*/ 3307 h 5513"/>
              <a:gd name="T8" fmla="*/ 1104 w 4961"/>
              <a:gd name="T9" fmla="*/ 2756 h 5513"/>
              <a:gd name="T10" fmla="*/ 4054 w 4961"/>
              <a:gd name="T11" fmla="*/ 1573 h 5513"/>
              <a:gd name="T12" fmla="*/ 2481 w 4961"/>
              <a:gd name="T13" fmla="*/ 0 h 5513"/>
              <a:gd name="T14" fmla="*/ 2204 w 4961"/>
              <a:gd name="T15" fmla="*/ 0 h 5513"/>
              <a:gd name="T16" fmla="*/ 2204 w 4961"/>
              <a:gd name="T17" fmla="*/ 2092 h 5513"/>
              <a:gd name="T18" fmla="*/ 941 w 4961"/>
              <a:gd name="T19" fmla="*/ 826 h 5513"/>
              <a:gd name="T20" fmla="*/ 551 w 4961"/>
              <a:gd name="T21" fmla="*/ 1216 h 5513"/>
              <a:gd name="T22" fmla="*/ 2091 w 4961"/>
              <a:gd name="T23" fmla="*/ 2756 h 5513"/>
              <a:gd name="T24" fmla="*/ 551 w 4961"/>
              <a:gd name="T25" fmla="*/ 4296 h 5513"/>
              <a:gd name="T26" fmla="*/ 941 w 4961"/>
              <a:gd name="T27" fmla="*/ 4686 h 5513"/>
              <a:gd name="T28" fmla="*/ 2204 w 4961"/>
              <a:gd name="T29" fmla="*/ 3420 h 5513"/>
              <a:gd name="T30" fmla="*/ 2204 w 4961"/>
              <a:gd name="T31" fmla="*/ 5513 h 5513"/>
              <a:gd name="T32" fmla="*/ 2481 w 4961"/>
              <a:gd name="T33" fmla="*/ 5513 h 5513"/>
              <a:gd name="T34" fmla="*/ 4054 w 4961"/>
              <a:gd name="T35" fmla="*/ 3940 h 5513"/>
              <a:gd name="T36" fmla="*/ 2871 w 4961"/>
              <a:gd name="T37" fmla="*/ 2756 h 5513"/>
              <a:gd name="T38" fmla="*/ 4054 w 4961"/>
              <a:gd name="T39" fmla="*/ 1573 h 5513"/>
              <a:gd name="T40" fmla="*/ 2757 w 4961"/>
              <a:gd name="T41" fmla="*/ 1055 h 5513"/>
              <a:gd name="T42" fmla="*/ 3275 w 4961"/>
              <a:gd name="T43" fmla="*/ 1573 h 5513"/>
              <a:gd name="T44" fmla="*/ 2757 w 4961"/>
              <a:gd name="T45" fmla="*/ 2092 h 5513"/>
              <a:gd name="T46" fmla="*/ 2757 w 4961"/>
              <a:gd name="T47" fmla="*/ 1055 h 5513"/>
              <a:gd name="T48" fmla="*/ 3275 w 4961"/>
              <a:gd name="T49" fmla="*/ 3940 h 5513"/>
              <a:gd name="T50" fmla="*/ 2757 w 4961"/>
              <a:gd name="T51" fmla="*/ 4457 h 5513"/>
              <a:gd name="T52" fmla="*/ 2757 w 4961"/>
              <a:gd name="T53" fmla="*/ 3420 h 5513"/>
              <a:gd name="T54" fmla="*/ 3275 w 4961"/>
              <a:gd name="T55" fmla="*/ 3940 h 5513"/>
              <a:gd name="T56" fmla="*/ 4411 w 4961"/>
              <a:gd name="T57" fmla="*/ 2206 h 5513"/>
              <a:gd name="T58" fmla="*/ 3858 w 4961"/>
              <a:gd name="T59" fmla="*/ 2756 h 5513"/>
              <a:gd name="T60" fmla="*/ 4411 w 4961"/>
              <a:gd name="T61" fmla="*/ 3307 h 5513"/>
              <a:gd name="T62" fmla="*/ 4961 w 4961"/>
              <a:gd name="T63" fmla="*/ 2756 h 5513"/>
              <a:gd name="T64" fmla="*/ 4411 w 4961"/>
              <a:gd name="T65" fmla="*/ 2206 h 5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961" h="5513">
                <a:moveTo>
                  <a:pt x="1104" y="2756"/>
                </a:moveTo>
                <a:lnTo>
                  <a:pt x="551" y="2206"/>
                </a:lnTo>
                <a:lnTo>
                  <a:pt x="0" y="2756"/>
                </a:lnTo>
                <a:lnTo>
                  <a:pt x="551" y="3307"/>
                </a:lnTo>
                <a:lnTo>
                  <a:pt x="1104" y="2756"/>
                </a:lnTo>
                <a:close/>
                <a:moveTo>
                  <a:pt x="4054" y="1573"/>
                </a:moveTo>
                <a:lnTo>
                  <a:pt x="2481" y="0"/>
                </a:lnTo>
                <a:lnTo>
                  <a:pt x="2204" y="0"/>
                </a:lnTo>
                <a:lnTo>
                  <a:pt x="2204" y="2092"/>
                </a:lnTo>
                <a:lnTo>
                  <a:pt x="941" y="826"/>
                </a:lnTo>
                <a:lnTo>
                  <a:pt x="551" y="1216"/>
                </a:lnTo>
                <a:lnTo>
                  <a:pt x="2091" y="2756"/>
                </a:lnTo>
                <a:lnTo>
                  <a:pt x="551" y="4296"/>
                </a:lnTo>
                <a:lnTo>
                  <a:pt x="941" y="4686"/>
                </a:lnTo>
                <a:lnTo>
                  <a:pt x="2204" y="3420"/>
                </a:lnTo>
                <a:lnTo>
                  <a:pt x="2204" y="5513"/>
                </a:lnTo>
                <a:lnTo>
                  <a:pt x="2481" y="5513"/>
                </a:lnTo>
                <a:lnTo>
                  <a:pt x="4054" y="3940"/>
                </a:lnTo>
                <a:lnTo>
                  <a:pt x="2871" y="2756"/>
                </a:lnTo>
                <a:lnTo>
                  <a:pt x="4054" y="1573"/>
                </a:lnTo>
                <a:close/>
                <a:moveTo>
                  <a:pt x="2757" y="1055"/>
                </a:moveTo>
                <a:lnTo>
                  <a:pt x="3275" y="1573"/>
                </a:lnTo>
                <a:lnTo>
                  <a:pt x="2757" y="2092"/>
                </a:lnTo>
                <a:lnTo>
                  <a:pt x="2757" y="1055"/>
                </a:lnTo>
                <a:close/>
                <a:moveTo>
                  <a:pt x="3275" y="3940"/>
                </a:moveTo>
                <a:lnTo>
                  <a:pt x="2757" y="4457"/>
                </a:lnTo>
                <a:lnTo>
                  <a:pt x="2757" y="3420"/>
                </a:lnTo>
                <a:lnTo>
                  <a:pt x="3275" y="3940"/>
                </a:lnTo>
                <a:close/>
                <a:moveTo>
                  <a:pt x="4411" y="2206"/>
                </a:moveTo>
                <a:lnTo>
                  <a:pt x="3858" y="2756"/>
                </a:lnTo>
                <a:lnTo>
                  <a:pt x="4411" y="3307"/>
                </a:lnTo>
                <a:lnTo>
                  <a:pt x="4961" y="2756"/>
                </a:lnTo>
                <a:lnTo>
                  <a:pt x="4411" y="22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66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etooth Disabl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122" cy="914400"/>
          </a:xfrm>
          <a:custGeom>
            <a:avLst/>
            <a:gdLst>
              <a:gd name="T0" fmla="*/ 2480 w 4408"/>
              <a:gd name="T1" fmla="*/ 1055 h 5513"/>
              <a:gd name="T2" fmla="*/ 2998 w 4408"/>
              <a:gd name="T3" fmla="*/ 1573 h 5513"/>
              <a:gd name="T4" fmla="*/ 2556 w 4408"/>
              <a:gd name="T5" fmla="*/ 2015 h 5513"/>
              <a:gd name="T6" fmla="*/ 2946 w 4408"/>
              <a:gd name="T7" fmla="*/ 2404 h 5513"/>
              <a:gd name="T8" fmla="*/ 3777 w 4408"/>
              <a:gd name="T9" fmla="*/ 1570 h 5513"/>
              <a:gd name="T10" fmla="*/ 2204 w 4408"/>
              <a:gd name="T11" fmla="*/ 0 h 5513"/>
              <a:gd name="T12" fmla="*/ 1927 w 4408"/>
              <a:gd name="T13" fmla="*/ 0 h 5513"/>
              <a:gd name="T14" fmla="*/ 1927 w 4408"/>
              <a:gd name="T15" fmla="*/ 1386 h 5513"/>
              <a:gd name="T16" fmla="*/ 2480 w 4408"/>
              <a:gd name="T17" fmla="*/ 1939 h 5513"/>
              <a:gd name="T18" fmla="*/ 2480 w 4408"/>
              <a:gd name="T19" fmla="*/ 1055 h 5513"/>
              <a:gd name="T20" fmla="*/ 387 w 4408"/>
              <a:gd name="T21" fmla="*/ 552 h 5513"/>
              <a:gd name="T22" fmla="*/ 0 w 4408"/>
              <a:gd name="T23" fmla="*/ 940 h 5513"/>
              <a:gd name="T24" fmla="*/ 1814 w 4408"/>
              <a:gd name="T25" fmla="*/ 2756 h 5513"/>
              <a:gd name="T26" fmla="*/ 274 w 4408"/>
              <a:gd name="T27" fmla="*/ 4296 h 5513"/>
              <a:gd name="T28" fmla="*/ 664 w 4408"/>
              <a:gd name="T29" fmla="*/ 4686 h 5513"/>
              <a:gd name="T30" fmla="*/ 1927 w 4408"/>
              <a:gd name="T31" fmla="*/ 3420 h 5513"/>
              <a:gd name="T32" fmla="*/ 1927 w 4408"/>
              <a:gd name="T33" fmla="*/ 5513 h 5513"/>
              <a:gd name="T34" fmla="*/ 2204 w 4408"/>
              <a:gd name="T35" fmla="*/ 5513 h 5513"/>
              <a:gd name="T36" fmla="*/ 3387 w 4408"/>
              <a:gd name="T37" fmla="*/ 4329 h 5513"/>
              <a:gd name="T38" fmla="*/ 4020 w 4408"/>
              <a:gd name="T39" fmla="*/ 4960 h 5513"/>
              <a:gd name="T40" fmla="*/ 4408 w 4408"/>
              <a:gd name="T41" fmla="*/ 4573 h 5513"/>
              <a:gd name="T42" fmla="*/ 387 w 4408"/>
              <a:gd name="T43" fmla="*/ 552 h 5513"/>
              <a:gd name="T44" fmla="*/ 2480 w 4408"/>
              <a:gd name="T45" fmla="*/ 4457 h 5513"/>
              <a:gd name="T46" fmla="*/ 2480 w 4408"/>
              <a:gd name="T47" fmla="*/ 3420 h 5513"/>
              <a:gd name="T48" fmla="*/ 2998 w 4408"/>
              <a:gd name="T49" fmla="*/ 3940 h 5513"/>
              <a:gd name="T50" fmla="*/ 2480 w 4408"/>
              <a:gd name="T51" fmla="*/ 4457 h 5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408" h="5513">
                <a:moveTo>
                  <a:pt x="2480" y="1055"/>
                </a:moveTo>
                <a:lnTo>
                  <a:pt x="2998" y="1573"/>
                </a:lnTo>
                <a:lnTo>
                  <a:pt x="2556" y="2015"/>
                </a:lnTo>
                <a:lnTo>
                  <a:pt x="2946" y="2404"/>
                </a:lnTo>
                <a:lnTo>
                  <a:pt x="3777" y="1570"/>
                </a:lnTo>
                <a:lnTo>
                  <a:pt x="2204" y="0"/>
                </a:lnTo>
                <a:lnTo>
                  <a:pt x="1927" y="0"/>
                </a:lnTo>
                <a:lnTo>
                  <a:pt x="1927" y="1386"/>
                </a:lnTo>
                <a:lnTo>
                  <a:pt x="2480" y="1939"/>
                </a:lnTo>
                <a:lnTo>
                  <a:pt x="2480" y="1055"/>
                </a:lnTo>
                <a:close/>
                <a:moveTo>
                  <a:pt x="387" y="552"/>
                </a:moveTo>
                <a:lnTo>
                  <a:pt x="0" y="940"/>
                </a:lnTo>
                <a:lnTo>
                  <a:pt x="1814" y="2756"/>
                </a:lnTo>
                <a:lnTo>
                  <a:pt x="274" y="4296"/>
                </a:lnTo>
                <a:lnTo>
                  <a:pt x="664" y="4686"/>
                </a:lnTo>
                <a:lnTo>
                  <a:pt x="1927" y="3420"/>
                </a:lnTo>
                <a:lnTo>
                  <a:pt x="1927" y="5513"/>
                </a:lnTo>
                <a:lnTo>
                  <a:pt x="2204" y="5513"/>
                </a:lnTo>
                <a:lnTo>
                  <a:pt x="3387" y="4329"/>
                </a:lnTo>
                <a:lnTo>
                  <a:pt x="4020" y="4960"/>
                </a:lnTo>
                <a:lnTo>
                  <a:pt x="4408" y="4573"/>
                </a:lnTo>
                <a:lnTo>
                  <a:pt x="387" y="552"/>
                </a:lnTo>
                <a:close/>
                <a:moveTo>
                  <a:pt x="2480" y="4457"/>
                </a:moveTo>
                <a:lnTo>
                  <a:pt x="2480" y="3420"/>
                </a:lnTo>
                <a:lnTo>
                  <a:pt x="2998" y="3940"/>
                </a:lnTo>
                <a:lnTo>
                  <a:pt x="2480" y="44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5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etooth Searchi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3176" cy="914400"/>
          </a:xfrm>
          <a:custGeom>
            <a:avLst/>
            <a:gdLst>
              <a:gd name="T0" fmla="*/ 1311 w 2101"/>
              <a:gd name="T1" fmla="*/ 1168 h 2334"/>
              <a:gd name="T2" fmla="*/ 1582 w 2101"/>
              <a:gd name="T3" fmla="*/ 1439 h 2334"/>
              <a:gd name="T4" fmla="*/ 1633 w 2101"/>
              <a:gd name="T5" fmla="*/ 1167 h 2334"/>
              <a:gd name="T6" fmla="*/ 1583 w 2101"/>
              <a:gd name="T7" fmla="*/ 897 h 2334"/>
              <a:gd name="T8" fmla="*/ 1311 w 2101"/>
              <a:gd name="T9" fmla="*/ 1168 h 2334"/>
              <a:gd name="T10" fmla="*/ 1928 w 2101"/>
              <a:gd name="T11" fmla="*/ 550 h 2334"/>
              <a:gd name="T12" fmla="*/ 1781 w 2101"/>
              <a:gd name="T13" fmla="*/ 697 h 2334"/>
              <a:gd name="T14" fmla="*/ 1896 w 2101"/>
              <a:gd name="T15" fmla="*/ 1166 h 2334"/>
              <a:gd name="T16" fmla="*/ 1781 w 2101"/>
              <a:gd name="T17" fmla="*/ 1635 h 2334"/>
              <a:gd name="T18" fmla="*/ 1922 w 2101"/>
              <a:gd name="T19" fmla="*/ 1775 h 2334"/>
              <a:gd name="T20" fmla="*/ 2101 w 2101"/>
              <a:gd name="T21" fmla="*/ 1155 h 2334"/>
              <a:gd name="T22" fmla="*/ 1928 w 2101"/>
              <a:gd name="T23" fmla="*/ 550 h 2334"/>
              <a:gd name="T24" fmla="*/ 1483 w 2101"/>
              <a:gd name="T25" fmla="*/ 666 h 2334"/>
              <a:gd name="T26" fmla="*/ 817 w 2101"/>
              <a:gd name="T27" fmla="*/ 0 h 2334"/>
              <a:gd name="T28" fmla="*/ 700 w 2101"/>
              <a:gd name="T29" fmla="*/ 0 h 2334"/>
              <a:gd name="T30" fmla="*/ 700 w 2101"/>
              <a:gd name="T31" fmla="*/ 886 h 2334"/>
              <a:gd name="T32" fmla="*/ 165 w 2101"/>
              <a:gd name="T33" fmla="*/ 350 h 2334"/>
              <a:gd name="T34" fmla="*/ 0 w 2101"/>
              <a:gd name="T35" fmla="*/ 515 h 2334"/>
              <a:gd name="T36" fmla="*/ 652 w 2101"/>
              <a:gd name="T37" fmla="*/ 1167 h 2334"/>
              <a:gd name="T38" fmla="*/ 0 w 2101"/>
              <a:gd name="T39" fmla="*/ 1819 h 2334"/>
              <a:gd name="T40" fmla="*/ 165 w 2101"/>
              <a:gd name="T41" fmla="*/ 1984 h 2334"/>
              <a:gd name="T42" fmla="*/ 700 w 2101"/>
              <a:gd name="T43" fmla="*/ 1448 h 2334"/>
              <a:gd name="T44" fmla="*/ 700 w 2101"/>
              <a:gd name="T45" fmla="*/ 2334 h 2334"/>
              <a:gd name="T46" fmla="*/ 817 w 2101"/>
              <a:gd name="T47" fmla="*/ 2334 h 2334"/>
              <a:gd name="T48" fmla="*/ 1483 w 2101"/>
              <a:gd name="T49" fmla="*/ 1668 h 2334"/>
              <a:gd name="T50" fmla="*/ 981 w 2101"/>
              <a:gd name="T51" fmla="*/ 1167 h 2334"/>
              <a:gd name="T52" fmla="*/ 1483 w 2101"/>
              <a:gd name="T53" fmla="*/ 666 h 2334"/>
              <a:gd name="T54" fmla="*/ 933 w 2101"/>
              <a:gd name="T55" fmla="*/ 447 h 2334"/>
              <a:gd name="T56" fmla="*/ 1153 w 2101"/>
              <a:gd name="T57" fmla="*/ 666 h 2334"/>
              <a:gd name="T58" fmla="*/ 933 w 2101"/>
              <a:gd name="T59" fmla="*/ 886 h 2334"/>
              <a:gd name="T60" fmla="*/ 933 w 2101"/>
              <a:gd name="T61" fmla="*/ 447 h 2334"/>
              <a:gd name="T62" fmla="*/ 1153 w 2101"/>
              <a:gd name="T63" fmla="*/ 1668 h 2334"/>
              <a:gd name="T64" fmla="*/ 933 w 2101"/>
              <a:gd name="T65" fmla="*/ 1887 h 2334"/>
              <a:gd name="T66" fmla="*/ 933 w 2101"/>
              <a:gd name="T67" fmla="*/ 1448 h 2334"/>
              <a:gd name="T68" fmla="*/ 1153 w 2101"/>
              <a:gd name="T69" fmla="*/ 1668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01" h="2334">
                <a:moveTo>
                  <a:pt x="1311" y="1168"/>
                </a:moveTo>
                <a:cubicBezTo>
                  <a:pt x="1582" y="1439"/>
                  <a:pt x="1582" y="1439"/>
                  <a:pt x="1582" y="1439"/>
                </a:cubicBezTo>
                <a:cubicBezTo>
                  <a:pt x="1615" y="1355"/>
                  <a:pt x="1633" y="1263"/>
                  <a:pt x="1633" y="1167"/>
                </a:cubicBezTo>
                <a:cubicBezTo>
                  <a:pt x="1633" y="1071"/>
                  <a:pt x="1615" y="982"/>
                  <a:pt x="1583" y="897"/>
                </a:cubicBezTo>
                <a:lnTo>
                  <a:pt x="1311" y="1168"/>
                </a:lnTo>
                <a:close/>
                <a:moveTo>
                  <a:pt x="1928" y="550"/>
                </a:moveTo>
                <a:cubicBezTo>
                  <a:pt x="1781" y="697"/>
                  <a:pt x="1781" y="697"/>
                  <a:pt x="1781" y="697"/>
                </a:cubicBezTo>
                <a:cubicBezTo>
                  <a:pt x="1855" y="838"/>
                  <a:pt x="1896" y="997"/>
                  <a:pt x="1896" y="1166"/>
                </a:cubicBezTo>
                <a:cubicBezTo>
                  <a:pt x="1896" y="1335"/>
                  <a:pt x="1854" y="1495"/>
                  <a:pt x="1781" y="1635"/>
                </a:cubicBezTo>
                <a:cubicBezTo>
                  <a:pt x="1922" y="1775"/>
                  <a:pt x="1922" y="1775"/>
                  <a:pt x="1922" y="1775"/>
                </a:cubicBezTo>
                <a:cubicBezTo>
                  <a:pt x="2035" y="1595"/>
                  <a:pt x="2101" y="1383"/>
                  <a:pt x="2101" y="1155"/>
                </a:cubicBezTo>
                <a:cubicBezTo>
                  <a:pt x="2100" y="935"/>
                  <a:pt x="2037" y="727"/>
                  <a:pt x="1928" y="550"/>
                </a:cubicBezTo>
                <a:close/>
                <a:moveTo>
                  <a:pt x="1483" y="666"/>
                </a:moveTo>
                <a:cubicBezTo>
                  <a:pt x="817" y="0"/>
                  <a:pt x="817" y="0"/>
                  <a:pt x="817" y="0"/>
                </a:cubicBezTo>
                <a:cubicBezTo>
                  <a:pt x="700" y="0"/>
                  <a:pt x="700" y="0"/>
                  <a:pt x="700" y="0"/>
                </a:cubicBezTo>
                <a:cubicBezTo>
                  <a:pt x="700" y="886"/>
                  <a:pt x="700" y="886"/>
                  <a:pt x="700" y="886"/>
                </a:cubicBezTo>
                <a:cubicBezTo>
                  <a:pt x="165" y="350"/>
                  <a:pt x="165" y="350"/>
                  <a:pt x="165" y="350"/>
                </a:cubicBezTo>
                <a:cubicBezTo>
                  <a:pt x="0" y="515"/>
                  <a:pt x="0" y="515"/>
                  <a:pt x="0" y="515"/>
                </a:cubicBezTo>
                <a:cubicBezTo>
                  <a:pt x="652" y="1167"/>
                  <a:pt x="652" y="1167"/>
                  <a:pt x="652" y="1167"/>
                </a:cubicBezTo>
                <a:cubicBezTo>
                  <a:pt x="0" y="1819"/>
                  <a:pt x="0" y="1819"/>
                  <a:pt x="0" y="1819"/>
                </a:cubicBezTo>
                <a:cubicBezTo>
                  <a:pt x="165" y="1984"/>
                  <a:pt x="165" y="1984"/>
                  <a:pt x="165" y="1984"/>
                </a:cubicBezTo>
                <a:cubicBezTo>
                  <a:pt x="700" y="1448"/>
                  <a:pt x="700" y="1448"/>
                  <a:pt x="700" y="1448"/>
                </a:cubicBezTo>
                <a:cubicBezTo>
                  <a:pt x="700" y="2334"/>
                  <a:pt x="700" y="2334"/>
                  <a:pt x="700" y="2334"/>
                </a:cubicBezTo>
                <a:cubicBezTo>
                  <a:pt x="817" y="2334"/>
                  <a:pt x="817" y="2334"/>
                  <a:pt x="817" y="2334"/>
                </a:cubicBezTo>
                <a:cubicBezTo>
                  <a:pt x="1483" y="1668"/>
                  <a:pt x="1483" y="1668"/>
                  <a:pt x="1483" y="1668"/>
                </a:cubicBezTo>
                <a:cubicBezTo>
                  <a:pt x="981" y="1167"/>
                  <a:pt x="981" y="1167"/>
                  <a:pt x="981" y="1167"/>
                </a:cubicBezTo>
                <a:cubicBezTo>
                  <a:pt x="1483" y="666"/>
                  <a:pt x="1483" y="666"/>
                  <a:pt x="1483" y="666"/>
                </a:cubicBezTo>
                <a:close/>
                <a:moveTo>
                  <a:pt x="933" y="447"/>
                </a:moveTo>
                <a:cubicBezTo>
                  <a:pt x="1153" y="666"/>
                  <a:pt x="1153" y="666"/>
                  <a:pt x="1153" y="666"/>
                </a:cubicBezTo>
                <a:cubicBezTo>
                  <a:pt x="933" y="886"/>
                  <a:pt x="933" y="886"/>
                  <a:pt x="933" y="886"/>
                </a:cubicBezTo>
                <a:lnTo>
                  <a:pt x="933" y="447"/>
                </a:lnTo>
                <a:close/>
                <a:moveTo>
                  <a:pt x="1153" y="1668"/>
                </a:moveTo>
                <a:cubicBezTo>
                  <a:pt x="933" y="1887"/>
                  <a:pt x="933" y="1887"/>
                  <a:pt x="933" y="1887"/>
                </a:cubicBezTo>
                <a:cubicBezTo>
                  <a:pt x="933" y="1448"/>
                  <a:pt x="933" y="1448"/>
                  <a:pt x="933" y="1448"/>
                </a:cubicBezTo>
                <a:lnTo>
                  <a:pt x="1153" y="16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53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ightness Aut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801 w 6236"/>
              <a:gd name="T1" fmla="*/ 3298 h 6236"/>
              <a:gd name="T2" fmla="*/ 3434 w 6236"/>
              <a:gd name="T3" fmla="*/ 3298 h 6236"/>
              <a:gd name="T4" fmla="*/ 3118 w 6236"/>
              <a:gd name="T5" fmla="*/ 2291 h 6236"/>
              <a:gd name="T6" fmla="*/ 2801 w 6236"/>
              <a:gd name="T7" fmla="*/ 3298 h 6236"/>
              <a:gd name="T8" fmla="*/ 5322 w 6236"/>
              <a:gd name="T9" fmla="*/ 2206 h 6236"/>
              <a:gd name="T10" fmla="*/ 5322 w 6236"/>
              <a:gd name="T11" fmla="*/ 914 h 6236"/>
              <a:gd name="T12" fmla="*/ 4030 w 6236"/>
              <a:gd name="T13" fmla="*/ 914 h 6236"/>
              <a:gd name="T14" fmla="*/ 3118 w 6236"/>
              <a:gd name="T15" fmla="*/ 0 h 6236"/>
              <a:gd name="T16" fmla="*/ 2206 w 6236"/>
              <a:gd name="T17" fmla="*/ 914 h 6236"/>
              <a:gd name="T18" fmla="*/ 914 w 6236"/>
              <a:gd name="T19" fmla="*/ 914 h 6236"/>
              <a:gd name="T20" fmla="*/ 914 w 6236"/>
              <a:gd name="T21" fmla="*/ 2206 h 6236"/>
              <a:gd name="T22" fmla="*/ 0 w 6236"/>
              <a:gd name="T23" fmla="*/ 3118 h 6236"/>
              <a:gd name="T24" fmla="*/ 914 w 6236"/>
              <a:gd name="T25" fmla="*/ 4030 h 6236"/>
              <a:gd name="T26" fmla="*/ 914 w 6236"/>
              <a:gd name="T27" fmla="*/ 5322 h 6236"/>
              <a:gd name="T28" fmla="*/ 2206 w 6236"/>
              <a:gd name="T29" fmla="*/ 5322 h 6236"/>
              <a:gd name="T30" fmla="*/ 3118 w 6236"/>
              <a:gd name="T31" fmla="*/ 6236 h 6236"/>
              <a:gd name="T32" fmla="*/ 4030 w 6236"/>
              <a:gd name="T33" fmla="*/ 5322 h 6236"/>
              <a:gd name="T34" fmla="*/ 5322 w 6236"/>
              <a:gd name="T35" fmla="*/ 5322 h 6236"/>
              <a:gd name="T36" fmla="*/ 5322 w 6236"/>
              <a:gd name="T37" fmla="*/ 4030 h 6236"/>
              <a:gd name="T38" fmla="*/ 6236 w 6236"/>
              <a:gd name="T39" fmla="*/ 3118 h 6236"/>
              <a:gd name="T40" fmla="*/ 5322 w 6236"/>
              <a:gd name="T41" fmla="*/ 2206 h 6236"/>
              <a:gd name="T42" fmla="*/ 3751 w 6236"/>
              <a:gd name="T43" fmla="*/ 4221 h 6236"/>
              <a:gd name="T44" fmla="*/ 3560 w 6236"/>
              <a:gd name="T45" fmla="*/ 3669 h 6236"/>
              <a:gd name="T46" fmla="*/ 2676 w 6236"/>
              <a:gd name="T47" fmla="*/ 3669 h 6236"/>
              <a:gd name="T48" fmla="*/ 2485 w 6236"/>
              <a:gd name="T49" fmla="*/ 4221 h 6236"/>
              <a:gd name="T50" fmla="*/ 1960 w 6236"/>
              <a:gd name="T51" fmla="*/ 4221 h 6236"/>
              <a:gd name="T52" fmla="*/ 2841 w 6236"/>
              <a:gd name="T53" fmla="*/ 1741 h 6236"/>
              <a:gd name="T54" fmla="*/ 3394 w 6236"/>
              <a:gd name="T55" fmla="*/ 1741 h 6236"/>
              <a:gd name="T56" fmla="*/ 4275 w 6236"/>
              <a:gd name="T57" fmla="*/ 4221 h 6236"/>
              <a:gd name="T58" fmla="*/ 3751 w 6236"/>
              <a:gd name="T59" fmla="*/ 4221 h 6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6236" h="6236">
                <a:moveTo>
                  <a:pt x="2801" y="3298"/>
                </a:moveTo>
                <a:lnTo>
                  <a:pt x="3434" y="3298"/>
                </a:lnTo>
                <a:lnTo>
                  <a:pt x="3118" y="2291"/>
                </a:lnTo>
                <a:lnTo>
                  <a:pt x="2801" y="3298"/>
                </a:lnTo>
                <a:close/>
                <a:moveTo>
                  <a:pt x="5322" y="2206"/>
                </a:moveTo>
                <a:lnTo>
                  <a:pt x="5322" y="914"/>
                </a:lnTo>
                <a:lnTo>
                  <a:pt x="4030" y="914"/>
                </a:lnTo>
                <a:lnTo>
                  <a:pt x="3118" y="0"/>
                </a:lnTo>
                <a:lnTo>
                  <a:pt x="2206" y="914"/>
                </a:lnTo>
                <a:lnTo>
                  <a:pt x="914" y="914"/>
                </a:lnTo>
                <a:lnTo>
                  <a:pt x="914" y="2206"/>
                </a:lnTo>
                <a:lnTo>
                  <a:pt x="0" y="3118"/>
                </a:lnTo>
                <a:lnTo>
                  <a:pt x="914" y="4030"/>
                </a:lnTo>
                <a:lnTo>
                  <a:pt x="914" y="5322"/>
                </a:lnTo>
                <a:lnTo>
                  <a:pt x="2206" y="5322"/>
                </a:lnTo>
                <a:lnTo>
                  <a:pt x="3118" y="6236"/>
                </a:lnTo>
                <a:lnTo>
                  <a:pt x="4030" y="5322"/>
                </a:lnTo>
                <a:lnTo>
                  <a:pt x="5322" y="5322"/>
                </a:lnTo>
                <a:lnTo>
                  <a:pt x="5322" y="4030"/>
                </a:lnTo>
                <a:lnTo>
                  <a:pt x="6236" y="3118"/>
                </a:lnTo>
                <a:lnTo>
                  <a:pt x="5322" y="2206"/>
                </a:lnTo>
                <a:close/>
                <a:moveTo>
                  <a:pt x="3751" y="4221"/>
                </a:moveTo>
                <a:lnTo>
                  <a:pt x="3560" y="3669"/>
                </a:lnTo>
                <a:lnTo>
                  <a:pt x="2676" y="3669"/>
                </a:lnTo>
                <a:lnTo>
                  <a:pt x="2485" y="4221"/>
                </a:lnTo>
                <a:lnTo>
                  <a:pt x="1960" y="4221"/>
                </a:lnTo>
                <a:lnTo>
                  <a:pt x="2841" y="1741"/>
                </a:lnTo>
                <a:lnTo>
                  <a:pt x="3394" y="1741"/>
                </a:lnTo>
                <a:lnTo>
                  <a:pt x="4275" y="4221"/>
                </a:lnTo>
                <a:lnTo>
                  <a:pt x="3751" y="42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06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ightness High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253 w 2640"/>
              <a:gd name="T1" fmla="*/ 934 h 2640"/>
              <a:gd name="T2" fmla="*/ 2253 w 2640"/>
              <a:gd name="T3" fmla="*/ 387 h 2640"/>
              <a:gd name="T4" fmla="*/ 1706 w 2640"/>
              <a:gd name="T5" fmla="*/ 387 h 2640"/>
              <a:gd name="T6" fmla="*/ 1320 w 2640"/>
              <a:gd name="T7" fmla="*/ 0 h 2640"/>
              <a:gd name="T8" fmla="*/ 934 w 2640"/>
              <a:gd name="T9" fmla="*/ 387 h 2640"/>
              <a:gd name="T10" fmla="*/ 387 w 2640"/>
              <a:gd name="T11" fmla="*/ 387 h 2640"/>
              <a:gd name="T12" fmla="*/ 387 w 2640"/>
              <a:gd name="T13" fmla="*/ 934 h 2640"/>
              <a:gd name="T14" fmla="*/ 0 w 2640"/>
              <a:gd name="T15" fmla="*/ 1320 h 2640"/>
              <a:gd name="T16" fmla="*/ 387 w 2640"/>
              <a:gd name="T17" fmla="*/ 1706 h 2640"/>
              <a:gd name="T18" fmla="*/ 387 w 2640"/>
              <a:gd name="T19" fmla="*/ 2253 h 2640"/>
              <a:gd name="T20" fmla="*/ 934 w 2640"/>
              <a:gd name="T21" fmla="*/ 2253 h 2640"/>
              <a:gd name="T22" fmla="*/ 1320 w 2640"/>
              <a:gd name="T23" fmla="*/ 2640 h 2640"/>
              <a:gd name="T24" fmla="*/ 1706 w 2640"/>
              <a:gd name="T25" fmla="*/ 2253 h 2640"/>
              <a:gd name="T26" fmla="*/ 2253 w 2640"/>
              <a:gd name="T27" fmla="*/ 2253 h 2640"/>
              <a:gd name="T28" fmla="*/ 2253 w 2640"/>
              <a:gd name="T29" fmla="*/ 1706 h 2640"/>
              <a:gd name="T30" fmla="*/ 2640 w 2640"/>
              <a:gd name="T31" fmla="*/ 1320 h 2640"/>
              <a:gd name="T32" fmla="*/ 2253 w 2640"/>
              <a:gd name="T33" fmla="*/ 934 h 2640"/>
              <a:gd name="T34" fmla="*/ 1320 w 2640"/>
              <a:gd name="T35" fmla="*/ 2020 h 2640"/>
              <a:gd name="T36" fmla="*/ 620 w 2640"/>
              <a:gd name="T37" fmla="*/ 1320 h 2640"/>
              <a:gd name="T38" fmla="*/ 1320 w 2640"/>
              <a:gd name="T39" fmla="*/ 620 h 2640"/>
              <a:gd name="T40" fmla="*/ 2020 w 2640"/>
              <a:gd name="T41" fmla="*/ 1320 h 2640"/>
              <a:gd name="T42" fmla="*/ 1320 w 2640"/>
              <a:gd name="T43" fmla="*/ 2020 h 2640"/>
              <a:gd name="T44" fmla="*/ 1320 w 2640"/>
              <a:gd name="T45" fmla="*/ 853 h 2640"/>
              <a:gd name="T46" fmla="*/ 853 w 2640"/>
              <a:gd name="T47" fmla="*/ 1320 h 2640"/>
              <a:gd name="T48" fmla="*/ 1320 w 2640"/>
              <a:gd name="T49" fmla="*/ 1787 h 2640"/>
              <a:gd name="T50" fmla="*/ 1787 w 2640"/>
              <a:gd name="T51" fmla="*/ 1320 h 2640"/>
              <a:gd name="T52" fmla="*/ 1320 w 2640"/>
              <a:gd name="T53" fmla="*/ 853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640" h="2640">
                <a:moveTo>
                  <a:pt x="2253" y="934"/>
                </a:moveTo>
                <a:cubicBezTo>
                  <a:pt x="2253" y="387"/>
                  <a:pt x="2253" y="387"/>
                  <a:pt x="2253" y="387"/>
                </a:cubicBezTo>
                <a:cubicBezTo>
                  <a:pt x="1706" y="387"/>
                  <a:pt x="1706" y="387"/>
                  <a:pt x="1706" y="387"/>
                </a:cubicBezTo>
                <a:cubicBezTo>
                  <a:pt x="1320" y="0"/>
                  <a:pt x="1320" y="0"/>
                  <a:pt x="1320" y="0"/>
                </a:cubicBezTo>
                <a:cubicBezTo>
                  <a:pt x="934" y="387"/>
                  <a:pt x="934" y="387"/>
                  <a:pt x="934" y="387"/>
                </a:cubicBezTo>
                <a:cubicBezTo>
                  <a:pt x="387" y="387"/>
                  <a:pt x="387" y="387"/>
                  <a:pt x="387" y="387"/>
                </a:cubicBezTo>
                <a:cubicBezTo>
                  <a:pt x="387" y="934"/>
                  <a:pt x="387" y="934"/>
                  <a:pt x="387" y="934"/>
                </a:cubicBezTo>
                <a:cubicBezTo>
                  <a:pt x="0" y="1320"/>
                  <a:pt x="0" y="1320"/>
                  <a:pt x="0" y="1320"/>
                </a:cubicBezTo>
                <a:cubicBezTo>
                  <a:pt x="387" y="1706"/>
                  <a:pt x="387" y="1706"/>
                  <a:pt x="387" y="1706"/>
                </a:cubicBezTo>
                <a:cubicBezTo>
                  <a:pt x="387" y="2253"/>
                  <a:pt x="387" y="2253"/>
                  <a:pt x="387" y="2253"/>
                </a:cubicBezTo>
                <a:cubicBezTo>
                  <a:pt x="934" y="2253"/>
                  <a:pt x="934" y="2253"/>
                  <a:pt x="934" y="2253"/>
                </a:cubicBezTo>
                <a:cubicBezTo>
                  <a:pt x="1320" y="2640"/>
                  <a:pt x="1320" y="2640"/>
                  <a:pt x="1320" y="2640"/>
                </a:cubicBezTo>
                <a:cubicBezTo>
                  <a:pt x="1706" y="2253"/>
                  <a:pt x="1706" y="2253"/>
                  <a:pt x="1706" y="2253"/>
                </a:cubicBezTo>
                <a:cubicBezTo>
                  <a:pt x="2253" y="2253"/>
                  <a:pt x="2253" y="2253"/>
                  <a:pt x="2253" y="2253"/>
                </a:cubicBezTo>
                <a:cubicBezTo>
                  <a:pt x="2253" y="1706"/>
                  <a:pt x="2253" y="1706"/>
                  <a:pt x="2253" y="1706"/>
                </a:cubicBezTo>
                <a:cubicBezTo>
                  <a:pt x="2640" y="1320"/>
                  <a:pt x="2640" y="1320"/>
                  <a:pt x="2640" y="1320"/>
                </a:cubicBezTo>
                <a:lnTo>
                  <a:pt x="2253" y="934"/>
                </a:lnTo>
                <a:close/>
                <a:moveTo>
                  <a:pt x="1320" y="2020"/>
                </a:moveTo>
                <a:cubicBezTo>
                  <a:pt x="934" y="2020"/>
                  <a:pt x="620" y="1706"/>
                  <a:pt x="620" y="1320"/>
                </a:cubicBezTo>
                <a:cubicBezTo>
                  <a:pt x="620" y="934"/>
                  <a:pt x="934" y="620"/>
                  <a:pt x="1320" y="620"/>
                </a:cubicBezTo>
                <a:cubicBezTo>
                  <a:pt x="1706" y="620"/>
                  <a:pt x="2020" y="934"/>
                  <a:pt x="2020" y="1320"/>
                </a:cubicBezTo>
                <a:cubicBezTo>
                  <a:pt x="2020" y="1706"/>
                  <a:pt x="1706" y="2020"/>
                  <a:pt x="1320" y="2020"/>
                </a:cubicBezTo>
                <a:close/>
                <a:moveTo>
                  <a:pt x="1320" y="853"/>
                </a:moveTo>
                <a:cubicBezTo>
                  <a:pt x="1062" y="853"/>
                  <a:pt x="853" y="1062"/>
                  <a:pt x="853" y="1320"/>
                </a:cubicBezTo>
                <a:cubicBezTo>
                  <a:pt x="853" y="1578"/>
                  <a:pt x="1062" y="1787"/>
                  <a:pt x="1320" y="1787"/>
                </a:cubicBezTo>
                <a:cubicBezTo>
                  <a:pt x="1578" y="1787"/>
                  <a:pt x="1787" y="1578"/>
                  <a:pt x="1787" y="1320"/>
                </a:cubicBezTo>
                <a:cubicBezTo>
                  <a:pt x="1787" y="1062"/>
                  <a:pt x="1578" y="853"/>
                  <a:pt x="1320" y="8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325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ightness Low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253 w 2640"/>
              <a:gd name="T1" fmla="*/ 1706 h 2640"/>
              <a:gd name="T2" fmla="*/ 2640 w 2640"/>
              <a:gd name="T3" fmla="*/ 1320 h 2640"/>
              <a:gd name="T4" fmla="*/ 2253 w 2640"/>
              <a:gd name="T5" fmla="*/ 934 h 2640"/>
              <a:gd name="T6" fmla="*/ 2253 w 2640"/>
              <a:gd name="T7" fmla="*/ 387 h 2640"/>
              <a:gd name="T8" fmla="*/ 1706 w 2640"/>
              <a:gd name="T9" fmla="*/ 387 h 2640"/>
              <a:gd name="T10" fmla="*/ 1320 w 2640"/>
              <a:gd name="T11" fmla="*/ 0 h 2640"/>
              <a:gd name="T12" fmla="*/ 934 w 2640"/>
              <a:gd name="T13" fmla="*/ 387 h 2640"/>
              <a:gd name="T14" fmla="*/ 387 w 2640"/>
              <a:gd name="T15" fmla="*/ 387 h 2640"/>
              <a:gd name="T16" fmla="*/ 387 w 2640"/>
              <a:gd name="T17" fmla="*/ 934 h 2640"/>
              <a:gd name="T18" fmla="*/ 0 w 2640"/>
              <a:gd name="T19" fmla="*/ 1320 h 2640"/>
              <a:gd name="T20" fmla="*/ 387 w 2640"/>
              <a:gd name="T21" fmla="*/ 1706 h 2640"/>
              <a:gd name="T22" fmla="*/ 387 w 2640"/>
              <a:gd name="T23" fmla="*/ 2253 h 2640"/>
              <a:gd name="T24" fmla="*/ 934 w 2640"/>
              <a:gd name="T25" fmla="*/ 2253 h 2640"/>
              <a:gd name="T26" fmla="*/ 1320 w 2640"/>
              <a:gd name="T27" fmla="*/ 2640 h 2640"/>
              <a:gd name="T28" fmla="*/ 1706 w 2640"/>
              <a:gd name="T29" fmla="*/ 2253 h 2640"/>
              <a:gd name="T30" fmla="*/ 2253 w 2640"/>
              <a:gd name="T31" fmla="*/ 2253 h 2640"/>
              <a:gd name="T32" fmla="*/ 2253 w 2640"/>
              <a:gd name="T33" fmla="*/ 1706 h 2640"/>
              <a:gd name="T34" fmla="*/ 1320 w 2640"/>
              <a:gd name="T35" fmla="*/ 2020 h 2640"/>
              <a:gd name="T36" fmla="*/ 620 w 2640"/>
              <a:gd name="T37" fmla="*/ 1320 h 2640"/>
              <a:gd name="T38" fmla="*/ 1320 w 2640"/>
              <a:gd name="T39" fmla="*/ 620 h 2640"/>
              <a:gd name="T40" fmla="*/ 2020 w 2640"/>
              <a:gd name="T41" fmla="*/ 1320 h 2640"/>
              <a:gd name="T42" fmla="*/ 1320 w 2640"/>
              <a:gd name="T43" fmla="*/ 2020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640" h="2640">
                <a:moveTo>
                  <a:pt x="2253" y="1706"/>
                </a:moveTo>
                <a:cubicBezTo>
                  <a:pt x="2640" y="1320"/>
                  <a:pt x="2640" y="1320"/>
                  <a:pt x="2640" y="1320"/>
                </a:cubicBezTo>
                <a:cubicBezTo>
                  <a:pt x="2253" y="934"/>
                  <a:pt x="2253" y="934"/>
                  <a:pt x="2253" y="934"/>
                </a:cubicBezTo>
                <a:cubicBezTo>
                  <a:pt x="2253" y="387"/>
                  <a:pt x="2253" y="387"/>
                  <a:pt x="2253" y="387"/>
                </a:cubicBezTo>
                <a:cubicBezTo>
                  <a:pt x="1706" y="387"/>
                  <a:pt x="1706" y="387"/>
                  <a:pt x="1706" y="387"/>
                </a:cubicBezTo>
                <a:cubicBezTo>
                  <a:pt x="1320" y="0"/>
                  <a:pt x="1320" y="0"/>
                  <a:pt x="1320" y="0"/>
                </a:cubicBezTo>
                <a:cubicBezTo>
                  <a:pt x="934" y="387"/>
                  <a:pt x="934" y="387"/>
                  <a:pt x="934" y="387"/>
                </a:cubicBezTo>
                <a:cubicBezTo>
                  <a:pt x="387" y="387"/>
                  <a:pt x="387" y="387"/>
                  <a:pt x="387" y="387"/>
                </a:cubicBezTo>
                <a:cubicBezTo>
                  <a:pt x="387" y="934"/>
                  <a:pt x="387" y="934"/>
                  <a:pt x="387" y="934"/>
                </a:cubicBezTo>
                <a:cubicBezTo>
                  <a:pt x="0" y="1320"/>
                  <a:pt x="0" y="1320"/>
                  <a:pt x="0" y="1320"/>
                </a:cubicBezTo>
                <a:cubicBezTo>
                  <a:pt x="387" y="1706"/>
                  <a:pt x="387" y="1706"/>
                  <a:pt x="387" y="1706"/>
                </a:cubicBezTo>
                <a:cubicBezTo>
                  <a:pt x="387" y="2253"/>
                  <a:pt x="387" y="2253"/>
                  <a:pt x="387" y="2253"/>
                </a:cubicBezTo>
                <a:cubicBezTo>
                  <a:pt x="934" y="2253"/>
                  <a:pt x="934" y="2253"/>
                  <a:pt x="934" y="2253"/>
                </a:cubicBezTo>
                <a:cubicBezTo>
                  <a:pt x="1320" y="2640"/>
                  <a:pt x="1320" y="2640"/>
                  <a:pt x="1320" y="2640"/>
                </a:cubicBezTo>
                <a:cubicBezTo>
                  <a:pt x="1706" y="2253"/>
                  <a:pt x="1706" y="2253"/>
                  <a:pt x="1706" y="2253"/>
                </a:cubicBezTo>
                <a:cubicBezTo>
                  <a:pt x="2253" y="2253"/>
                  <a:pt x="2253" y="2253"/>
                  <a:pt x="2253" y="2253"/>
                </a:cubicBezTo>
                <a:lnTo>
                  <a:pt x="2253" y="1706"/>
                </a:lnTo>
                <a:close/>
                <a:moveTo>
                  <a:pt x="1320" y="2020"/>
                </a:moveTo>
                <a:cubicBezTo>
                  <a:pt x="934" y="2020"/>
                  <a:pt x="620" y="1706"/>
                  <a:pt x="620" y="1320"/>
                </a:cubicBezTo>
                <a:cubicBezTo>
                  <a:pt x="620" y="934"/>
                  <a:pt x="934" y="620"/>
                  <a:pt x="1320" y="620"/>
                </a:cubicBezTo>
                <a:cubicBezTo>
                  <a:pt x="1706" y="620"/>
                  <a:pt x="2020" y="934"/>
                  <a:pt x="2020" y="1320"/>
                </a:cubicBezTo>
                <a:cubicBezTo>
                  <a:pt x="2020" y="1706"/>
                  <a:pt x="1706" y="2020"/>
                  <a:pt x="1320" y="20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79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ightness Mediu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253 w 2640"/>
              <a:gd name="T1" fmla="*/ 1706 h 2640"/>
              <a:gd name="T2" fmla="*/ 2640 w 2640"/>
              <a:gd name="T3" fmla="*/ 1320 h 2640"/>
              <a:gd name="T4" fmla="*/ 2253 w 2640"/>
              <a:gd name="T5" fmla="*/ 934 h 2640"/>
              <a:gd name="T6" fmla="*/ 2253 w 2640"/>
              <a:gd name="T7" fmla="*/ 387 h 2640"/>
              <a:gd name="T8" fmla="*/ 1706 w 2640"/>
              <a:gd name="T9" fmla="*/ 387 h 2640"/>
              <a:gd name="T10" fmla="*/ 1320 w 2640"/>
              <a:gd name="T11" fmla="*/ 0 h 2640"/>
              <a:gd name="T12" fmla="*/ 934 w 2640"/>
              <a:gd name="T13" fmla="*/ 387 h 2640"/>
              <a:gd name="T14" fmla="*/ 387 w 2640"/>
              <a:gd name="T15" fmla="*/ 387 h 2640"/>
              <a:gd name="T16" fmla="*/ 387 w 2640"/>
              <a:gd name="T17" fmla="*/ 934 h 2640"/>
              <a:gd name="T18" fmla="*/ 0 w 2640"/>
              <a:gd name="T19" fmla="*/ 1320 h 2640"/>
              <a:gd name="T20" fmla="*/ 387 w 2640"/>
              <a:gd name="T21" fmla="*/ 1706 h 2640"/>
              <a:gd name="T22" fmla="*/ 387 w 2640"/>
              <a:gd name="T23" fmla="*/ 2253 h 2640"/>
              <a:gd name="T24" fmla="*/ 934 w 2640"/>
              <a:gd name="T25" fmla="*/ 2253 h 2640"/>
              <a:gd name="T26" fmla="*/ 1320 w 2640"/>
              <a:gd name="T27" fmla="*/ 2640 h 2640"/>
              <a:gd name="T28" fmla="*/ 1706 w 2640"/>
              <a:gd name="T29" fmla="*/ 2253 h 2640"/>
              <a:gd name="T30" fmla="*/ 2253 w 2640"/>
              <a:gd name="T31" fmla="*/ 2253 h 2640"/>
              <a:gd name="T32" fmla="*/ 2253 w 2640"/>
              <a:gd name="T33" fmla="*/ 1706 h 2640"/>
              <a:gd name="T34" fmla="*/ 1320 w 2640"/>
              <a:gd name="T35" fmla="*/ 2020 h 2640"/>
              <a:gd name="T36" fmla="*/ 1320 w 2640"/>
              <a:gd name="T37" fmla="*/ 620 h 2640"/>
              <a:gd name="T38" fmla="*/ 2020 w 2640"/>
              <a:gd name="T39" fmla="*/ 1320 h 2640"/>
              <a:gd name="T40" fmla="*/ 1320 w 2640"/>
              <a:gd name="T41" fmla="*/ 2020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640" h="2640">
                <a:moveTo>
                  <a:pt x="2253" y="1706"/>
                </a:moveTo>
                <a:cubicBezTo>
                  <a:pt x="2640" y="1320"/>
                  <a:pt x="2640" y="1320"/>
                  <a:pt x="2640" y="1320"/>
                </a:cubicBezTo>
                <a:cubicBezTo>
                  <a:pt x="2253" y="934"/>
                  <a:pt x="2253" y="934"/>
                  <a:pt x="2253" y="934"/>
                </a:cubicBezTo>
                <a:cubicBezTo>
                  <a:pt x="2253" y="387"/>
                  <a:pt x="2253" y="387"/>
                  <a:pt x="2253" y="387"/>
                </a:cubicBezTo>
                <a:cubicBezTo>
                  <a:pt x="1706" y="387"/>
                  <a:pt x="1706" y="387"/>
                  <a:pt x="1706" y="387"/>
                </a:cubicBezTo>
                <a:cubicBezTo>
                  <a:pt x="1320" y="0"/>
                  <a:pt x="1320" y="0"/>
                  <a:pt x="1320" y="0"/>
                </a:cubicBezTo>
                <a:cubicBezTo>
                  <a:pt x="934" y="387"/>
                  <a:pt x="934" y="387"/>
                  <a:pt x="934" y="387"/>
                </a:cubicBezTo>
                <a:cubicBezTo>
                  <a:pt x="387" y="387"/>
                  <a:pt x="387" y="387"/>
                  <a:pt x="387" y="387"/>
                </a:cubicBezTo>
                <a:cubicBezTo>
                  <a:pt x="387" y="934"/>
                  <a:pt x="387" y="934"/>
                  <a:pt x="387" y="934"/>
                </a:cubicBezTo>
                <a:cubicBezTo>
                  <a:pt x="0" y="1320"/>
                  <a:pt x="0" y="1320"/>
                  <a:pt x="0" y="1320"/>
                </a:cubicBezTo>
                <a:cubicBezTo>
                  <a:pt x="387" y="1706"/>
                  <a:pt x="387" y="1706"/>
                  <a:pt x="387" y="1706"/>
                </a:cubicBezTo>
                <a:cubicBezTo>
                  <a:pt x="387" y="2253"/>
                  <a:pt x="387" y="2253"/>
                  <a:pt x="387" y="2253"/>
                </a:cubicBezTo>
                <a:cubicBezTo>
                  <a:pt x="934" y="2253"/>
                  <a:pt x="934" y="2253"/>
                  <a:pt x="934" y="2253"/>
                </a:cubicBezTo>
                <a:cubicBezTo>
                  <a:pt x="1320" y="2640"/>
                  <a:pt x="1320" y="2640"/>
                  <a:pt x="1320" y="2640"/>
                </a:cubicBezTo>
                <a:cubicBezTo>
                  <a:pt x="1706" y="2253"/>
                  <a:pt x="1706" y="2253"/>
                  <a:pt x="1706" y="2253"/>
                </a:cubicBezTo>
                <a:cubicBezTo>
                  <a:pt x="2253" y="2253"/>
                  <a:pt x="2253" y="2253"/>
                  <a:pt x="2253" y="2253"/>
                </a:cubicBezTo>
                <a:lnTo>
                  <a:pt x="2253" y="1706"/>
                </a:lnTo>
                <a:close/>
                <a:moveTo>
                  <a:pt x="1320" y="2020"/>
                </a:moveTo>
                <a:cubicBezTo>
                  <a:pt x="1320" y="620"/>
                  <a:pt x="1320" y="620"/>
                  <a:pt x="1320" y="620"/>
                </a:cubicBezTo>
                <a:cubicBezTo>
                  <a:pt x="1706" y="620"/>
                  <a:pt x="2020" y="934"/>
                  <a:pt x="2020" y="1320"/>
                </a:cubicBezTo>
                <a:cubicBezTo>
                  <a:pt x="2020" y="1706"/>
                  <a:pt x="1706" y="2020"/>
                  <a:pt x="1320" y="20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5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a Usag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1913"/>
          </a:xfrm>
          <a:custGeom>
            <a:avLst/>
            <a:gdLst>
              <a:gd name="T0" fmla="*/ 1284 w 2334"/>
              <a:gd name="T1" fmla="*/ 0 h 2328"/>
              <a:gd name="T2" fmla="*/ 1284 w 2334"/>
              <a:gd name="T3" fmla="*/ 354 h 2328"/>
              <a:gd name="T4" fmla="*/ 1984 w 2334"/>
              <a:gd name="T5" fmla="*/ 1161 h 2328"/>
              <a:gd name="T6" fmla="*/ 1928 w 2334"/>
              <a:gd name="T7" fmla="*/ 1457 h 2328"/>
              <a:gd name="T8" fmla="*/ 2231 w 2334"/>
              <a:gd name="T9" fmla="*/ 1636 h 2328"/>
              <a:gd name="T10" fmla="*/ 2334 w 2334"/>
              <a:gd name="T11" fmla="*/ 1161 h 2328"/>
              <a:gd name="T12" fmla="*/ 1284 w 2334"/>
              <a:gd name="T13" fmla="*/ 0 h 2328"/>
              <a:gd name="T14" fmla="*/ 1167 w 2334"/>
              <a:gd name="T15" fmla="*/ 1978 h 2328"/>
              <a:gd name="T16" fmla="*/ 350 w 2334"/>
              <a:gd name="T17" fmla="*/ 1161 h 2328"/>
              <a:gd name="T18" fmla="*/ 1050 w 2334"/>
              <a:gd name="T19" fmla="*/ 354 h 2328"/>
              <a:gd name="T20" fmla="*/ 1050 w 2334"/>
              <a:gd name="T21" fmla="*/ 0 h 2328"/>
              <a:gd name="T22" fmla="*/ 0 w 2334"/>
              <a:gd name="T23" fmla="*/ 1161 h 2328"/>
              <a:gd name="T24" fmla="*/ 1166 w 2334"/>
              <a:gd name="T25" fmla="*/ 2328 h 2328"/>
              <a:gd name="T26" fmla="*/ 2106 w 2334"/>
              <a:gd name="T27" fmla="*/ 1851 h 2328"/>
              <a:gd name="T28" fmla="*/ 1803 w 2334"/>
              <a:gd name="T29" fmla="*/ 1672 h 2328"/>
              <a:gd name="T30" fmla="*/ 1167 w 2334"/>
              <a:gd name="T31" fmla="*/ 1978 h 23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334" h="2328">
                <a:moveTo>
                  <a:pt x="1284" y="0"/>
                </a:moveTo>
                <a:cubicBezTo>
                  <a:pt x="1284" y="354"/>
                  <a:pt x="1284" y="354"/>
                  <a:pt x="1284" y="354"/>
                </a:cubicBezTo>
                <a:cubicBezTo>
                  <a:pt x="1679" y="411"/>
                  <a:pt x="1984" y="749"/>
                  <a:pt x="1984" y="1161"/>
                </a:cubicBezTo>
                <a:cubicBezTo>
                  <a:pt x="1984" y="1266"/>
                  <a:pt x="1963" y="1365"/>
                  <a:pt x="1928" y="1457"/>
                </a:cubicBezTo>
                <a:cubicBezTo>
                  <a:pt x="2231" y="1636"/>
                  <a:pt x="2231" y="1636"/>
                  <a:pt x="2231" y="1636"/>
                </a:cubicBezTo>
                <a:cubicBezTo>
                  <a:pt x="2296" y="1491"/>
                  <a:pt x="2334" y="1330"/>
                  <a:pt x="2334" y="1161"/>
                </a:cubicBezTo>
                <a:cubicBezTo>
                  <a:pt x="2334" y="557"/>
                  <a:pt x="1873" y="58"/>
                  <a:pt x="1284" y="0"/>
                </a:cubicBezTo>
                <a:close/>
                <a:moveTo>
                  <a:pt x="1167" y="1978"/>
                </a:moveTo>
                <a:cubicBezTo>
                  <a:pt x="715" y="1978"/>
                  <a:pt x="350" y="1613"/>
                  <a:pt x="350" y="1161"/>
                </a:cubicBezTo>
                <a:cubicBezTo>
                  <a:pt x="350" y="749"/>
                  <a:pt x="655" y="411"/>
                  <a:pt x="1050" y="354"/>
                </a:cubicBezTo>
                <a:cubicBezTo>
                  <a:pt x="1050" y="0"/>
                  <a:pt x="1050" y="0"/>
                  <a:pt x="1050" y="0"/>
                </a:cubicBezTo>
                <a:cubicBezTo>
                  <a:pt x="460" y="58"/>
                  <a:pt x="0" y="556"/>
                  <a:pt x="0" y="1161"/>
                </a:cubicBezTo>
                <a:cubicBezTo>
                  <a:pt x="0" y="1805"/>
                  <a:pt x="522" y="2328"/>
                  <a:pt x="1166" y="2328"/>
                </a:cubicBezTo>
                <a:cubicBezTo>
                  <a:pt x="1552" y="2328"/>
                  <a:pt x="1894" y="2140"/>
                  <a:pt x="2106" y="1851"/>
                </a:cubicBezTo>
                <a:cubicBezTo>
                  <a:pt x="1803" y="1672"/>
                  <a:pt x="1803" y="1672"/>
                  <a:pt x="1803" y="1672"/>
                </a:cubicBezTo>
                <a:cubicBezTo>
                  <a:pt x="1653" y="1859"/>
                  <a:pt x="1425" y="1978"/>
                  <a:pt x="1167" y="197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63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veloper Mod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65018" cy="914400"/>
          </a:xfrm>
          <a:custGeom>
            <a:avLst/>
            <a:gdLst>
              <a:gd name="T0" fmla="*/ 350 w 1866"/>
              <a:gd name="T1" fmla="*/ 466 h 2566"/>
              <a:gd name="T2" fmla="*/ 1516 w 1866"/>
              <a:gd name="T3" fmla="*/ 466 h 2566"/>
              <a:gd name="T4" fmla="*/ 1516 w 1866"/>
              <a:gd name="T5" fmla="*/ 700 h 2566"/>
              <a:gd name="T6" fmla="*/ 1750 w 1866"/>
              <a:gd name="T7" fmla="*/ 700 h 2566"/>
              <a:gd name="T8" fmla="*/ 1750 w 1866"/>
              <a:gd name="T9" fmla="*/ 233 h 2566"/>
              <a:gd name="T10" fmla="*/ 1516 w 1866"/>
              <a:gd name="T11" fmla="*/ 1 h 2566"/>
              <a:gd name="T12" fmla="*/ 350 w 1866"/>
              <a:gd name="T13" fmla="*/ 0 h 2566"/>
              <a:gd name="T14" fmla="*/ 116 w 1866"/>
              <a:gd name="T15" fmla="*/ 233 h 2566"/>
              <a:gd name="T16" fmla="*/ 116 w 1866"/>
              <a:gd name="T17" fmla="*/ 700 h 2566"/>
              <a:gd name="T18" fmla="*/ 350 w 1866"/>
              <a:gd name="T19" fmla="*/ 700 h 2566"/>
              <a:gd name="T20" fmla="*/ 350 w 1866"/>
              <a:gd name="T21" fmla="*/ 466 h 2566"/>
              <a:gd name="T22" fmla="*/ 1331 w 1866"/>
              <a:gd name="T23" fmla="*/ 1818 h 2566"/>
              <a:gd name="T24" fmla="*/ 1866 w 1866"/>
              <a:gd name="T25" fmla="*/ 1283 h 2566"/>
              <a:gd name="T26" fmla="*/ 1331 w 1866"/>
              <a:gd name="T27" fmla="*/ 748 h 2566"/>
              <a:gd name="T28" fmla="*/ 1166 w 1866"/>
              <a:gd name="T29" fmla="*/ 913 h 2566"/>
              <a:gd name="T30" fmla="*/ 1536 w 1866"/>
              <a:gd name="T31" fmla="*/ 1283 h 2566"/>
              <a:gd name="T32" fmla="*/ 1166 w 1866"/>
              <a:gd name="T33" fmla="*/ 1653 h 2566"/>
              <a:gd name="T34" fmla="*/ 1331 w 1866"/>
              <a:gd name="T35" fmla="*/ 1818 h 2566"/>
              <a:gd name="T36" fmla="*/ 700 w 1866"/>
              <a:gd name="T37" fmla="*/ 1653 h 2566"/>
              <a:gd name="T38" fmla="*/ 330 w 1866"/>
              <a:gd name="T39" fmla="*/ 1283 h 2566"/>
              <a:gd name="T40" fmla="*/ 700 w 1866"/>
              <a:gd name="T41" fmla="*/ 913 h 2566"/>
              <a:gd name="T42" fmla="*/ 535 w 1866"/>
              <a:gd name="T43" fmla="*/ 748 h 2566"/>
              <a:gd name="T44" fmla="*/ 0 w 1866"/>
              <a:gd name="T45" fmla="*/ 1283 h 2566"/>
              <a:gd name="T46" fmla="*/ 535 w 1866"/>
              <a:gd name="T47" fmla="*/ 1818 h 2566"/>
              <a:gd name="T48" fmla="*/ 700 w 1866"/>
              <a:gd name="T49" fmla="*/ 1653 h 2566"/>
              <a:gd name="T50" fmla="*/ 1516 w 1866"/>
              <a:gd name="T51" fmla="*/ 2100 h 2566"/>
              <a:gd name="T52" fmla="*/ 350 w 1866"/>
              <a:gd name="T53" fmla="*/ 2100 h 2566"/>
              <a:gd name="T54" fmla="*/ 350 w 1866"/>
              <a:gd name="T55" fmla="*/ 1866 h 2566"/>
              <a:gd name="T56" fmla="*/ 116 w 1866"/>
              <a:gd name="T57" fmla="*/ 1866 h 2566"/>
              <a:gd name="T58" fmla="*/ 116 w 1866"/>
              <a:gd name="T59" fmla="*/ 2333 h 2566"/>
              <a:gd name="T60" fmla="*/ 350 w 1866"/>
              <a:gd name="T61" fmla="*/ 2566 h 2566"/>
              <a:gd name="T62" fmla="*/ 1516 w 1866"/>
              <a:gd name="T63" fmla="*/ 2566 h 2566"/>
              <a:gd name="T64" fmla="*/ 1750 w 1866"/>
              <a:gd name="T65" fmla="*/ 2333 h 2566"/>
              <a:gd name="T66" fmla="*/ 1750 w 1866"/>
              <a:gd name="T67" fmla="*/ 1866 h 2566"/>
              <a:gd name="T68" fmla="*/ 1516 w 1866"/>
              <a:gd name="T69" fmla="*/ 1866 h 2566"/>
              <a:gd name="T70" fmla="*/ 1516 w 1866"/>
              <a:gd name="T71" fmla="*/ 210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1866" h="2566">
                <a:moveTo>
                  <a:pt x="350" y="466"/>
                </a:moveTo>
                <a:cubicBezTo>
                  <a:pt x="1516" y="466"/>
                  <a:pt x="1516" y="466"/>
                  <a:pt x="1516" y="466"/>
                </a:cubicBezTo>
                <a:cubicBezTo>
                  <a:pt x="1516" y="700"/>
                  <a:pt x="1516" y="700"/>
                  <a:pt x="1516" y="700"/>
                </a:cubicBezTo>
                <a:cubicBezTo>
                  <a:pt x="1750" y="700"/>
                  <a:pt x="1750" y="700"/>
                  <a:pt x="1750" y="700"/>
                </a:cubicBezTo>
                <a:cubicBezTo>
                  <a:pt x="1750" y="233"/>
                  <a:pt x="1750" y="233"/>
                  <a:pt x="1750" y="233"/>
                </a:cubicBezTo>
                <a:cubicBezTo>
                  <a:pt x="1750" y="105"/>
                  <a:pt x="1645" y="1"/>
                  <a:pt x="1516" y="1"/>
                </a:cubicBezTo>
                <a:cubicBezTo>
                  <a:pt x="350" y="0"/>
                  <a:pt x="350" y="0"/>
                  <a:pt x="350" y="0"/>
                </a:cubicBezTo>
                <a:cubicBezTo>
                  <a:pt x="221" y="0"/>
                  <a:pt x="116" y="105"/>
                  <a:pt x="116" y="233"/>
                </a:cubicBezTo>
                <a:cubicBezTo>
                  <a:pt x="116" y="700"/>
                  <a:pt x="116" y="700"/>
                  <a:pt x="116" y="700"/>
                </a:cubicBezTo>
                <a:cubicBezTo>
                  <a:pt x="350" y="700"/>
                  <a:pt x="350" y="700"/>
                  <a:pt x="350" y="700"/>
                </a:cubicBezTo>
                <a:lnTo>
                  <a:pt x="350" y="466"/>
                </a:lnTo>
                <a:close/>
                <a:moveTo>
                  <a:pt x="1331" y="1818"/>
                </a:moveTo>
                <a:cubicBezTo>
                  <a:pt x="1866" y="1283"/>
                  <a:pt x="1866" y="1283"/>
                  <a:pt x="1866" y="1283"/>
                </a:cubicBezTo>
                <a:cubicBezTo>
                  <a:pt x="1331" y="748"/>
                  <a:pt x="1331" y="748"/>
                  <a:pt x="1331" y="748"/>
                </a:cubicBezTo>
                <a:cubicBezTo>
                  <a:pt x="1166" y="913"/>
                  <a:pt x="1166" y="913"/>
                  <a:pt x="1166" y="913"/>
                </a:cubicBezTo>
                <a:cubicBezTo>
                  <a:pt x="1536" y="1283"/>
                  <a:pt x="1536" y="1283"/>
                  <a:pt x="1536" y="1283"/>
                </a:cubicBezTo>
                <a:cubicBezTo>
                  <a:pt x="1166" y="1653"/>
                  <a:pt x="1166" y="1653"/>
                  <a:pt x="1166" y="1653"/>
                </a:cubicBezTo>
                <a:lnTo>
                  <a:pt x="1331" y="1818"/>
                </a:lnTo>
                <a:close/>
                <a:moveTo>
                  <a:pt x="700" y="1653"/>
                </a:moveTo>
                <a:cubicBezTo>
                  <a:pt x="330" y="1283"/>
                  <a:pt x="330" y="1283"/>
                  <a:pt x="330" y="1283"/>
                </a:cubicBezTo>
                <a:cubicBezTo>
                  <a:pt x="700" y="913"/>
                  <a:pt x="700" y="913"/>
                  <a:pt x="700" y="913"/>
                </a:cubicBezTo>
                <a:cubicBezTo>
                  <a:pt x="535" y="748"/>
                  <a:pt x="535" y="748"/>
                  <a:pt x="535" y="748"/>
                </a:cubicBezTo>
                <a:cubicBezTo>
                  <a:pt x="0" y="1283"/>
                  <a:pt x="0" y="1283"/>
                  <a:pt x="0" y="1283"/>
                </a:cubicBezTo>
                <a:cubicBezTo>
                  <a:pt x="535" y="1818"/>
                  <a:pt x="535" y="1818"/>
                  <a:pt x="535" y="1818"/>
                </a:cubicBezTo>
                <a:lnTo>
                  <a:pt x="700" y="1653"/>
                </a:lnTo>
                <a:close/>
                <a:moveTo>
                  <a:pt x="1516" y="2100"/>
                </a:moveTo>
                <a:cubicBezTo>
                  <a:pt x="350" y="2100"/>
                  <a:pt x="350" y="2100"/>
                  <a:pt x="350" y="2100"/>
                </a:cubicBezTo>
                <a:cubicBezTo>
                  <a:pt x="350" y="1866"/>
                  <a:pt x="350" y="1866"/>
                  <a:pt x="350" y="1866"/>
                </a:cubicBezTo>
                <a:cubicBezTo>
                  <a:pt x="116" y="1866"/>
                  <a:pt x="116" y="1866"/>
                  <a:pt x="116" y="1866"/>
                </a:cubicBezTo>
                <a:cubicBezTo>
                  <a:pt x="116" y="2333"/>
                  <a:pt x="116" y="2333"/>
                  <a:pt x="116" y="2333"/>
                </a:cubicBezTo>
                <a:cubicBezTo>
                  <a:pt x="116" y="2461"/>
                  <a:pt x="221" y="2566"/>
                  <a:pt x="350" y="2566"/>
                </a:cubicBezTo>
                <a:cubicBezTo>
                  <a:pt x="1516" y="2566"/>
                  <a:pt x="1516" y="2566"/>
                  <a:pt x="1516" y="2566"/>
                </a:cubicBezTo>
                <a:cubicBezTo>
                  <a:pt x="1645" y="2566"/>
                  <a:pt x="1750" y="2461"/>
                  <a:pt x="1750" y="2333"/>
                </a:cubicBezTo>
                <a:cubicBezTo>
                  <a:pt x="1750" y="1866"/>
                  <a:pt x="1750" y="1866"/>
                  <a:pt x="1750" y="1866"/>
                </a:cubicBezTo>
                <a:cubicBezTo>
                  <a:pt x="1516" y="1866"/>
                  <a:pt x="1516" y="1866"/>
                  <a:pt x="1516" y="1866"/>
                </a:cubicBezTo>
                <a:lnTo>
                  <a:pt x="1516" y="2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6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vice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416"/>
          </a:xfrm>
          <a:custGeom>
            <a:avLst/>
            <a:gdLst>
              <a:gd name="T0" fmla="*/ 467 w 2800"/>
              <a:gd name="T1" fmla="*/ 233 h 1866"/>
              <a:gd name="T2" fmla="*/ 2567 w 2800"/>
              <a:gd name="T3" fmla="*/ 233 h 1866"/>
              <a:gd name="T4" fmla="*/ 2567 w 2800"/>
              <a:gd name="T5" fmla="*/ 0 h 1866"/>
              <a:gd name="T6" fmla="*/ 467 w 2800"/>
              <a:gd name="T7" fmla="*/ 0 h 1866"/>
              <a:gd name="T8" fmla="*/ 233 w 2800"/>
              <a:gd name="T9" fmla="*/ 233 h 1866"/>
              <a:gd name="T10" fmla="*/ 233 w 2800"/>
              <a:gd name="T11" fmla="*/ 1516 h 1866"/>
              <a:gd name="T12" fmla="*/ 0 w 2800"/>
              <a:gd name="T13" fmla="*/ 1516 h 1866"/>
              <a:gd name="T14" fmla="*/ 0 w 2800"/>
              <a:gd name="T15" fmla="*/ 1866 h 1866"/>
              <a:gd name="T16" fmla="*/ 1633 w 2800"/>
              <a:gd name="T17" fmla="*/ 1866 h 1866"/>
              <a:gd name="T18" fmla="*/ 1633 w 2800"/>
              <a:gd name="T19" fmla="*/ 1516 h 1866"/>
              <a:gd name="T20" fmla="*/ 467 w 2800"/>
              <a:gd name="T21" fmla="*/ 1516 h 1866"/>
              <a:gd name="T22" fmla="*/ 467 w 2800"/>
              <a:gd name="T23" fmla="*/ 233 h 1866"/>
              <a:gd name="T24" fmla="*/ 2683 w 2800"/>
              <a:gd name="T25" fmla="*/ 466 h 1866"/>
              <a:gd name="T26" fmla="*/ 1983 w 2800"/>
              <a:gd name="T27" fmla="*/ 466 h 1866"/>
              <a:gd name="T28" fmla="*/ 1867 w 2800"/>
              <a:gd name="T29" fmla="*/ 583 h 1866"/>
              <a:gd name="T30" fmla="*/ 1867 w 2800"/>
              <a:gd name="T31" fmla="*/ 1750 h 1866"/>
              <a:gd name="T32" fmla="*/ 1983 w 2800"/>
              <a:gd name="T33" fmla="*/ 1866 h 1866"/>
              <a:gd name="T34" fmla="*/ 2683 w 2800"/>
              <a:gd name="T35" fmla="*/ 1866 h 1866"/>
              <a:gd name="T36" fmla="*/ 2800 w 2800"/>
              <a:gd name="T37" fmla="*/ 1750 h 1866"/>
              <a:gd name="T38" fmla="*/ 2800 w 2800"/>
              <a:gd name="T39" fmla="*/ 583 h 1866"/>
              <a:gd name="T40" fmla="*/ 2683 w 2800"/>
              <a:gd name="T41" fmla="*/ 466 h 1866"/>
              <a:gd name="T42" fmla="*/ 2567 w 2800"/>
              <a:gd name="T43" fmla="*/ 1516 h 1866"/>
              <a:gd name="T44" fmla="*/ 2100 w 2800"/>
              <a:gd name="T45" fmla="*/ 1516 h 1866"/>
              <a:gd name="T46" fmla="*/ 2100 w 2800"/>
              <a:gd name="T47" fmla="*/ 700 h 1866"/>
              <a:gd name="T48" fmla="*/ 2567 w 2800"/>
              <a:gd name="T49" fmla="*/ 700 h 1866"/>
              <a:gd name="T50" fmla="*/ 2567 w 2800"/>
              <a:gd name="T51" fmla="*/ 1516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800" h="1866">
                <a:moveTo>
                  <a:pt x="467" y="233"/>
                </a:moveTo>
                <a:cubicBezTo>
                  <a:pt x="2567" y="233"/>
                  <a:pt x="2567" y="233"/>
                  <a:pt x="2567" y="233"/>
                </a:cubicBezTo>
                <a:cubicBezTo>
                  <a:pt x="2567" y="0"/>
                  <a:pt x="2567" y="0"/>
                  <a:pt x="2567" y="0"/>
                </a:cubicBezTo>
                <a:cubicBezTo>
                  <a:pt x="467" y="0"/>
                  <a:pt x="467" y="0"/>
                  <a:pt x="467" y="0"/>
                </a:cubicBezTo>
                <a:cubicBezTo>
                  <a:pt x="338" y="0"/>
                  <a:pt x="233" y="105"/>
                  <a:pt x="233" y="233"/>
                </a:cubicBezTo>
                <a:cubicBezTo>
                  <a:pt x="233" y="1516"/>
                  <a:pt x="233" y="1516"/>
                  <a:pt x="233" y="1516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0" y="1866"/>
                  <a:pt x="0" y="1866"/>
                  <a:pt x="0" y="1866"/>
                </a:cubicBezTo>
                <a:cubicBezTo>
                  <a:pt x="1633" y="1866"/>
                  <a:pt x="1633" y="1866"/>
                  <a:pt x="1633" y="1866"/>
                </a:cubicBezTo>
                <a:cubicBezTo>
                  <a:pt x="1633" y="1516"/>
                  <a:pt x="1633" y="1516"/>
                  <a:pt x="1633" y="1516"/>
                </a:cubicBezTo>
                <a:cubicBezTo>
                  <a:pt x="467" y="1516"/>
                  <a:pt x="467" y="1516"/>
                  <a:pt x="467" y="1516"/>
                </a:cubicBezTo>
                <a:lnTo>
                  <a:pt x="467" y="233"/>
                </a:lnTo>
                <a:close/>
                <a:moveTo>
                  <a:pt x="2683" y="466"/>
                </a:moveTo>
                <a:cubicBezTo>
                  <a:pt x="1983" y="466"/>
                  <a:pt x="1983" y="466"/>
                  <a:pt x="1983" y="466"/>
                </a:cubicBezTo>
                <a:cubicBezTo>
                  <a:pt x="1919" y="466"/>
                  <a:pt x="1867" y="519"/>
                  <a:pt x="1867" y="583"/>
                </a:cubicBezTo>
                <a:cubicBezTo>
                  <a:pt x="1867" y="1750"/>
                  <a:pt x="1867" y="1750"/>
                  <a:pt x="1867" y="1750"/>
                </a:cubicBezTo>
                <a:cubicBezTo>
                  <a:pt x="1867" y="1814"/>
                  <a:pt x="1919" y="1866"/>
                  <a:pt x="1983" y="1866"/>
                </a:cubicBezTo>
                <a:cubicBezTo>
                  <a:pt x="2683" y="1866"/>
                  <a:pt x="2683" y="1866"/>
                  <a:pt x="2683" y="1866"/>
                </a:cubicBezTo>
                <a:cubicBezTo>
                  <a:pt x="2747" y="1866"/>
                  <a:pt x="2800" y="1814"/>
                  <a:pt x="2800" y="1750"/>
                </a:cubicBezTo>
                <a:cubicBezTo>
                  <a:pt x="2800" y="583"/>
                  <a:pt x="2800" y="583"/>
                  <a:pt x="2800" y="583"/>
                </a:cubicBezTo>
                <a:cubicBezTo>
                  <a:pt x="2800" y="519"/>
                  <a:pt x="2747" y="466"/>
                  <a:pt x="2683" y="466"/>
                </a:cubicBezTo>
                <a:close/>
                <a:moveTo>
                  <a:pt x="2567" y="1516"/>
                </a:moveTo>
                <a:cubicBezTo>
                  <a:pt x="2100" y="1516"/>
                  <a:pt x="2100" y="1516"/>
                  <a:pt x="2100" y="1516"/>
                </a:cubicBezTo>
                <a:cubicBezTo>
                  <a:pt x="2100" y="700"/>
                  <a:pt x="2100" y="700"/>
                  <a:pt x="2100" y="700"/>
                </a:cubicBezTo>
                <a:cubicBezTo>
                  <a:pt x="2567" y="700"/>
                  <a:pt x="2567" y="700"/>
                  <a:pt x="2567" y="700"/>
                </a:cubicBezTo>
                <a:lnTo>
                  <a:pt x="2567" y="15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3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V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2333 w 2566"/>
              <a:gd name="T1" fmla="*/ 0 h 2100"/>
              <a:gd name="T2" fmla="*/ 233 w 2566"/>
              <a:gd name="T3" fmla="*/ 0 h 2100"/>
              <a:gd name="T4" fmla="*/ 0 w 2566"/>
              <a:gd name="T5" fmla="*/ 233 h 2100"/>
              <a:gd name="T6" fmla="*/ 0 w 2566"/>
              <a:gd name="T7" fmla="*/ 1633 h 2100"/>
              <a:gd name="T8" fmla="*/ 233 w 2566"/>
              <a:gd name="T9" fmla="*/ 1867 h 2100"/>
              <a:gd name="T10" fmla="*/ 816 w 2566"/>
              <a:gd name="T11" fmla="*/ 1867 h 2100"/>
              <a:gd name="T12" fmla="*/ 816 w 2566"/>
              <a:gd name="T13" fmla="*/ 2100 h 2100"/>
              <a:gd name="T14" fmla="*/ 1750 w 2566"/>
              <a:gd name="T15" fmla="*/ 2100 h 2100"/>
              <a:gd name="T16" fmla="*/ 1750 w 2566"/>
              <a:gd name="T17" fmla="*/ 1867 h 2100"/>
              <a:gd name="T18" fmla="*/ 2333 w 2566"/>
              <a:gd name="T19" fmla="*/ 1867 h 2100"/>
              <a:gd name="T20" fmla="*/ 2565 w 2566"/>
              <a:gd name="T21" fmla="*/ 1633 h 2100"/>
              <a:gd name="T22" fmla="*/ 2566 w 2566"/>
              <a:gd name="T23" fmla="*/ 233 h 2100"/>
              <a:gd name="T24" fmla="*/ 2333 w 2566"/>
              <a:gd name="T25" fmla="*/ 0 h 2100"/>
              <a:gd name="T26" fmla="*/ 2333 w 2566"/>
              <a:gd name="T27" fmla="*/ 1633 h 2100"/>
              <a:gd name="T28" fmla="*/ 233 w 2566"/>
              <a:gd name="T29" fmla="*/ 1633 h 2100"/>
              <a:gd name="T30" fmla="*/ 233 w 2566"/>
              <a:gd name="T31" fmla="*/ 233 h 2100"/>
              <a:gd name="T32" fmla="*/ 2333 w 2566"/>
              <a:gd name="T33" fmla="*/ 233 h 2100"/>
              <a:gd name="T34" fmla="*/ 2333 w 2566"/>
              <a:gd name="T35" fmla="*/ 1633 h 2100"/>
              <a:gd name="T36" fmla="*/ 2100 w 2566"/>
              <a:gd name="T37" fmla="*/ 583 h 2100"/>
              <a:gd name="T38" fmla="*/ 816 w 2566"/>
              <a:gd name="T39" fmla="*/ 583 h 2100"/>
              <a:gd name="T40" fmla="*/ 816 w 2566"/>
              <a:gd name="T41" fmla="*/ 817 h 2100"/>
              <a:gd name="T42" fmla="*/ 2100 w 2566"/>
              <a:gd name="T43" fmla="*/ 817 h 2100"/>
              <a:gd name="T44" fmla="*/ 2100 w 2566"/>
              <a:gd name="T45" fmla="*/ 583 h 2100"/>
              <a:gd name="T46" fmla="*/ 2100 w 2566"/>
              <a:gd name="T47" fmla="*/ 1050 h 2100"/>
              <a:gd name="T48" fmla="*/ 816 w 2566"/>
              <a:gd name="T49" fmla="*/ 1050 h 2100"/>
              <a:gd name="T50" fmla="*/ 816 w 2566"/>
              <a:gd name="T51" fmla="*/ 1283 h 2100"/>
              <a:gd name="T52" fmla="*/ 2100 w 2566"/>
              <a:gd name="T53" fmla="*/ 1283 h 2100"/>
              <a:gd name="T54" fmla="*/ 2100 w 2566"/>
              <a:gd name="T55" fmla="*/ 1050 h 2100"/>
              <a:gd name="T56" fmla="*/ 700 w 2566"/>
              <a:gd name="T57" fmla="*/ 583 h 2100"/>
              <a:gd name="T58" fmla="*/ 466 w 2566"/>
              <a:gd name="T59" fmla="*/ 583 h 2100"/>
              <a:gd name="T60" fmla="*/ 466 w 2566"/>
              <a:gd name="T61" fmla="*/ 817 h 2100"/>
              <a:gd name="T62" fmla="*/ 700 w 2566"/>
              <a:gd name="T63" fmla="*/ 817 h 2100"/>
              <a:gd name="T64" fmla="*/ 700 w 2566"/>
              <a:gd name="T65" fmla="*/ 583 h 2100"/>
              <a:gd name="T66" fmla="*/ 700 w 2566"/>
              <a:gd name="T67" fmla="*/ 1050 h 2100"/>
              <a:gd name="T68" fmla="*/ 466 w 2566"/>
              <a:gd name="T69" fmla="*/ 1050 h 2100"/>
              <a:gd name="T70" fmla="*/ 466 w 2566"/>
              <a:gd name="T71" fmla="*/ 1283 h 2100"/>
              <a:gd name="T72" fmla="*/ 700 w 2566"/>
              <a:gd name="T73" fmla="*/ 1283 h 2100"/>
              <a:gd name="T74" fmla="*/ 700 w 2566"/>
              <a:gd name="T75" fmla="*/ 105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566" h="2100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2"/>
                  <a:pt x="105" y="1867"/>
                  <a:pt x="233" y="1867"/>
                </a:cubicBezTo>
                <a:cubicBezTo>
                  <a:pt x="816" y="1867"/>
                  <a:pt x="816" y="1867"/>
                  <a:pt x="816" y="1867"/>
                </a:cubicBezTo>
                <a:cubicBezTo>
                  <a:pt x="816" y="2100"/>
                  <a:pt x="816" y="2100"/>
                  <a:pt x="816" y="2100"/>
                </a:cubicBezTo>
                <a:cubicBezTo>
                  <a:pt x="1750" y="2100"/>
                  <a:pt x="1750" y="2100"/>
                  <a:pt x="1750" y="2100"/>
                </a:cubicBezTo>
                <a:cubicBezTo>
                  <a:pt x="1750" y="1867"/>
                  <a:pt x="1750" y="1867"/>
                  <a:pt x="1750" y="1867"/>
                </a:cubicBezTo>
                <a:cubicBezTo>
                  <a:pt x="2333" y="1867"/>
                  <a:pt x="2333" y="1867"/>
                  <a:pt x="2333" y="1867"/>
                </a:cubicBezTo>
                <a:cubicBezTo>
                  <a:pt x="2461" y="1867"/>
                  <a:pt x="2565" y="1762"/>
                  <a:pt x="2565" y="1633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633"/>
                </a:moveTo>
                <a:cubicBezTo>
                  <a:pt x="233" y="1633"/>
                  <a:pt x="233" y="1633"/>
                  <a:pt x="233" y="16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633"/>
                </a:lnTo>
                <a:close/>
                <a:moveTo>
                  <a:pt x="2100" y="583"/>
                </a:moveTo>
                <a:cubicBezTo>
                  <a:pt x="816" y="583"/>
                  <a:pt x="816" y="583"/>
                  <a:pt x="816" y="583"/>
                </a:cubicBezTo>
                <a:cubicBezTo>
                  <a:pt x="816" y="817"/>
                  <a:pt x="816" y="817"/>
                  <a:pt x="816" y="817"/>
                </a:cubicBezTo>
                <a:cubicBezTo>
                  <a:pt x="2100" y="817"/>
                  <a:pt x="2100" y="817"/>
                  <a:pt x="2100" y="817"/>
                </a:cubicBezTo>
                <a:lnTo>
                  <a:pt x="2100" y="583"/>
                </a:lnTo>
                <a:close/>
                <a:moveTo>
                  <a:pt x="2100" y="1050"/>
                </a:moveTo>
                <a:cubicBezTo>
                  <a:pt x="816" y="1050"/>
                  <a:pt x="816" y="1050"/>
                  <a:pt x="816" y="1050"/>
                </a:cubicBezTo>
                <a:cubicBezTo>
                  <a:pt x="816" y="1283"/>
                  <a:pt x="816" y="1283"/>
                  <a:pt x="816" y="1283"/>
                </a:cubicBezTo>
                <a:cubicBezTo>
                  <a:pt x="2100" y="1283"/>
                  <a:pt x="2100" y="1283"/>
                  <a:pt x="2100" y="1283"/>
                </a:cubicBezTo>
                <a:lnTo>
                  <a:pt x="2100" y="1050"/>
                </a:lnTo>
                <a:close/>
                <a:moveTo>
                  <a:pt x="700" y="583"/>
                </a:moveTo>
                <a:cubicBezTo>
                  <a:pt x="466" y="583"/>
                  <a:pt x="466" y="583"/>
                  <a:pt x="466" y="583"/>
                </a:cubicBezTo>
                <a:cubicBezTo>
                  <a:pt x="466" y="817"/>
                  <a:pt x="466" y="817"/>
                  <a:pt x="466" y="817"/>
                </a:cubicBezTo>
                <a:cubicBezTo>
                  <a:pt x="700" y="817"/>
                  <a:pt x="700" y="817"/>
                  <a:pt x="700" y="817"/>
                </a:cubicBezTo>
                <a:lnTo>
                  <a:pt x="700" y="583"/>
                </a:lnTo>
                <a:close/>
                <a:moveTo>
                  <a:pt x="700" y="1050"/>
                </a:moveTo>
                <a:cubicBezTo>
                  <a:pt x="466" y="1050"/>
                  <a:pt x="466" y="1050"/>
                  <a:pt x="466" y="1050"/>
                </a:cubicBezTo>
                <a:cubicBezTo>
                  <a:pt x="466" y="1283"/>
                  <a:pt x="466" y="1283"/>
                  <a:pt x="466" y="1283"/>
                </a:cubicBezTo>
                <a:cubicBezTo>
                  <a:pt x="700" y="1283"/>
                  <a:pt x="700" y="1283"/>
                  <a:pt x="700" y="1283"/>
                </a:cubicBezTo>
                <a:lnTo>
                  <a:pt x="700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7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PS Fix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1283 w 2566"/>
              <a:gd name="T1" fmla="*/ 816 h 2566"/>
              <a:gd name="T2" fmla="*/ 816 w 2566"/>
              <a:gd name="T3" fmla="*/ 1283 h 2566"/>
              <a:gd name="T4" fmla="*/ 1283 w 2566"/>
              <a:gd name="T5" fmla="*/ 1750 h 2566"/>
              <a:gd name="T6" fmla="*/ 1750 w 2566"/>
              <a:gd name="T7" fmla="*/ 1283 h 2566"/>
              <a:gd name="T8" fmla="*/ 1283 w 2566"/>
              <a:gd name="T9" fmla="*/ 816 h 2566"/>
              <a:gd name="T10" fmla="*/ 2326 w 2566"/>
              <a:gd name="T11" fmla="*/ 1166 h 2566"/>
              <a:gd name="T12" fmla="*/ 1400 w 2566"/>
              <a:gd name="T13" fmla="*/ 240 h 2566"/>
              <a:gd name="T14" fmla="*/ 1400 w 2566"/>
              <a:gd name="T15" fmla="*/ 0 h 2566"/>
              <a:gd name="T16" fmla="*/ 1166 w 2566"/>
              <a:gd name="T17" fmla="*/ 0 h 2566"/>
              <a:gd name="T18" fmla="*/ 1166 w 2566"/>
              <a:gd name="T19" fmla="*/ 240 h 2566"/>
              <a:gd name="T20" fmla="*/ 240 w 2566"/>
              <a:gd name="T21" fmla="*/ 1166 h 2566"/>
              <a:gd name="T22" fmla="*/ 0 w 2566"/>
              <a:gd name="T23" fmla="*/ 1166 h 2566"/>
              <a:gd name="T24" fmla="*/ 0 w 2566"/>
              <a:gd name="T25" fmla="*/ 1400 h 2566"/>
              <a:gd name="T26" fmla="*/ 240 w 2566"/>
              <a:gd name="T27" fmla="*/ 1400 h 2566"/>
              <a:gd name="T28" fmla="*/ 1166 w 2566"/>
              <a:gd name="T29" fmla="*/ 2326 h 2566"/>
              <a:gd name="T30" fmla="*/ 1166 w 2566"/>
              <a:gd name="T31" fmla="*/ 2566 h 2566"/>
              <a:gd name="T32" fmla="*/ 1400 w 2566"/>
              <a:gd name="T33" fmla="*/ 2566 h 2566"/>
              <a:gd name="T34" fmla="*/ 1400 w 2566"/>
              <a:gd name="T35" fmla="*/ 2326 h 2566"/>
              <a:gd name="T36" fmla="*/ 2326 w 2566"/>
              <a:gd name="T37" fmla="*/ 1400 h 2566"/>
              <a:gd name="T38" fmla="*/ 2566 w 2566"/>
              <a:gd name="T39" fmla="*/ 1400 h 2566"/>
              <a:gd name="T40" fmla="*/ 2566 w 2566"/>
              <a:gd name="T41" fmla="*/ 1166 h 2566"/>
              <a:gd name="T42" fmla="*/ 2326 w 2566"/>
              <a:gd name="T43" fmla="*/ 1166 h 2566"/>
              <a:gd name="T44" fmla="*/ 1283 w 2566"/>
              <a:gd name="T45" fmla="*/ 2100 h 2566"/>
              <a:gd name="T46" fmla="*/ 466 w 2566"/>
              <a:gd name="T47" fmla="*/ 1283 h 2566"/>
              <a:gd name="T48" fmla="*/ 1283 w 2566"/>
              <a:gd name="T49" fmla="*/ 466 h 2566"/>
              <a:gd name="T50" fmla="*/ 2100 w 2566"/>
              <a:gd name="T51" fmla="*/ 1283 h 2566"/>
              <a:gd name="T52" fmla="*/ 1283 w 2566"/>
              <a:gd name="T53" fmla="*/ 210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566" h="2566">
                <a:moveTo>
                  <a:pt x="1283" y="816"/>
                </a:moveTo>
                <a:cubicBezTo>
                  <a:pt x="1025" y="816"/>
                  <a:pt x="816" y="1025"/>
                  <a:pt x="816" y="1283"/>
                </a:cubicBezTo>
                <a:cubicBezTo>
                  <a:pt x="816" y="1541"/>
                  <a:pt x="1025" y="1750"/>
                  <a:pt x="1283" y="1750"/>
                </a:cubicBezTo>
                <a:cubicBezTo>
                  <a:pt x="1541" y="1750"/>
                  <a:pt x="1750" y="1541"/>
                  <a:pt x="1750" y="1283"/>
                </a:cubicBezTo>
                <a:cubicBezTo>
                  <a:pt x="1750" y="1025"/>
                  <a:pt x="1541" y="816"/>
                  <a:pt x="1283" y="816"/>
                </a:cubicBezTo>
                <a:close/>
                <a:moveTo>
                  <a:pt x="2326" y="1166"/>
                </a:moveTo>
                <a:cubicBezTo>
                  <a:pt x="2272" y="680"/>
                  <a:pt x="1886" y="294"/>
                  <a:pt x="1400" y="240"/>
                </a:cubicBezTo>
                <a:cubicBezTo>
                  <a:pt x="1400" y="0"/>
                  <a:pt x="1400" y="0"/>
                  <a:pt x="1400" y="0"/>
                </a:cubicBezTo>
                <a:cubicBezTo>
                  <a:pt x="1166" y="0"/>
                  <a:pt x="1166" y="0"/>
                  <a:pt x="1166" y="0"/>
                </a:cubicBezTo>
                <a:cubicBezTo>
                  <a:pt x="1166" y="240"/>
                  <a:pt x="1166" y="240"/>
                  <a:pt x="1166" y="240"/>
                </a:cubicBezTo>
                <a:cubicBezTo>
                  <a:pt x="680" y="294"/>
                  <a:pt x="294" y="680"/>
                  <a:pt x="240" y="1166"/>
                </a:cubicBezTo>
                <a:cubicBezTo>
                  <a:pt x="0" y="1166"/>
                  <a:pt x="0" y="1166"/>
                  <a:pt x="0" y="1166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240" y="1400"/>
                  <a:pt x="240" y="1400"/>
                  <a:pt x="240" y="1400"/>
                </a:cubicBezTo>
                <a:cubicBezTo>
                  <a:pt x="294" y="1886"/>
                  <a:pt x="680" y="2272"/>
                  <a:pt x="1166" y="2326"/>
                </a:cubicBezTo>
                <a:cubicBezTo>
                  <a:pt x="1166" y="2566"/>
                  <a:pt x="1166" y="2566"/>
                  <a:pt x="1166" y="2566"/>
                </a:cubicBezTo>
                <a:cubicBezTo>
                  <a:pt x="1400" y="2566"/>
                  <a:pt x="1400" y="2566"/>
                  <a:pt x="1400" y="2566"/>
                </a:cubicBezTo>
                <a:cubicBezTo>
                  <a:pt x="1400" y="2326"/>
                  <a:pt x="1400" y="2326"/>
                  <a:pt x="1400" y="2326"/>
                </a:cubicBezTo>
                <a:cubicBezTo>
                  <a:pt x="1886" y="2272"/>
                  <a:pt x="2272" y="1886"/>
                  <a:pt x="2326" y="1400"/>
                </a:cubicBezTo>
                <a:cubicBezTo>
                  <a:pt x="2566" y="1400"/>
                  <a:pt x="2566" y="1400"/>
                  <a:pt x="2566" y="1400"/>
                </a:cubicBezTo>
                <a:cubicBezTo>
                  <a:pt x="2566" y="1166"/>
                  <a:pt x="2566" y="1166"/>
                  <a:pt x="2566" y="1166"/>
                </a:cubicBezTo>
                <a:lnTo>
                  <a:pt x="2326" y="1166"/>
                </a:lnTo>
                <a:close/>
                <a:moveTo>
                  <a:pt x="1283" y="2100"/>
                </a:moveTo>
                <a:cubicBezTo>
                  <a:pt x="831" y="2100"/>
                  <a:pt x="466" y="1735"/>
                  <a:pt x="466" y="1283"/>
                </a:cubicBezTo>
                <a:cubicBezTo>
                  <a:pt x="466" y="831"/>
                  <a:pt x="831" y="466"/>
                  <a:pt x="1283" y="466"/>
                </a:cubicBezTo>
                <a:cubicBezTo>
                  <a:pt x="1735" y="466"/>
                  <a:pt x="2100" y="831"/>
                  <a:pt x="2100" y="1283"/>
                </a:cubicBezTo>
                <a:cubicBezTo>
                  <a:pt x="2100" y="1735"/>
                  <a:pt x="1735" y="2100"/>
                  <a:pt x="1283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8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PS Not Fix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26 w 2566"/>
              <a:gd name="T1" fmla="*/ 1166 h 2566"/>
              <a:gd name="T2" fmla="*/ 1400 w 2566"/>
              <a:gd name="T3" fmla="*/ 240 h 2566"/>
              <a:gd name="T4" fmla="*/ 1400 w 2566"/>
              <a:gd name="T5" fmla="*/ 0 h 2566"/>
              <a:gd name="T6" fmla="*/ 1166 w 2566"/>
              <a:gd name="T7" fmla="*/ 0 h 2566"/>
              <a:gd name="T8" fmla="*/ 1166 w 2566"/>
              <a:gd name="T9" fmla="*/ 240 h 2566"/>
              <a:gd name="T10" fmla="*/ 240 w 2566"/>
              <a:gd name="T11" fmla="*/ 1166 h 2566"/>
              <a:gd name="T12" fmla="*/ 0 w 2566"/>
              <a:gd name="T13" fmla="*/ 1166 h 2566"/>
              <a:gd name="T14" fmla="*/ 0 w 2566"/>
              <a:gd name="T15" fmla="*/ 1400 h 2566"/>
              <a:gd name="T16" fmla="*/ 240 w 2566"/>
              <a:gd name="T17" fmla="*/ 1400 h 2566"/>
              <a:gd name="T18" fmla="*/ 1166 w 2566"/>
              <a:gd name="T19" fmla="*/ 2326 h 2566"/>
              <a:gd name="T20" fmla="*/ 1166 w 2566"/>
              <a:gd name="T21" fmla="*/ 2566 h 2566"/>
              <a:gd name="T22" fmla="*/ 1400 w 2566"/>
              <a:gd name="T23" fmla="*/ 2566 h 2566"/>
              <a:gd name="T24" fmla="*/ 1400 w 2566"/>
              <a:gd name="T25" fmla="*/ 2326 h 2566"/>
              <a:gd name="T26" fmla="*/ 2326 w 2566"/>
              <a:gd name="T27" fmla="*/ 1400 h 2566"/>
              <a:gd name="T28" fmla="*/ 2566 w 2566"/>
              <a:gd name="T29" fmla="*/ 1400 h 2566"/>
              <a:gd name="T30" fmla="*/ 2566 w 2566"/>
              <a:gd name="T31" fmla="*/ 1166 h 2566"/>
              <a:gd name="T32" fmla="*/ 2326 w 2566"/>
              <a:gd name="T33" fmla="*/ 1166 h 2566"/>
              <a:gd name="T34" fmla="*/ 1283 w 2566"/>
              <a:gd name="T35" fmla="*/ 2100 h 2566"/>
              <a:gd name="T36" fmla="*/ 466 w 2566"/>
              <a:gd name="T37" fmla="*/ 1283 h 2566"/>
              <a:gd name="T38" fmla="*/ 1283 w 2566"/>
              <a:gd name="T39" fmla="*/ 466 h 2566"/>
              <a:gd name="T40" fmla="*/ 2100 w 2566"/>
              <a:gd name="T41" fmla="*/ 1283 h 2566"/>
              <a:gd name="T42" fmla="*/ 1283 w 2566"/>
              <a:gd name="T43" fmla="*/ 210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66" h="2566">
                <a:moveTo>
                  <a:pt x="2326" y="1166"/>
                </a:moveTo>
                <a:cubicBezTo>
                  <a:pt x="2272" y="680"/>
                  <a:pt x="1886" y="294"/>
                  <a:pt x="1400" y="240"/>
                </a:cubicBezTo>
                <a:cubicBezTo>
                  <a:pt x="1400" y="0"/>
                  <a:pt x="1400" y="0"/>
                  <a:pt x="1400" y="0"/>
                </a:cubicBezTo>
                <a:cubicBezTo>
                  <a:pt x="1166" y="0"/>
                  <a:pt x="1166" y="0"/>
                  <a:pt x="1166" y="0"/>
                </a:cubicBezTo>
                <a:cubicBezTo>
                  <a:pt x="1166" y="240"/>
                  <a:pt x="1166" y="240"/>
                  <a:pt x="1166" y="240"/>
                </a:cubicBezTo>
                <a:cubicBezTo>
                  <a:pt x="680" y="294"/>
                  <a:pt x="294" y="680"/>
                  <a:pt x="240" y="1166"/>
                </a:cubicBezTo>
                <a:cubicBezTo>
                  <a:pt x="0" y="1166"/>
                  <a:pt x="0" y="1166"/>
                  <a:pt x="0" y="1166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240" y="1400"/>
                  <a:pt x="240" y="1400"/>
                  <a:pt x="240" y="1400"/>
                </a:cubicBezTo>
                <a:cubicBezTo>
                  <a:pt x="294" y="1886"/>
                  <a:pt x="680" y="2272"/>
                  <a:pt x="1166" y="2326"/>
                </a:cubicBezTo>
                <a:cubicBezTo>
                  <a:pt x="1166" y="2566"/>
                  <a:pt x="1166" y="2566"/>
                  <a:pt x="1166" y="2566"/>
                </a:cubicBezTo>
                <a:cubicBezTo>
                  <a:pt x="1400" y="2566"/>
                  <a:pt x="1400" y="2566"/>
                  <a:pt x="1400" y="2566"/>
                </a:cubicBezTo>
                <a:cubicBezTo>
                  <a:pt x="1400" y="2326"/>
                  <a:pt x="1400" y="2326"/>
                  <a:pt x="1400" y="2326"/>
                </a:cubicBezTo>
                <a:cubicBezTo>
                  <a:pt x="1886" y="2272"/>
                  <a:pt x="2272" y="1886"/>
                  <a:pt x="2326" y="1400"/>
                </a:cubicBezTo>
                <a:cubicBezTo>
                  <a:pt x="2566" y="1400"/>
                  <a:pt x="2566" y="1400"/>
                  <a:pt x="2566" y="1400"/>
                </a:cubicBezTo>
                <a:cubicBezTo>
                  <a:pt x="2566" y="1166"/>
                  <a:pt x="2566" y="1166"/>
                  <a:pt x="2566" y="1166"/>
                </a:cubicBezTo>
                <a:lnTo>
                  <a:pt x="2326" y="1166"/>
                </a:lnTo>
                <a:close/>
                <a:moveTo>
                  <a:pt x="1283" y="2100"/>
                </a:moveTo>
                <a:cubicBezTo>
                  <a:pt x="831" y="2100"/>
                  <a:pt x="466" y="1735"/>
                  <a:pt x="466" y="1283"/>
                </a:cubicBezTo>
                <a:cubicBezTo>
                  <a:pt x="466" y="831"/>
                  <a:pt x="831" y="466"/>
                  <a:pt x="1283" y="466"/>
                </a:cubicBezTo>
                <a:cubicBezTo>
                  <a:pt x="1735" y="466"/>
                  <a:pt x="2100" y="831"/>
                  <a:pt x="2100" y="1283"/>
                </a:cubicBezTo>
                <a:cubicBezTo>
                  <a:pt x="2100" y="1735"/>
                  <a:pt x="1735" y="2100"/>
                  <a:pt x="1283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684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PS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26 w 2566"/>
              <a:gd name="T1" fmla="*/ 1166 h 2566"/>
              <a:gd name="T2" fmla="*/ 1400 w 2566"/>
              <a:gd name="T3" fmla="*/ 240 h 2566"/>
              <a:gd name="T4" fmla="*/ 1400 w 2566"/>
              <a:gd name="T5" fmla="*/ 0 h 2566"/>
              <a:gd name="T6" fmla="*/ 1166 w 2566"/>
              <a:gd name="T7" fmla="*/ 0 h 2566"/>
              <a:gd name="T8" fmla="*/ 1166 w 2566"/>
              <a:gd name="T9" fmla="*/ 240 h 2566"/>
              <a:gd name="T10" fmla="*/ 798 w 2566"/>
              <a:gd name="T11" fmla="*/ 353 h 2566"/>
              <a:gd name="T12" fmla="*/ 973 w 2566"/>
              <a:gd name="T13" fmla="*/ 528 h 2566"/>
              <a:gd name="T14" fmla="*/ 1283 w 2566"/>
              <a:gd name="T15" fmla="*/ 466 h 2566"/>
              <a:gd name="T16" fmla="*/ 2100 w 2566"/>
              <a:gd name="T17" fmla="*/ 1283 h 2566"/>
              <a:gd name="T18" fmla="*/ 2039 w 2566"/>
              <a:gd name="T19" fmla="*/ 1592 h 2566"/>
              <a:gd name="T20" fmla="*/ 2214 w 2566"/>
              <a:gd name="T21" fmla="*/ 1767 h 2566"/>
              <a:gd name="T22" fmla="*/ 2327 w 2566"/>
              <a:gd name="T23" fmla="*/ 1400 h 2566"/>
              <a:gd name="T24" fmla="*/ 2566 w 2566"/>
              <a:gd name="T25" fmla="*/ 1400 h 2566"/>
              <a:gd name="T26" fmla="*/ 2566 w 2566"/>
              <a:gd name="T27" fmla="*/ 1166 h 2566"/>
              <a:gd name="T28" fmla="*/ 2326 w 2566"/>
              <a:gd name="T29" fmla="*/ 1166 h 2566"/>
              <a:gd name="T30" fmla="*/ 233 w 2566"/>
              <a:gd name="T31" fmla="*/ 381 h 2566"/>
              <a:gd name="T32" fmla="*/ 471 w 2566"/>
              <a:gd name="T33" fmla="*/ 619 h 2566"/>
              <a:gd name="T34" fmla="*/ 240 w 2566"/>
              <a:gd name="T35" fmla="*/ 1166 h 2566"/>
              <a:gd name="T36" fmla="*/ 0 w 2566"/>
              <a:gd name="T37" fmla="*/ 1166 h 2566"/>
              <a:gd name="T38" fmla="*/ 0 w 2566"/>
              <a:gd name="T39" fmla="*/ 1400 h 2566"/>
              <a:gd name="T40" fmla="*/ 240 w 2566"/>
              <a:gd name="T41" fmla="*/ 1400 h 2566"/>
              <a:gd name="T42" fmla="*/ 1166 w 2566"/>
              <a:gd name="T43" fmla="*/ 2326 h 2566"/>
              <a:gd name="T44" fmla="*/ 1166 w 2566"/>
              <a:gd name="T45" fmla="*/ 2566 h 2566"/>
              <a:gd name="T46" fmla="*/ 1400 w 2566"/>
              <a:gd name="T47" fmla="*/ 2566 h 2566"/>
              <a:gd name="T48" fmla="*/ 1400 w 2566"/>
              <a:gd name="T49" fmla="*/ 2326 h 2566"/>
              <a:gd name="T50" fmla="*/ 1947 w 2566"/>
              <a:gd name="T51" fmla="*/ 2095 h 2566"/>
              <a:gd name="T52" fmla="*/ 2185 w 2566"/>
              <a:gd name="T53" fmla="*/ 2333 h 2566"/>
              <a:gd name="T54" fmla="*/ 2333 w 2566"/>
              <a:gd name="T55" fmla="*/ 2185 h 2566"/>
              <a:gd name="T56" fmla="*/ 381 w 2566"/>
              <a:gd name="T57" fmla="*/ 233 h 2566"/>
              <a:gd name="T58" fmla="*/ 233 w 2566"/>
              <a:gd name="T59" fmla="*/ 381 h 2566"/>
              <a:gd name="T60" fmla="*/ 1781 w 2566"/>
              <a:gd name="T61" fmla="*/ 1929 h 2566"/>
              <a:gd name="T62" fmla="*/ 1283 w 2566"/>
              <a:gd name="T63" fmla="*/ 2100 h 2566"/>
              <a:gd name="T64" fmla="*/ 466 w 2566"/>
              <a:gd name="T65" fmla="*/ 1283 h 2566"/>
              <a:gd name="T66" fmla="*/ 637 w 2566"/>
              <a:gd name="T67" fmla="*/ 785 h 2566"/>
              <a:gd name="T68" fmla="*/ 1781 w 2566"/>
              <a:gd name="T69" fmla="*/ 1929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66" h="2566">
                <a:moveTo>
                  <a:pt x="2326" y="1166"/>
                </a:moveTo>
                <a:cubicBezTo>
                  <a:pt x="2272" y="680"/>
                  <a:pt x="1886" y="294"/>
                  <a:pt x="1400" y="240"/>
                </a:cubicBezTo>
                <a:cubicBezTo>
                  <a:pt x="1400" y="0"/>
                  <a:pt x="1400" y="0"/>
                  <a:pt x="1400" y="0"/>
                </a:cubicBezTo>
                <a:cubicBezTo>
                  <a:pt x="1166" y="0"/>
                  <a:pt x="1166" y="0"/>
                  <a:pt x="1166" y="0"/>
                </a:cubicBezTo>
                <a:cubicBezTo>
                  <a:pt x="1166" y="240"/>
                  <a:pt x="1166" y="240"/>
                  <a:pt x="1166" y="240"/>
                </a:cubicBezTo>
                <a:cubicBezTo>
                  <a:pt x="1035" y="254"/>
                  <a:pt x="911" y="294"/>
                  <a:pt x="798" y="353"/>
                </a:cubicBezTo>
                <a:cubicBezTo>
                  <a:pt x="973" y="528"/>
                  <a:pt x="973" y="528"/>
                  <a:pt x="973" y="528"/>
                </a:cubicBezTo>
                <a:cubicBezTo>
                  <a:pt x="1068" y="488"/>
                  <a:pt x="1173" y="466"/>
                  <a:pt x="1283" y="466"/>
                </a:cubicBezTo>
                <a:cubicBezTo>
                  <a:pt x="1735" y="466"/>
                  <a:pt x="2100" y="831"/>
                  <a:pt x="2100" y="1283"/>
                </a:cubicBezTo>
                <a:cubicBezTo>
                  <a:pt x="2100" y="1393"/>
                  <a:pt x="2078" y="1498"/>
                  <a:pt x="2039" y="1592"/>
                </a:cubicBezTo>
                <a:cubicBezTo>
                  <a:pt x="2214" y="1767"/>
                  <a:pt x="2214" y="1767"/>
                  <a:pt x="2214" y="1767"/>
                </a:cubicBezTo>
                <a:cubicBezTo>
                  <a:pt x="2272" y="1655"/>
                  <a:pt x="2312" y="1531"/>
                  <a:pt x="2327" y="1400"/>
                </a:cubicBezTo>
                <a:cubicBezTo>
                  <a:pt x="2566" y="1400"/>
                  <a:pt x="2566" y="1400"/>
                  <a:pt x="2566" y="1400"/>
                </a:cubicBezTo>
                <a:cubicBezTo>
                  <a:pt x="2566" y="1166"/>
                  <a:pt x="2566" y="1166"/>
                  <a:pt x="2566" y="1166"/>
                </a:cubicBezTo>
                <a:lnTo>
                  <a:pt x="2326" y="1166"/>
                </a:lnTo>
                <a:close/>
                <a:moveTo>
                  <a:pt x="233" y="381"/>
                </a:moveTo>
                <a:cubicBezTo>
                  <a:pt x="471" y="619"/>
                  <a:pt x="471" y="619"/>
                  <a:pt x="471" y="619"/>
                </a:cubicBezTo>
                <a:cubicBezTo>
                  <a:pt x="346" y="772"/>
                  <a:pt x="262" y="960"/>
                  <a:pt x="240" y="1166"/>
                </a:cubicBezTo>
                <a:cubicBezTo>
                  <a:pt x="0" y="1166"/>
                  <a:pt x="0" y="1166"/>
                  <a:pt x="0" y="1166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240" y="1400"/>
                  <a:pt x="240" y="1400"/>
                  <a:pt x="240" y="1400"/>
                </a:cubicBezTo>
                <a:cubicBezTo>
                  <a:pt x="294" y="1886"/>
                  <a:pt x="680" y="2272"/>
                  <a:pt x="1166" y="2326"/>
                </a:cubicBezTo>
                <a:cubicBezTo>
                  <a:pt x="1166" y="2566"/>
                  <a:pt x="1166" y="2566"/>
                  <a:pt x="1166" y="2566"/>
                </a:cubicBezTo>
                <a:cubicBezTo>
                  <a:pt x="1400" y="2566"/>
                  <a:pt x="1400" y="2566"/>
                  <a:pt x="1400" y="2566"/>
                </a:cubicBezTo>
                <a:cubicBezTo>
                  <a:pt x="1400" y="2326"/>
                  <a:pt x="1400" y="2326"/>
                  <a:pt x="1400" y="2326"/>
                </a:cubicBezTo>
                <a:cubicBezTo>
                  <a:pt x="1606" y="2303"/>
                  <a:pt x="1794" y="2220"/>
                  <a:pt x="1947" y="2095"/>
                </a:cubicBezTo>
                <a:cubicBezTo>
                  <a:pt x="2185" y="2333"/>
                  <a:pt x="2185" y="2333"/>
                  <a:pt x="2185" y="2333"/>
                </a:cubicBezTo>
                <a:cubicBezTo>
                  <a:pt x="2333" y="2185"/>
                  <a:pt x="2333" y="2185"/>
                  <a:pt x="2333" y="2185"/>
                </a:cubicBezTo>
                <a:cubicBezTo>
                  <a:pt x="381" y="233"/>
                  <a:pt x="381" y="233"/>
                  <a:pt x="381" y="233"/>
                </a:cubicBezTo>
                <a:lnTo>
                  <a:pt x="233" y="381"/>
                </a:lnTo>
                <a:close/>
                <a:moveTo>
                  <a:pt x="1781" y="1929"/>
                </a:moveTo>
                <a:cubicBezTo>
                  <a:pt x="1643" y="2036"/>
                  <a:pt x="1471" y="2100"/>
                  <a:pt x="1283" y="2100"/>
                </a:cubicBezTo>
                <a:cubicBezTo>
                  <a:pt x="831" y="2100"/>
                  <a:pt x="466" y="1735"/>
                  <a:pt x="466" y="1283"/>
                </a:cubicBezTo>
                <a:cubicBezTo>
                  <a:pt x="466" y="1095"/>
                  <a:pt x="530" y="923"/>
                  <a:pt x="637" y="785"/>
                </a:cubicBezTo>
                <a:lnTo>
                  <a:pt x="1781" y="192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6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EQ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844" cy="914400"/>
          </a:xfrm>
          <a:custGeom>
            <a:avLst/>
            <a:gdLst>
              <a:gd name="T0" fmla="*/ 1104 w 4961"/>
              <a:gd name="T1" fmla="*/ 4410 h 5513"/>
              <a:gd name="T2" fmla="*/ 1654 w 4961"/>
              <a:gd name="T3" fmla="*/ 4410 h 5513"/>
              <a:gd name="T4" fmla="*/ 1654 w 4961"/>
              <a:gd name="T5" fmla="*/ 1103 h 5513"/>
              <a:gd name="T6" fmla="*/ 1104 w 4961"/>
              <a:gd name="T7" fmla="*/ 1103 h 5513"/>
              <a:gd name="T8" fmla="*/ 1104 w 4961"/>
              <a:gd name="T9" fmla="*/ 4410 h 5513"/>
              <a:gd name="T10" fmla="*/ 2204 w 4961"/>
              <a:gd name="T11" fmla="*/ 5513 h 5513"/>
              <a:gd name="T12" fmla="*/ 2757 w 4961"/>
              <a:gd name="T13" fmla="*/ 5513 h 5513"/>
              <a:gd name="T14" fmla="*/ 2757 w 4961"/>
              <a:gd name="T15" fmla="*/ 0 h 5513"/>
              <a:gd name="T16" fmla="*/ 2204 w 4961"/>
              <a:gd name="T17" fmla="*/ 0 h 5513"/>
              <a:gd name="T18" fmla="*/ 2204 w 4961"/>
              <a:gd name="T19" fmla="*/ 5513 h 5513"/>
              <a:gd name="T20" fmla="*/ 0 w 4961"/>
              <a:gd name="T21" fmla="*/ 3307 h 5513"/>
              <a:gd name="T22" fmla="*/ 551 w 4961"/>
              <a:gd name="T23" fmla="*/ 3307 h 5513"/>
              <a:gd name="T24" fmla="*/ 551 w 4961"/>
              <a:gd name="T25" fmla="*/ 2206 h 5513"/>
              <a:gd name="T26" fmla="*/ 0 w 4961"/>
              <a:gd name="T27" fmla="*/ 2206 h 5513"/>
              <a:gd name="T28" fmla="*/ 0 w 4961"/>
              <a:gd name="T29" fmla="*/ 3307 h 5513"/>
              <a:gd name="T30" fmla="*/ 3308 w 4961"/>
              <a:gd name="T31" fmla="*/ 4410 h 5513"/>
              <a:gd name="T32" fmla="*/ 3858 w 4961"/>
              <a:gd name="T33" fmla="*/ 4410 h 5513"/>
              <a:gd name="T34" fmla="*/ 3858 w 4961"/>
              <a:gd name="T35" fmla="*/ 1103 h 5513"/>
              <a:gd name="T36" fmla="*/ 3308 w 4961"/>
              <a:gd name="T37" fmla="*/ 1103 h 5513"/>
              <a:gd name="T38" fmla="*/ 3308 w 4961"/>
              <a:gd name="T39" fmla="*/ 4410 h 5513"/>
              <a:gd name="T40" fmla="*/ 4411 w 4961"/>
              <a:gd name="T41" fmla="*/ 2206 h 5513"/>
              <a:gd name="T42" fmla="*/ 4411 w 4961"/>
              <a:gd name="T43" fmla="*/ 3307 h 5513"/>
              <a:gd name="T44" fmla="*/ 4961 w 4961"/>
              <a:gd name="T45" fmla="*/ 3307 h 5513"/>
              <a:gd name="T46" fmla="*/ 4961 w 4961"/>
              <a:gd name="T47" fmla="*/ 2206 h 5513"/>
              <a:gd name="T48" fmla="*/ 4411 w 4961"/>
              <a:gd name="T49" fmla="*/ 2206 h 5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961" h="5513">
                <a:moveTo>
                  <a:pt x="1104" y="4410"/>
                </a:moveTo>
                <a:lnTo>
                  <a:pt x="1654" y="4410"/>
                </a:lnTo>
                <a:lnTo>
                  <a:pt x="1654" y="1103"/>
                </a:lnTo>
                <a:lnTo>
                  <a:pt x="1104" y="1103"/>
                </a:lnTo>
                <a:lnTo>
                  <a:pt x="1104" y="4410"/>
                </a:lnTo>
                <a:close/>
                <a:moveTo>
                  <a:pt x="2204" y="5513"/>
                </a:moveTo>
                <a:lnTo>
                  <a:pt x="2757" y="5513"/>
                </a:lnTo>
                <a:lnTo>
                  <a:pt x="2757" y="0"/>
                </a:lnTo>
                <a:lnTo>
                  <a:pt x="2204" y="0"/>
                </a:lnTo>
                <a:lnTo>
                  <a:pt x="2204" y="5513"/>
                </a:lnTo>
                <a:close/>
                <a:moveTo>
                  <a:pt x="0" y="3307"/>
                </a:moveTo>
                <a:lnTo>
                  <a:pt x="551" y="3307"/>
                </a:lnTo>
                <a:lnTo>
                  <a:pt x="551" y="2206"/>
                </a:lnTo>
                <a:lnTo>
                  <a:pt x="0" y="2206"/>
                </a:lnTo>
                <a:lnTo>
                  <a:pt x="0" y="3307"/>
                </a:lnTo>
                <a:close/>
                <a:moveTo>
                  <a:pt x="3308" y="4410"/>
                </a:moveTo>
                <a:lnTo>
                  <a:pt x="3858" y="4410"/>
                </a:lnTo>
                <a:lnTo>
                  <a:pt x="3858" y="1103"/>
                </a:lnTo>
                <a:lnTo>
                  <a:pt x="3308" y="1103"/>
                </a:lnTo>
                <a:lnTo>
                  <a:pt x="3308" y="4410"/>
                </a:lnTo>
                <a:close/>
                <a:moveTo>
                  <a:pt x="4411" y="2206"/>
                </a:moveTo>
                <a:lnTo>
                  <a:pt x="4411" y="3307"/>
                </a:lnTo>
                <a:lnTo>
                  <a:pt x="4961" y="3307"/>
                </a:lnTo>
                <a:lnTo>
                  <a:pt x="4961" y="2206"/>
                </a:lnTo>
                <a:lnTo>
                  <a:pt x="4411" y="22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003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cation Disabl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26 w 2566"/>
              <a:gd name="T1" fmla="*/ 1166 h 2566"/>
              <a:gd name="T2" fmla="*/ 1400 w 2566"/>
              <a:gd name="T3" fmla="*/ 240 h 2566"/>
              <a:gd name="T4" fmla="*/ 1400 w 2566"/>
              <a:gd name="T5" fmla="*/ 0 h 2566"/>
              <a:gd name="T6" fmla="*/ 1166 w 2566"/>
              <a:gd name="T7" fmla="*/ 0 h 2566"/>
              <a:gd name="T8" fmla="*/ 1166 w 2566"/>
              <a:gd name="T9" fmla="*/ 240 h 2566"/>
              <a:gd name="T10" fmla="*/ 798 w 2566"/>
              <a:gd name="T11" fmla="*/ 353 h 2566"/>
              <a:gd name="T12" fmla="*/ 973 w 2566"/>
              <a:gd name="T13" fmla="*/ 528 h 2566"/>
              <a:gd name="T14" fmla="*/ 1283 w 2566"/>
              <a:gd name="T15" fmla="*/ 466 h 2566"/>
              <a:gd name="T16" fmla="*/ 2100 w 2566"/>
              <a:gd name="T17" fmla="*/ 1283 h 2566"/>
              <a:gd name="T18" fmla="*/ 2039 w 2566"/>
              <a:gd name="T19" fmla="*/ 1592 h 2566"/>
              <a:gd name="T20" fmla="*/ 2214 w 2566"/>
              <a:gd name="T21" fmla="*/ 1767 h 2566"/>
              <a:gd name="T22" fmla="*/ 2327 w 2566"/>
              <a:gd name="T23" fmla="*/ 1400 h 2566"/>
              <a:gd name="T24" fmla="*/ 2566 w 2566"/>
              <a:gd name="T25" fmla="*/ 1400 h 2566"/>
              <a:gd name="T26" fmla="*/ 2566 w 2566"/>
              <a:gd name="T27" fmla="*/ 1166 h 2566"/>
              <a:gd name="T28" fmla="*/ 2326 w 2566"/>
              <a:gd name="T29" fmla="*/ 1166 h 2566"/>
              <a:gd name="T30" fmla="*/ 233 w 2566"/>
              <a:gd name="T31" fmla="*/ 381 h 2566"/>
              <a:gd name="T32" fmla="*/ 471 w 2566"/>
              <a:gd name="T33" fmla="*/ 619 h 2566"/>
              <a:gd name="T34" fmla="*/ 240 w 2566"/>
              <a:gd name="T35" fmla="*/ 1166 h 2566"/>
              <a:gd name="T36" fmla="*/ 0 w 2566"/>
              <a:gd name="T37" fmla="*/ 1166 h 2566"/>
              <a:gd name="T38" fmla="*/ 0 w 2566"/>
              <a:gd name="T39" fmla="*/ 1400 h 2566"/>
              <a:gd name="T40" fmla="*/ 240 w 2566"/>
              <a:gd name="T41" fmla="*/ 1400 h 2566"/>
              <a:gd name="T42" fmla="*/ 1166 w 2566"/>
              <a:gd name="T43" fmla="*/ 2326 h 2566"/>
              <a:gd name="T44" fmla="*/ 1166 w 2566"/>
              <a:gd name="T45" fmla="*/ 2566 h 2566"/>
              <a:gd name="T46" fmla="*/ 1400 w 2566"/>
              <a:gd name="T47" fmla="*/ 2566 h 2566"/>
              <a:gd name="T48" fmla="*/ 1400 w 2566"/>
              <a:gd name="T49" fmla="*/ 2326 h 2566"/>
              <a:gd name="T50" fmla="*/ 1947 w 2566"/>
              <a:gd name="T51" fmla="*/ 2095 h 2566"/>
              <a:gd name="T52" fmla="*/ 2185 w 2566"/>
              <a:gd name="T53" fmla="*/ 2333 h 2566"/>
              <a:gd name="T54" fmla="*/ 2333 w 2566"/>
              <a:gd name="T55" fmla="*/ 2185 h 2566"/>
              <a:gd name="T56" fmla="*/ 381 w 2566"/>
              <a:gd name="T57" fmla="*/ 233 h 2566"/>
              <a:gd name="T58" fmla="*/ 233 w 2566"/>
              <a:gd name="T59" fmla="*/ 381 h 2566"/>
              <a:gd name="T60" fmla="*/ 1781 w 2566"/>
              <a:gd name="T61" fmla="*/ 1929 h 2566"/>
              <a:gd name="T62" fmla="*/ 1283 w 2566"/>
              <a:gd name="T63" fmla="*/ 2100 h 2566"/>
              <a:gd name="T64" fmla="*/ 466 w 2566"/>
              <a:gd name="T65" fmla="*/ 1283 h 2566"/>
              <a:gd name="T66" fmla="*/ 637 w 2566"/>
              <a:gd name="T67" fmla="*/ 785 h 2566"/>
              <a:gd name="T68" fmla="*/ 1781 w 2566"/>
              <a:gd name="T69" fmla="*/ 1929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566" h="2566">
                <a:moveTo>
                  <a:pt x="2326" y="1166"/>
                </a:moveTo>
                <a:cubicBezTo>
                  <a:pt x="2272" y="680"/>
                  <a:pt x="1886" y="294"/>
                  <a:pt x="1400" y="240"/>
                </a:cubicBezTo>
                <a:cubicBezTo>
                  <a:pt x="1400" y="0"/>
                  <a:pt x="1400" y="0"/>
                  <a:pt x="1400" y="0"/>
                </a:cubicBezTo>
                <a:cubicBezTo>
                  <a:pt x="1166" y="0"/>
                  <a:pt x="1166" y="0"/>
                  <a:pt x="1166" y="0"/>
                </a:cubicBezTo>
                <a:cubicBezTo>
                  <a:pt x="1166" y="240"/>
                  <a:pt x="1166" y="240"/>
                  <a:pt x="1166" y="240"/>
                </a:cubicBezTo>
                <a:cubicBezTo>
                  <a:pt x="1035" y="254"/>
                  <a:pt x="911" y="294"/>
                  <a:pt x="798" y="353"/>
                </a:cubicBezTo>
                <a:cubicBezTo>
                  <a:pt x="973" y="528"/>
                  <a:pt x="973" y="528"/>
                  <a:pt x="973" y="528"/>
                </a:cubicBezTo>
                <a:cubicBezTo>
                  <a:pt x="1068" y="488"/>
                  <a:pt x="1173" y="466"/>
                  <a:pt x="1283" y="466"/>
                </a:cubicBezTo>
                <a:cubicBezTo>
                  <a:pt x="1735" y="466"/>
                  <a:pt x="2100" y="831"/>
                  <a:pt x="2100" y="1283"/>
                </a:cubicBezTo>
                <a:cubicBezTo>
                  <a:pt x="2100" y="1393"/>
                  <a:pt x="2078" y="1498"/>
                  <a:pt x="2039" y="1592"/>
                </a:cubicBezTo>
                <a:cubicBezTo>
                  <a:pt x="2214" y="1767"/>
                  <a:pt x="2214" y="1767"/>
                  <a:pt x="2214" y="1767"/>
                </a:cubicBezTo>
                <a:cubicBezTo>
                  <a:pt x="2272" y="1655"/>
                  <a:pt x="2312" y="1531"/>
                  <a:pt x="2327" y="1400"/>
                </a:cubicBezTo>
                <a:cubicBezTo>
                  <a:pt x="2566" y="1400"/>
                  <a:pt x="2566" y="1400"/>
                  <a:pt x="2566" y="1400"/>
                </a:cubicBezTo>
                <a:cubicBezTo>
                  <a:pt x="2566" y="1166"/>
                  <a:pt x="2566" y="1166"/>
                  <a:pt x="2566" y="1166"/>
                </a:cubicBezTo>
                <a:lnTo>
                  <a:pt x="2326" y="1166"/>
                </a:lnTo>
                <a:close/>
                <a:moveTo>
                  <a:pt x="233" y="381"/>
                </a:moveTo>
                <a:cubicBezTo>
                  <a:pt x="471" y="619"/>
                  <a:pt x="471" y="619"/>
                  <a:pt x="471" y="619"/>
                </a:cubicBezTo>
                <a:cubicBezTo>
                  <a:pt x="346" y="772"/>
                  <a:pt x="262" y="960"/>
                  <a:pt x="240" y="1166"/>
                </a:cubicBezTo>
                <a:cubicBezTo>
                  <a:pt x="0" y="1166"/>
                  <a:pt x="0" y="1166"/>
                  <a:pt x="0" y="1166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240" y="1400"/>
                  <a:pt x="240" y="1400"/>
                  <a:pt x="240" y="1400"/>
                </a:cubicBezTo>
                <a:cubicBezTo>
                  <a:pt x="294" y="1886"/>
                  <a:pt x="680" y="2272"/>
                  <a:pt x="1166" y="2326"/>
                </a:cubicBezTo>
                <a:cubicBezTo>
                  <a:pt x="1166" y="2566"/>
                  <a:pt x="1166" y="2566"/>
                  <a:pt x="1166" y="2566"/>
                </a:cubicBezTo>
                <a:cubicBezTo>
                  <a:pt x="1400" y="2566"/>
                  <a:pt x="1400" y="2566"/>
                  <a:pt x="1400" y="2566"/>
                </a:cubicBezTo>
                <a:cubicBezTo>
                  <a:pt x="1400" y="2326"/>
                  <a:pt x="1400" y="2326"/>
                  <a:pt x="1400" y="2326"/>
                </a:cubicBezTo>
                <a:cubicBezTo>
                  <a:pt x="1606" y="2303"/>
                  <a:pt x="1794" y="2220"/>
                  <a:pt x="1947" y="2095"/>
                </a:cubicBezTo>
                <a:cubicBezTo>
                  <a:pt x="2185" y="2333"/>
                  <a:pt x="2185" y="2333"/>
                  <a:pt x="2185" y="2333"/>
                </a:cubicBezTo>
                <a:cubicBezTo>
                  <a:pt x="2333" y="2185"/>
                  <a:pt x="2333" y="2185"/>
                  <a:pt x="2333" y="2185"/>
                </a:cubicBezTo>
                <a:cubicBezTo>
                  <a:pt x="381" y="233"/>
                  <a:pt x="381" y="233"/>
                  <a:pt x="381" y="233"/>
                </a:cubicBezTo>
                <a:lnTo>
                  <a:pt x="233" y="381"/>
                </a:lnTo>
                <a:close/>
                <a:moveTo>
                  <a:pt x="1781" y="1929"/>
                </a:moveTo>
                <a:cubicBezTo>
                  <a:pt x="1643" y="2036"/>
                  <a:pt x="1471" y="2100"/>
                  <a:pt x="1283" y="2100"/>
                </a:cubicBezTo>
                <a:cubicBezTo>
                  <a:pt x="831" y="2100"/>
                  <a:pt x="466" y="1735"/>
                  <a:pt x="466" y="1283"/>
                </a:cubicBezTo>
                <a:cubicBezTo>
                  <a:pt x="466" y="1095"/>
                  <a:pt x="530" y="923"/>
                  <a:pt x="637" y="785"/>
                </a:cubicBezTo>
                <a:lnTo>
                  <a:pt x="1781" y="192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43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cation Searchi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26 w 2566"/>
              <a:gd name="T1" fmla="*/ 1166 h 2566"/>
              <a:gd name="T2" fmla="*/ 1400 w 2566"/>
              <a:gd name="T3" fmla="*/ 240 h 2566"/>
              <a:gd name="T4" fmla="*/ 1400 w 2566"/>
              <a:gd name="T5" fmla="*/ 0 h 2566"/>
              <a:gd name="T6" fmla="*/ 1166 w 2566"/>
              <a:gd name="T7" fmla="*/ 0 h 2566"/>
              <a:gd name="T8" fmla="*/ 1166 w 2566"/>
              <a:gd name="T9" fmla="*/ 240 h 2566"/>
              <a:gd name="T10" fmla="*/ 240 w 2566"/>
              <a:gd name="T11" fmla="*/ 1166 h 2566"/>
              <a:gd name="T12" fmla="*/ 0 w 2566"/>
              <a:gd name="T13" fmla="*/ 1166 h 2566"/>
              <a:gd name="T14" fmla="*/ 0 w 2566"/>
              <a:gd name="T15" fmla="*/ 1400 h 2566"/>
              <a:gd name="T16" fmla="*/ 240 w 2566"/>
              <a:gd name="T17" fmla="*/ 1400 h 2566"/>
              <a:gd name="T18" fmla="*/ 1166 w 2566"/>
              <a:gd name="T19" fmla="*/ 2326 h 2566"/>
              <a:gd name="T20" fmla="*/ 1166 w 2566"/>
              <a:gd name="T21" fmla="*/ 2566 h 2566"/>
              <a:gd name="T22" fmla="*/ 1400 w 2566"/>
              <a:gd name="T23" fmla="*/ 2566 h 2566"/>
              <a:gd name="T24" fmla="*/ 1400 w 2566"/>
              <a:gd name="T25" fmla="*/ 2326 h 2566"/>
              <a:gd name="T26" fmla="*/ 2326 w 2566"/>
              <a:gd name="T27" fmla="*/ 1400 h 2566"/>
              <a:gd name="T28" fmla="*/ 2566 w 2566"/>
              <a:gd name="T29" fmla="*/ 1400 h 2566"/>
              <a:gd name="T30" fmla="*/ 2566 w 2566"/>
              <a:gd name="T31" fmla="*/ 1166 h 2566"/>
              <a:gd name="T32" fmla="*/ 2326 w 2566"/>
              <a:gd name="T33" fmla="*/ 1166 h 2566"/>
              <a:gd name="T34" fmla="*/ 1283 w 2566"/>
              <a:gd name="T35" fmla="*/ 2100 h 2566"/>
              <a:gd name="T36" fmla="*/ 466 w 2566"/>
              <a:gd name="T37" fmla="*/ 1283 h 2566"/>
              <a:gd name="T38" fmla="*/ 1283 w 2566"/>
              <a:gd name="T39" fmla="*/ 466 h 2566"/>
              <a:gd name="T40" fmla="*/ 2100 w 2566"/>
              <a:gd name="T41" fmla="*/ 1283 h 2566"/>
              <a:gd name="T42" fmla="*/ 1283 w 2566"/>
              <a:gd name="T43" fmla="*/ 210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66" h="2566">
                <a:moveTo>
                  <a:pt x="2326" y="1166"/>
                </a:moveTo>
                <a:cubicBezTo>
                  <a:pt x="2272" y="680"/>
                  <a:pt x="1886" y="294"/>
                  <a:pt x="1400" y="240"/>
                </a:cubicBezTo>
                <a:cubicBezTo>
                  <a:pt x="1400" y="0"/>
                  <a:pt x="1400" y="0"/>
                  <a:pt x="1400" y="0"/>
                </a:cubicBezTo>
                <a:cubicBezTo>
                  <a:pt x="1166" y="0"/>
                  <a:pt x="1166" y="0"/>
                  <a:pt x="1166" y="0"/>
                </a:cubicBezTo>
                <a:cubicBezTo>
                  <a:pt x="1166" y="240"/>
                  <a:pt x="1166" y="240"/>
                  <a:pt x="1166" y="240"/>
                </a:cubicBezTo>
                <a:cubicBezTo>
                  <a:pt x="680" y="294"/>
                  <a:pt x="294" y="680"/>
                  <a:pt x="240" y="1166"/>
                </a:cubicBezTo>
                <a:cubicBezTo>
                  <a:pt x="0" y="1166"/>
                  <a:pt x="0" y="1166"/>
                  <a:pt x="0" y="1166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240" y="1400"/>
                  <a:pt x="240" y="1400"/>
                  <a:pt x="240" y="1400"/>
                </a:cubicBezTo>
                <a:cubicBezTo>
                  <a:pt x="294" y="1886"/>
                  <a:pt x="680" y="2272"/>
                  <a:pt x="1166" y="2326"/>
                </a:cubicBezTo>
                <a:cubicBezTo>
                  <a:pt x="1166" y="2566"/>
                  <a:pt x="1166" y="2566"/>
                  <a:pt x="1166" y="2566"/>
                </a:cubicBezTo>
                <a:cubicBezTo>
                  <a:pt x="1400" y="2566"/>
                  <a:pt x="1400" y="2566"/>
                  <a:pt x="1400" y="2566"/>
                </a:cubicBezTo>
                <a:cubicBezTo>
                  <a:pt x="1400" y="2326"/>
                  <a:pt x="1400" y="2326"/>
                  <a:pt x="1400" y="2326"/>
                </a:cubicBezTo>
                <a:cubicBezTo>
                  <a:pt x="1886" y="2272"/>
                  <a:pt x="2272" y="1886"/>
                  <a:pt x="2326" y="1400"/>
                </a:cubicBezTo>
                <a:cubicBezTo>
                  <a:pt x="2566" y="1400"/>
                  <a:pt x="2566" y="1400"/>
                  <a:pt x="2566" y="1400"/>
                </a:cubicBezTo>
                <a:cubicBezTo>
                  <a:pt x="2566" y="1166"/>
                  <a:pt x="2566" y="1166"/>
                  <a:pt x="2566" y="1166"/>
                </a:cubicBezTo>
                <a:lnTo>
                  <a:pt x="2326" y="1166"/>
                </a:lnTo>
                <a:close/>
                <a:moveTo>
                  <a:pt x="1283" y="2100"/>
                </a:moveTo>
                <a:cubicBezTo>
                  <a:pt x="831" y="2100"/>
                  <a:pt x="466" y="1735"/>
                  <a:pt x="466" y="1283"/>
                </a:cubicBezTo>
                <a:cubicBezTo>
                  <a:pt x="466" y="831"/>
                  <a:pt x="831" y="466"/>
                  <a:pt x="1283" y="466"/>
                </a:cubicBezTo>
                <a:cubicBezTo>
                  <a:pt x="1735" y="466"/>
                  <a:pt x="2100" y="831"/>
                  <a:pt x="2100" y="1283"/>
                </a:cubicBezTo>
                <a:cubicBezTo>
                  <a:pt x="2100" y="1735"/>
                  <a:pt x="1735" y="2100"/>
                  <a:pt x="1283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71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etwork Cell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4173 w 14173"/>
              <a:gd name="T1" fmla="*/ 0 h 14173"/>
              <a:gd name="T2" fmla="*/ 0 w 14173"/>
              <a:gd name="T3" fmla="*/ 14173 h 14173"/>
              <a:gd name="T4" fmla="*/ 10630 w 14173"/>
              <a:gd name="T5" fmla="*/ 14173 h 14173"/>
              <a:gd name="T6" fmla="*/ 14173 w 14173"/>
              <a:gd name="T7" fmla="*/ 14173 h 14173"/>
              <a:gd name="T8" fmla="*/ 14173 w 14173"/>
              <a:gd name="T9" fmla="*/ 0 h 141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4173" h="14173">
                <a:moveTo>
                  <a:pt x="14173" y="0"/>
                </a:moveTo>
                <a:lnTo>
                  <a:pt x="0" y="14173"/>
                </a:lnTo>
                <a:lnTo>
                  <a:pt x="10630" y="14173"/>
                </a:lnTo>
                <a:lnTo>
                  <a:pt x="14173" y="14173"/>
                </a:lnTo>
                <a:lnTo>
                  <a:pt x="141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770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Network Wifi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26720"/>
          </a:xfrm>
          <a:custGeom>
            <a:avLst/>
            <a:gdLst>
              <a:gd name="T0" fmla="*/ 3000 w 6000"/>
              <a:gd name="T1" fmla="*/ 0 h 4768"/>
              <a:gd name="T2" fmla="*/ 0 w 6000"/>
              <a:gd name="T3" fmla="*/ 1031 h 4768"/>
              <a:gd name="T4" fmla="*/ 817 w 6000"/>
              <a:gd name="T5" fmla="*/ 2049 h 4768"/>
              <a:gd name="T6" fmla="*/ 817 w 6000"/>
              <a:gd name="T7" fmla="*/ 2049 h 4768"/>
              <a:gd name="T8" fmla="*/ 2997 w 6000"/>
              <a:gd name="T9" fmla="*/ 4765 h 4768"/>
              <a:gd name="T10" fmla="*/ 3000 w 6000"/>
              <a:gd name="T11" fmla="*/ 4768 h 4768"/>
              <a:gd name="T12" fmla="*/ 3002 w 6000"/>
              <a:gd name="T13" fmla="*/ 4765 h 4768"/>
              <a:gd name="T14" fmla="*/ 5183 w 6000"/>
              <a:gd name="T15" fmla="*/ 2049 h 4768"/>
              <a:gd name="T16" fmla="*/ 5183 w 6000"/>
              <a:gd name="T17" fmla="*/ 2049 h 4768"/>
              <a:gd name="T18" fmla="*/ 6000 w 6000"/>
              <a:gd name="T19" fmla="*/ 1031 h 4768"/>
              <a:gd name="T20" fmla="*/ 3000 w 6000"/>
              <a:gd name="T21" fmla="*/ 0 h 4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6000" h="4768">
                <a:moveTo>
                  <a:pt x="3000" y="0"/>
                </a:moveTo>
                <a:cubicBezTo>
                  <a:pt x="1268" y="0"/>
                  <a:pt x="116" y="943"/>
                  <a:pt x="0" y="1031"/>
                </a:cubicBezTo>
                <a:cubicBezTo>
                  <a:pt x="817" y="2049"/>
                  <a:pt x="817" y="2049"/>
                  <a:pt x="817" y="2049"/>
                </a:cubicBezTo>
                <a:cubicBezTo>
                  <a:pt x="817" y="2049"/>
                  <a:pt x="817" y="2049"/>
                  <a:pt x="817" y="2049"/>
                </a:cubicBezTo>
                <a:cubicBezTo>
                  <a:pt x="2997" y="4765"/>
                  <a:pt x="2997" y="4765"/>
                  <a:pt x="2997" y="4765"/>
                </a:cubicBezTo>
                <a:cubicBezTo>
                  <a:pt x="3000" y="4768"/>
                  <a:pt x="3000" y="4768"/>
                  <a:pt x="3000" y="4768"/>
                </a:cubicBezTo>
                <a:cubicBezTo>
                  <a:pt x="3002" y="4765"/>
                  <a:pt x="3002" y="4765"/>
                  <a:pt x="3002" y="4765"/>
                </a:cubicBezTo>
                <a:cubicBezTo>
                  <a:pt x="5183" y="2049"/>
                  <a:pt x="5183" y="2049"/>
                  <a:pt x="5183" y="2049"/>
                </a:cubicBezTo>
                <a:cubicBezTo>
                  <a:pt x="5183" y="2049"/>
                  <a:pt x="5183" y="2049"/>
                  <a:pt x="5183" y="2049"/>
                </a:cubicBezTo>
                <a:cubicBezTo>
                  <a:pt x="6000" y="1031"/>
                  <a:pt x="6000" y="1031"/>
                  <a:pt x="6000" y="1031"/>
                </a:cubicBezTo>
                <a:cubicBezTo>
                  <a:pt x="5884" y="943"/>
                  <a:pt x="4729" y="0"/>
                  <a:pt x="3000" y="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80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FC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100 w 2334"/>
              <a:gd name="T1" fmla="*/ 0 h 2334"/>
              <a:gd name="T2" fmla="*/ 234 w 2334"/>
              <a:gd name="T3" fmla="*/ 0 h 2334"/>
              <a:gd name="T4" fmla="*/ 0 w 2334"/>
              <a:gd name="T5" fmla="*/ 234 h 2334"/>
              <a:gd name="T6" fmla="*/ 0 w 2334"/>
              <a:gd name="T7" fmla="*/ 2100 h 2334"/>
              <a:gd name="T8" fmla="*/ 234 w 2334"/>
              <a:gd name="T9" fmla="*/ 2334 h 2334"/>
              <a:gd name="T10" fmla="*/ 2100 w 2334"/>
              <a:gd name="T11" fmla="*/ 2334 h 2334"/>
              <a:gd name="T12" fmla="*/ 2334 w 2334"/>
              <a:gd name="T13" fmla="*/ 2100 h 2334"/>
              <a:gd name="T14" fmla="*/ 2334 w 2334"/>
              <a:gd name="T15" fmla="*/ 234 h 2334"/>
              <a:gd name="T16" fmla="*/ 2100 w 2334"/>
              <a:gd name="T17" fmla="*/ 0 h 2334"/>
              <a:gd name="T18" fmla="*/ 2100 w 2334"/>
              <a:gd name="T19" fmla="*/ 2100 h 2334"/>
              <a:gd name="T20" fmla="*/ 234 w 2334"/>
              <a:gd name="T21" fmla="*/ 2100 h 2334"/>
              <a:gd name="T22" fmla="*/ 234 w 2334"/>
              <a:gd name="T23" fmla="*/ 234 h 2334"/>
              <a:gd name="T24" fmla="*/ 2100 w 2334"/>
              <a:gd name="T25" fmla="*/ 234 h 2334"/>
              <a:gd name="T26" fmla="*/ 2100 w 2334"/>
              <a:gd name="T27" fmla="*/ 2100 h 2334"/>
              <a:gd name="T28" fmla="*/ 1867 w 2334"/>
              <a:gd name="T29" fmla="*/ 467 h 2334"/>
              <a:gd name="T30" fmla="*/ 1284 w 2334"/>
              <a:gd name="T31" fmla="*/ 467 h 2334"/>
              <a:gd name="T32" fmla="*/ 1050 w 2334"/>
              <a:gd name="T33" fmla="*/ 700 h 2334"/>
              <a:gd name="T34" fmla="*/ 1050 w 2334"/>
              <a:gd name="T35" fmla="*/ 966 h 2334"/>
              <a:gd name="T36" fmla="*/ 934 w 2334"/>
              <a:gd name="T37" fmla="*/ 1167 h 2334"/>
              <a:gd name="T38" fmla="*/ 1167 w 2334"/>
              <a:gd name="T39" fmla="*/ 1400 h 2334"/>
              <a:gd name="T40" fmla="*/ 1400 w 2334"/>
              <a:gd name="T41" fmla="*/ 1167 h 2334"/>
              <a:gd name="T42" fmla="*/ 1284 w 2334"/>
              <a:gd name="T43" fmla="*/ 966 h 2334"/>
              <a:gd name="T44" fmla="*/ 1284 w 2334"/>
              <a:gd name="T45" fmla="*/ 700 h 2334"/>
              <a:gd name="T46" fmla="*/ 1634 w 2334"/>
              <a:gd name="T47" fmla="*/ 700 h 2334"/>
              <a:gd name="T48" fmla="*/ 1634 w 2334"/>
              <a:gd name="T49" fmla="*/ 1634 h 2334"/>
              <a:gd name="T50" fmla="*/ 700 w 2334"/>
              <a:gd name="T51" fmla="*/ 1634 h 2334"/>
              <a:gd name="T52" fmla="*/ 700 w 2334"/>
              <a:gd name="T53" fmla="*/ 700 h 2334"/>
              <a:gd name="T54" fmla="*/ 934 w 2334"/>
              <a:gd name="T55" fmla="*/ 700 h 2334"/>
              <a:gd name="T56" fmla="*/ 934 w 2334"/>
              <a:gd name="T57" fmla="*/ 467 h 2334"/>
              <a:gd name="T58" fmla="*/ 467 w 2334"/>
              <a:gd name="T59" fmla="*/ 467 h 2334"/>
              <a:gd name="T60" fmla="*/ 467 w 2334"/>
              <a:gd name="T61" fmla="*/ 1867 h 2334"/>
              <a:gd name="T62" fmla="*/ 1867 w 2334"/>
              <a:gd name="T63" fmla="*/ 1867 h 2334"/>
              <a:gd name="T64" fmla="*/ 1867 w 2334"/>
              <a:gd name="T65" fmla="*/ 46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4" y="2334"/>
                </a:cubicBezTo>
                <a:cubicBezTo>
                  <a:pt x="2100" y="2334"/>
                  <a:pt x="2100" y="2334"/>
                  <a:pt x="2100" y="2334"/>
                </a:cubicBezTo>
                <a:cubicBezTo>
                  <a:pt x="2229" y="2334"/>
                  <a:pt x="2334" y="2229"/>
                  <a:pt x="2334" y="2100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2100" y="2100"/>
                </a:moveTo>
                <a:cubicBezTo>
                  <a:pt x="234" y="2100"/>
                  <a:pt x="234" y="2100"/>
                  <a:pt x="234" y="2100"/>
                </a:cubicBezTo>
                <a:cubicBezTo>
                  <a:pt x="234" y="234"/>
                  <a:pt x="234" y="234"/>
                  <a:pt x="234" y="234"/>
                </a:cubicBezTo>
                <a:cubicBezTo>
                  <a:pt x="2100" y="234"/>
                  <a:pt x="2100" y="234"/>
                  <a:pt x="2100" y="234"/>
                </a:cubicBezTo>
                <a:lnTo>
                  <a:pt x="2100" y="2100"/>
                </a:lnTo>
                <a:close/>
                <a:moveTo>
                  <a:pt x="1867" y="467"/>
                </a:moveTo>
                <a:cubicBezTo>
                  <a:pt x="1284" y="467"/>
                  <a:pt x="1284" y="467"/>
                  <a:pt x="1284" y="467"/>
                </a:cubicBezTo>
                <a:cubicBezTo>
                  <a:pt x="1155" y="467"/>
                  <a:pt x="1050" y="572"/>
                  <a:pt x="1050" y="700"/>
                </a:cubicBezTo>
                <a:cubicBezTo>
                  <a:pt x="1050" y="966"/>
                  <a:pt x="1050" y="966"/>
                  <a:pt x="1050" y="966"/>
                </a:cubicBezTo>
                <a:cubicBezTo>
                  <a:pt x="980" y="1007"/>
                  <a:pt x="934" y="1081"/>
                  <a:pt x="934" y="1167"/>
                </a:cubicBezTo>
                <a:cubicBezTo>
                  <a:pt x="934" y="1295"/>
                  <a:pt x="1039" y="1400"/>
                  <a:pt x="1167" y="1400"/>
                </a:cubicBezTo>
                <a:cubicBezTo>
                  <a:pt x="1295" y="1400"/>
                  <a:pt x="1400" y="1295"/>
                  <a:pt x="1400" y="1167"/>
                </a:cubicBezTo>
                <a:cubicBezTo>
                  <a:pt x="1400" y="1081"/>
                  <a:pt x="1354" y="1006"/>
                  <a:pt x="1284" y="966"/>
                </a:cubicBezTo>
                <a:cubicBezTo>
                  <a:pt x="1284" y="700"/>
                  <a:pt x="1284" y="700"/>
                  <a:pt x="1284" y="700"/>
                </a:cubicBezTo>
                <a:cubicBezTo>
                  <a:pt x="1634" y="700"/>
                  <a:pt x="1634" y="700"/>
                  <a:pt x="1634" y="700"/>
                </a:cubicBezTo>
                <a:cubicBezTo>
                  <a:pt x="1634" y="1634"/>
                  <a:pt x="1634" y="1634"/>
                  <a:pt x="1634" y="1634"/>
                </a:cubicBezTo>
                <a:cubicBezTo>
                  <a:pt x="700" y="1634"/>
                  <a:pt x="700" y="1634"/>
                  <a:pt x="700" y="1634"/>
                </a:cubicBezTo>
                <a:cubicBezTo>
                  <a:pt x="700" y="700"/>
                  <a:pt x="700" y="700"/>
                  <a:pt x="700" y="700"/>
                </a:cubicBezTo>
                <a:cubicBezTo>
                  <a:pt x="934" y="700"/>
                  <a:pt x="934" y="700"/>
                  <a:pt x="934" y="700"/>
                </a:cubicBezTo>
                <a:cubicBezTo>
                  <a:pt x="934" y="467"/>
                  <a:pt x="934" y="467"/>
                  <a:pt x="934" y="467"/>
                </a:cubicBezTo>
                <a:cubicBezTo>
                  <a:pt x="467" y="467"/>
                  <a:pt x="467" y="467"/>
                  <a:pt x="467" y="467"/>
                </a:cubicBezTo>
                <a:cubicBezTo>
                  <a:pt x="467" y="1867"/>
                  <a:pt x="467" y="1867"/>
                  <a:pt x="467" y="1867"/>
                </a:cubicBezTo>
                <a:cubicBezTo>
                  <a:pt x="1867" y="1867"/>
                  <a:pt x="1867" y="1867"/>
                  <a:pt x="1867" y="1867"/>
                </a:cubicBezTo>
                <a:lnTo>
                  <a:pt x="1867" y="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56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een Lock Landscap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82247"/>
          </a:xfrm>
          <a:custGeom>
            <a:avLst/>
            <a:gdLst>
              <a:gd name="T0" fmla="*/ 2333 w 2566"/>
              <a:gd name="T1" fmla="*/ 0 h 1634"/>
              <a:gd name="T2" fmla="*/ 233 w 2566"/>
              <a:gd name="T3" fmla="*/ 0 h 1634"/>
              <a:gd name="T4" fmla="*/ 0 w 2566"/>
              <a:gd name="T5" fmla="*/ 234 h 1634"/>
              <a:gd name="T6" fmla="*/ 0 w 2566"/>
              <a:gd name="T7" fmla="*/ 1400 h 1634"/>
              <a:gd name="T8" fmla="*/ 233 w 2566"/>
              <a:gd name="T9" fmla="*/ 1634 h 1634"/>
              <a:gd name="T10" fmla="*/ 2333 w 2566"/>
              <a:gd name="T11" fmla="*/ 1634 h 1634"/>
              <a:gd name="T12" fmla="*/ 2566 w 2566"/>
              <a:gd name="T13" fmla="*/ 1400 h 1634"/>
              <a:gd name="T14" fmla="*/ 2566 w 2566"/>
              <a:gd name="T15" fmla="*/ 234 h 1634"/>
              <a:gd name="T16" fmla="*/ 2333 w 2566"/>
              <a:gd name="T17" fmla="*/ 0 h 1634"/>
              <a:gd name="T18" fmla="*/ 2100 w 2566"/>
              <a:gd name="T19" fmla="*/ 1400 h 1634"/>
              <a:gd name="T20" fmla="*/ 466 w 2566"/>
              <a:gd name="T21" fmla="*/ 1400 h 1634"/>
              <a:gd name="T22" fmla="*/ 466 w 2566"/>
              <a:gd name="T23" fmla="*/ 234 h 1634"/>
              <a:gd name="T24" fmla="*/ 2100 w 2566"/>
              <a:gd name="T25" fmla="*/ 234 h 1634"/>
              <a:gd name="T26" fmla="*/ 2100 w 2566"/>
              <a:gd name="T27" fmla="*/ 1400 h 1634"/>
              <a:gd name="T28" fmla="*/ 1050 w 2566"/>
              <a:gd name="T29" fmla="*/ 1284 h 1634"/>
              <a:gd name="T30" fmla="*/ 1516 w 2566"/>
              <a:gd name="T31" fmla="*/ 1284 h 1634"/>
              <a:gd name="T32" fmla="*/ 1633 w 2566"/>
              <a:gd name="T33" fmla="*/ 1167 h 1634"/>
              <a:gd name="T34" fmla="*/ 1633 w 2566"/>
              <a:gd name="T35" fmla="*/ 817 h 1634"/>
              <a:gd name="T36" fmla="*/ 1516 w 2566"/>
              <a:gd name="T37" fmla="*/ 700 h 1634"/>
              <a:gd name="T38" fmla="*/ 1516 w 2566"/>
              <a:gd name="T39" fmla="*/ 584 h 1634"/>
              <a:gd name="T40" fmla="*/ 1283 w 2566"/>
              <a:gd name="T41" fmla="*/ 350 h 1634"/>
              <a:gd name="T42" fmla="*/ 1050 w 2566"/>
              <a:gd name="T43" fmla="*/ 584 h 1634"/>
              <a:gd name="T44" fmla="*/ 1050 w 2566"/>
              <a:gd name="T45" fmla="*/ 700 h 1634"/>
              <a:gd name="T46" fmla="*/ 933 w 2566"/>
              <a:gd name="T47" fmla="*/ 817 h 1634"/>
              <a:gd name="T48" fmla="*/ 933 w 2566"/>
              <a:gd name="T49" fmla="*/ 1167 h 1634"/>
              <a:gd name="T50" fmla="*/ 1050 w 2566"/>
              <a:gd name="T51" fmla="*/ 1284 h 1634"/>
              <a:gd name="T52" fmla="*/ 1143 w 2566"/>
              <a:gd name="T53" fmla="*/ 584 h 1634"/>
              <a:gd name="T54" fmla="*/ 1283 w 2566"/>
              <a:gd name="T55" fmla="*/ 444 h 1634"/>
              <a:gd name="T56" fmla="*/ 1423 w 2566"/>
              <a:gd name="T57" fmla="*/ 584 h 1634"/>
              <a:gd name="T58" fmla="*/ 1423 w 2566"/>
              <a:gd name="T59" fmla="*/ 700 h 1634"/>
              <a:gd name="T60" fmla="*/ 1143 w 2566"/>
              <a:gd name="T61" fmla="*/ 700 h 1634"/>
              <a:gd name="T62" fmla="*/ 1143 w 2566"/>
              <a:gd name="T63" fmla="*/ 584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566" h="1634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0" y="1529"/>
                  <a:pt x="105" y="1634"/>
                  <a:pt x="233" y="1634"/>
                </a:cubicBezTo>
                <a:cubicBezTo>
                  <a:pt x="2333" y="1634"/>
                  <a:pt x="2333" y="1634"/>
                  <a:pt x="2333" y="1634"/>
                </a:cubicBezTo>
                <a:cubicBezTo>
                  <a:pt x="2461" y="1634"/>
                  <a:pt x="2566" y="1529"/>
                  <a:pt x="2566" y="1400"/>
                </a:cubicBezTo>
                <a:cubicBezTo>
                  <a:pt x="2566" y="234"/>
                  <a:pt x="2566" y="234"/>
                  <a:pt x="2566" y="234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100" y="1400"/>
                </a:moveTo>
                <a:cubicBezTo>
                  <a:pt x="466" y="1400"/>
                  <a:pt x="466" y="1400"/>
                  <a:pt x="466" y="1400"/>
                </a:cubicBezTo>
                <a:cubicBezTo>
                  <a:pt x="466" y="234"/>
                  <a:pt x="466" y="234"/>
                  <a:pt x="466" y="234"/>
                </a:cubicBezTo>
                <a:cubicBezTo>
                  <a:pt x="2100" y="234"/>
                  <a:pt x="2100" y="234"/>
                  <a:pt x="2100" y="234"/>
                </a:cubicBezTo>
                <a:lnTo>
                  <a:pt x="2100" y="1400"/>
                </a:lnTo>
                <a:close/>
                <a:moveTo>
                  <a:pt x="1050" y="1284"/>
                </a:moveTo>
                <a:cubicBezTo>
                  <a:pt x="1516" y="1284"/>
                  <a:pt x="1516" y="1284"/>
                  <a:pt x="1516" y="1284"/>
                </a:cubicBezTo>
                <a:cubicBezTo>
                  <a:pt x="1580" y="1284"/>
                  <a:pt x="1633" y="1231"/>
                  <a:pt x="1633" y="1167"/>
                </a:cubicBezTo>
                <a:cubicBezTo>
                  <a:pt x="1633" y="817"/>
                  <a:pt x="1633" y="817"/>
                  <a:pt x="1633" y="817"/>
                </a:cubicBezTo>
                <a:cubicBezTo>
                  <a:pt x="1633" y="753"/>
                  <a:pt x="1580" y="700"/>
                  <a:pt x="1516" y="700"/>
                </a:cubicBezTo>
                <a:cubicBezTo>
                  <a:pt x="1516" y="584"/>
                  <a:pt x="1516" y="584"/>
                  <a:pt x="1516" y="584"/>
                </a:cubicBezTo>
                <a:cubicBezTo>
                  <a:pt x="1516" y="454"/>
                  <a:pt x="1411" y="350"/>
                  <a:pt x="1283" y="350"/>
                </a:cubicBezTo>
                <a:cubicBezTo>
                  <a:pt x="1154" y="350"/>
                  <a:pt x="1050" y="455"/>
                  <a:pt x="1050" y="584"/>
                </a:cubicBezTo>
                <a:cubicBezTo>
                  <a:pt x="1050" y="700"/>
                  <a:pt x="1050" y="700"/>
                  <a:pt x="1050" y="700"/>
                </a:cubicBezTo>
                <a:cubicBezTo>
                  <a:pt x="986" y="700"/>
                  <a:pt x="933" y="753"/>
                  <a:pt x="933" y="817"/>
                </a:cubicBezTo>
                <a:cubicBezTo>
                  <a:pt x="933" y="1167"/>
                  <a:pt x="933" y="1167"/>
                  <a:pt x="933" y="1167"/>
                </a:cubicBezTo>
                <a:cubicBezTo>
                  <a:pt x="933" y="1231"/>
                  <a:pt x="986" y="1284"/>
                  <a:pt x="1050" y="1284"/>
                </a:cubicBezTo>
                <a:close/>
                <a:moveTo>
                  <a:pt x="1143" y="584"/>
                </a:moveTo>
                <a:cubicBezTo>
                  <a:pt x="1143" y="507"/>
                  <a:pt x="1206" y="444"/>
                  <a:pt x="1283" y="444"/>
                </a:cubicBezTo>
                <a:cubicBezTo>
                  <a:pt x="1360" y="444"/>
                  <a:pt x="1423" y="507"/>
                  <a:pt x="1423" y="584"/>
                </a:cubicBezTo>
                <a:cubicBezTo>
                  <a:pt x="1423" y="700"/>
                  <a:pt x="1423" y="700"/>
                  <a:pt x="1423" y="700"/>
                </a:cubicBezTo>
                <a:cubicBezTo>
                  <a:pt x="1143" y="700"/>
                  <a:pt x="1143" y="700"/>
                  <a:pt x="1143" y="700"/>
                </a:cubicBezTo>
                <a:lnTo>
                  <a:pt x="1143" y="58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85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een Lock Portrai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82343" cy="914400"/>
          </a:xfrm>
          <a:custGeom>
            <a:avLst/>
            <a:gdLst>
              <a:gd name="T0" fmla="*/ 584 w 1634"/>
              <a:gd name="T1" fmla="*/ 1750 h 2566"/>
              <a:gd name="T2" fmla="*/ 1050 w 1634"/>
              <a:gd name="T3" fmla="*/ 1750 h 2566"/>
              <a:gd name="T4" fmla="*/ 1167 w 1634"/>
              <a:gd name="T5" fmla="*/ 1633 h 2566"/>
              <a:gd name="T6" fmla="*/ 1167 w 1634"/>
              <a:gd name="T7" fmla="*/ 1283 h 2566"/>
              <a:gd name="T8" fmla="*/ 1050 w 1634"/>
              <a:gd name="T9" fmla="*/ 1166 h 2566"/>
              <a:gd name="T10" fmla="*/ 1050 w 1634"/>
              <a:gd name="T11" fmla="*/ 1050 h 2566"/>
              <a:gd name="T12" fmla="*/ 817 w 1634"/>
              <a:gd name="T13" fmla="*/ 816 h 2566"/>
              <a:gd name="T14" fmla="*/ 584 w 1634"/>
              <a:gd name="T15" fmla="*/ 1050 h 2566"/>
              <a:gd name="T16" fmla="*/ 584 w 1634"/>
              <a:gd name="T17" fmla="*/ 1166 h 2566"/>
              <a:gd name="T18" fmla="*/ 467 w 1634"/>
              <a:gd name="T19" fmla="*/ 1283 h 2566"/>
              <a:gd name="T20" fmla="*/ 467 w 1634"/>
              <a:gd name="T21" fmla="*/ 1633 h 2566"/>
              <a:gd name="T22" fmla="*/ 584 w 1634"/>
              <a:gd name="T23" fmla="*/ 1750 h 2566"/>
              <a:gd name="T24" fmla="*/ 677 w 1634"/>
              <a:gd name="T25" fmla="*/ 1050 h 2566"/>
              <a:gd name="T26" fmla="*/ 817 w 1634"/>
              <a:gd name="T27" fmla="*/ 910 h 2566"/>
              <a:gd name="T28" fmla="*/ 957 w 1634"/>
              <a:gd name="T29" fmla="*/ 1050 h 2566"/>
              <a:gd name="T30" fmla="*/ 957 w 1634"/>
              <a:gd name="T31" fmla="*/ 1166 h 2566"/>
              <a:gd name="T32" fmla="*/ 677 w 1634"/>
              <a:gd name="T33" fmla="*/ 1166 h 2566"/>
              <a:gd name="T34" fmla="*/ 677 w 1634"/>
              <a:gd name="T35" fmla="*/ 1050 h 2566"/>
              <a:gd name="T36" fmla="*/ 1400 w 1634"/>
              <a:gd name="T37" fmla="*/ 0 h 2566"/>
              <a:gd name="T38" fmla="*/ 234 w 1634"/>
              <a:gd name="T39" fmla="*/ 0 h 2566"/>
              <a:gd name="T40" fmla="*/ 0 w 1634"/>
              <a:gd name="T41" fmla="*/ 233 h 2566"/>
              <a:gd name="T42" fmla="*/ 0 w 1634"/>
              <a:gd name="T43" fmla="*/ 2333 h 2566"/>
              <a:gd name="T44" fmla="*/ 234 w 1634"/>
              <a:gd name="T45" fmla="*/ 2566 h 2566"/>
              <a:gd name="T46" fmla="*/ 1400 w 1634"/>
              <a:gd name="T47" fmla="*/ 2566 h 2566"/>
              <a:gd name="T48" fmla="*/ 1634 w 1634"/>
              <a:gd name="T49" fmla="*/ 2333 h 2566"/>
              <a:gd name="T50" fmla="*/ 1634 w 1634"/>
              <a:gd name="T51" fmla="*/ 233 h 2566"/>
              <a:gd name="T52" fmla="*/ 1400 w 1634"/>
              <a:gd name="T53" fmla="*/ 0 h 2566"/>
              <a:gd name="T54" fmla="*/ 1400 w 1634"/>
              <a:gd name="T55" fmla="*/ 2100 h 2566"/>
              <a:gd name="T56" fmla="*/ 234 w 1634"/>
              <a:gd name="T57" fmla="*/ 2100 h 2566"/>
              <a:gd name="T58" fmla="*/ 234 w 1634"/>
              <a:gd name="T59" fmla="*/ 466 h 2566"/>
              <a:gd name="T60" fmla="*/ 1400 w 1634"/>
              <a:gd name="T61" fmla="*/ 466 h 2566"/>
              <a:gd name="T62" fmla="*/ 1400 w 1634"/>
              <a:gd name="T63" fmla="*/ 210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634" h="2566">
                <a:moveTo>
                  <a:pt x="584" y="1750"/>
                </a:moveTo>
                <a:cubicBezTo>
                  <a:pt x="1050" y="1750"/>
                  <a:pt x="1050" y="1750"/>
                  <a:pt x="1050" y="1750"/>
                </a:cubicBezTo>
                <a:cubicBezTo>
                  <a:pt x="1114" y="1750"/>
                  <a:pt x="1167" y="1697"/>
                  <a:pt x="1167" y="1633"/>
                </a:cubicBezTo>
                <a:cubicBezTo>
                  <a:pt x="1167" y="1283"/>
                  <a:pt x="1167" y="1283"/>
                  <a:pt x="1167" y="1283"/>
                </a:cubicBezTo>
                <a:cubicBezTo>
                  <a:pt x="1167" y="1219"/>
                  <a:pt x="1114" y="1166"/>
                  <a:pt x="1050" y="1166"/>
                </a:cubicBezTo>
                <a:cubicBezTo>
                  <a:pt x="1050" y="1050"/>
                  <a:pt x="1050" y="1050"/>
                  <a:pt x="1050" y="1050"/>
                </a:cubicBezTo>
                <a:cubicBezTo>
                  <a:pt x="1050" y="920"/>
                  <a:pt x="945" y="816"/>
                  <a:pt x="817" y="816"/>
                </a:cubicBezTo>
                <a:cubicBezTo>
                  <a:pt x="688" y="816"/>
                  <a:pt x="584" y="921"/>
                  <a:pt x="584" y="1050"/>
                </a:cubicBezTo>
                <a:cubicBezTo>
                  <a:pt x="584" y="1166"/>
                  <a:pt x="584" y="1166"/>
                  <a:pt x="584" y="1166"/>
                </a:cubicBezTo>
                <a:cubicBezTo>
                  <a:pt x="520" y="1166"/>
                  <a:pt x="467" y="1219"/>
                  <a:pt x="467" y="1283"/>
                </a:cubicBezTo>
                <a:cubicBezTo>
                  <a:pt x="467" y="1633"/>
                  <a:pt x="467" y="1633"/>
                  <a:pt x="467" y="1633"/>
                </a:cubicBezTo>
                <a:cubicBezTo>
                  <a:pt x="467" y="1697"/>
                  <a:pt x="520" y="1750"/>
                  <a:pt x="584" y="1750"/>
                </a:cubicBezTo>
                <a:close/>
                <a:moveTo>
                  <a:pt x="677" y="1050"/>
                </a:moveTo>
                <a:cubicBezTo>
                  <a:pt x="677" y="973"/>
                  <a:pt x="740" y="910"/>
                  <a:pt x="817" y="910"/>
                </a:cubicBezTo>
                <a:cubicBezTo>
                  <a:pt x="894" y="910"/>
                  <a:pt x="957" y="973"/>
                  <a:pt x="957" y="1050"/>
                </a:cubicBezTo>
                <a:cubicBezTo>
                  <a:pt x="957" y="1166"/>
                  <a:pt x="957" y="1166"/>
                  <a:pt x="957" y="1166"/>
                </a:cubicBezTo>
                <a:cubicBezTo>
                  <a:pt x="677" y="1166"/>
                  <a:pt x="677" y="1166"/>
                  <a:pt x="677" y="1166"/>
                </a:cubicBezTo>
                <a:lnTo>
                  <a:pt x="677" y="1050"/>
                </a:lnTo>
                <a:close/>
                <a:moveTo>
                  <a:pt x="14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4" y="2566"/>
                </a:cubicBezTo>
                <a:cubicBezTo>
                  <a:pt x="1400" y="2566"/>
                  <a:pt x="1400" y="2566"/>
                  <a:pt x="1400" y="2566"/>
                </a:cubicBezTo>
                <a:cubicBezTo>
                  <a:pt x="1529" y="2566"/>
                  <a:pt x="1634" y="2461"/>
                  <a:pt x="1634" y="2333"/>
                </a:cubicBezTo>
                <a:cubicBezTo>
                  <a:pt x="1634" y="233"/>
                  <a:pt x="1634" y="233"/>
                  <a:pt x="1634" y="233"/>
                </a:cubicBezTo>
                <a:cubicBezTo>
                  <a:pt x="1634" y="105"/>
                  <a:pt x="1529" y="0"/>
                  <a:pt x="1400" y="0"/>
                </a:cubicBezTo>
                <a:close/>
                <a:moveTo>
                  <a:pt x="1400" y="2100"/>
                </a:moveTo>
                <a:cubicBezTo>
                  <a:pt x="234" y="2100"/>
                  <a:pt x="234" y="2100"/>
                  <a:pt x="234" y="2100"/>
                </a:cubicBezTo>
                <a:cubicBezTo>
                  <a:pt x="234" y="466"/>
                  <a:pt x="234" y="466"/>
                  <a:pt x="234" y="466"/>
                </a:cubicBezTo>
                <a:cubicBezTo>
                  <a:pt x="1400" y="466"/>
                  <a:pt x="1400" y="466"/>
                  <a:pt x="1400" y="466"/>
                </a:cubicBezTo>
                <a:lnTo>
                  <a:pt x="1400" y="2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20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een Lock Rotati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07908" cy="914400"/>
          </a:xfrm>
          <a:custGeom>
            <a:avLst/>
            <a:gdLst>
              <a:gd name="T0" fmla="*/ 2596 w 2664"/>
              <a:gd name="T1" fmla="*/ 1490 h 2683"/>
              <a:gd name="T2" fmla="*/ 2296 w 2664"/>
              <a:gd name="T3" fmla="*/ 1190 h 2683"/>
              <a:gd name="T4" fmla="*/ 2131 w 2664"/>
              <a:gd name="T5" fmla="*/ 1354 h 2683"/>
              <a:gd name="T6" fmla="*/ 2390 w 2664"/>
              <a:gd name="T7" fmla="*/ 1614 h 2683"/>
              <a:gd name="T8" fmla="*/ 1730 w 2664"/>
              <a:gd name="T9" fmla="*/ 2274 h 2683"/>
              <a:gd name="T10" fmla="*/ 409 w 2664"/>
              <a:gd name="T11" fmla="*/ 953 h 2683"/>
              <a:gd name="T12" fmla="*/ 1069 w 2664"/>
              <a:gd name="T13" fmla="*/ 293 h 2683"/>
              <a:gd name="T14" fmla="*/ 1315 w 2664"/>
              <a:gd name="T15" fmla="*/ 538 h 2683"/>
              <a:gd name="T16" fmla="*/ 1479 w 2664"/>
              <a:gd name="T17" fmla="*/ 373 h 2683"/>
              <a:gd name="T18" fmla="*/ 1193 w 2664"/>
              <a:gd name="T19" fmla="*/ 87 h 2683"/>
              <a:gd name="T20" fmla="*/ 946 w 2664"/>
              <a:gd name="T21" fmla="*/ 87 h 2683"/>
              <a:gd name="T22" fmla="*/ 204 w 2664"/>
              <a:gd name="T23" fmla="*/ 829 h 2683"/>
              <a:gd name="T24" fmla="*/ 204 w 2664"/>
              <a:gd name="T25" fmla="*/ 1077 h 2683"/>
              <a:gd name="T26" fmla="*/ 1606 w 2664"/>
              <a:gd name="T27" fmla="*/ 2479 h 2683"/>
              <a:gd name="T28" fmla="*/ 1854 w 2664"/>
              <a:gd name="T29" fmla="*/ 2479 h 2683"/>
              <a:gd name="T30" fmla="*/ 2596 w 2664"/>
              <a:gd name="T31" fmla="*/ 1737 h 2683"/>
              <a:gd name="T32" fmla="*/ 2596 w 2664"/>
              <a:gd name="T33" fmla="*/ 1490 h 2683"/>
              <a:gd name="T34" fmla="*/ 871 w 2664"/>
              <a:gd name="T35" fmla="*/ 2389 h 2683"/>
              <a:gd name="T36" fmla="*/ 175 w 2664"/>
              <a:gd name="T37" fmla="*/ 1400 h 2683"/>
              <a:gd name="T38" fmla="*/ 0 w 2664"/>
              <a:gd name="T39" fmla="*/ 1400 h 2683"/>
              <a:gd name="T40" fmla="*/ 1394 w 2664"/>
              <a:gd name="T41" fmla="*/ 2683 h 2683"/>
              <a:gd name="T42" fmla="*/ 1471 w 2664"/>
              <a:gd name="T43" fmla="*/ 2680 h 2683"/>
              <a:gd name="T44" fmla="*/ 1026 w 2664"/>
              <a:gd name="T45" fmla="*/ 2234 h 2683"/>
              <a:gd name="T46" fmla="*/ 871 w 2664"/>
              <a:gd name="T47" fmla="*/ 2389 h 2683"/>
              <a:gd name="T48" fmla="*/ 1750 w 2664"/>
              <a:gd name="T49" fmla="*/ 1050 h 2683"/>
              <a:gd name="T50" fmla="*/ 2333 w 2664"/>
              <a:gd name="T51" fmla="*/ 1050 h 2683"/>
              <a:gd name="T52" fmla="*/ 2450 w 2664"/>
              <a:gd name="T53" fmla="*/ 933 h 2683"/>
              <a:gd name="T54" fmla="*/ 2450 w 2664"/>
              <a:gd name="T55" fmla="*/ 467 h 2683"/>
              <a:gd name="T56" fmla="*/ 2333 w 2664"/>
              <a:gd name="T57" fmla="*/ 350 h 2683"/>
              <a:gd name="T58" fmla="*/ 2333 w 2664"/>
              <a:gd name="T59" fmla="*/ 292 h 2683"/>
              <a:gd name="T60" fmla="*/ 2041 w 2664"/>
              <a:gd name="T61" fmla="*/ 0 h 2683"/>
              <a:gd name="T62" fmla="*/ 1750 w 2664"/>
              <a:gd name="T63" fmla="*/ 292 h 2683"/>
              <a:gd name="T64" fmla="*/ 1750 w 2664"/>
              <a:gd name="T65" fmla="*/ 350 h 2683"/>
              <a:gd name="T66" fmla="*/ 1633 w 2664"/>
              <a:gd name="T67" fmla="*/ 467 h 2683"/>
              <a:gd name="T68" fmla="*/ 1633 w 2664"/>
              <a:gd name="T69" fmla="*/ 933 h 2683"/>
              <a:gd name="T70" fmla="*/ 1750 w 2664"/>
              <a:gd name="T71" fmla="*/ 1050 h 2683"/>
              <a:gd name="T72" fmla="*/ 1843 w 2664"/>
              <a:gd name="T73" fmla="*/ 292 h 2683"/>
              <a:gd name="T74" fmla="*/ 2041 w 2664"/>
              <a:gd name="T75" fmla="*/ 93 h 2683"/>
              <a:gd name="T76" fmla="*/ 2240 w 2664"/>
              <a:gd name="T77" fmla="*/ 292 h 2683"/>
              <a:gd name="T78" fmla="*/ 2240 w 2664"/>
              <a:gd name="T79" fmla="*/ 350 h 2683"/>
              <a:gd name="T80" fmla="*/ 1843 w 2664"/>
              <a:gd name="T81" fmla="*/ 350 h 2683"/>
              <a:gd name="T82" fmla="*/ 1843 w 2664"/>
              <a:gd name="T83" fmla="*/ 292 h 26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664" h="2683">
                <a:moveTo>
                  <a:pt x="2596" y="1490"/>
                </a:moveTo>
                <a:cubicBezTo>
                  <a:pt x="2296" y="1190"/>
                  <a:pt x="2296" y="1190"/>
                  <a:pt x="2296" y="1190"/>
                </a:cubicBezTo>
                <a:cubicBezTo>
                  <a:pt x="2131" y="1354"/>
                  <a:pt x="2131" y="1354"/>
                  <a:pt x="2131" y="1354"/>
                </a:cubicBezTo>
                <a:cubicBezTo>
                  <a:pt x="2390" y="1614"/>
                  <a:pt x="2390" y="1614"/>
                  <a:pt x="2390" y="1614"/>
                </a:cubicBezTo>
                <a:cubicBezTo>
                  <a:pt x="1730" y="2274"/>
                  <a:pt x="1730" y="2274"/>
                  <a:pt x="1730" y="2274"/>
                </a:cubicBezTo>
                <a:cubicBezTo>
                  <a:pt x="409" y="953"/>
                  <a:pt x="409" y="953"/>
                  <a:pt x="409" y="953"/>
                </a:cubicBezTo>
                <a:cubicBezTo>
                  <a:pt x="1069" y="293"/>
                  <a:pt x="1069" y="293"/>
                  <a:pt x="1069" y="293"/>
                </a:cubicBezTo>
                <a:cubicBezTo>
                  <a:pt x="1315" y="538"/>
                  <a:pt x="1315" y="538"/>
                  <a:pt x="1315" y="538"/>
                </a:cubicBezTo>
                <a:cubicBezTo>
                  <a:pt x="1479" y="373"/>
                  <a:pt x="1479" y="373"/>
                  <a:pt x="1479" y="373"/>
                </a:cubicBezTo>
                <a:cubicBezTo>
                  <a:pt x="1193" y="87"/>
                  <a:pt x="1193" y="87"/>
                  <a:pt x="1193" y="87"/>
                </a:cubicBezTo>
                <a:cubicBezTo>
                  <a:pt x="1124" y="19"/>
                  <a:pt x="1013" y="19"/>
                  <a:pt x="946" y="87"/>
                </a:cubicBezTo>
                <a:cubicBezTo>
                  <a:pt x="204" y="829"/>
                  <a:pt x="204" y="829"/>
                  <a:pt x="204" y="829"/>
                </a:cubicBezTo>
                <a:cubicBezTo>
                  <a:pt x="135" y="898"/>
                  <a:pt x="135" y="1009"/>
                  <a:pt x="204" y="1077"/>
                </a:cubicBezTo>
                <a:cubicBezTo>
                  <a:pt x="1606" y="2479"/>
                  <a:pt x="1606" y="2479"/>
                  <a:pt x="1606" y="2479"/>
                </a:cubicBezTo>
                <a:cubicBezTo>
                  <a:pt x="1675" y="2548"/>
                  <a:pt x="1786" y="2548"/>
                  <a:pt x="1854" y="2479"/>
                </a:cubicBezTo>
                <a:cubicBezTo>
                  <a:pt x="2596" y="1737"/>
                  <a:pt x="2596" y="1737"/>
                  <a:pt x="2596" y="1737"/>
                </a:cubicBezTo>
                <a:cubicBezTo>
                  <a:pt x="2664" y="1668"/>
                  <a:pt x="2664" y="1557"/>
                  <a:pt x="2596" y="1490"/>
                </a:cubicBezTo>
                <a:close/>
                <a:moveTo>
                  <a:pt x="871" y="2389"/>
                </a:moveTo>
                <a:cubicBezTo>
                  <a:pt x="490" y="2210"/>
                  <a:pt x="217" y="1839"/>
                  <a:pt x="175" y="1400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59" y="2119"/>
                  <a:pt x="660" y="2683"/>
                  <a:pt x="1394" y="2683"/>
                </a:cubicBezTo>
                <a:cubicBezTo>
                  <a:pt x="1471" y="2680"/>
                  <a:pt x="1471" y="2680"/>
                  <a:pt x="1471" y="2680"/>
                </a:cubicBezTo>
                <a:cubicBezTo>
                  <a:pt x="1026" y="2234"/>
                  <a:pt x="1026" y="2234"/>
                  <a:pt x="1026" y="2234"/>
                </a:cubicBezTo>
                <a:lnTo>
                  <a:pt x="871" y="2389"/>
                </a:lnTo>
                <a:close/>
                <a:moveTo>
                  <a:pt x="1750" y="1050"/>
                </a:moveTo>
                <a:cubicBezTo>
                  <a:pt x="2333" y="1050"/>
                  <a:pt x="2333" y="1050"/>
                  <a:pt x="2333" y="1050"/>
                </a:cubicBezTo>
                <a:cubicBezTo>
                  <a:pt x="2397" y="1050"/>
                  <a:pt x="2450" y="997"/>
                  <a:pt x="2450" y="933"/>
                </a:cubicBezTo>
                <a:cubicBezTo>
                  <a:pt x="2450" y="467"/>
                  <a:pt x="2450" y="467"/>
                  <a:pt x="2450" y="467"/>
                </a:cubicBezTo>
                <a:cubicBezTo>
                  <a:pt x="2450" y="403"/>
                  <a:pt x="2397" y="350"/>
                  <a:pt x="2333" y="350"/>
                </a:cubicBezTo>
                <a:cubicBezTo>
                  <a:pt x="2333" y="292"/>
                  <a:pt x="2333" y="292"/>
                  <a:pt x="2333" y="292"/>
                </a:cubicBezTo>
                <a:cubicBezTo>
                  <a:pt x="2333" y="131"/>
                  <a:pt x="2202" y="0"/>
                  <a:pt x="2041" y="0"/>
                </a:cubicBezTo>
                <a:cubicBezTo>
                  <a:pt x="1880" y="0"/>
                  <a:pt x="1750" y="131"/>
                  <a:pt x="1750" y="292"/>
                </a:cubicBezTo>
                <a:cubicBezTo>
                  <a:pt x="1750" y="350"/>
                  <a:pt x="1750" y="350"/>
                  <a:pt x="1750" y="350"/>
                </a:cubicBezTo>
                <a:cubicBezTo>
                  <a:pt x="1686" y="350"/>
                  <a:pt x="1633" y="403"/>
                  <a:pt x="1633" y="467"/>
                </a:cubicBezTo>
                <a:cubicBezTo>
                  <a:pt x="1633" y="933"/>
                  <a:pt x="1633" y="933"/>
                  <a:pt x="1633" y="933"/>
                </a:cubicBezTo>
                <a:cubicBezTo>
                  <a:pt x="1633" y="997"/>
                  <a:pt x="1686" y="1050"/>
                  <a:pt x="1750" y="1050"/>
                </a:cubicBezTo>
                <a:close/>
                <a:moveTo>
                  <a:pt x="1843" y="292"/>
                </a:moveTo>
                <a:cubicBezTo>
                  <a:pt x="1843" y="182"/>
                  <a:pt x="1932" y="93"/>
                  <a:pt x="2041" y="93"/>
                </a:cubicBezTo>
                <a:cubicBezTo>
                  <a:pt x="2151" y="93"/>
                  <a:pt x="2240" y="182"/>
                  <a:pt x="2240" y="292"/>
                </a:cubicBezTo>
                <a:cubicBezTo>
                  <a:pt x="2240" y="350"/>
                  <a:pt x="2240" y="350"/>
                  <a:pt x="2240" y="350"/>
                </a:cubicBezTo>
                <a:cubicBezTo>
                  <a:pt x="1843" y="350"/>
                  <a:pt x="1843" y="350"/>
                  <a:pt x="1843" y="350"/>
                </a:cubicBezTo>
                <a:lnTo>
                  <a:pt x="1843" y="29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456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een Rotati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0529" cy="914400"/>
          </a:xfrm>
          <a:custGeom>
            <a:avLst/>
            <a:gdLst>
              <a:gd name="T0" fmla="*/ 1917 w 2788"/>
              <a:gd name="T1" fmla="*/ 294 h 2800"/>
              <a:gd name="T2" fmla="*/ 2613 w 2788"/>
              <a:gd name="T3" fmla="*/ 1283 h 2800"/>
              <a:gd name="T4" fmla="*/ 2788 w 2788"/>
              <a:gd name="T5" fmla="*/ 1283 h 2800"/>
              <a:gd name="T6" fmla="*/ 1394 w 2788"/>
              <a:gd name="T7" fmla="*/ 0 h 2800"/>
              <a:gd name="T8" fmla="*/ 1317 w 2788"/>
              <a:gd name="T9" fmla="*/ 4 h 2800"/>
              <a:gd name="T10" fmla="*/ 1762 w 2788"/>
              <a:gd name="T11" fmla="*/ 448 h 2800"/>
              <a:gd name="T12" fmla="*/ 1917 w 2788"/>
              <a:gd name="T13" fmla="*/ 294 h 2800"/>
              <a:gd name="T14" fmla="*/ 1188 w 2788"/>
              <a:gd name="T15" fmla="*/ 204 h 2800"/>
              <a:gd name="T16" fmla="*/ 940 w 2788"/>
              <a:gd name="T17" fmla="*/ 204 h 2800"/>
              <a:gd name="T18" fmla="*/ 198 w 2788"/>
              <a:gd name="T19" fmla="*/ 946 h 2800"/>
              <a:gd name="T20" fmla="*/ 198 w 2788"/>
              <a:gd name="T21" fmla="*/ 1193 h 2800"/>
              <a:gd name="T22" fmla="*/ 1600 w 2788"/>
              <a:gd name="T23" fmla="*/ 2596 h 2800"/>
              <a:gd name="T24" fmla="*/ 1848 w 2788"/>
              <a:gd name="T25" fmla="*/ 2596 h 2800"/>
              <a:gd name="T26" fmla="*/ 2590 w 2788"/>
              <a:gd name="T27" fmla="*/ 1854 h 2800"/>
              <a:gd name="T28" fmla="*/ 2590 w 2788"/>
              <a:gd name="T29" fmla="*/ 1606 h 2800"/>
              <a:gd name="T30" fmla="*/ 1188 w 2788"/>
              <a:gd name="T31" fmla="*/ 204 h 2800"/>
              <a:gd name="T32" fmla="*/ 1724 w 2788"/>
              <a:gd name="T33" fmla="*/ 2472 h 2800"/>
              <a:gd name="T34" fmla="*/ 322 w 2788"/>
              <a:gd name="T35" fmla="*/ 1070 h 2800"/>
              <a:gd name="T36" fmla="*/ 1064 w 2788"/>
              <a:gd name="T37" fmla="*/ 328 h 2800"/>
              <a:gd name="T38" fmla="*/ 2466 w 2788"/>
              <a:gd name="T39" fmla="*/ 1730 h 2800"/>
              <a:gd name="T40" fmla="*/ 1724 w 2788"/>
              <a:gd name="T41" fmla="*/ 2472 h 2800"/>
              <a:gd name="T42" fmla="*/ 871 w 2788"/>
              <a:gd name="T43" fmla="*/ 2506 h 2800"/>
              <a:gd name="T44" fmla="*/ 175 w 2788"/>
              <a:gd name="T45" fmla="*/ 1517 h 2800"/>
              <a:gd name="T46" fmla="*/ 0 w 2788"/>
              <a:gd name="T47" fmla="*/ 1517 h 2800"/>
              <a:gd name="T48" fmla="*/ 1394 w 2788"/>
              <a:gd name="T49" fmla="*/ 2800 h 2800"/>
              <a:gd name="T50" fmla="*/ 1471 w 2788"/>
              <a:gd name="T51" fmla="*/ 2796 h 2800"/>
              <a:gd name="T52" fmla="*/ 1027 w 2788"/>
              <a:gd name="T53" fmla="*/ 2352 h 2800"/>
              <a:gd name="T54" fmla="*/ 871 w 2788"/>
              <a:gd name="T55" fmla="*/ 2506 h 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788" h="2800">
                <a:moveTo>
                  <a:pt x="1917" y="294"/>
                </a:moveTo>
                <a:cubicBezTo>
                  <a:pt x="2298" y="475"/>
                  <a:pt x="2571" y="845"/>
                  <a:pt x="2613" y="1283"/>
                </a:cubicBezTo>
                <a:cubicBezTo>
                  <a:pt x="2788" y="1283"/>
                  <a:pt x="2788" y="1283"/>
                  <a:pt x="2788" y="1283"/>
                </a:cubicBezTo>
                <a:cubicBezTo>
                  <a:pt x="2729" y="565"/>
                  <a:pt x="2128" y="0"/>
                  <a:pt x="1394" y="0"/>
                </a:cubicBezTo>
                <a:cubicBezTo>
                  <a:pt x="1317" y="4"/>
                  <a:pt x="1317" y="4"/>
                  <a:pt x="1317" y="4"/>
                </a:cubicBezTo>
                <a:cubicBezTo>
                  <a:pt x="1762" y="448"/>
                  <a:pt x="1762" y="448"/>
                  <a:pt x="1762" y="448"/>
                </a:cubicBezTo>
                <a:lnTo>
                  <a:pt x="1917" y="294"/>
                </a:lnTo>
                <a:close/>
                <a:moveTo>
                  <a:pt x="1188" y="204"/>
                </a:moveTo>
                <a:cubicBezTo>
                  <a:pt x="1119" y="135"/>
                  <a:pt x="1008" y="135"/>
                  <a:pt x="940" y="204"/>
                </a:cubicBezTo>
                <a:cubicBezTo>
                  <a:pt x="198" y="946"/>
                  <a:pt x="198" y="946"/>
                  <a:pt x="198" y="946"/>
                </a:cubicBezTo>
                <a:cubicBezTo>
                  <a:pt x="129" y="1015"/>
                  <a:pt x="129" y="1126"/>
                  <a:pt x="198" y="1193"/>
                </a:cubicBezTo>
                <a:cubicBezTo>
                  <a:pt x="1600" y="2596"/>
                  <a:pt x="1600" y="2596"/>
                  <a:pt x="1600" y="2596"/>
                </a:cubicBezTo>
                <a:cubicBezTo>
                  <a:pt x="1669" y="2665"/>
                  <a:pt x="1780" y="2665"/>
                  <a:pt x="1848" y="2596"/>
                </a:cubicBezTo>
                <a:cubicBezTo>
                  <a:pt x="2590" y="1854"/>
                  <a:pt x="2590" y="1854"/>
                  <a:pt x="2590" y="1854"/>
                </a:cubicBezTo>
                <a:cubicBezTo>
                  <a:pt x="2659" y="1785"/>
                  <a:pt x="2659" y="1674"/>
                  <a:pt x="2590" y="1606"/>
                </a:cubicBezTo>
                <a:lnTo>
                  <a:pt x="1188" y="204"/>
                </a:lnTo>
                <a:close/>
                <a:moveTo>
                  <a:pt x="1724" y="2472"/>
                </a:moveTo>
                <a:cubicBezTo>
                  <a:pt x="322" y="1070"/>
                  <a:pt x="322" y="1070"/>
                  <a:pt x="322" y="1070"/>
                </a:cubicBezTo>
                <a:cubicBezTo>
                  <a:pt x="1064" y="328"/>
                  <a:pt x="1064" y="328"/>
                  <a:pt x="1064" y="328"/>
                </a:cubicBezTo>
                <a:cubicBezTo>
                  <a:pt x="2466" y="1730"/>
                  <a:pt x="2466" y="1730"/>
                  <a:pt x="2466" y="1730"/>
                </a:cubicBezTo>
                <a:lnTo>
                  <a:pt x="1724" y="2472"/>
                </a:lnTo>
                <a:close/>
                <a:moveTo>
                  <a:pt x="871" y="2506"/>
                </a:moveTo>
                <a:cubicBezTo>
                  <a:pt x="490" y="2326"/>
                  <a:pt x="217" y="1955"/>
                  <a:pt x="175" y="1517"/>
                </a:cubicBezTo>
                <a:cubicBezTo>
                  <a:pt x="0" y="1517"/>
                  <a:pt x="0" y="1517"/>
                  <a:pt x="0" y="1517"/>
                </a:cubicBezTo>
                <a:cubicBezTo>
                  <a:pt x="59" y="2235"/>
                  <a:pt x="660" y="2800"/>
                  <a:pt x="1394" y="2800"/>
                </a:cubicBezTo>
                <a:cubicBezTo>
                  <a:pt x="1471" y="2796"/>
                  <a:pt x="1471" y="2796"/>
                  <a:pt x="1471" y="2796"/>
                </a:cubicBezTo>
                <a:cubicBezTo>
                  <a:pt x="1027" y="2352"/>
                  <a:pt x="1027" y="2352"/>
                  <a:pt x="1027" y="2352"/>
                </a:cubicBezTo>
                <a:lnTo>
                  <a:pt x="871" y="25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D Storag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122" cy="914400"/>
          </a:xfrm>
          <a:custGeom>
            <a:avLst/>
            <a:gdLst>
              <a:gd name="T0" fmla="*/ 1633 w 1866"/>
              <a:gd name="T1" fmla="*/ 0 h 2334"/>
              <a:gd name="T2" fmla="*/ 700 w 1866"/>
              <a:gd name="T3" fmla="*/ 0 h 2334"/>
              <a:gd name="T4" fmla="*/ 2 w 1866"/>
              <a:gd name="T5" fmla="*/ 700 h 2334"/>
              <a:gd name="T6" fmla="*/ 0 w 1866"/>
              <a:gd name="T7" fmla="*/ 2100 h 2334"/>
              <a:gd name="T8" fmla="*/ 233 w 1866"/>
              <a:gd name="T9" fmla="*/ 2334 h 2334"/>
              <a:gd name="T10" fmla="*/ 1633 w 1866"/>
              <a:gd name="T11" fmla="*/ 2334 h 2334"/>
              <a:gd name="T12" fmla="*/ 1866 w 1866"/>
              <a:gd name="T13" fmla="*/ 2100 h 2334"/>
              <a:gd name="T14" fmla="*/ 1866 w 1866"/>
              <a:gd name="T15" fmla="*/ 234 h 2334"/>
              <a:gd name="T16" fmla="*/ 1633 w 1866"/>
              <a:gd name="T17" fmla="*/ 0 h 2334"/>
              <a:gd name="T18" fmla="*/ 933 w 1866"/>
              <a:gd name="T19" fmla="*/ 700 h 2334"/>
              <a:gd name="T20" fmla="*/ 700 w 1866"/>
              <a:gd name="T21" fmla="*/ 700 h 2334"/>
              <a:gd name="T22" fmla="*/ 700 w 1866"/>
              <a:gd name="T23" fmla="*/ 234 h 2334"/>
              <a:gd name="T24" fmla="*/ 933 w 1866"/>
              <a:gd name="T25" fmla="*/ 234 h 2334"/>
              <a:gd name="T26" fmla="*/ 933 w 1866"/>
              <a:gd name="T27" fmla="*/ 700 h 2334"/>
              <a:gd name="T28" fmla="*/ 1283 w 1866"/>
              <a:gd name="T29" fmla="*/ 700 h 2334"/>
              <a:gd name="T30" fmla="*/ 1050 w 1866"/>
              <a:gd name="T31" fmla="*/ 700 h 2334"/>
              <a:gd name="T32" fmla="*/ 1050 w 1866"/>
              <a:gd name="T33" fmla="*/ 234 h 2334"/>
              <a:gd name="T34" fmla="*/ 1283 w 1866"/>
              <a:gd name="T35" fmla="*/ 234 h 2334"/>
              <a:gd name="T36" fmla="*/ 1283 w 1866"/>
              <a:gd name="T37" fmla="*/ 700 h 2334"/>
              <a:gd name="T38" fmla="*/ 1633 w 1866"/>
              <a:gd name="T39" fmla="*/ 700 h 2334"/>
              <a:gd name="T40" fmla="*/ 1400 w 1866"/>
              <a:gd name="T41" fmla="*/ 700 h 2334"/>
              <a:gd name="T42" fmla="*/ 1400 w 1866"/>
              <a:gd name="T43" fmla="*/ 234 h 2334"/>
              <a:gd name="T44" fmla="*/ 1633 w 1866"/>
              <a:gd name="T45" fmla="*/ 234 h 2334"/>
              <a:gd name="T46" fmla="*/ 1633 w 1866"/>
              <a:gd name="T47" fmla="*/ 7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866" h="2334">
                <a:moveTo>
                  <a:pt x="16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2" y="700"/>
                  <a:pt x="2" y="700"/>
                  <a:pt x="2" y="700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3" y="2334"/>
                </a:cubicBezTo>
                <a:cubicBezTo>
                  <a:pt x="1633" y="2334"/>
                  <a:pt x="1633" y="2334"/>
                  <a:pt x="1633" y="2334"/>
                </a:cubicBezTo>
                <a:cubicBezTo>
                  <a:pt x="1761" y="2334"/>
                  <a:pt x="1866" y="2229"/>
                  <a:pt x="1866" y="2100"/>
                </a:cubicBezTo>
                <a:cubicBezTo>
                  <a:pt x="1866" y="234"/>
                  <a:pt x="1866" y="234"/>
                  <a:pt x="1866" y="234"/>
                </a:cubicBezTo>
                <a:cubicBezTo>
                  <a:pt x="1866" y="105"/>
                  <a:pt x="1761" y="0"/>
                  <a:pt x="1633" y="0"/>
                </a:cubicBezTo>
                <a:close/>
                <a:moveTo>
                  <a:pt x="933" y="700"/>
                </a:moveTo>
                <a:cubicBezTo>
                  <a:pt x="700" y="700"/>
                  <a:pt x="700" y="700"/>
                  <a:pt x="700" y="700"/>
                </a:cubicBezTo>
                <a:cubicBezTo>
                  <a:pt x="700" y="234"/>
                  <a:pt x="700" y="234"/>
                  <a:pt x="700" y="234"/>
                </a:cubicBezTo>
                <a:cubicBezTo>
                  <a:pt x="933" y="234"/>
                  <a:pt x="933" y="234"/>
                  <a:pt x="933" y="234"/>
                </a:cubicBezTo>
                <a:lnTo>
                  <a:pt x="933" y="700"/>
                </a:lnTo>
                <a:close/>
                <a:moveTo>
                  <a:pt x="1283" y="700"/>
                </a:moveTo>
                <a:cubicBezTo>
                  <a:pt x="1050" y="700"/>
                  <a:pt x="1050" y="700"/>
                  <a:pt x="1050" y="700"/>
                </a:cubicBezTo>
                <a:cubicBezTo>
                  <a:pt x="1050" y="234"/>
                  <a:pt x="1050" y="234"/>
                  <a:pt x="1050" y="234"/>
                </a:cubicBezTo>
                <a:cubicBezTo>
                  <a:pt x="1283" y="234"/>
                  <a:pt x="1283" y="234"/>
                  <a:pt x="1283" y="234"/>
                </a:cubicBezTo>
                <a:lnTo>
                  <a:pt x="1283" y="700"/>
                </a:lnTo>
                <a:close/>
                <a:moveTo>
                  <a:pt x="1633" y="700"/>
                </a:moveTo>
                <a:cubicBezTo>
                  <a:pt x="1400" y="700"/>
                  <a:pt x="1400" y="700"/>
                  <a:pt x="1400" y="700"/>
                </a:cubicBezTo>
                <a:cubicBezTo>
                  <a:pt x="1400" y="234"/>
                  <a:pt x="1400" y="234"/>
                  <a:pt x="1400" y="234"/>
                </a:cubicBezTo>
                <a:cubicBezTo>
                  <a:pt x="1633" y="234"/>
                  <a:pt x="1633" y="234"/>
                  <a:pt x="1633" y="234"/>
                </a:cubicBezTo>
                <a:lnTo>
                  <a:pt x="1633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18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ttings System Daydrea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933 w 2566"/>
              <a:gd name="T1" fmla="*/ 1517 h 2100"/>
              <a:gd name="T2" fmla="*/ 1691 w 2566"/>
              <a:gd name="T3" fmla="*/ 1517 h 2100"/>
              <a:gd name="T4" fmla="*/ 1983 w 2566"/>
              <a:gd name="T5" fmla="*/ 1225 h 2100"/>
              <a:gd name="T6" fmla="*/ 1691 w 2566"/>
              <a:gd name="T7" fmla="*/ 933 h 2100"/>
              <a:gd name="T8" fmla="*/ 1686 w 2566"/>
              <a:gd name="T9" fmla="*/ 933 h 2100"/>
              <a:gd name="T10" fmla="*/ 1283 w 2566"/>
              <a:gd name="T11" fmla="*/ 583 h 2100"/>
              <a:gd name="T12" fmla="*/ 914 w 2566"/>
              <a:gd name="T13" fmla="*/ 819 h 2100"/>
              <a:gd name="T14" fmla="*/ 896 w 2566"/>
              <a:gd name="T15" fmla="*/ 819 h 2100"/>
              <a:gd name="T16" fmla="*/ 583 w 2566"/>
              <a:gd name="T17" fmla="*/ 1167 h 2100"/>
              <a:gd name="T18" fmla="*/ 933 w 2566"/>
              <a:gd name="T19" fmla="*/ 1517 h 2100"/>
              <a:gd name="T20" fmla="*/ 2333 w 2566"/>
              <a:gd name="T21" fmla="*/ 0 h 2100"/>
              <a:gd name="T22" fmla="*/ 233 w 2566"/>
              <a:gd name="T23" fmla="*/ 0 h 2100"/>
              <a:gd name="T24" fmla="*/ 0 w 2566"/>
              <a:gd name="T25" fmla="*/ 233 h 2100"/>
              <a:gd name="T26" fmla="*/ 0 w 2566"/>
              <a:gd name="T27" fmla="*/ 1867 h 2100"/>
              <a:gd name="T28" fmla="*/ 233 w 2566"/>
              <a:gd name="T29" fmla="*/ 2100 h 2100"/>
              <a:gd name="T30" fmla="*/ 2333 w 2566"/>
              <a:gd name="T31" fmla="*/ 2100 h 2100"/>
              <a:gd name="T32" fmla="*/ 2566 w 2566"/>
              <a:gd name="T33" fmla="*/ 1867 h 2100"/>
              <a:gd name="T34" fmla="*/ 2566 w 2566"/>
              <a:gd name="T35" fmla="*/ 233 h 2100"/>
              <a:gd name="T36" fmla="*/ 2333 w 2566"/>
              <a:gd name="T37" fmla="*/ 0 h 2100"/>
              <a:gd name="T38" fmla="*/ 2333 w 2566"/>
              <a:gd name="T39" fmla="*/ 1868 h 2100"/>
              <a:gd name="T40" fmla="*/ 233 w 2566"/>
              <a:gd name="T41" fmla="*/ 1868 h 2100"/>
              <a:gd name="T42" fmla="*/ 233 w 2566"/>
              <a:gd name="T43" fmla="*/ 232 h 2100"/>
              <a:gd name="T44" fmla="*/ 2333 w 2566"/>
              <a:gd name="T45" fmla="*/ 232 h 2100"/>
              <a:gd name="T46" fmla="*/ 2333 w 2566"/>
              <a:gd name="T47" fmla="*/ 1868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566" h="2100">
                <a:moveTo>
                  <a:pt x="933" y="1517"/>
                </a:moveTo>
                <a:cubicBezTo>
                  <a:pt x="1691" y="1517"/>
                  <a:pt x="1691" y="1517"/>
                  <a:pt x="1691" y="1517"/>
                </a:cubicBezTo>
                <a:cubicBezTo>
                  <a:pt x="1852" y="1517"/>
                  <a:pt x="1983" y="1386"/>
                  <a:pt x="1983" y="1225"/>
                </a:cubicBezTo>
                <a:cubicBezTo>
                  <a:pt x="1983" y="1064"/>
                  <a:pt x="1852" y="933"/>
                  <a:pt x="1691" y="933"/>
                </a:cubicBezTo>
                <a:cubicBezTo>
                  <a:pt x="1686" y="933"/>
                  <a:pt x="1686" y="933"/>
                  <a:pt x="1686" y="933"/>
                </a:cubicBezTo>
                <a:cubicBezTo>
                  <a:pt x="1657" y="736"/>
                  <a:pt x="1488" y="583"/>
                  <a:pt x="1283" y="583"/>
                </a:cubicBezTo>
                <a:cubicBezTo>
                  <a:pt x="1120" y="583"/>
                  <a:pt x="980" y="680"/>
                  <a:pt x="914" y="819"/>
                </a:cubicBezTo>
                <a:cubicBezTo>
                  <a:pt x="896" y="819"/>
                  <a:pt x="896" y="819"/>
                  <a:pt x="896" y="819"/>
                </a:cubicBezTo>
                <a:cubicBezTo>
                  <a:pt x="719" y="838"/>
                  <a:pt x="583" y="986"/>
                  <a:pt x="583" y="1167"/>
                </a:cubicBezTo>
                <a:cubicBezTo>
                  <a:pt x="583" y="1360"/>
                  <a:pt x="739" y="1517"/>
                  <a:pt x="933" y="1517"/>
                </a:cubicBezTo>
                <a:close/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7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868"/>
                </a:moveTo>
                <a:cubicBezTo>
                  <a:pt x="233" y="1868"/>
                  <a:pt x="233" y="1868"/>
                  <a:pt x="233" y="1868"/>
                </a:cubicBezTo>
                <a:cubicBezTo>
                  <a:pt x="233" y="232"/>
                  <a:pt x="233" y="232"/>
                  <a:pt x="233" y="232"/>
                </a:cubicBezTo>
                <a:cubicBezTo>
                  <a:pt x="2333" y="232"/>
                  <a:pt x="2333" y="232"/>
                  <a:pt x="2333" y="232"/>
                </a:cubicBezTo>
                <a:lnTo>
                  <a:pt x="2333" y="18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80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ignal Cellular 4 Bar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0 w 5514"/>
              <a:gd name="T1" fmla="*/ 5513 h 5513"/>
              <a:gd name="T2" fmla="*/ 5514 w 5514"/>
              <a:gd name="T3" fmla="*/ 5513 h 5513"/>
              <a:gd name="T4" fmla="*/ 5514 w 5514"/>
              <a:gd name="T5" fmla="*/ 0 h 5513"/>
              <a:gd name="T6" fmla="*/ 0 w 5514"/>
              <a:gd name="T7" fmla="*/ 5513 h 5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514" h="5513">
                <a:moveTo>
                  <a:pt x="0" y="5513"/>
                </a:moveTo>
                <a:lnTo>
                  <a:pt x="5514" y="5513"/>
                </a:lnTo>
                <a:lnTo>
                  <a:pt x="5514" y="0"/>
                </a:lnTo>
                <a:lnTo>
                  <a:pt x="0" y="5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9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ignal Cellular No Internet 4 Ba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4961 w 5514"/>
              <a:gd name="T1" fmla="*/ 4410 h 5513"/>
              <a:gd name="T2" fmla="*/ 5514 w 5514"/>
              <a:gd name="T3" fmla="*/ 4410 h 5513"/>
              <a:gd name="T4" fmla="*/ 5514 w 5514"/>
              <a:gd name="T5" fmla="*/ 2206 h 5513"/>
              <a:gd name="T6" fmla="*/ 4961 w 5514"/>
              <a:gd name="T7" fmla="*/ 2206 h 5513"/>
              <a:gd name="T8" fmla="*/ 4961 w 5514"/>
              <a:gd name="T9" fmla="*/ 4410 h 5513"/>
              <a:gd name="T10" fmla="*/ 4961 w 5514"/>
              <a:gd name="T11" fmla="*/ 5513 h 5513"/>
              <a:gd name="T12" fmla="*/ 5514 w 5514"/>
              <a:gd name="T13" fmla="*/ 5513 h 5513"/>
              <a:gd name="T14" fmla="*/ 5514 w 5514"/>
              <a:gd name="T15" fmla="*/ 4960 h 5513"/>
              <a:gd name="T16" fmla="*/ 4961 w 5514"/>
              <a:gd name="T17" fmla="*/ 4960 h 5513"/>
              <a:gd name="T18" fmla="*/ 4961 w 5514"/>
              <a:gd name="T19" fmla="*/ 5513 h 5513"/>
              <a:gd name="T20" fmla="*/ 0 w 5514"/>
              <a:gd name="T21" fmla="*/ 5513 h 5513"/>
              <a:gd name="T22" fmla="*/ 4410 w 5514"/>
              <a:gd name="T23" fmla="*/ 5513 h 5513"/>
              <a:gd name="T24" fmla="*/ 4410 w 5514"/>
              <a:gd name="T25" fmla="*/ 1653 h 5513"/>
              <a:gd name="T26" fmla="*/ 5514 w 5514"/>
              <a:gd name="T27" fmla="*/ 1653 h 5513"/>
              <a:gd name="T28" fmla="*/ 5514 w 5514"/>
              <a:gd name="T29" fmla="*/ 0 h 5513"/>
              <a:gd name="T30" fmla="*/ 0 w 5514"/>
              <a:gd name="T31" fmla="*/ 5513 h 5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5514" h="5513">
                <a:moveTo>
                  <a:pt x="4961" y="4410"/>
                </a:moveTo>
                <a:lnTo>
                  <a:pt x="5514" y="4410"/>
                </a:lnTo>
                <a:lnTo>
                  <a:pt x="5514" y="2206"/>
                </a:lnTo>
                <a:lnTo>
                  <a:pt x="4961" y="2206"/>
                </a:lnTo>
                <a:lnTo>
                  <a:pt x="4961" y="4410"/>
                </a:lnTo>
                <a:close/>
                <a:moveTo>
                  <a:pt x="4961" y="5513"/>
                </a:moveTo>
                <a:lnTo>
                  <a:pt x="5514" y="5513"/>
                </a:lnTo>
                <a:lnTo>
                  <a:pt x="5514" y="4960"/>
                </a:lnTo>
                <a:lnTo>
                  <a:pt x="4961" y="4960"/>
                </a:lnTo>
                <a:lnTo>
                  <a:pt x="4961" y="5513"/>
                </a:lnTo>
                <a:close/>
                <a:moveTo>
                  <a:pt x="0" y="5513"/>
                </a:moveTo>
                <a:lnTo>
                  <a:pt x="4410" y="5513"/>
                </a:lnTo>
                <a:lnTo>
                  <a:pt x="4410" y="1653"/>
                </a:lnTo>
                <a:lnTo>
                  <a:pt x="5514" y="1653"/>
                </a:lnTo>
                <a:lnTo>
                  <a:pt x="5514" y="0"/>
                </a:lnTo>
                <a:lnTo>
                  <a:pt x="0" y="551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00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ignal Cellular No SI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73003" cy="914400"/>
          </a:xfrm>
          <a:custGeom>
            <a:avLst/>
            <a:gdLst>
              <a:gd name="T0" fmla="*/ 1789 w 2018"/>
              <a:gd name="T1" fmla="*/ 215 h 2113"/>
              <a:gd name="T2" fmla="*/ 1574 w 2018"/>
              <a:gd name="T3" fmla="*/ 0 h 2113"/>
              <a:gd name="T4" fmla="*/ 821 w 2018"/>
              <a:gd name="T5" fmla="*/ 0 h 2113"/>
              <a:gd name="T6" fmla="*/ 569 w 2018"/>
              <a:gd name="T7" fmla="*/ 252 h 2113"/>
              <a:gd name="T8" fmla="*/ 1790 w 2018"/>
              <a:gd name="T9" fmla="*/ 1473 h 2113"/>
              <a:gd name="T10" fmla="*/ 1789 w 2018"/>
              <a:gd name="T11" fmla="*/ 215 h 2113"/>
              <a:gd name="T12" fmla="*/ 137 w 2018"/>
              <a:gd name="T13" fmla="*/ 95 h 2113"/>
              <a:gd name="T14" fmla="*/ 0 w 2018"/>
              <a:gd name="T15" fmla="*/ 231 h 2113"/>
              <a:gd name="T16" fmla="*/ 282 w 2018"/>
              <a:gd name="T17" fmla="*/ 513 h 2113"/>
              <a:gd name="T18" fmla="*/ 282 w 2018"/>
              <a:gd name="T19" fmla="*/ 1723 h 2113"/>
              <a:gd name="T20" fmla="*/ 498 w 2018"/>
              <a:gd name="T21" fmla="*/ 1938 h 2113"/>
              <a:gd name="T22" fmla="*/ 1576 w 2018"/>
              <a:gd name="T23" fmla="*/ 1938 h 2113"/>
              <a:gd name="T24" fmla="*/ 1679 w 2018"/>
              <a:gd name="T25" fmla="*/ 1910 h 2113"/>
              <a:gd name="T26" fmla="*/ 1881 w 2018"/>
              <a:gd name="T27" fmla="*/ 2113 h 2113"/>
              <a:gd name="T28" fmla="*/ 2018 w 2018"/>
              <a:gd name="T29" fmla="*/ 1976 h 2113"/>
              <a:gd name="T30" fmla="*/ 137 w 2018"/>
              <a:gd name="T31" fmla="*/ 95 h 2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018" h="2113">
                <a:moveTo>
                  <a:pt x="1789" y="215"/>
                </a:moveTo>
                <a:cubicBezTo>
                  <a:pt x="1789" y="97"/>
                  <a:pt x="1693" y="0"/>
                  <a:pt x="1574" y="0"/>
                </a:cubicBezTo>
                <a:cubicBezTo>
                  <a:pt x="821" y="0"/>
                  <a:pt x="821" y="0"/>
                  <a:pt x="821" y="0"/>
                </a:cubicBezTo>
                <a:cubicBezTo>
                  <a:pt x="569" y="252"/>
                  <a:pt x="569" y="252"/>
                  <a:pt x="569" y="252"/>
                </a:cubicBezTo>
                <a:cubicBezTo>
                  <a:pt x="1790" y="1473"/>
                  <a:pt x="1790" y="1473"/>
                  <a:pt x="1790" y="1473"/>
                </a:cubicBezTo>
                <a:lnTo>
                  <a:pt x="1789" y="215"/>
                </a:lnTo>
                <a:close/>
                <a:moveTo>
                  <a:pt x="137" y="95"/>
                </a:moveTo>
                <a:cubicBezTo>
                  <a:pt x="0" y="231"/>
                  <a:pt x="0" y="231"/>
                  <a:pt x="0" y="231"/>
                </a:cubicBezTo>
                <a:cubicBezTo>
                  <a:pt x="282" y="513"/>
                  <a:pt x="282" y="513"/>
                  <a:pt x="282" y="513"/>
                </a:cubicBezTo>
                <a:cubicBezTo>
                  <a:pt x="282" y="1723"/>
                  <a:pt x="282" y="1723"/>
                  <a:pt x="282" y="1723"/>
                </a:cubicBezTo>
                <a:cubicBezTo>
                  <a:pt x="282" y="1841"/>
                  <a:pt x="379" y="1938"/>
                  <a:pt x="498" y="1938"/>
                </a:cubicBezTo>
                <a:cubicBezTo>
                  <a:pt x="1576" y="1938"/>
                  <a:pt x="1576" y="1938"/>
                  <a:pt x="1576" y="1938"/>
                </a:cubicBezTo>
                <a:cubicBezTo>
                  <a:pt x="1613" y="1938"/>
                  <a:pt x="1648" y="1928"/>
                  <a:pt x="1679" y="1910"/>
                </a:cubicBezTo>
                <a:cubicBezTo>
                  <a:pt x="1881" y="2113"/>
                  <a:pt x="1881" y="2113"/>
                  <a:pt x="1881" y="2113"/>
                </a:cubicBezTo>
                <a:cubicBezTo>
                  <a:pt x="2018" y="1976"/>
                  <a:pt x="2018" y="1976"/>
                  <a:pt x="2018" y="1976"/>
                </a:cubicBezTo>
                <a:lnTo>
                  <a:pt x="137" y="9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299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ignal Cellular Null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777 w 5511"/>
              <a:gd name="T1" fmla="*/ 1774 h 5511"/>
              <a:gd name="T2" fmla="*/ 4777 w 5511"/>
              <a:gd name="T3" fmla="*/ 4776 h 5511"/>
              <a:gd name="T4" fmla="*/ 1774 w 5511"/>
              <a:gd name="T5" fmla="*/ 4776 h 5511"/>
              <a:gd name="T6" fmla="*/ 4777 w 5511"/>
              <a:gd name="T7" fmla="*/ 1774 h 5511"/>
              <a:gd name="T8" fmla="*/ 5511 w 5511"/>
              <a:gd name="T9" fmla="*/ 0 h 5511"/>
              <a:gd name="T10" fmla="*/ 0 w 5511"/>
              <a:gd name="T11" fmla="*/ 5511 h 5511"/>
              <a:gd name="T12" fmla="*/ 5511 w 5511"/>
              <a:gd name="T13" fmla="*/ 5511 h 5511"/>
              <a:gd name="T14" fmla="*/ 5511 w 5511"/>
              <a:gd name="T15" fmla="*/ 0 h 5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5511" h="5511">
                <a:moveTo>
                  <a:pt x="4777" y="1774"/>
                </a:moveTo>
                <a:lnTo>
                  <a:pt x="4777" y="4776"/>
                </a:lnTo>
                <a:lnTo>
                  <a:pt x="1774" y="4776"/>
                </a:lnTo>
                <a:lnTo>
                  <a:pt x="4777" y="1774"/>
                </a:lnTo>
                <a:moveTo>
                  <a:pt x="5511" y="0"/>
                </a:moveTo>
                <a:lnTo>
                  <a:pt x="0" y="5511"/>
                </a:lnTo>
                <a:lnTo>
                  <a:pt x="5511" y="5511"/>
                </a:lnTo>
                <a:lnTo>
                  <a:pt x="5511" y="0"/>
                </a:ln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23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ignal Cellular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72579" cy="914400"/>
          </a:xfrm>
          <a:custGeom>
            <a:avLst/>
            <a:gdLst>
              <a:gd name="T0" fmla="*/ 5327 w 5696"/>
              <a:gd name="T1" fmla="*/ 0 h 5969"/>
              <a:gd name="T2" fmla="*/ 3052 w 5696"/>
              <a:gd name="T3" fmla="*/ 2272 h 5969"/>
              <a:gd name="T4" fmla="*/ 5327 w 5696"/>
              <a:gd name="T5" fmla="*/ 4547 h 5969"/>
              <a:gd name="T6" fmla="*/ 5327 w 5696"/>
              <a:gd name="T7" fmla="*/ 0 h 5969"/>
              <a:gd name="T8" fmla="*/ 947 w 5696"/>
              <a:gd name="T9" fmla="*/ 869 h 5969"/>
              <a:gd name="T10" fmla="*/ 595 w 5696"/>
              <a:gd name="T11" fmla="*/ 1223 h 5969"/>
              <a:gd name="T12" fmla="*/ 2351 w 5696"/>
              <a:gd name="T13" fmla="*/ 2976 h 5969"/>
              <a:gd name="T14" fmla="*/ 0 w 5696"/>
              <a:gd name="T15" fmla="*/ 5326 h 5969"/>
              <a:gd name="T16" fmla="*/ 4703 w 5696"/>
              <a:gd name="T17" fmla="*/ 5326 h 5969"/>
              <a:gd name="T18" fmla="*/ 4796 w 5696"/>
              <a:gd name="T19" fmla="*/ 5419 h 5969"/>
              <a:gd name="T20" fmla="*/ 5346 w 5696"/>
              <a:gd name="T21" fmla="*/ 5969 h 5969"/>
              <a:gd name="T22" fmla="*/ 5696 w 5696"/>
              <a:gd name="T23" fmla="*/ 5622 h 5969"/>
              <a:gd name="T24" fmla="*/ 947 w 5696"/>
              <a:gd name="T25" fmla="*/ 869 h 59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696" h="5969">
                <a:moveTo>
                  <a:pt x="5327" y="0"/>
                </a:moveTo>
                <a:lnTo>
                  <a:pt x="3052" y="2272"/>
                </a:lnTo>
                <a:lnTo>
                  <a:pt x="5327" y="4547"/>
                </a:lnTo>
                <a:lnTo>
                  <a:pt x="5327" y="0"/>
                </a:lnTo>
                <a:close/>
                <a:moveTo>
                  <a:pt x="947" y="869"/>
                </a:moveTo>
                <a:lnTo>
                  <a:pt x="595" y="1223"/>
                </a:lnTo>
                <a:lnTo>
                  <a:pt x="2351" y="2976"/>
                </a:lnTo>
                <a:lnTo>
                  <a:pt x="0" y="5326"/>
                </a:lnTo>
                <a:lnTo>
                  <a:pt x="4703" y="5326"/>
                </a:lnTo>
                <a:lnTo>
                  <a:pt x="4796" y="5419"/>
                </a:lnTo>
                <a:lnTo>
                  <a:pt x="5346" y="5969"/>
                </a:lnTo>
                <a:lnTo>
                  <a:pt x="5696" y="5622"/>
                </a:lnTo>
                <a:lnTo>
                  <a:pt x="947" y="86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52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ignal Wifi 4 Bar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26560"/>
          </a:xfrm>
          <a:custGeom>
            <a:avLst/>
            <a:gdLst>
              <a:gd name="T0" fmla="*/ 1359 w 2716"/>
              <a:gd name="T1" fmla="*/ 2157 h 2158"/>
              <a:gd name="T2" fmla="*/ 2716 w 2716"/>
              <a:gd name="T3" fmla="*/ 467 h 2158"/>
              <a:gd name="T4" fmla="*/ 1358 w 2716"/>
              <a:gd name="T5" fmla="*/ 0 h 2158"/>
              <a:gd name="T6" fmla="*/ 0 w 2716"/>
              <a:gd name="T7" fmla="*/ 467 h 2158"/>
              <a:gd name="T8" fmla="*/ 1357 w 2716"/>
              <a:gd name="T9" fmla="*/ 2157 h 2158"/>
              <a:gd name="T10" fmla="*/ 1358 w 2716"/>
              <a:gd name="T11" fmla="*/ 2158 h 2158"/>
              <a:gd name="T12" fmla="*/ 1359 w 2716"/>
              <a:gd name="T13" fmla="*/ 2157 h 21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716" h="2158">
                <a:moveTo>
                  <a:pt x="1359" y="2157"/>
                </a:moveTo>
                <a:cubicBezTo>
                  <a:pt x="2716" y="467"/>
                  <a:pt x="2716" y="467"/>
                  <a:pt x="2716" y="467"/>
                </a:cubicBezTo>
                <a:cubicBezTo>
                  <a:pt x="2663" y="427"/>
                  <a:pt x="2141" y="0"/>
                  <a:pt x="1358" y="0"/>
                </a:cubicBezTo>
                <a:cubicBezTo>
                  <a:pt x="574" y="0"/>
                  <a:pt x="53" y="427"/>
                  <a:pt x="0" y="467"/>
                </a:cubicBezTo>
                <a:cubicBezTo>
                  <a:pt x="1357" y="2157"/>
                  <a:pt x="1357" y="2157"/>
                  <a:pt x="1357" y="2157"/>
                </a:cubicBezTo>
                <a:cubicBezTo>
                  <a:pt x="1358" y="2158"/>
                  <a:pt x="1358" y="2158"/>
                  <a:pt x="1358" y="2158"/>
                </a:cubicBezTo>
                <a:lnTo>
                  <a:pt x="1359" y="21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654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ignal Wifi 4 Bar Loc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5029"/>
          </a:xfrm>
          <a:custGeom>
            <a:avLst/>
            <a:gdLst>
              <a:gd name="T0" fmla="*/ 2350 w 2758"/>
              <a:gd name="T1" fmla="*/ 758 h 2217"/>
              <a:gd name="T2" fmla="*/ 2472 w 2758"/>
              <a:gd name="T3" fmla="*/ 771 h 2217"/>
              <a:gd name="T4" fmla="*/ 2716 w 2758"/>
              <a:gd name="T5" fmla="*/ 467 h 2217"/>
              <a:gd name="T6" fmla="*/ 1358 w 2758"/>
              <a:gd name="T7" fmla="*/ 0 h 2217"/>
              <a:gd name="T8" fmla="*/ 0 w 2758"/>
              <a:gd name="T9" fmla="*/ 467 h 2217"/>
              <a:gd name="T10" fmla="*/ 1357 w 2758"/>
              <a:gd name="T11" fmla="*/ 2157 h 2217"/>
              <a:gd name="T12" fmla="*/ 1358 w 2758"/>
              <a:gd name="T13" fmla="*/ 2158 h 2217"/>
              <a:gd name="T14" fmla="*/ 1359 w 2758"/>
              <a:gd name="T15" fmla="*/ 2157 h 2217"/>
              <a:gd name="T16" fmla="*/ 1766 w 2758"/>
              <a:gd name="T17" fmla="*/ 1650 h 2217"/>
              <a:gd name="T18" fmla="*/ 1766 w 2758"/>
              <a:gd name="T19" fmla="*/ 1342 h 2217"/>
              <a:gd name="T20" fmla="*/ 2350 w 2758"/>
              <a:gd name="T21" fmla="*/ 758 h 2217"/>
              <a:gd name="T22" fmla="*/ 2641 w 2758"/>
              <a:gd name="T23" fmla="*/ 1517 h 2217"/>
              <a:gd name="T24" fmla="*/ 2641 w 2758"/>
              <a:gd name="T25" fmla="*/ 1342 h 2217"/>
              <a:gd name="T26" fmla="*/ 2350 w 2758"/>
              <a:gd name="T27" fmla="*/ 1050 h 2217"/>
              <a:gd name="T28" fmla="*/ 2058 w 2758"/>
              <a:gd name="T29" fmla="*/ 1342 h 2217"/>
              <a:gd name="T30" fmla="*/ 2058 w 2758"/>
              <a:gd name="T31" fmla="*/ 1517 h 2217"/>
              <a:gd name="T32" fmla="*/ 1941 w 2758"/>
              <a:gd name="T33" fmla="*/ 1633 h 2217"/>
              <a:gd name="T34" fmla="*/ 1941 w 2758"/>
              <a:gd name="T35" fmla="*/ 2100 h 2217"/>
              <a:gd name="T36" fmla="*/ 2058 w 2758"/>
              <a:gd name="T37" fmla="*/ 2217 h 2217"/>
              <a:gd name="T38" fmla="*/ 2641 w 2758"/>
              <a:gd name="T39" fmla="*/ 2217 h 2217"/>
              <a:gd name="T40" fmla="*/ 2758 w 2758"/>
              <a:gd name="T41" fmla="*/ 2100 h 2217"/>
              <a:gd name="T42" fmla="*/ 2758 w 2758"/>
              <a:gd name="T43" fmla="*/ 1633 h 2217"/>
              <a:gd name="T44" fmla="*/ 2641 w 2758"/>
              <a:gd name="T45" fmla="*/ 1517 h 2217"/>
              <a:gd name="T46" fmla="*/ 2525 w 2758"/>
              <a:gd name="T47" fmla="*/ 1517 h 2217"/>
              <a:gd name="T48" fmla="*/ 2175 w 2758"/>
              <a:gd name="T49" fmla="*/ 1517 h 2217"/>
              <a:gd name="T50" fmla="*/ 2175 w 2758"/>
              <a:gd name="T51" fmla="*/ 1342 h 2217"/>
              <a:gd name="T52" fmla="*/ 2350 w 2758"/>
              <a:gd name="T53" fmla="*/ 1167 h 2217"/>
              <a:gd name="T54" fmla="*/ 2525 w 2758"/>
              <a:gd name="T55" fmla="*/ 1342 h 2217"/>
              <a:gd name="T56" fmla="*/ 2525 w 2758"/>
              <a:gd name="T57" fmla="*/ 1517 h 2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758" h="2217">
                <a:moveTo>
                  <a:pt x="2350" y="758"/>
                </a:moveTo>
                <a:cubicBezTo>
                  <a:pt x="2392" y="758"/>
                  <a:pt x="2432" y="763"/>
                  <a:pt x="2472" y="771"/>
                </a:cubicBezTo>
                <a:cubicBezTo>
                  <a:pt x="2716" y="467"/>
                  <a:pt x="2716" y="467"/>
                  <a:pt x="2716" y="467"/>
                </a:cubicBezTo>
                <a:cubicBezTo>
                  <a:pt x="2663" y="427"/>
                  <a:pt x="2141" y="0"/>
                  <a:pt x="1358" y="0"/>
                </a:cubicBezTo>
                <a:cubicBezTo>
                  <a:pt x="575" y="0"/>
                  <a:pt x="53" y="427"/>
                  <a:pt x="0" y="467"/>
                </a:cubicBezTo>
                <a:cubicBezTo>
                  <a:pt x="1357" y="2157"/>
                  <a:pt x="1357" y="2157"/>
                  <a:pt x="1357" y="2157"/>
                </a:cubicBezTo>
                <a:cubicBezTo>
                  <a:pt x="1358" y="2158"/>
                  <a:pt x="1358" y="2158"/>
                  <a:pt x="1358" y="2158"/>
                </a:cubicBezTo>
                <a:cubicBezTo>
                  <a:pt x="1359" y="2157"/>
                  <a:pt x="1359" y="2157"/>
                  <a:pt x="1359" y="2157"/>
                </a:cubicBezTo>
                <a:cubicBezTo>
                  <a:pt x="1766" y="1650"/>
                  <a:pt x="1766" y="1650"/>
                  <a:pt x="1766" y="1650"/>
                </a:cubicBezTo>
                <a:cubicBezTo>
                  <a:pt x="1766" y="1342"/>
                  <a:pt x="1766" y="1342"/>
                  <a:pt x="1766" y="1342"/>
                </a:cubicBezTo>
                <a:cubicBezTo>
                  <a:pt x="1766" y="1020"/>
                  <a:pt x="2028" y="758"/>
                  <a:pt x="2350" y="758"/>
                </a:cubicBezTo>
                <a:close/>
                <a:moveTo>
                  <a:pt x="2641" y="1517"/>
                </a:moveTo>
                <a:cubicBezTo>
                  <a:pt x="2641" y="1342"/>
                  <a:pt x="2641" y="1342"/>
                  <a:pt x="2641" y="1342"/>
                </a:cubicBezTo>
                <a:cubicBezTo>
                  <a:pt x="2641" y="1181"/>
                  <a:pt x="2511" y="1050"/>
                  <a:pt x="2350" y="1050"/>
                </a:cubicBezTo>
                <a:cubicBezTo>
                  <a:pt x="2189" y="1050"/>
                  <a:pt x="2058" y="1181"/>
                  <a:pt x="2058" y="1342"/>
                </a:cubicBezTo>
                <a:cubicBezTo>
                  <a:pt x="2058" y="1517"/>
                  <a:pt x="2058" y="1517"/>
                  <a:pt x="2058" y="1517"/>
                </a:cubicBezTo>
                <a:cubicBezTo>
                  <a:pt x="1994" y="1517"/>
                  <a:pt x="1941" y="1569"/>
                  <a:pt x="1941" y="1633"/>
                </a:cubicBezTo>
                <a:cubicBezTo>
                  <a:pt x="1941" y="2100"/>
                  <a:pt x="1941" y="2100"/>
                  <a:pt x="1941" y="2100"/>
                </a:cubicBezTo>
                <a:cubicBezTo>
                  <a:pt x="1941" y="2164"/>
                  <a:pt x="1994" y="2217"/>
                  <a:pt x="2058" y="2217"/>
                </a:cubicBezTo>
                <a:cubicBezTo>
                  <a:pt x="2641" y="2217"/>
                  <a:pt x="2641" y="2217"/>
                  <a:pt x="2641" y="2217"/>
                </a:cubicBezTo>
                <a:cubicBezTo>
                  <a:pt x="2705" y="2217"/>
                  <a:pt x="2758" y="2164"/>
                  <a:pt x="2758" y="2100"/>
                </a:cubicBezTo>
                <a:cubicBezTo>
                  <a:pt x="2758" y="1633"/>
                  <a:pt x="2758" y="1633"/>
                  <a:pt x="2758" y="1633"/>
                </a:cubicBezTo>
                <a:cubicBezTo>
                  <a:pt x="2758" y="1569"/>
                  <a:pt x="2705" y="1517"/>
                  <a:pt x="2641" y="1517"/>
                </a:cubicBezTo>
                <a:close/>
                <a:moveTo>
                  <a:pt x="2525" y="1517"/>
                </a:moveTo>
                <a:cubicBezTo>
                  <a:pt x="2175" y="1517"/>
                  <a:pt x="2175" y="1517"/>
                  <a:pt x="2175" y="1517"/>
                </a:cubicBezTo>
                <a:cubicBezTo>
                  <a:pt x="2175" y="1342"/>
                  <a:pt x="2175" y="1342"/>
                  <a:pt x="2175" y="1342"/>
                </a:cubicBezTo>
                <a:cubicBezTo>
                  <a:pt x="2175" y="1245"/>
                  <a:pt x="2253" y="1167"/>
                  <a:pt x="2350" y="1167"/>
                </a:cubicBezTo>
                <a:cubicBezTo>
                  <a:pt x="2447" y="1167"/>
                  <a:pt x="2525" y="1245"/>
                  <a:pt x="2525" y="1342"/>
                </a:cubicBezTo>
                <a:lnTo>
                  <a:pt x="2525" y="15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ignal Wifi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74429"/>
          </a:xfrm>
          <a:custGeom>
            <a:avLst/>
            <a:gdLst>
              <a:gd name="T0" fmla="*/ 2741 w 2741"/>
              <a:gd name="T1" fmla="*/ 614 h 2321"/>
              <a:gd name="T2" fmla="*/ 1370 w 2741"/>
              <a:gd name="T3" fmla="*/ 143 h 2321"/>
              <a:gd name="T4" fmla="*/ 854 w 2741"/>
              <a:gd name="T5" fmla="*/ 205 h 2321"/>
              <a:gd name="T6" fmla="*/ 2082 w 2741"/>
              <a:gd name="T7" fmla="*/ 1433 h 2321"/>
              <a:gd name="T8" fmla="*/ 2741 w 2741"/>
              <a:gd name="T9" fmla="*/ 614 h 2321"/>
              <a:gd name="T10" fmla="*/ 203 w 2741"/>
              <a:gd name="T11" fmla="*/ 149 h 2321"/>
              <a:gd name="T12" fmla="*/ 415 w 2741"/>
              <a:gd name="T13" fmla="*/ 361 h 2321"/>
              <a:gd name="T14" fmla="*/ 0 w 2741"/>
              <a:gd name="T15" fmla="*/ 614 h 2321"/>
              <a:gd name="T16" fmla="*/ 1368 w 2741"/>
              <a:gd name="T17" fmla="*/ 2319 h 2321"/>
              <a:gd name="T18" fmla="*/ 1370 w 2741"/>
              <a:gd name="T19" fmla="*/ 2321 h 2321"/>
              <a:gd name="T20" fmla="*/ 1372 w 2741"/>
              <a:gd name="T21" fmla="*/ 2319 h 2321"/>
              <a:gd name="T22" fmla="*/ 1818 w 2741"/>
              <a:gd name="T23" fmla="*/ 1762 h 2321"/>
              <a:gd name="T24" fmla="*/ 1827 w 2741"/>
              <a:gd name="T25" fmla="*/ 1772 h 2321"/>
              <a:gd name="T26" fmla="*/ 2215 w 2741"/>
              <a:gd name="T27" fmla="*/ 2159 h 2321"/>
              <a:gd name="T28" fmla="*/ 2362 w 2741"/>
              <a:gd name="T29" fmla="*/ 2010 h 2321"/>
              <a:gd name="T30" fmla="*/ 351 w 2741"/>
              <a:gd name="T31" fmla="*/ 0 h 2321"/>
              <a:gd name="T32" fmla="*/ 203 w 2741"/>
              <a:gd name="T33" fmla="*/ 149 h 23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741" h="2321">
                <a:moveTo>
                  <a:pt x="2741" y="614"/>
                </a:moveTo>
                <a:cubicBezTo>
                  <a:pt x="2688" y="574"/>
                  <a:pt x="2160" y="143"/>
                  <a:pt x="1370" y="143"/>
                </a:cubicBezTo>
                <a:cubicBezTo>
                  <a:pt x="1182" y="143"/>
                  <a:pt x="1009" y="168"/>
                  <a:pt x="854" y="205"/>
                </a:cubicBezTo>
                <a:cubicBezTo>
                  <a:pt x="2082" y="1433"/>
                  <a:pt x="2082" y="1433"/>
                  <a:pt x="2082" y="1433"/>
                </a:cubicBezTo>
                <a:lnTo>
                  <a:pt x="2741" y="614"/>
                </a:lnTo>
                <a:close/>
                <a:moveTo>
                  <a:pt x="203" y="149"/>
                </a:moveTo>
                <a:cubicBezTo>
                  <a:pt x="415" y="361"/>
                  <a:pt x="415" y="361"/>
                  <a:pt x="415" y="361"/>
                </a:cubicBezTo>
                <a:cubicBezTo>
                  <a:pt x="174" y="474"/>
                  <a:pt x="26" y="594"/>
                  <a:pt x="0" y="614"/>
                </a:cubicBezTo>
                <a:cubicBezTo>
                  <a:pt x="1368" y="2319"/>
                  <a:pt x="1368" y="2319"/>
                  <a:pt x="1368" y="2319"/>
                </a:cubicBezTo>
                <a:cubicBezTo>
                  <a:pt x="1370" y="2321"/>
                  <a:pt x="1370" y="2321"/>
                  <a:pt x="1370" y="2321"/>
                </a:cubicBezTo>
                <a:cubicBezTo>
                  <a:pt x="1372" y="2319"/>
                  <a:pt x="1372" y="2319"/>
                  <a:pt x="1372" y="2319"/>
                </a:cubicBezTo>
                <a:cubicBezTo>
                  <a:pt x="1818" y="1762"/>
                  <a:pt x="1818" y="1762"/>
                  <a:pt x="1818" y="1762"/>
                </a:cubicBezTo>
                <a:cubicBezTo>
                  <a:pt x="1827" y="1772"/>
                  <a:pt x="1827" y="1772"/>
                  <a:pt x="1827" y="1772"/>
                </a:cubicBezTo>
                <a:cubicBezTo>
                  <a:pt x="2215" y="2159"/>
                  <a:pt x="2215" y="2159"/>
                  <a:pt x="2215" y="2159"/>
                </a:cubicBezTo>
                <a:cubicBezTo>
                  <a:pt x="2362" y="2010"/>
                  <a:pt x="2362" y="2010"/>
                  <a:pt x="2362" y="2010"/>
                </a:cubicBezTo>
                <a:cubicBezTo>
                  <a:pt x="351" y="0"/>
                  <a:pt x="351" y="0"/>
                  <a:pt x="351" y="0"/>
                </a:cubicBezTo>
                <a:lnTo>
                  <a:pt x="203" y="1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95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orag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0 w 5514"/>
              <a:gd name="T1" fmla="*/ 4408 h 4408"/>
              <a:gd name="T2" fmla="*/ 5514 w 5514"/>
              <a:gd name="T3" fmla="*/ 4408 h 4408"/>
              <a:gd name="T4" fmla="*/ 5514 w 5514"/>
              <a:gd name="T5" fmla="*/ 3307 h 4408"/>
              <a:gd name="T6" fmla="*/ 0 w 5514"/>
              <a:gd name="T7" fmla="*/ 3307 h 4408"/>
              <a:gd name="T8" fmla="*/ 0 w 5514"/>
              <a:gd name="T9" fmla="*/ 4408 h 4408"/>
              <a:gd name="T10" fmla="*/ 553 w 5514"/>
              <a:gd name="T11" fmla="*/ 3581 h 4408"/>
              <a:gd name="T12" fmla="*/ 1103 w 5514"/>
              <a:gd name="T13" fmla="*/ 3581 h 4408"/>
              <a:gd name="T14" fmla="*/ 1103 w 5514"/>
              <a:gd name="T15" fmla="*/ 4134 h 4408"/>
              <a:gd name="T16" fmla="*/ 553 w 5514"/>
              <a:gd name="T17" fmla="*/ 4134 h 4408"/>
              <a:gd name="T18" fmla="*/ 553 w 5514"/>
              <a:gd name="T19" fmla="*/ 3581 h 4408"/>
              <a:gd name="T20" fmla="*/ 0 w 5514"/>
              <a:gd name="T21" fmla="*/ 0 h 4408"/>
              <a:gd name="T22" fmla="*/ 0 w 5514"/>
              <a:gd name="T23" fmla="*/ 1101 h 4408"/>
              <a:gd name="T24" fmla="*/ 5514 w 5514"/>
              <a:gd name="T25" fmla="*/ 1101 h 4408"/>
              <a:gd name="T26" fmla="*/ 5514 w 5514"/>
              <a:gd name="T27" fmla="*/ 0 h 4408"/>
              <a:gd name="T28" fmla="*/ 0 w 5514"/>
              <a:gd name="T29" fmla="*/ 0 h 4408"/>
              <a:gd name="T30" fmla="*/ 1103 w 5514"/>
              <a:gd name="T31" fmla="*/ 827 h 4408"/>
              <a:gd name="T32" fmla="*/ 553 w 5514"/>
              <a:gd name="T33" fmla="*/ 827 h 4408"/>
              <a:gd name="T34" fmla="*/ 553 w 5514"/>
              <a:gd name="T35" fmla="*/ 274 h 4408"/>
              <a:gd name="T36" fmla="*/ 1103 w 5514"/>
              <a:gd name="T37" fmla="*/ 274 h 4408"/>
              <a:gd name="T38" fmla="*/ 1103 w 5514"/>
              <a:gd name="T39" fmla="*/ 827 h 4408"/>
              <a:gd name="T40" fmla="*/ 0 w 5514"/>
              <a:gd name="T41" fmla="*/ 2755 h 4408"/>
              <a:gd name="T42" fmla="*/ 5514 w 5514"/>
              <a:gd name="T43" fmla="*/ 2755 h 4408"/>
              <a:gd name="T44" fmla="*/ 5514 w 5514"/>
              <a:gd name="T45" fmla="*/ 1654 h 4408"/>
              <a:gd name="T46" fmla="*/ 0 w 5514"/>
              <a:gd name="T47" fmla="*/ 1654 h 4408"/>
              <a:gd name="T48" fmla="*/ 0 w 5514"/>
              <a:gd name="T49" fmla="*/ 2755 h 4408"/>
              <a:gd name="T50" fmla="*/ 553 w 5514"/>
              <a:gd name="T51" fmla="*/ 1928 h 4408"/>
              <a:gd name="T52" fmla="*/ 1103 w 5514"/>
              <a:gd name="T53" fmla="*/ 1928 h 4408"/>
              <a:gd name="T54" fmla="*/ 1103 w 5514"/>
              <a:gd name="T55" fmla="*/ 2481 h 4408"/>
              <a:gd name="T56" fmla="*/ 553 w 5514"/>
              <a:gd name="T57" fmla="*/ 2481 h 4408"/>
              <a:gd name="T58" fmla="*/ 553 w 5514"/>
              <a:gd name="T59" fmla="*/ 1928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5514" h="4408">
                <a:moveTo>
                  <a:pt x="0" y="4408"/>
                </a:moveTo>
                <a:lnTo>
                  <a:pt x="5514" y="4408"/>
                </a:lnTo>
                <a:lnTo>
                  <a:pt x="5514" y="3307"/>
                </a:lnTo>
                <a:lnTo>
                  <a:pt x="0" y="3307"/>
                </a:lnTo>
                <a:lnTo>
                  <a:pt x="0" y="4408"/>
                </a:lnTo>
                <a:close/>
                <a:moveTo>
                  <a:pt x="553" y="3581"/>
                </a:moveTo>
                <a:lnTo>
                  <a:pt x="1103" y="3581"/>
                </a:lnTo>
                <a:lnTo>
                  <a:pt x="1103" y="4134"/>
                </a:lnTo>
                <a:lnTo>
                  <a:pt x="553" y="4134"/>
                </a:lnTo>
                <a:lnTo>
                  <a:pt x="553" y="3581"/>
                </a:lnTo>
                <a:close/>
                <a:moveTo>
                  <a:pt x="0" y="0"/>
                </a:moveTo>
                <a:lnTo>
                  <a:pt x="0" y="1101"/>
                </a:lnTo>
                <a:lnTo>
                  <a:pt x="5514" y="1101"/>
                </a:lnTo>
                <a:lnTo>
                  <a:pt x="5514" y="0"/>
                </a:lnTo>
                <a:lnTo>
                  <a:pt x="0" y="0"/>
                </a:lnTo>
                <a:close/>
                <a:moveTo>
                  <a:pt x="1103" y="827"/>
                </a:moveTo>
                <a:lnTo>
                  <a:pt x="553" y="827"/>
                </a:lnTo>
                <a:lnTo>
                  <a:pt x="553" y="274"/>
                </a:lnTo>
                <a:lnTo>
                  <a:pt x="1103" y="274"/>
                </a:lnTo>
                <a:lnTo>
                  <a:pt x="1103" y="827"/>
                </a:lnTo>
                <a:close/>
                <a:moveTo>
                  <a:pt x="0" y="2755"/>
                </a:moveTo>
                <a:lnTo>
                  <a:pt x="5514" y="2755"/>
                </a:lnTo>
                <a:lnTo>
                  <a:pt x="5514" y="1654"/>
                </a:lnTo>
                <a:lnTo>
                  <a:pt x="0" y="1654"/>
                </a:lnTo>
                <a:lnTo>
                  <a:pt x="0" y="2755"/>
                </a:lnTo>
                <a:close/>
                <a:moveTo>
                  <a:pt x="553" y="1928"/>
                </a:moveTo>
                <a:lnTo>
                  <a:pt x="1103" y="1928"/>
                </a:lnTo>
                <a:lnTo>
                  <a:pt x="1103" y="2481"/>
                </a:lnTo>
                <a:lnTo>
                  <a:pt x="553" y="2481"/>
                </a:lnTo>
                <a:lnTo>
                  <a:pt x="553" y="19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675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SB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28912" cy="914400"/>
          </a:xfrm>
          <a:custGeom>
            <a:avLst/>
            <a:gdLst>
              <a:gd name="T0" fmla="*/ 949 w 1260"/>
              <a:gd name="T1" fmla="*/ 700 h 2178"/>
              <a:gd name="T2" fmla="*/ 949 w 1260"/>
              <a:gd name="T3" fmla="*/ 1011 h 2178"/>
              <a:gd name="T4" fmla="*/ 1027 w 1260"/>
              <a:gd name="T5" fmla="*/ 1011 h 2178"/>
              <a:gd name="T6" fmla="*/ 1027 w 1260"/>
              <a:gd name="T7" fmla="*/ 1245 h 2178"/>
              <a:gd name="T8" fmla="*/ 716 w 1260"/>
              <a:gd name="T9" fmla="*/ 1245 h 2178"/>
              <a:gd name="T10" fmla="*/ 716 w 1260"/>
              <a:gd name="T11" fmla="*/ 467 h 2178"/>
              <a:gd name="T12" fmla="*/ 949 w 1260"/>
              <a:gd name="T13" fmla="*/ 467 h 2178"/>
              <a:gd name="T14" fmla="*/ 638 w 1260"/>
              <a:gd name="T15" fmla="*/ 0 h 2178"/>
              <a:gd name="T16" fmla="*/ 327 w 1260"/>
              <a:gd name="T17" fmla="*/ 467 h 2178"/>
              <a:gd name="T18" fmla="*/ 560 w 1260"/>
              <a:gd name="T19" fmla="*/ 467 h 2178"/>
              <a:gd name="T20" fmla="*/ 560 w 1260"/>
              <a:gd name="T21" fmla="*/ 1245 h 2178"/>
              <a:gd name="T22" fmla="*/ 249 w 1260"/>
              <a:gd name="T23" fmla="*/ 1245 h 2178"/>
              <a:gd name="T24" fmla="*/ 249 w 1260"/>
              <a:gd name="T25" fmla="*/ 1005 h 2178"/>
              <a:gd name="T26" fmla="*/ 342 w 1260"/>
              <a:gd name="T27" fmla="*/ 856 h 2178"/>
              <a:gd name="T28" fmla="*/ 171 w 1260"/>
              <a:gd name="T29" fmla="*/ 685 h 2178"/>
              <a:gd name="T30" fmla="*/ 0 w 1260"/>
              <a:gd name="T31" fmla="*/ 856 h 2178"/>
              <a:gd name="T32" fmla="*/ 94 w 1260"/>
              <a:gd name="T33" fmla="*/ 1005 h 2178"/>
              <a:gd name="T34" fmla="*/ 94 w 1260"/>
              <a:gd name="T35" fmla="*/ 1245 h 2178"/>
              <a:gd name="T36" fmla="*/ 249 w 1260"/>
              <a:gd name="T37" fmla="*/ 1400 h 2178"/>
              <a:gd name="T38" fmla="*/ 560 w 1260"/>
              <a:gd name="T39" fmla="*/ 1400 h 2178"/>
              <a:gd name="T40" fmla="*/ 560 w 1260"/>
              <a:gd name="T41" fmla="*/ 1725 h 2178"/>
              <a:gd name="T42" fmla="*/ 405 w 1260"/>
              <a:gd name="T43" fmla="*/ 1945 h 2178"/>
              <a:gd name="T44" fmla="*/ 638 w 1260"/>
              <a:gd name="T45" fmla="*/ 2178 h 2178"/>
              <a:gd name="T46" fmla="*/ 871 w 1260"/>
              <a:gd name="T47" fmla="*/ 1945 h 2178"/>
              <a:gd name="T48" fmla="*/ 716 w 1260"/>
              <a:gd name="T49" fmla="*/ 1725 h 2178"/>
              <a:gd name="T50" fmla="*/ 716 w 1260"/>
              <a:gd name="T51" fmla="*/ 1400 h 2178"/>
              <a:gd name="T52" fmla="*/ 1027 w 1260"/>
              <a:gd name="T53" fmla="*/ 1400 h 2178"/>
              <a:gd name="T54" fmla="*/ 1182 w 1260"/>
              <a:gd name="T55" fmla="*/ 1245 h 2178"/>
              <a:gd name="T56" fmla="*/ 1182 w 1260"/>
              <a:gd name="T57" fmla="*/ 1011 h 2178"/>
              <a:gd name="T58" fmla="*/ 1260 w 1260"/>
              <a:gd name="T59" fmla="*/ 1011 h 2178"/>
              <a:gd name="T60" fmla="*/ 1260 w 1260"/>
              <a:gd name="T61" fmla="*/ 700 h 2178"/>
              <a:gd name="T62" fmla="*/ 949 w 1260"/>
              <a:gd name="T63" fmla="*/ 700 h 2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60" h="2178">
                <a:moveTo>
                  <a:pt x="949" y="700"/>
                </a:moveTo>
                <a:cubicBezTo>
                  <a:pt x="949" y="1011"/>
                  <a:pt x="949" y="1011"/>
                  <a:pt x="949" y="1011"/>
                </a:cubicBezTo>
                <a:cubicBezTo>
                  <a:pt x="1027" y="1011"/>
                  <a:pt x="1027" y="1011"/>
                  <a:pt x="1027" y="1011"/>
                </a:cubicBezTo>
                <a:cubicBezTo>
                  <a:pt x="1027" y="1245"/>
                  <a:pt x="1027" y="1245"/>
                  <a:pt x="1027" y="1245"/>
                </a:cubicBezTo>
                <a:cubicBezTo>
                  <a:pt x="716" y="1245"/>
                  <a:pt x="716" y="1245"/>
                  <a:pt x="716" y="1245"/>
                </a:cubicBezTo>
                <a:cubicBezTo>
                  <a:pt x="716" y="467"/>
                  <a:pt x="716" y="467"/>
                  <a:pt x="716" y="467"/>
                </a:cubicBezTo>
                <a:cubicBezTo>
                  <a:pt x="949" y="467"/>
                  <a:pt x="949" y="467"/>
                  <a:pt x="949" y="467"/>
                </a:cubicBezTo>
                <a:cubicBezTo>
                  <a:pt x="638" y="0"/>
                  <a:pt x="638" y="0"/>
                  <a:pt x="638" y="0"/>
                </a:cubicBezTo>
                <a:cubicBezTo>
                  <a:pt x="327" y="467"/>
                  <a:pt x="327" y="467"/>
                  <a:pt x="327" y="467"/>
                </a:cubicBezTo>
                <a:cubicBezTo>
                  <a:pt x="560" y="467"/>
                  <a:pt x="560" y="467"/>
                  <a:pt x="560" y="467"/>
                </a:cubicBezTo>
                <a:cubicBezTo>
                  <a:pt x="560" y="1245"/>
                  <a:pt x="560" y="1245"/>
                  <a:pt x="560" y="1245"/>
                </a:cubicBezTo>
                <a:cubicBezTo>
                  <a:pt x="249" y="1245"/>
                  <a:pt x="249" y="1245"/>
                  <a:pt x="249" y="1245"/>
                </a:cubicBezTo>
                <a:cubicBezTo>
                  <a:pt x="249" y="1005"/>
                  <a:pt x="249" y="1005"/>
                  <a:pt x="249" y="1005"/>
                </a:cubicBezTo>
                <a:cubicBezTo>
                  <a:pt x="304" y="977"/>
                  <a:pt x="342" y="921"/>
                  <a:pt x="342" y="856"/>
                </a:cubicBezTo>
                <a:cubicBezTo>
                  <a:pt x="342" y="761"/>
                  <a:pt x="266" y="685"/>
                  <a:pt x="171" y="685"/>
                </a:cubicBezTo>
                <a:cubicBezTo>
                  <a:pt x="76" y="685"/>
                  <a:pt x="0" y="761"/>
                  <a:pt x="0" y="856"/>
                </a:cubicBezTo>
                <a:cubicBezTo>
                  <a:pt x="0" y="921"/>
                  <a:pt x="39" y="977"/>
                  <a:pt x="94" y="1005"/>
                </a:cubicBezTo>
                <a:cubicBezTo>
                  <a:pt x="94" y="1245"/>
                  <a:pt x="94" y="1245"/>
                  <a:pt x="94" y="1245"/>
                </a:cubicBezTo>
                <a:cubicBezTo>
                  <a:pt x="94" y="1330"/>
                  <a:pt x="164" y="1400"/>
                  <a:pt x="249" y="1400"/>
                </a:cubicBezTo>
                <a:cubicBezTo>
                  <a:pt x="560" y="1400"/>
                  <a:pt x="560" y="1400"/>
                  <a:pt x="560" y="1400"/>
                </a:cubicBezTo>
                <a:cubicBezTo>
                  <a:pt x="560" y="1725"/>
                  <a:pt x="560" y="1725"/>
                  <a:pt x="560" y="1725"/>
                </a:cubicBezTo>
                <a:cubicBezTo>
                  <a:pt x="470" y="1758"/>
                  <a:pt x="405" y="1843"/>
                  <a:pt x="405" y="1945"/>
                </a:cubicBezTo>
                <a:cubicBezTo>
                  <a:pt x="405" y="2074"/>
                  <a:pt x="509" y="2178"/>
                  <a:pt x="638" y="2178"/>
                </a:cubicBezTo>
                <a:cubicBezTo>
                  <a:pt x="767" y="2178"/>
                  <a:pt x="871" y="2074"/>
                  <a:pt x="871" y="1945"/>
                </a:cubicBezTo>
                <a:cubicBezTo>
                  <a:pt x="871" y="1843"/>
                  <a:pt x="806" y="1758"/>
                  <a:pt x="716" y="1725"/>
                </a:cubicBezTo>
                <a:cubicBezTo>
                  <a:pt x="716" y="1400"/>
                  <a:pt x="716" y="1400"/>
                  <a:pt x="716" y="1400"/>
                </a:cubicBezTo>
                <a:cubicBezTo>
                  <a:pt x="1027" y="1400"/>
                  <a:pt x="1027" y="1400"/>
                  <a:pt x="1027" y="1400"/>
                </a:cubicBezTo>
                <a:cubicBezTo>
                  <a:pt x="1112" y="1400"/>
                  <a:pt x="1182" y="1330"/>
                  <a:pt x="1182" y="1245"/>
                </a:cubicBezTo>
                <a:cubicBezTo>
                  <a:pt x="1182" y="1011"/>
                  <a:pt x="1182" y="1011"/>
                  <a:pt x="1182" y="1011"/>
                </a:cubicBezTo>
                <a:cubicBezTo>
                  <a:pt x="1260" y="1011"/>
                  <a:pt x="1260" y="1011"/>
                  <a:pt x="1260" y="1011"/>
                </a:cubicBezTo>
                <a:cubicBezTo>
                  <a:pt x="1260" y="700"/>
                  <a:pt x="1260" y="700"/>
                  <a:pt x="1260" y="700"/>
                </a:cubicBezTo>
                <a:lnTo>
                  <a:pt x="949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1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allpap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6 w 2488"/>
              <a:gd name="T1" fmla="*/ 777 h 2488"/>
              <a:gd name="T2" fmla="*/ 1711 w 2488"/>
              <a:gd name="T3" fmla="*/ 622 h 2488"/>
              <a:gd name="T4" fmla="*/ 1555 w 2488"/>
              <a:gd name="T5" fmla="*/ 777 h 2488"/>
              <a:gd name="T6" fmla="*/ 1711 w 2488"/>
              <a:gd name="T7" fmla="*/ 933 h 2488"/>
              <a:gd name="T8" fmla="*/ 1866 w 2488"/>
              <a:gd name="T9" fmla="*/ 777 h 2488"/>
              <a:gd name="T10" fmla="*/ 1134 w 2488"/>
              <a:gd name="T11" fmla="*/ 1855 h 2488"/>
              <a:gd name="T12" fmla="*/ 855 w 2488"/>
              <a:gd name="T13" fmla="*/ 1522 h 2488"/>
              <a:gd name="T14" fmla="*/ 466 w 2488"/>
              <a:gd name="T15" fmla="*/ 2022 h 2488"/>
              <a:gd name="T16" fmla="*/ 2022 w 2488"/>
              <a:gd name="T17" fmla="*/ 2022 h 2488"/>
              <a:gd name="T18" fmla="*/ 1522 w 2488"/>
              <a:gd name="T19" fmla="*/ 1354 h 2488"/>
              <a:gd name="T20" fmla="*/ 1134 w 2488"/>
              <a:gd name="T21" fmla="*/ 1855 h 2488"/>
              <a:gd name="T22" fmla="*/ 311 w 2488"/>
              <a:gd name="T23" fmla="*/ 311 h 2488"/>
              <a:gd name="T24" fmla="*/ 1088 w 2488"/>
              <a:gd name="T25" fmla="*/ 311 h 2488"/>
              <a:gd name="T26" fmla="*/ 1088 w 2488"/>
              <a:gd name="T27" fmla="*/ 0 h 2488"/>
              <a:gd name="T28" fmla="*/ 311 w 2488"/>
              <a:gd name="T29" fmla="*/ 0 h 2488"/>
              <a:gd name="T30" fmla="*/ 0 w 2488"/>
              <a:gd name="T31" fmla="*/ 311 h 2488"/>
              <a:gd name="T32" fmla="*/ 0 w 2488"/>
              <a:gd name="T33" fmla="*/ 1088 h 2488"/>
              <a:gd name="T34" fmla="*/ 311 w 2488"/>
              <a:gd name="T35" fmla="*/ 1088 h 2488"/>
              <a:gd name="T36" fmla="*/ 311 w 2488"/>
              <a:gd name="T37" fmla="*/ 311 h 2488"/>
              <a:gd name="T38" fmla="*/ 2177 w 2488"/>
              <a:gd name="T39" fmla="*/ 2177 h 2488"/>
              <a:gd name="T40" fmla="*/ 1400 w 2488"/>
              <a:gd name="T41" fmla="*/ 2177 h 2488"/>
              <a:gd name="T42" fmla="*/ 1400 w 2488"/>
              <a:gd name="T43" fmla="*/ 2488 h 2488"/>
              <a:gd name="T44" fmla="*/ 2177 w 2488"/>
              <a:gd name="T45" fmla="*/ 2488 h 2488"/>
              <a:gd name="T46" fmla="*/ 2488 w 2488"/>
              <a:gd name="T47" fmla="*/ 2177 h 2488"/>
              <a:gd name="T48" fmla="*/ 2488 w 2488"/>
              <a:gd name="T49" fmla="*/ 1400 h 2488"/>
              <a:gd name="T50" fmla="*/ 2177 w 2488"/>
              <a:gd name="T51" fmla="*/ 1400 h 2488"/>
              <a:gd name="T52" fmla="*/ 2177 w 2488"/>
              <a:gd name="T53" fmla="*/ 2177 h 2488"/>
              <a:gd name="T54" fmla="*/ 311 w 2488"/>
              <a:gd name="T55" fmla="*/ 1400 h 2488"/>
              <a:gd name="T56" fmla="*/ 0 w 2488"/>
              <a:gd name="T57" fmla="*/ 1400 h 2488"/>
              <a:gd name="T58" fmla="*/ 0 w 2488"/>
              <a:gd name="T59" fmla="*/ 2177 h 2488"/>
              <a:gd name="T60" fmla="*/ 311 w 2488"/>
              <a:gd name="T61" fmla="*/ 2488 h 2488"/>
              <a:gd name="T62" fmla="*/ 1088 w 2488"/>
              <a:gd name="T63" fmla="*/ 2488 h 2488"/>
              <a:gd name="T64" fmla="*/ 1088 w 2488"/>
              <a:gd name="T65" fmla="*/ 2177 h 2488"/>
              <a:gd name="T66" fmla="*/ 311 w 2488"/>
              <a:gd name="T67" fmla="*/ 2177 h 2488"/>
              <a:gd name="T68" fmla="*/ 311 w 2488"/>
              <a:gd name="T69" fmla="*/ 1400 h 2488"/>
              <a:gd name="T70" fmla="*/ 2177 w 2488"/>
              <a:gd name="T71" fmla="*/ 0 h 2488"/>
              <a:gd name="T72" fmla="*/ 1400 w 2488"/>
              <a:gd name="T73" fmla="*/ 0 h 2488"/>
              <a:gd name="T74" fmla="*/ 1400 w 2488"/>
              <a:gd name="T75" fmla="*/ 311 h 2488"/>
              <a:gd name="T76" fmla="*/ 2177 w 2488"/>
              <a:gd name="T77" fmla="*/ 311 h 2488"/>
              <a:gd name="T78" fmla="*/ 2177 w 2488"/>
              <a:gd name="T79" fmla="*/ 1088 h 2488"/>
              <a:gd name="T80" fmla="*/ 2488 w 2488"/>
              <a:gd name="T81" fmla="*/ 1088 h 2488"/>
              <a:gd name="T82" fmla="*/ 2488 w 2488"/>
              <a:gd name="T83" fmla="*/ 311 h 2488"/>
              <a:gd name="T84" fmla="*/ 2177 w 2488"/>
              <a:gd name="T85" fmla="*/ 0 h 2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488" h="2488">
                <a:moveTo>
                  <a:pt x="1866" y="777"/>
                </a:moveTo>
                <a:cubicBezTo>
                  <a:pt x="1866" y="692"/>
                  <a:pt x="1796" y="622"/>
                  <a:pt x="1711" y="622"/>
                </a:cubicBezTo>
                <a:cubicBezTo>
                  <a:pt x="1625" y="622"/>
                  <a:pt x="1555" y="692"/>
                  <a:pt x="1555" y="777"/>
                </a:cubicBezTo>
                <a:cubicBezTo>
                  <a:pt x="1555" y="863"/>
                  <a:pt x="1625" y="933"/>
                  <a:pt x="1711" y="933"/>
                </a:cubicBezTo>
                <a:cubicBezTo>
                  <a:pt x="1796" y="933"/>
                  <a:pt x="1866" y="863"/>
                  <a:pt x="1866" y="777"/>
                </a:cubicBezTo>
                <a:close/>
                <a:moveTo>
                  <a:pt x="1134" y="1855"/>
                </a:moveTo>
                <a:cubicBezTo>
                  <a:pt x="855" y="1522"/>
                  <a:pt x="855" y="1522"/>
                  <a:pt x="855" y="1522"/>
                </a:cubicBezTo>
                <a:cubicBezTo>
                  <a:pt x="466" y="2022"/>
                  <a:pt x="466" y="2022"/>
                  <a:pt x="466" y="2022"/>
                </a:cubicBezTo>
                <a:cubicBezTo>
                  <a:pt x="2022" y="2022"/>
                  <a:pt x="2022" y="2022"/>
                  <a:pt x="2022" y="2022"/>
                </a:cubicBezTo>
                <a:cubicBezTo>
                  <a:pt x="1522" y="1354"/>
                  <a:pt x="1522" y="1354"/>
                  <a:pt x="1522" y="1354"/>
                </a:cubicBezTo>
                <a:lnTo>
                  <a:pt x="1134" y="1855"/>
                </a:lnTo>
                <a:close/>
                <a:moveTo>
                  <a:pt x="311" y="311"/>
                </a:moveTo>
                <a:cubicBezTo>
                  <a:pt x="1088" y="311"/>
                  <a:pt x="1088" y="311"/>
                  <a:pt x="1088" y="311"/>
                </a:cubicBezTo>
                <a:cubicBezTo>
                  <a:pt x="1088" y="0"/>
                  <a:pt x="1088" y="0"/>
                  <a:pt x="1088" y="0"/>
                </a:cubicBezTo>
                <a:cubicBezTo>
                  <a:pt x="311" y="0"/>
                  <a:pt x="311" y="0"/>
                  <a:pt x="311" y="0"/>
                </a:cubicBezTo>
                <a:cubicBezTo>
                  <a:pt x="140" y="0"/>
                  <a:pt x="0" y="140"/>
                  <a:pt x="0" y="311"/>
                </a:cubicBezTo>
                <a:cubicBezTo>
                  <a:pt x="0" y="1088"/>
                  <a:pt x="0" y="1088"/>
                  <a:pt x="0" y="1088"/>
                </a:cubicBezTo>
                <a:cubicBezTo>
                  <a:pt x="311" y="1088"/>
                  <a:pt x="311" y="1088"/>
                  <a:pt x="311" y="1088"/>
                </a:cubicBezTo>
                <a:lnTo>
                  <a:pt x="311" y="311"/>
                </a:lnTo>
                <a:close/>
                <a:moveTo>
                  <a:pt x="2177" y="2177"/>
                </a:moveTo>
                <a:cubicBezTo>
                  <a:pt x="1400" y="2177"/>
                  <a:pt x="1400" y="2177"/>
                  <a:pt x="1400" y="2177"/>
                </a:cubicBezTo>
                <a:cubicBezTo>
                  <a:pt x="1400" y="2488"/>
                  <a:pt x="1400" y="2488"/>
                  <a:pt x="1400" y="2488"/>
                </a:cubicBezTo>
                <a:cubicBezTo>
                  <a:pt x="2177" y="2488"/>
                  <a:pt x="2177" y="2488"/>
                  <a:pt x="2177" y="2488"/>
                </a:cubicBezTo>
                <a:cubicBezTo>
                  <a:pt x="2348" y="2488"/>
                  <a:pt x="2488" y="2348"/>
                  <a:pt x="2488" y="2177"/>
                </a:cubicBezTo>
                <a:cubicBezTo>
                  <a:pt x="2488" y="1400"/>
                  <a:pt x="2488" y="1400"/>
                  <a:pt x="2488" y="1400"/>
                </a:cubicBezTo>
                <a:cubicBezTo>
                  <a:pt x="2177" y="1400"/>
                  <a:pt x="2177" y="1400"/>
                  <a:pt x="2177" y="1400"/>
                </a:cubicBezTo>
                <a:lnTo>
                  <a:pt x="2177" y="2177"/>
                </a:lnTo>
                <a:close/>
                <a:moveTo>
                  <a:pt x="311" y="1400"/>
                </a:moveTo>
                <a:cubicBezTo>
                  <a:pt x="0" y="1400"/>
                  <a:pt x="0" y="1400"/>
                  <a:pt x="0" y="1400"/>
                </a:cubicBezTo>
                <a:cubicBezTo>
                  <a:pt x="0" y="2177"/>
                  <a:pt x="0" y="2177"/>
                  <a:pt x="0" y="2177"/>
                </a:cubicBezTo>
                <a:cubicBezTo>
                  <a:pt x="0" y="2348"/>
                  <a:pt x="140" y="2488"/>
                  <a:pt x="311" y="2488"/>
                </a:cubicBezTo>
                <a:cubicBezTo>
                  <a:pt x="1088" y="2488"/>
                  <a:pt x="1088" y="2488"/>
                  <a:pt x="1088" y="2488"/>
                </a:cubicBezTo>
                <a:cubicBezTo>
                  <a:pt x="1088" y="2177"/>
                  <a:pt x="1088" y="2177"/>
                  <a:pt x="1088" y="2177"/>
                </a:cubicBezTo>
                <a:cubicBezTo>
                  <a:pt x="311" y="2177"/>
                  <a:pt x="311" y="2177"/>
                  <a:pt x="311" y="2177"/>
                </a:cubicBezTo>
                <a:lnTo>
                  <a:pt x="311" y="1400"/>
                </a:lnTo>
                <a:close/>
                <a:moveTo>
                  <a:pt x="2177" y="0"/>
                </a:moveTo>
                <a:cubicBezTo>
                  <a:pt x="1400" y="0"/>
                  <a:pt x="1400" y="0"/>
                  <a:pt x="1400" y="0"/>
                </a:cubicBezTo>
                <a:cubicBezTo>
                  <a:pt x="1400" y="311"/>
                  <a:pt x="1400" y="311"/>
                  <a:pt x="1400" y="311"/>
                </a:cubicBezTo>
                <a:cubicBezTo>
                  <a:pt x="2177" y="311"/>
                  <a:pt x="2177" y="311"/>
                  <a:pt x="2177" y="311"/>
                </a:cubicBezTo>
                <a:cubicBezTo>
                  <a:pt x="2177" y="1088"/>
                  <a:pt x="2177" y="1088"/>
                  <a:pt x="2177" y="1088"/>
                </a:cubicBezTo>
                <a:cubicBezTo>
                  <a:pt x="2488" y="1088"/>
                  <a:pt x="2488" y="1088"/>
                  <a:pt x="2488" y="1088"/>
                </a:cubicBezTo>
                <a:cubicBezTo>
                  <a:pt x="2488" y="311"/>
                  <a:pt x="2488" y="311"/>
                  <a:pt x="2488" y="311"/>
                </a:cubicBezTo>
                <a:cubicBezTo>
                  <a:pt x="2488" y="140"/>
                  <a:pt x="2348" y="0"/>
                  <a:pt x="217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48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idget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3885"/>
          </a:xfrm>
          <a:custGeom>
            <a:avLst/>
            <a:gdLst>
              <a:gd name="T0" fmla="*/ 2757 w 5325"/>
              <a:gd name="T1" fmla="*/ 3118 h 5322"/>
              <a:gd name="T2" fmla="*/ 2757 w 5325"/>
              <a:gd name="T3" fmla="*/ 5322 h 5322"/>
              <a:gd name="T4" fmla="*/ 4961 w 5325"/>
              <a:gd name="T5" fmla="*/ 5322 h 5322"/>
              <a:gd name="T6" fmla="*/ 4961 w 5325"/>
              <a:gd name="T7" fmla="*/ 3118 h 5322"/>
              <a:gd name="T8" fmla="*/ 2757 w 5325"/>
              <a:gd name="T9" fmla="*/ 3118 h 5322"/>
              <a:gd name="T10" fmla="*/ 0 w 5325"/>
              <a:gd name="T11" fmla="*/ 5322 h 5322"/>
              <a:gd name="T12" fmla="*/ 2204 w 5325"/>
              <a:gd name="T13" fmla="*/ 5322 h 5322"/>
              <a:gd name="T14" fmla="*/ 2204 w 5325"/>
              <a:gd name="T15" fmla="*/ 3118 h 5322"/>
              <a:gd name="T16" fmla="*/ 0 w 5325"/>
              <a:gd name="T17" fmla="*/ 3118 h 5322"/>
              <a:gd name="T18" fmla="*/ 0 w 5325"/>
              <a:gd name="T19" fmla="*/ 5322 h 5322"/>
              <a:gd name="T20" fmla="*/ 0 w 5325"/>
              <a:gd name="T21" fmla="*/ 361 h 5322"/>
              <a:gd name="T22" fmla="*/ 0 w 5325"/>
              <a:gd name="T23" fmla="*/ 2565 h 5322"/>
              <a:gd name="T24" fmla="*/ 2204 w 5325"/>
              <a:gd name="T25" fmla="*/ 2565 h 5322"/>
              <a:gd name="T26" fmla="*/ 2204 w 5325"/>
              <a:gd name="T27" fmla="*/ 361 h 5322"/>
              <a:gd name="T28" fmla="*/ 0 w 5325"/>
              <a:gd name="T29" fmla="*/ 361 h 5322"/>
              <a:gd name="T30" fmla="*/ 3766 w 5325"/>
              <a:gd name="T31" fmla="*/ 0 h 5322"/>
              <a:gd name="T32" fmla="*/ 2204 w 5325"/>
              <a:gd name="T33" fmla="*/ 1556 h 5322"/>
              <a:gd name="T34" fmla="*/ 3766 w 5325"/>
              <a:gd name="T35" fmla="*/ 3118 h 5322"/>
              <a:gd name="T36" fmla="*/ 5325 w 5325"/>
              <a:gd name="T37" fmla="*/ 1556 h 5322"/>
              <a:gd name="T38" fmla="*/ 3766 w 5325"/>
              <a:gd name="T39" fmla="*/ 0 h 5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325" h="5322">
                <a:moveTo>
                  <a:pt x="2757" y="3118"/>
                </a:moveTo>
                <a:lnTo>
                  <a:pt x="2757" y="5322"/>
                </a:lnTo>
                <a:lnTo>
                  <a:pt x="4961" y="5322"/>
                </a:lnTo>
                <a:lnTo>
                  <a:pt x="4961" y="3118"/>
                </a:lnTo>
                <a:lnTo>
                  <a:pt x="2757" y="3118"/>
                </a:lnTo>
                <a:close/>
                <a:moveTo>
                  <a:pt x="0" y="5322"/>
                </a:moveTo>
                <a:lnTo>
                  <a:pt x="2204" y="5322"/>
                </a:lnTo>
                <a:lnTo>
                  <a:pt x="2204" y="3118"/>
                </a:lnTo>
                <a:lnTo>
                  <a:pt x="0" y="3118"/>
                </a:lnTo>
                <a:lnTo>
                  <a:pt x="0" y="5322"/>
                </a:lnTo>
                <a:close/>
                <a:moveTo>
                  <a:pt x="0" y="361"/>
                </a:moveTo>
                <a:lnTo>
                  <a:pt x="0" y="2565"/>
                </a:lnTo>
                <a:lnTo>
                  <a:pt x="2204" y="2565"/>
                </a:lnTo>
                <a:lnTo>
                  <a:pt x="2204" y="361"/>
                </a:lnTo>
                <a:lnTo>
                  <a:pt x="0" y="361"/>
                </a:lnTo>
                <a:close/>
                <a:moveTo>
                  <a:pt x="3766" y="0"/>
                </a:moveTo>
                <a:lnTo>
                  <a:pt x="2204" y="1556"/>
                </a:lnTo>
                <a:lnTo>
                  <a:pt x="3766" y="3118"/>
                </a:lnTo>
                <a:lnTo>
                  <a:pt x="5325" y="1556"/>
                </a:lnTo>
                <a:lnTo>
                  <a:pt x="376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21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ifi Loc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62184"/>
          </a:xfrm>
          <a:custGeom>
            <a:avLst/>
            <a:gdLst>
              <a:gd name="T0" fmla="*/ 2392 w 2800"/>
              <a:gd name="T1" fmla="*/ 875 h 2334"/>
              <a:gd name="T2" fmla="*/ 2486 w 2800"/>
              <a:gd name="T3" fmla="*/ 885 h 2334"/>
              <a:gd name="T4" fmla="*/ 2800 w 2800"/>
              <a:gd name="T5" fmla="*/ 467 h 2334"/>
              <a:gd name="T6" fmla="*/ 1400 w 2800"/>
              <a:gd name="T7" fmla="*/ 0 h 2334"/>
              <a:gd name="T8" fmla="*/ 0 w 2800"/>
              <a:gd name="T9" fmla="*/ 467 h 2334"/>
              <a:gd name="T10" fmla="*/ 1400 w 2800"/>
              <a:gd name="T11" fmla="*/ 2334 h 2334"/>
              <a:gd name="T12" fmla="*/ 1808 w 2800"/>
              <a:gd name="T13" fmla="*/ 1789 h 2334"/>
              <a:gd name="T14" fmla="*/ 1808 w 2800"/>
              <a:gd name="T15" fmla="*/ 1459 h 2334"/>
              <a:gd name="T16" fmla="*/ 2392 w 2800"/>
              <a:gd name="T17" fmla="*/ 875 h 2334"/>
              <a:gd name="T18" fmla="*/ 2683 w 2800"/>
              <a:gd name="T19" fmla="*/ 1634 h 2334"/>
              <a:gd name="T20" fmla="*/ 2683 w 2800"/>
              <a:gd name="T21" fmla="*/ 1459 h 2334"/>
              <a:gd name="T22" fmla="*/ 2392 w 2800"/>
              <a:gd name="T23" fmla="*/ 1167 h 2334"/>
              <a:gd name="T24" fmla="*/ 2100 w 2800"/>
              <a:gd name="T25" fmla="*/ 1459 h 2334"/>
              <a:gd name="T26" fmla="*/ 2100 w 2800"/>
              <a:gd name="T27" fmla="*/ 1634 h 2334"/>
              <a:gd name="T28" fmla="*/ 1983 w 2800"/>
              <a:gd name="T29" fmla="*/ 1750 h 2334"/>
              <a:gd name="T30" fmla="*/ 1983 w 2800"/>
              <a:gd name="T31" fmla="*/ 2217 h 2334"/>
              <a:gd name="T32" fmla="*/ 2100 w 2800"/>
              <a:gd name="T33" fmla="*/ 2334 h 2334"/>
              <a:gd name="T34" fmla="*/ 2683 w 2800"/>
              <a:gd name="T35" fmla="*/ 2334 h 2334"/>
              <a:gd name="T36" fmla="*/ 2800 w 2800"/>
              <a:gd name="T37" fmla="*/ 2217 h 2334"/>
              <a:gd name="T38" fmla="*/ 2800 w 2800"/>
              <a:gd name="T39" fmla="*/ 1750 h 2334"/>
              <a:gd name="T40" fmla="*/ 2683 w 2800"/>
              <a:gd name="T41" fmla="*/ 1634 h 2334"/>
              <a:gd name="T42" fmla="*/ 2567 w 2800"/>
              <a:gd name="T43" fmla="*/ 1634 h 2334"/>
              <a:gd name="T44" fmla="*/ 2217 w 2800"/>
              <a:gd name="T45" fmla="*/ 1634 h 2334"/>
              <a:gd name="T46" fmla="*/ 2217 w 2800"/>
              <a:gd name="T47" fmla="*/ 1459 h 2334"/>
              <a:gd name="T48" fmla="*/ 2392 w 2800"/>
              <a:gd name="T49" fmla="*/ 1284 h 2334"/>
              <a:gd name="T50" fmla="*/ 2567 w 2800"/>
              <a:gd name="T51" fmla="*/ 1459 h 2334"/>
              <a:gd name="T52" fmla="*/ 2567 w 2800"/>
              <a:gd name="T53" fmla="*/ 16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800" h="2334">
                <a:moveTo>
                  <a:pt x="2392" y="875"/>
                </a:moveTo>
                <a:cubicBezTo>
                  <a:pt x="2424" y="875"/>
                  <a:pt x="2456" y="880"/>
                  <a:pt x="2486" y="885"/>
                </a:cubicBezTo>
                <a:cubicBezTo>
                  <a:pt x="2800" y="467"/>
                  <a:pt x="2800" y="467"/>
                  <a:pt x="2800" y="467"/>
                </a:cubicBezTo>
                <a:cubicBezTo>
                  <a:pt x="2410" y="174"/>
                  <a:pt x="1925" y="0"/>
                  <a:pt x="1400" y="0"/>
                </a:cubicBezTo>
                <a:cubicBezTo>
                  <a:pt x="875" y="0"/>
                  <a:pt x="390" y="174"/>
                  <a:pt x="0" y="467"/>
                </a:cubicBezTo>
                <a:cubicBezTo>
                  <a:pt x="1400" y="2334"/>
                  <a:pt x="1400" y="2334"/>
                  <a:pt x="1400" y="2334"/>
                </a:cubicBezTo>
                <a:cubicBezTo>
                  <a:pt x="1808" y="1789"/>
                  <a:pt x="1808" y="1789"/>
                  <a:pt x="1808" y="1789"/>
                </a:cubicBezTo>
                <a:cubicBezTo>
                  <a:pt x="1808" y="1459"/>
                  <a:pt x="1808" y="1459"/>
                  <a:pt x="1808" y="1459"/>
                </a:cubicBezTo>
                <a:cubicBezTo>
                  <a:pt x="1808" y="1137"/>
                  <a:pt x="2070" y="875"/>
                  <a:pt x="2392" y="875"/>
                </a:cubicBezTo>
                <a:close/>
                <a:moveTo>
                  <a:pt x="2683" y="1634"/>
                </a:moveTo>
                <a:cubicBezTo>
                  <a:pt x="2683" y="1459"/>
                  <a:pt x="2683" y="1459"/>
                  <a:pt x="2683" y="1459"/>
                </a:cubicBezTo>
                <a:cubicBezTo>
                  <a:pt x="2683" y="1298"/>
                  <a:pt x="2553" y="1167"/>
                  <a:pt x="2392" y="1167"/>
                </a:cubicBezTo>
                <a:cubicBezTo>
                  <a:pt x="2231" y="1167"/>
                  <a:pt x="2100" y="1298"/>
                  <a:pt x="2100" y="1459"/>
                </a:cubicBezTo>
                <a:cubicBezTo>
                  <a:pt x="2100" y="1634"/>
                  <a:pt x="2100" y="1634"/>
                  <a:pt x="2100" y="1634"/>
                </a:cubicBezTo>
                <a:cubicBezTo>
                  <a:pt x="2036" y="1634"/>
                  <a:pt x="1983" y="1686"/>
                  <a:pt x="1983" y="1750"/>
                </a:cubicBezTo>
                <a:cubicBezTo>
                  <a:pt x="1983" y="2217"/>
                  <a:pt x="1983" y="2217"/>
                  <a:pt x="1983" y="2217"/>
                </a:cubicBezTo>
                <a:cubicBezTo>
                  <a:pt x="1983" y="2281"/>
                  <a:pt x="2036" y="2334"/>
                  <a:pt x="2100" y="2334"/>
                </a:cubicBezTo>
                <a:cubicBezTo>
                  <a:pt x="2683" y="2334"/>
                  <a:pt x="2683" y="2334"/>
                  <a:pt x="2683" y="2334"/>
                </a:cubicBezTo>
                <a:cubicBezTo>
                  <a:pt x="2747" y="2334"/>
                  <a:pt x="2800" y="2281"/>
                  <a:pt x="2800" y="2217"/>
                </a:cubicBezTo>
                <a:cubicBezTo>
                  <a:pt x="2800" y="1750"/>
                  <a:pt x="2800" y="1750"/>
                  <a:pt x="2800" y="1750"/>
                </a:cubicBezTo>
                <a:cubicBezTo>
                  <a:pt x="2800" y="1686"/>
                  <a:pt x="2747" y="1634"/>
                  <a:pt x="2683" y="1634"/>
                </a:cubicBezTo>
                <a:close/>
                <a:moveTo>
                  <a:pt x="2567" y="1634"/>
                </a:moveTo>
                <a:cubicBezTo>
                  <a:pt x="2217" y="1634"/>
                  <a:pt x="2217" y="1634"/>
                  <a:pt x="2217" y="1634"/>
                </a:cubicBezTo>
                <a:cubicBezTo>
                  <a:pt x="2217" y="1459"/>
                  <a:pt x="2217" y="1459"/>
                  <a:pt x="2217" y="1459"/>
                </a:cubicBezTo>
                <a:cubicBezTo>
                  <a:pt x="2217" y="1362"/>
                  <a:pt x="2295" y="1284"/>
                  <a:pt x="2392" y="1284"/>
                </a:cubicBezTo>
                <a:cubicBezTo>
                  <a:pt x="2489" y="1284"/>
                  <a:pt x="2567" y="1362"/>
                  <a:pt x="2567" y="1459"/>
                </a:cubicBezTo>
                <a:lnTo>
                  <a:pt x="2567" y="16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88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ifi Tetheri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52379"/>
          </a:xfrm>
          <a:custGeom>
            <a:avLst/>
            <a:gdLst>
              <a:gd name="T0" fmla="*/ 1167 w 2334"/>
              <a:gd name="T1" fmla="*/ 933 h 2176"/>
              <a:gd name="T2" fmla="*/ 934 w 2334"/>
              <a:gd name="T3" fmla="*/ 1167 h 2176"/>
              <a:gd name="T4" fmla="*/ 1167 w 2334"/>
              <a:gd name="T5" fmla="*/ 1400 h 2176"/>
              <a:gd name="T6" fmla="*/ 1400 w 2334"/>
              <a:gd name="T7" fmla="*/ 1167 h 2176"/>
              <a:gd name="T8" fmla="*/ 1167 w 2334"/>
              <a:gd name="T9" fmla="*/ 933 h 2176"/>
              <a:gd name="T10" fmla="*/ 1867 w 2334"/>
              <a:gd name="T11" fmla="*/ 1167 h 2176"/>
              <a:gd name="T12" fmla="*/ 1167 w 2334"/>
              <a:gd name="T13" fmla="*/ 467 h 2176"/>
              <a:gd name="T14" fmla="*/ 467 w 2334"/>
              <a:gd name="T15" fmla="*/ 1167 h 2176"/>
              <a:gd name="T16" fmla="*/ 817 w 2334"/>
              <a:gd name="T17" fmla="*/ 1772 h 2176"/>
              <a:gd name="T18" fmla="*/ 934 w 2334"/>
              <a:gd name="T19" fmla="*/ 1569 h 2176"/>
              <a:gd name="T20" fmla="*/ 700 w 2334"/>
              <a:gd name="T21" fmla="*/ 1167 h 2176"/>
              <a:gd name="T22" fmla="*/ 1167 w 2334"/>
              <a:gd name="T23" fmla="*/ 700 h 2176"/>
              <a:gd name="T24" fmla="*/ 1634 w 2334"/>
              <a:gd name="T25" fmla="*/ 1167 h 2176"/>
              <a:gd name="T26" fmla="*/ 1400 w 2334"/>
              <a:gd name="T27" fmla="*/ 1569 h 2176"/>
              <a:gd name="T28" fmla="*/ 1517 w 2334"/>
              <a:gd name="T29" fmla="*/ 1772 h 2176"/>
              <a:gd name="T30" fmla="*/ 1867 w 2334"/>
              <a:gd name="T31" fmla="*/ 1167 h 2176"/>
              <a:gd name="T32" fmla="*/ 1167 w 2334"/>
              <a:gd name="T33" fmla="*/ 0 h 2176"/>
              <a:gd name="T34" fmla="*/ 0 w 2334"/>
              <a:gd name="T35" fmla="*/ 1167 h 2176"/>
              <a:gd name="T36" fmla="*/ 583 w 2334"/>
              <a:gd name="T37" fmla="*/ 2176 h 2176"/>
              <a:gd name="T38" fmla="*/ 699 w 2334"/>
              <a:gd name="T39" fmla="*/ 1974 h 2176"/>
              <a:gd name="T40" fmla="*/ 234 w 2334"/>
              <a:gd name="T41" fmla="*/ 1167 h 2176"/>
              <a:gd name="T42" fmla="*/ 1167 w 2334"/>
              <a:gd name="T43" fmla="*/ 233 h 2176"/>
              <a:gd name="T44" fmla="*/ 2100 w 2334"/>
              <a:gd name="T45" fmla="*/ 1167 h 2176"/>
              <a:gd name="T46" fmla="*/ 1634 w 2334"/>
              <a:gd name="T47" fmla="*/ 1974 h 2176"/>
              <a:gd name="T48" fmla="*/ 1750 w 2334"/>
              <a:gd name="T49" fmla="*/ 2176 h 2176"/>
              <a:gd name="T50" fmla="*/ 2334 w 2334"/>
              <a:gd name="T51" fmla="*/ 1167 h 2176"/>
              <a:gd name="T52" fmla="*/ 1167 w 2334"/>
              <a:gd name="T53" fmla="*/ 0 h 2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334" h="2176">
                <a:moveTo>
                  <a:pt x="1167" y="933"/>
                </a:moveTo>
                <a:cubicBezTo>
                  <a:pt x="1039" y="933"/>
                  <a:pt x="934" y="1038"/>
                  <a:pt x="934" y="1167"/>
                </a:cubicBezTo>
                <a:cubicBezTo>
                  <a:pt x="934" y="1295"/>
                  <a:pt x="1039" y="1400"/>
                  <a:pt x="1167" y="1400"/>
                </a:cubicBezTo>
                <a:cubicBezTo>
                  <a:pt x="1295" y="1400"/>
                  <a:pt x="1400" y="1295"/>
                  <a:pt x="1400" y="1167"/>
                </a:cubicBezTo>
                <a:cubicBezTo>
                  <a:pt x="1400" y="1038"/>
                  <a:pt x="1295" y="933"/>
                  <a:pt x="1167" y="933"/>
                </a:cubicBezTo>
                <a:close/>
                <a:moveTo>
                  <a:pt x="1867" y="1167"/>
                </a:moveTo>
                <a:cubicBezTo>
                  <a:pt x="1867" y="780"/>
                  <a:pt x="1553" y="467"/>
                  <a:pt x="1167" y="467"/>
                </a:cubicBezTo>
                <a:cubicBezTo>
                  <a:pt x="781" y="467"/>
                  <a:pt x="467" y="780"/>
                  <a:pt x="467" y="1167"/>
                </a:cubicBezTo>
                <a:cubicBezTo>
                  <a:pt x="467" y="1426"/>
                  <a:pt x="608" y="1651"/>
                  <a:pt x="817" y="1772"/>
                </a:cubicBezTo>
                <a:cubicBezTo>
                  <a:pt x="934" y="1569"/>
                  <a:pt x="934" y="1569"/>
                  <a:pt x="934" y="1569"/>
                </a:cubicBezTo>
                <a:cubicBezTo>
                  <a:pt x="795" y="1487"/>
                  <a:pt x="700" y="1339"/>
                  <a:pt x="700" y="1167"/>
                </a:cubicBezTo>
                <a:cubicBezTo>
                  <a:pt x="700" y="909"/>
                  <a:pt x="909" y="700"/>
                  <a:pt x="1167" y="700"/>
                </a:cubicBezTo>
                <a:cubicBezTo>
                  <a:pt x="1425" y="700"/>
                  <a:pt x="1634" y="909"/>
                  <a:pt x="1634" y="1167"/>
                </a:cubicBezTo>
                <a:cubicBezTo>
                  <a:pt x="1634" y="1339"/>
                  <a:pt x="1539" y="1487"/>
                  <a:pt x="1400" y="1569"/>
                </a:cubicBezTo>
                <a:cubicBezTo>
                  <a:pt x="1517" y="1772"/>
                  <a:pt x="1517" y="1772"/>
                  <a:pt x="1517" y="1772"/>
                </a:cubicBezTo>
                <a:cubicBezTo>
                  <a:pt x="1726" y="1651"/>
                  <a:pt x="1867" y="1426"/>
                  <a:pt x="1867" y="1167"/>
                </a:cubicBezTo>
                <a:close/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598"/>
                  <a:pt x="235" y="1974"/>
                  <a:pt x="583" y="2176"/>
                </a:cubicBezTo>
                <a:cubicBezTo>
                  <a:pt x="699" y="1974"/>
                  <a:pt x="699" y="1974"/>
                  <a:pt x="699" y="1974"/>
                </a:cubicBezTo>
                <a:cubicBezTo>
                  <a:pt x="421" y="1812"/>
                  <a:pt x="234" y="1512"/>
                  <a:pt x="234" y="1167"/>
                </a:cubicBezTo>
                <a:cubicBezTo>
                  <a:pt x="234" y="651"/>
                  <a:pt x="651" y="233"/>
                  <a:pt x="1167" y="233"/>
                </a:cubicBezTo>
                <a:cubicBezTo>
                  <a:pt x="1683" y="233"/>
                  <a:pt x="2100" y="651"/>
                  <a:pt x="2100" y="1167"/>
                </a:cubicBezTo>
                <a:cubicBezTo>
                  <a:pt x="2100" y="1512"/>
                  <a:pt x="1913" y="1812"/>
                  <a:pt x="1634" y="1974"/>
                </a:cubicBezTo>
                <a:cubicBezTo>
                  <a:pt x="1750" y="2176"/>
                  <a:pt x="1750" y="2176"/>
                  <a:pt x="1750" y="2176"/>
                </a:cubicBezTo>
                <a:cubicBezTo>
                  <a:pt x="2099" y="1974"/>
                  <a:pt x="2334" y="1598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7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ttach Fil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457125" cy="914400"/>
          </a:xfrm>
          <a:custGeom>
            <a:avLst/>
            <a:gdLst>
              <a:gd name="T0" fmla="*/ 1108 w 1283"/>
              <a:gd name="T1" fmla="*/ 583 h 2566"/>
              <a:gd name="T2" fmla="*/ 1108 w 1283"/>
              <a:gd name="T3" fmla="*/ 1925 h 2566"/>
              <a:gd name="T4" fmla="*/ 641 w 1283"/>
              <a:gd name="T5" fmla="*/ 2391 h 2566"/>
              <a:gd name="T6" fmla="*/ 175 w 1283"/>
              <a:gd name="T7" fmla="*/ 1925 h 2566"/>
              <a:gd name="T8" fmla="*/ 175 w 1283"/>
              <a:gd name="T9" fmla="*/ 466 h 2566"/>
              <a:gd name="T10" fmla="*/ 466 w 1283"/>
              <a:gd name="T11" fmla="*/ 175 h 2566"/>
              <a:gd name="T12" fmla="*/ 758 w 1283"/>
              <a:gd name="T13" fmla="*/ 466 h 2566"/>
              <a:gd name="T14" fmla="*/ 758 w 1283"/>
              <a:gd name="T15" fmla="*/ 1691 h 2566"/>
              <a:gd name="T16" fmla="*/ 641 w 1283"/>
              <a:gd name="T17" fmla="*/ 1808 h 2566"/>
              <a:gd name="T18" fmla="*/ 525 w 1283"/>
              <a:gd name="T19" fmla="*/ 1691 h 2566"/>
              <a:gd name="T20" fmla="*/ 525 w 1283"/>
              <a:gd name="T21" fmla="*/ 583 h 2566"/>
              <a:gd name="T22" fmla="*/ 350 w 1283"/>
              <a:gd name="T23" fmla="*/ 583 h 2566"/>
              <a:gd name="T24" fmla="*/ 350 w 1283"/>
              <a:gd name="T25" fmla="*/ 1691 h 2566"/>
              <a:gd name="T26" fmla="*/ 641 w 1283"/>
              <a:gd name="T27" fmla="*/ 1983 h 2566"/>
              <a:gd name="T28" fmla="*/ 933 w 1283"/>
              <a:gd name="T29" fmla="*/ 1691 h 2566"/>
              <a:gd name="T30" fmla="*/ 933 w 1283"/>
              <a:gd name="T31" fmla="*/ 466 h 2566"/>
              <a:gd name="T32" fmla="*/ 466 w 1283"/>
              <a:gd name="T33" fmla="*/ 0 h 2566"/>
              <a:gd name="T34" fmla="*/ 0 w 1283"/>
              <a:gd name="T35" fmla="*/ 466 h 2566"/>
              <a:gd name="T36" fmla="*/ 0 w 1283"/>
              <a:gd name="T37" fmla="*/ 1925 h 2566"/>
              <a:gd name="T38" fmla="*/ 641 w 1283"/>
              <a:gd name="T39" fmla="*/ 2566 h 2566"/>
              <a:gd name="T40" fmla="*/ 1283 w 1283"/>
              <a:gd name="T41" fmla="*/ 1925 h 2566"/>
              <a:gd name="T42" fmla="*/ 1283 w 1283"/>
              <a:gd name="T43" fmla="*/ 583 h 2566"/>
              <a:gd name="T44" fmla="*/ 1108 w 1283"/>
              <a:gd name="T45" fmla="*/ 583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1283" h="2566">
                <a:moveTo>
                  <a:pt x="1108" y="583"/>
                </a:moveTo>
                <a:cubicBezTo>
                  <a:pt x="1108" y="1925"/>
                  <a:pt x="1108" y="1925"/>
                  <a:pt x="1108" y="1925"/>
                </a:cubicBezTo>
                <a:cubicBezTo>
                  <a:pt x="1108" y="2182"/>
                  <a:pt x="899" y="2391"/>
                  <a:pt x="641" y="2391"/>
                </a:cubicBezTo>
                <a:cubicBezTo>
                  <a:pt x="384" y="2391"/>
                  <a:pt x="175" y="2182"/>
                  <a:pt x="175" y="1925"/>
                </a:cubicBezTo>
                <a:cubicBezTo>
                  <a:pt x="175" y="466"/>
                  <a:pt x="175" y="466"/>
                  <a:pt x="175" y="466"/>
                </a:cubicBezTo>
                <a:cubicBezTo>
                  <a:pt x="175" y="305"/>
                  <a:pt x="305" y="175"/>
                  <a:pt x="466" y="175"/>
                </a:cubicBezTo>
                <a:cubicBezTo>
                  <a:pt x="627" y="175"/>
                  <a:pt x="758" y="305"/>
                  <a:pt x="758" y="466"/>
                </a:cubicBezTo>
                <a:cubicBezTo>
                  <a:pt x="758" y="1691"/>
                  <a:pt x="758" y="1691"/>
                  <a:pt x="758" y="1691"/>
                </a:cubicBezTo>
                <a:cubicBezTo>
                  <a:pt x="758" y="1755"/>
                  <a:pt x="705" y="1808"/>
                  <a:pt x="641" y="1808"/>
                </a:cubicBezTo>
                <a:cubicBezTo>
                  <a:pt x="577" y="1808"/>
                  <a:pt x="525" y="1755"/>
                  <a:pt x="525" y="1691"/>
                </a:cubicBezTo>
                <a:cubicBezTo>
                  <a:pt x="525" y="583"/>
                  <a:pt x="525" y="583"/>
                  <a:pt x="525" y="583"/>
                </a:cubicBezTo>
                <a:cubicBezTo>
                  <a:pt x="350" y="583"/>
                  <a:pt x="350" y="583"/>
                  <a:pt x="350" y="583"/>
                </a:cubicBezTo>
                <a:cubicBezTo>
                  <a:pt x="350" y="1691"/>
                  <a:pt x="350" y="1691"/>
                  <a:pt x="350" y="1691"/>
                </a:cubicBezTo>
                <a:cubicBezTo>
                  <a:pt x="350" y="1852"/>
                  <a:pt x="480" y="1983"/>
                  <a:pt x="641" y="1983"/>
                </a:cubicBezTo>
                <a:cubicBezTo>
                  <a:pt x="802" y="1983"/>
                  <a:pt x="933" y="1852"/>
                  <a:pt x="933" y="1691"/>
                </a:cubicBezTo>
                <a:cubicBezTo>
                  <a:pt x="933" y="466"/>
                  <a:pt x="933" y="466"/>
                  <a:pt x="933" y="466"/>
                </a:cubicBezTo>
                <a:cubicBezTo>
                  <a:pt x="933" y="209"/>
                  <a:pt x="724" y="0"/>
                  <a:pt x="466" y="0"/>
                </a:cubicBezTo>
                <a:cubicBezTo>
                  <a:pt x="209" y="0"/>
                  <a:pt x="0" y="209"/>
                  <a:pt x="0" y="466"/>
                </a:cubicBezTo>
                <a:cubicBezTo>
                  <a:pt x="0" y="1925"/>
                  <a:pt x="0" y="1925"/>
                  <a:pt x="0" y="1925"/>
                </a:cubicBezTo>
                <a:cubicBezTo>
                  <a:pt x="0" y="2279"/>
                  <a:pt x="287" y="2566"/>
                  <a:pt x="641" y="2566"/>
                </a:cubicBezTo>
                <a:cubicBezTo>
                  <a:pt x="996" y="2566"/>
                  <a:pt x="1283" y="2279"/>
                  <a:pt x="1283" y="1925"/>
                </a:cubicBezTo>
                <a:cubicBezTo>
                  <a:pt x="1283" y="583"/>
                  <a:pt x="1283" y="583"/>
                  <a:pt x="1283" y="583"/>
                </a:cubicBezTo>
                <a:lnTo>
                  <a:pt x="1108" y="5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7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ttach Money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482950" cy="914400"/>
          </a:xfrm>
          <a:custGeom>
            <a:avLst/>
            <a:gdLst>
              <a:gd name="T0" fmla="*/ 748 w 1314"/>
              <a:gd name="T1" fmla="*/ 1104 h 2488"/>
              <a:gd name="T2" fmla="*/ 334 w 1314"/>
              <a:gd name="T3" fmla="*/ 812 h 2488"/>
              <a:gd name="T4" fmla="*/ 661 w 1314"/>
              <a:gd name="T5" fmla="*/ 560 h 2488"/>
              <a:gd name="T6" fmla="*/ 988 w 1314"/>
              <a:gd name="T7" fmla="*/ 861 h 2488"/>
              <a:gd name="T8" fmla="*/ 1283 w 1314"/>
              <a:gd name="T9" fmla="*/ 861 h 2488"/>
              <a:gd name="T10" fmla="*/ 817 w 1314"/>
              <a:gd name="T11" fmla="*/ 326 h 2488"/>
              <a:gd name="T12" fmla="*/ 817 w 1314"/>
              <a:gd name="T13" fmla="*/ 0 h 2488"/>
              <a:gd name="T14" fmla="*/ 505 w 1314"/>
              <a:gd name="T15" fmla="*/ 0 h 2488"/>
              <a:gd name="T16" fmla="*/ 505 w 1314"/>
              <a:gd name="T17" fmla="*/ 328 h 2488"/>
              <a:gd name="T18" fmla="*/ 39 w 1314"/>
              <a:gd name="T19" fmla="*/ 813 h 2488"/>
              <a:gd name="T20" fmla="*/ 661 w 1314"/>
              <a:gd name="T21" fmla="*/ 1361 h 2488"/>
              <a:gd name="T22" fmla="*/ 1011 w 1314"/>
              <a:gd name="T23" fmla="*/ 1686 h 2488"/>
              <a:gd name="T24" fmla="*/ 661 w 1314"/>
              <a:gd name="T25" fmla="*/ 1929 h 2488"/>
              <a:gd name="T26" fmla="*/ 311 w 1314"/>
              <a:gd name="T27" fmla="*/ 1608 h 2488"/>
              <a:gd name="T28" fmla="*/ 0 w 1314"/>
              <a:gd name="T29" fmla="*/ 1608 h 2488"/>
              <a:gd name="T30" fmla="*/ 505 w 1314"/>
              <a:gd name="T31" fmla="*/ 2162 h 2488"/>
              <a:gd name="T32" fmla="*/ 505 w 1314"/>
              <a:gd name="T33" fmla="*/ 2488 h 2488"/>
              <a:gd name="T34" fmla="*/ 817 w 1314"/>
              <a:gd name="T35" fmla="*/ 2488 h 2488"/>
              <a:gd name="T36" fmla="*/ 817 w 1314"/>
              <a:gd name="T37" fmla="*/ 2166 h 2488"/>
              <a:gd name="T38" fmla="*/ 1314 w 1314"/>
              <a:gd name="T39" fmla="*/ 1684 h 2488"/>
              <a:gd name="T40" fmla="*/ 748 w 1314"/>
              <a:gd name="T41" fmla="*/ 1104 h 2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314" h="2488">
                <a:moveTo>
                  <a:pt x="748" y="1104"/>
                </a:moveTo>
                <a:cubicBezTo>
                  <a:pt x="499" y="1025"/>
                  <a:pt x="334" y="994"/>
                  <a:pt x="334" y="812"/>
                </a:cubicBezTo>
                <a:cubicBezTo>
                  <a:pt x="334" y="682"/>
                  <a:pt x="446" y="560"/>
                  <a:pt x="661" y="560"/>
                </a:cubicBezTo>
                <a:cubicBezTo>
                  <a:pt x="908" y="560"/>
                  <a:pt x="988" y="696"/>
                  <a:pt x="988" y="861"/>
                </a:cubicBezTo>
                <a:cubicBezTo>
                  <a:pt x="1283" y="861"/>
                  <a:pt x="1283" y="861"/>
                  <a:pt x="1283" y="861"/>
                </a:cubicBezTo>
                <a:cubicBezTo>
                  <a:pt x="1283" y="583"/>
                  <a:pt x="1101" y="381"/>
                  <a:pt x="817" y="326"/>
                </a:cubicBezTo>
                <a:cubicBezTo>
                  <a:pt x="817" y="0"/>
                  <a:pt x="817" y="0"/>
                  <a:pt x="817" y="0"/>
                </a:cubicBezTo>
                <a:cubicBezTo>
                  <a:pt x="505" y="0"/>
                  <a:pt x="505" y="0"/>
                  <a:pt x="505" y="0"/>
                </a:cubicBezTo>
                <a:cubicBezTo>
                  <a:pt x="505" y="328"/>
                  <a:pt x="505" y="328"/>
                  <a:pt x="505" y="328"/>
                </a:cubicBezTo>
                <a:cubicBezTo>
                  <a:pt x="260" y="378"/>
                  <a:pt x="39" y="541"/>
                  <a:pt x="39" y="813"/>
                </a:cubicBezTo>
                <a:cubicBezTo>
                  <a:pt x="39" y="1163"/>
                  <a:pt x="316" y="1249"/>
                  <a:pt x="661" y="1361"/>
                </a:cubicBezTo>
                <a:cubicBezTo>
                  <a:pt x="953" y="1455"/>
                  <a:pt x="1011" y="1522"/>
                  <a:pt x="1011" y="1686"/>
                </a:cubicBezTo>
                <a:cubicBezTo>
                  <a:pt x="1011" y="1826"/>
                  <a:pt x="907" y="1929"/>
                  <a:pt x="661" y="1929"/>
                </a:cubicBezTo>
                <a:cubicBezTo>
                  <a:pt x="474" y="1929"/>
                  <a:pt x="311" y="1798"/>
                  <a:pt x="311" y="1608"/>
                </a:cubicBezTo>
                <a:cubicBezTo>
                  <a:pt x="0" y="1608"/>
                  <a:pt x="0" y="1608"/>
                  <a:pt x="0" y="1608"/>
                </a:cubicBezTo>
                <a:cubicBezTo>
                  <a:pt x="0" y="1900"/>
                  <a:pt x="215" y="2106"/>
                  <a:pt x="505" y="2162"/>
                </a:cubicBezTo>
                <a:cubicBezTo>
                  <a:pt x="505" y="2488"/>
                  <a:pt x="505" y="2488"/>
                  <a:pt x="505" y="2488"/>
                </a:cubicBezTo>
                <a:cubicBezTo>
                  <a:pt x="817" y="2488"/>
                  <a:pt x="817" y="2488"/>
                  <a:pt x="817" y="2488"/>
                </a:cubicBezTo>
                <a:cubicBezTo>
                  <a:pt x="817" y="2166"/>
                  <a:pt x="817" y="2166"/>
                  <a:pt x="817" y="2166"/>
                </a:cubicBezTo>
                <a:cubicBezTo>
                  <a:pt x="1134" y="2121"/>
                  <a:pt x="1314" y="1935"/>
                  <a:pt x="1314" y="1684"/>
                </a:cubicBezTo>
                <a:cubicBezTo>
                  <a:pt x="1314" y="1393"/>
                  <a:pt x="1168" y="1238"/>
                  <a:pt x="748" y="11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9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rder A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5145"/>
              <a:gd name="T1" fmla="*/ 0 h 5145"/>
              <a:gd name="T2" fmla="*/ 0 w 5145"/>
              <a:gd name="T3" fmla="*/ 5145 h 5145"/>
              <a:gd name="T4" fmla="*/ 5145 w 5145"/>
              <a:gd name="T5" fmla="*/ 5145 h 5145"/>
              <a:gd name="T6" fmla="*/ 5145 w 5145"/>
              <a:gd name="T7" fmla="*/ 0 h 5145"/>
              <a:gd name="T8" fmla="*/ 0 w 5145"/>
              <a:gd name="T9" fmla="*/ 0 h 5145"/>
              <a:gd name="T10" fmla="*/ 2204 w 5145"/>
              <a:gd name="T11" fmla="*/ 4410 h 5145"/>
              <a:gd name="T12" fmla="*/ 735 w 5145"/>
              <a:gd name="T13" fmla="*/ 4410 h 5145"/>
              <a:gd name="T14" fmla="*/ 735 w 5145"/>
              <a:gd name="T15" fmla="*/ 2941 h 5145"/>
              <a:gd name="T16" fmla="*/ 2204 w 5145"/>
              <a:gd name="T17" fmla="*/ 2941 h 5145"/>
              <a:gd name="T18" fmla="*/ 2204 w 5145"/>
              <a:gd name="T19" fmla="*/ 4410 h 5145"/>
              <a:gd name="T20" fmla="*/ 2204 w 5145"/>
              <a:gd name="T21" fmla="*/ 2204 h 5145"/>
              <a:gd name="T22" fmla="*/ 735 w 5145"/>
              <a:gd name="T23" fmla="*/ 2204 h 5145"/>
              <a:gd name="T24" fmla="*/ 735 w 5145"/>
              <a:gd name="T25" fmla="*/ 734 h 5145"/>
              <a:gd name="T26" fmla="*/ 2204 w 5145"/>
              <a:gd name="T27" fmla="*/ 734 h 5145"/>
              <a:gd name="T28" fmla="*/ 2204 w 5145"/>
              <a:gd name="T29" fmla="*/ 2204 h 5145"/>
              <a:gd name="T30" fmla="*/ 4411 w 5145"/>
              <a:gd name="T31" fmla="*/ 4410 h 5145"/>
              <a:gd name="T32" fmla="*/ 2941 w 5145"/>
              <a:gd name="T33" fmla="*/ 4410 h 5145"/>
              <a:gd name="T34" fmla="*/ 2941 w 5145"/>
              <a:gd name="T35" fmla="*/ 2941 h 5145"/>
              <a:gd name="T36" fmla="*/ 4411 w 5145"/>
              <a:gd name="T37" fmla="*/ 2941 h 5145"/>
              <a:gd name="T38" fmla="*/ 4411 w 5145"/>
              <a:gd name="T39" fmla="*/ 4410 h 5145"/>
              <a:gd name="T40" fmla="*/ 4411 w 5145"/>
              <a:gd name="T41" fmla="*/ 2204 h 5145"/>
              <a:gd name="T42" fmla="*/ 2941 w 5145"/>
              <a:gd name="T43" fmla="*/ 2204 h 5145"/>
              <a:gd name="T44" fmla="*/ 2941 w 5145"/>
              <a:gd name="T45" fmla="*/ 734 h 5145"/>
              <a:gd name="T46" fmla="*/ 4411 w 5145"/>
              <a:gd name="T47" fmla="*/ 734 h 5145"/>
              <a:gd name="T48" fmla="*/ 4411 w 5145"/>
              <a:gd name="T49" fmla="*/ 2204 h 5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5145" h="5145">
                <a:moveTo>
                  <a:pt x="0" y="0"/>
                </a:moveTo>
                <a:lnTo>
                  <a:pt x="0" y="5145"/>
                </a:lnTo>
                <a:lnTo>
                  <a:pt x="5145" y="5145"/>
                </a:lnTo>
                <a:lnTo>
                  <a:pt x="5145" y="0"/>
                </a:lnTo>
                <a:lnTo>
                  <a:pt x="0" y="0"/>
                </a:lnTo>
                <a:close/>
                <a:moveTo>
                  <a:pt x="2204" y="4410"/>
                </a:moveTo>
                <a:lnTo>
                  <a:pt x="735" y="4410"/>
                </a:lnTo>
                <a:lnTo>
                  <a:pt x="735" y="2941"/>
                </a:lnTo>
                <a:lnTo>
                  <a:pt x="2204" y="2941"/>
                </a:lnTo>
                <a:lnTo>
                  <a:pt x="2204" y="4410"/>
                </a:lnTo>
                <a:close/>
                <a:moveTo>
                  <a:pt x="2204" y="2204"/>
                </a:moveTo>
                <a:lnTo>
                  <a:pt x="735" y="2204"/>
                </a:lnTo>
                <a:lnTo>
                  <a:pt x="735" y="734"/>
                </a:lnTo>
                <a:lnTo>
                  <a:pt x="2204" y="734"/>
                </a:lnTo>
                <a:lnTo>
                  <a:pt x="2204" y="2204"/>
                </a:lnTo>
                <a:close/>
                <a:moveTo>
                  <a:pt x="4411" y="4410"/>
                </a:moveTo>
                <a:lnTo>
                  <a:pt x="2941" y="4410"/>
                </a:lnTo>
                <a:lnTo>
                  <a:pt x="2941" y="2941"/>
                </a:lnTo>
                <a:lnTo>
                  <a:pt x="4411" y="2941"/>
                </a:lnTo>
                <a:lnTo>
                  <a:pt x="4411" y="4410"/>
                </a:lnTo>
                <a:close/>
                <a:moveTo>
                  <a:pt x="4411" y="2204"/>
                </a:moveTo>
                <a:lnTo>
                  <a:pt x="2941" y="2204"/>
                </a:lnTo>
                <a:lnTo>
                  <a:pt x="2941" y="734"/>
                </a:lnTo>
                <a:lnTo>
                  <a:pt x="4411" y="734"/>
                </a:lnTo>
                <a:lnTo>
                  <a:pt x="4411" y="22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6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rder Botto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104 w 5145"/>
              <a:gd name="T1" fmla="*/ 0 h 5145"/>
              <a:gd name="T2" fmla="*/ 1838 w 5145"/>
              <a:gd name="T3" fmla="*/ 734 h 5145"/>
              <a:gd name="T4" fmla="*/ 2941 w 5145"/>
              <a:gd name="T5" fmla="*/ 2204 h 5145"/>
              <a:gd name="T6" fmla="*/ 2204 w 5145"/>
              <a:gd name="T7" fmla="*/ 2941 h 5145"/>
              <a:gd name="T8" fmla="*/ 2941 w 5145"/>
              <a:gd name="T9" fmla="*/ 2204 h 5145"/>
              <a:gd name="T10" fmla="*/ 2204 w 5145"/>
              <a:gd name="T11" fmla="*/ 3307 h 5145"/>
              <a:gd name="T12" fmla="*/ 2941 w 5145"/>
              <a:gd name="T13" fmla="*/ 4042 h 5145"/>
              <a:gd name="T14" fmla="*/ 4042 w 5145"/>
              <a:gd name="T15" fmla="*/ 2204 h 5145"/>
              <a:gd name="T16" fmla="*/ 3307 w 5145"/>
              <a:gd name="T17" fmla="*/ 2941 h 5145"/>
              <a:gd name="T18" fmla="*/ 4042 w 5145"/>
              <a:gd name="T19" fmla="*/ 2204 h 5145"/>
              <a:gd name="T20" fmla="*/ 1104 w 5145"/>
              <a:gd name="T21" fmla="*/ 2204 h 5145"/>
              <a:gd name="T22" fmla="*/ 1838 w 5145"/>
              <a:gd name="T23" fmla="*/ 2941 h 5145"/>
              <a:gd name="T24" fmla="*/ 4042 w 5145"/>
              <a:gd name="T25" fmla="*/ 0 h 5145"/>
              <a:gd name="T26" fmla="*/ 3307 w 5145"/>
              <a:gd name="T27" fmla="*/ 734 h 5145"/>
              <a:gd name="T28" fmla="*/ 4042 w 5145"/>
              <a:gd name="T29" fmla="*/ 0 h 5145"/>
              <a:gd name="T30" fmla="*/ 2204 w 5145"/>
              <a:gd name="T31" fmla="*/ 1103 h 5145"/>
              <a:gd name="T32" fmla="*/ 2941 w 5145"/>
              <a:gd name="T33" fmla="*/ 1838 h 5145"/>
              <a:gd name="T34" fmla="*/ 2941 w 5145"/>
              <a:gd name="T35" fmla="*/ 0 h 5145"/>
              <a:gd name="T36" fmla="*/ 2204 w 5145"/>
              <a:gd name="T37" fmla="*/ 734 h 5145"/>
              <a:gd name="T38" fmla="*/ 2941 w 5145"/>
              <a:gd name="T39" fmla="*/ 0 h 5145"/>
              <a:gd name="T40" fmla="*/ 0 w 5145"/>
              <a:gd name="T41" fmla="*/ 3307 h 5145"/>
              <a:gd name="T42" fmla="*/ 735 w 5145"/>
              <a:gd name="T43" fmla="*/ 4042 h 5145"/>
              <a:gd name="T44" fmla="*/ 4411 w 5145"/>
              <a:gd name="T45" fmla="*/ 4042 h 5145"/>
              <a:gd name="T46" fmla="*/ 5145 w 5145"/>
              <a:gd name="T47" fmla="*/ 3307 h 5145"/>
              <a:gd name="T48" fmla="*/ 4411 w 5145"/>
              <a:gd name="T49" fmla="*/ 4042 h 5145"/>
              <a:gd name="T50" fmla="*/ 5145 w 5145"/>
              <a:gd name="T51" fmla="*/ 1838 h 5145"/>
              <a:gd name="T52" fmla="*/ 4411 w 5145"/>
              <a:gd name="T53" fmla="*/ 1103 h 5145"/>
              <a:gd name="T54" fmla="*/ 4411 w 5145"/>
              <a:gd name="T55" fmla="*/ 2941 h 5145"/>
              <a:gd name="T56" fmla="*/ 5145 w 5145"/>
              <a:gd name="T57" fmla="*/ 2204 h 5145"/>
              <a:gd name="T58" fmla="*/ 4411 w 5145"/>
              <a:gd name="T59" fmla="*/ 2941 h 5145"/>
              <a:gd name="T60" fmla="*/ 4411 w 5145"/>
              <a:gd name="T61" fmla="*/ 734 h 5145"/>
              <a:gd name="T62" fmla="*/ 5145 w 5145"/>
              <a:gd name="T63" fmla="*/ 0 h 5145"/>
              <a:gd name="T64" fmla="*/ 735 w 5145"/>
              <a:gd name="T65" fmla="*/ 0 h 5145"/>
              <a:gd name="T66" fmla="*/ 0 w 5145"/>
              <a:gd name="T67" fmla="*/ 734 h 5145"/>
              <a:gd name="T68" fmla="*/ 735 w 5145"/>
              <a:gd name="T69" fmla="*/ 0 h 5145"/>
              <a:gd name="T70" fmla="*/ 5145 w 5145"/>
              <a:gd name="T71" fmla="*/ 5145 h 5145"/>
              <a:gd name="T72" fmla="*/ 0 w 5145"/>
              <a:gd name="T73" fmla="*/ 4410 h 5145"/>
              <a:gd name="T74" fmla="*/ 735 w 5145"/>
              <a:gd name="T75" fmla="*/ 1103 h 5145"/>
              <a:gd name="T76" fmla="*/ 0 w 5145"/>
              <a:gd name="T77" fmla="*/ 1838 h 5145"/>
              <a:gd name="T78" fmla="*/ 735 w 5145"/>
              <a:gd name="T79" fmla="*/ 1103 h 5145"/>
              <a:gd name="T80" fmla="*/ 0 w 5145"/>
              <a:gd name="T81" fmla="*/ 2204 h 5145"/>
              <a:gd name="T82" fmla="*/ 735 w 5145"/>
              <a:gd name="T83" fmla="*/ 2941 h 5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145" h="5145">
                <a:moveTo>
                  <a:pt x="1838" y="0"/>
                </a:moveTo>
                <a:lnTo>
                  <a:pt x="1104" y="0"/>
                </a:lnTo>
                <a:lnTo>
                  <a:pt x="1104" y="734"/>
                </a:lnTo>
                <a:lnTo>
                  <a:pt x="1838" y="734"/>
                </a:lnTo>
                <a:lnTo>
                  <a:pt x="1838" y="0"/>
                </a:lnTo>
                <a:close/>
                <a:moveTo>
                  <a:pt x="2941" y="2204"/>
                </a:moveTo>
                <a:lnTo>
                  <a:pt x="2204" y="2204"/>
                </a:lnTo>
                <a:lnTo>
                  <a:pt x="2204" y="2941"/>
                </a:lnTo>
                <a:lnTo>
                  <a:pt x="2941" y="2941"/>
                </a:lnTo>
                <a:lnTo>
                  <a:pt x="2941" y="2204"/>
                </a:lnTo>
                <a:close/>
                <a:moveTo>
                  <a:pt x="2941" y="3307"/>
                </a:moveTo>
                <a:lnTo>
                  <a:pt x="2204" y="3307"/>
                </a:lnTo>
                <a:lnTo>
                  <a:pt x="2204" y="4042"/>
                </a:lnTo>
                <a:lnTo>
                  <a:pt x="2941" y="4042"/>
                </a:lnTo>
                <a:lnTo>
                  <a:pt x="2941" y="3307"/>
                </a:lnTo>
                <a:close/>
                <a:moveTo>
                  <a:pt x="4042" y="2204"/>
                </a:moveTo>
                <a:lnTo>
                  <a:pt x="3307" y="2204"/>
                </a:lnTo>
                <a:lnTo>
                  <a:pt x="3307" y="2941"/>
                </a:lnTo>
                <a:lnTo>
                  <a:pt x="4042" y="2941"/>
                </a:lnTo>
                <a:lnTo>
                  <a:pt x="4042" y="2204"/>
                </a:lnTo>
                <a:close/>
                <a:moveTo>
                  <a:pt x="1838" y="2204"/>
                </a:moveTo>
                <a:lnTo>
                  <a:pt x="1104" y="2204"/>
                </a:lnTo>
                <a:lnTo>
                  <a:pt x="1104" y="2941"/>
                </a:lnTo>
                <a:lnTo>
                  <a:pt x="1838" y="2941"/>
                </a:lnTo>
                <a:lnTo>
                  <a:pt x="1838" y="2204"/>
                </a:lnTo>
                <a:close/>
                <a:moveTo>
                  <a:pt x="4042" y="0"/>
                </a:moveTo>
                <a:lnTo>
                  <a:pt x="3307" y="0"/>
                </a:lnTo>
                <a:lnTo>
                  <a:pt x="3307" y="734"/>
                </a:lnTo>
                <a:lnTo>
                  <a:pt x="4042" y="734"/>
                </a:lnTo>
                <a:lnTo>
                  <a:pt x="4042" y="0"/>
                </a:lnTo>
                <a:close/>
                <a:moveTo>
                  <a:pt x="2941" y="1103"/>
                </a:moveTo>
                <a:lnTo>
                  <a:pt x="2204" y="1103"/>
                </a:lnTo>
                <a:lnTo>
                  <a:pt x="2204" y="1838"/>
                </a:lnTo>
                <a:lnTo>
                  <a:pt x="2941" y="1838"/>
                </a:lnTo>
                <a:lnTo>
                  <a:pt x="2941" y="1103"/>
                </a:lnTo>
                <a:close/>
                <a:moveTo>
                  <a:pt x="2941" y="0"/>
                </a:moveTo>
                <a:lnTo>
                  <a:pt x="2204" y="0"/>
                </a:lnTo>
                <a:lnTo>
                  <a:pt x="2204" y="734"/>
                </a:lnTo>
                <a:lnTo>
                  <a:pt x="2941" y="734"/>
                </a:lnTo>
                <a:lnTo>
                  <a:pt x="2941" y="0"/>
                </a:lnTo>
                <a:close/>
                <a:moveTo>
                  <a:pt x="735" y="3307"/>
                </a:moveTo>
                <a:lnTo>
                  <a:pt x="0" y="3307"/>
                </a:lnTo>
                <a:lnTo>
                  <a:pt x="0" y="4042"/>
                </a:lnTo>
                <a:lnTo>
                  <a:pt x="735" y="4042"/>
                </a:lnTo>
                <a:lnTo>
                  <a:pt x="735" y="3307"/>
                </a:lnTo>
                <a:close/>
                <a:moveTo>
                  <a:pt x="4411" y="4042"/>
                </a:moveTo>
                <a:lnTo>
                  <a:pt x="5145" y="4042"/>
                </a:lnTo>
                <a:lnTo>
                  <a:pt x="5145" y="3307"/>
                </a:lnTo>
                <a:lnTo>
                  <a:pt x="4411" y="3307"/>
                </a:lnTo>
                <a:lnTo>
                  <a:pt x="4411" y="4042"/>
                </a:lnTo>
                <a:close/>
                <a:moveTo>
                  <a:pt x="4411" y="1838"/>
                </a:moveTo>
                <a:lnTo>
                  <a:pt x="5145" y="1838"/>
                </a:lnTo>
                <a:lnTo>
                  <a:pt x="5145" y="1103"/>
                </a:lnTo>
                <a:lnTo>
                  <a:pt x="4411" y="1103"/>
                </a:lnTo>
                <a:lnTo>
                  <a:pt x="4411" y="1838"/>
                </a:lnTo>
                <a:close/>
                <a:moveTo>
                  <a:pt x="4411" y="2941"/>
                </a:moveTo>
                <a:lnTo>
                  <a:pt x="5145" y="2941"/>
                </a:lnTo>
                <a:lnTo>
                  <a:pt x="5145" y="2204"/>
                </a:lnTo>
                <a:lnTo>
                  <a:pt x="4411" y="2204"/>
                </a:lnTo>
                <a:lnTo>
                  <a:pt x="4411" y="2941"/>
                </a:lnTo>
                <a:close/>
                <a:moveTo>
                  <a:pt x="4411" y="0"/>
                </a:moveTo>
                <a:lnTo>
                  <a:pt x="4411" y="734"/>
                </a:lnTo>
                <a:lnTo>
                  <a:pt x="5145" y="734"/>
                </a:lnTo>
                <a:lnTo>
                  <a:pt x="5145" y="0"/>
                </a:lnTo>
                <a:lnTo>
                  <a:pt x="4411" y="0"/>
                </a:lnTo>
                <a:close/>
                <a:moveTo>
                  <a:pt x="735" y="0"/>
                </a:moveTo>
                <a:lnTo>
                  <a:pt x="0" y="0"/>
                </a:lnTo>
                <a:lnTo>
                  <a:pt x="0" y="734"/>
                </a:lnTo>
                <a:lnTo>
                  <a:pt x="735" y="734"/>
                </a:lnTo>
                <a:lnTo>
                  <a:pt x="735" y="0"/>
                </a:lnTo>
                <a:close/>
                <a:moveTo>
                  <a:pt x="0" y="5145"/>
                </a:moveTo>
                <a:lnTo>
                  <a:pt x="5145" y="5145"/>
                </a:lnTo>
                <a:lnTo>
                  <a:pt x="5145" y="4410"/>
                </a:lnTo>
                <a:lnTo>
                  <a:pt x="0" y="4410"/>
                </a:lnTo>
                <a:lnTo>
                  <a:pt x="0" y="5145"/>
                </a:lnTo>
                <a:close/>
                <a:moveTo>
                  <a:pt x="735" y="1103"/>
                </a:moveTo>
                <a:lnTo>
                  <a:pt x="0" y="1103"/>
                </a:lnTo>
                <a:lnTo>
                  <a:pt x="0" y="1838"/>
                </a:lnTo>
                <a:lnTo>
                  <a:pt x="735" y="1838"/>
                </a:lnTo>
                <a:lnTo>
                  <a:pt x="735" y="1103"/>
                </a:lnTo>
                <a:close/>
                <a:moveTo>
                  <a:pt x="735" y="2204"/>
                </a:moveTo>
                <a:lnTo>
                  <a:pt x="0" y="2204"/>
                </a:lnTo>
                <a:lnTo>
                  <a:pt x="0" y="2941"/>
                </a:lnTo>
                <a:lnTo>
                  <a:pt x="735" y="2941"/>
                </a:lnTo>
                <a:lnTo>
                  <a:pt x="735" y="22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65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rder Clea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941 w 5145"/>
              <a:gd name="T1" fmla="*/ 5145 h 5145"/>
              <a:gd name="T2" fmla="*/ 2204 w 5145"/>
              <a:gd name="T3" fmla="*/ 4410 h 5145"/>
              <a:gd name="T4" fmla="*/ 1104 w 5145"/>
              <a:gd name="T5" fmla="*/ 2941 h 5145"/>
              <a:gd name="T6" fmla="*/ 1838 w 5145"/>
              <a:gd name="T7" fmla="*/ 2204 h 5145"/>
              <a:gd name="T8" fmla="*/ 1104 w 5145"/>
              <a:gd name="T9" fmla="*/ 2941 h 5145"/>
              <a:gd name="T10" fmla="*/ 1838 w 5145"/>
              <a:gd name="T11" fmla="*/ 734 h 5145"/>
              <a:gd name="T12" fmla="*/ 1104 w 5145"/>
              <a:gd name="T13" fmla="*/ 0 h 5145"/>
              <a:gd name="T14" fmla="*/ 2204 w 5145"/>
              <a:gd name="T15" fmla="*/ 4042 h 5145"/>
              <a:gd name="T16" fmla="*/ 2941 w 5145"/>
              <a:gd name="T17" fmla="*/ 3307 h 5145"/>
              <a:gd name="T18" fmla="*/ 2204 w 5145"/>
              <a:gd name="T19" fmla="*/ 4042 h 5145"/>
              <a:gd name="T20" fmla="*/ 1838 w 5145"/>
              <a:gd name="T21" fmla="*/ 5145 h 5145"/>
              <a:gd name="T22" fmla="*/ 1104 w 5145"/>
              <a:gd name="T23" fmla="*/ 4410 h 5145"/>
              <a:gd name="T24" fmla="*/ 0 w 5145"/>
              <a:gd name="T25" fmla="*/ 1838 h 5145"/>
              <a:gd name="T26" fmla="*/ 735 w 5145"/>
              <a:gd name="T27" fmla="*/ 1103 h 5145"/>
              <a:gd name="T28" fmla="*/ 0 w 5145"/>
              <a:gd name="T29" fmla="*/ 1838 h 5145"/>
              <a:gd name="T30" fmla="*/ 735 w 5145"/>
              <a:gd name="T31" fmla="*/ 5145 h 5145"/>
              <a:gd name="T32" fmla="*/ 0 w 5145"/>
              <a:gd name="T33" fmla="*/ 4410 h 5145"/>
              <a:gd name="T34" fmla="*/ 0 w 5145"/>
              <a:gd name="T35" fmla="*/ 734 h 5145"/>
              <a:gd name="T36" fmla="*/ 735 w 5145"/>
              <a:gd name="T37" fmla="*/ 0 h 5145"/>
              <a:gd name="T38" fmla="*/ 0 w 5145"/>
              <a:gd name="T39" fmla="*/ 734 h 5145"/>
              <a:gd name="T40" fmla="*/ 735 w 5145"/>
              <a:gd name="T41" fmla="*/ 2941 h 5145"/>
              <a:gd name="T42" fmla="*/ 0 w 5145"/>
              <a:gd name="T43" fmla="*/ 2204 h 5145"/>
              <a:gd name="T44" fmla="*/ 2204 w 5145"/>
              <a:gd name="T45" fmla="*/ 2941 h 5145"/>
              <a:gd name="T46" fmla="*/ 2941 w 5145"/>
              <a:gd name="T47" fmla="*/ 2204 h 5145"/>
              <a:gd name="T48" fmla="*/ 2204 w 5145"/>
              <a:gd name="T49" fmla="*/ 2941 h 5145"/>
              <a:gd name="T50" fmla="*/ 735 w 5145"/>
              <a:gd name="T51" fmla="*/ 4042 h 5145"/>
              <a:gd name="T52" fmla="*/ 0 w 5145"/>
              <a:gd name="T53" fmla="*/ 3307 h 5145"/>
              <a:gd name="T54" fmla="*/ 4411 w 5145"/>
              <a:gd name="T55" fmla="*/ 4042 h 5145"/>
              <a:gd name="T56" fmla="*/ 5145 w 5145"/>
              <a:gd name="T57" fmla="*/ 3307 h 5145"/>
              <a:gd name="T58" fmla="*/ 4411 w 5145"/>
              <a:gd name="T59" fmla="*/ 4042 h 5145"/>
              <a:gd name="T60" fmla="*/ 5145 w 5145"/>
              <a:gd name="T61" fmla="*/ 5145 h 5145"/>
              <a:gd name="T62" fmla="*/ 4411 w 5145"/>
              <a:gd name="T63" fmla="*/ 4410 h 5145"/>
              <a:gd name="T64" fmla="*/ 4411 w 5145"/>
              <a:gd name="T65" fmla="*/ 2941 h 5145"/>
              <a:gd name="T66" fmla="*/ 5145 w 5145"/>
              <a:gd name="T67" fmla="*/ 2204 h 5145"/>
              <a:gd name="T68" fmla="*/ 4411 w 5145"/>
              <a:gd name="T69" fmla="*/ 2941 h 5145"/>
              <a:gd name="T70" fmla="*/ 5145 w 5145"/>
              <a:gd name="T71" fmla="*/ 1838 h 5145"/>
              <a:gd name="T72" fmla="*/ 4411 w 5145"/>
              <a:gd name="T73" fmla="*/ 1103 h 5145"/>
              <a:gd name="T74" fmla="*/ 4411 w 5145"/>
              <a:gd name="T75" fmla="*/ 0 h 5145"/>
              <a:gd name="T76" fmla="*/ 5145 w 5145"/>
              <a:gd name="T77" fmla="*/ 734 h 5145"/>
              <a:gd name="T78" fmla="*/ 4411 w 5145"/>
              <a:gd name="T79" fmla="*/ 0 h 5145"/>
              <a:gd name="T80" fmla="*/ 2941 w 5145"/>
              <a:gd name="T81" fmla="*/ 734 h 5145"/>
              <a:gd name="T82" fmla="*/ 2204 w 5145"/>
              <a:gd name="T83" fmla="*/ 0 h 5145"/>
              <a:gd name="T84" fmla="*/ 3307 w 5145"/>
              <a:gd name="T85" fmla="*/ 734 h 5145"/>
              <a:gd name="T86" fmla="*/ 4042 w 5145"/>
              <a:gd name="T87" fmla="*/ 0 h 5145"/>
              <a:gd name="T88" fmla="*/ 3307 w 5145"/>
              <a:gd name="T89" fmla="*/ 734 h 5145"/>
              <a:gd name="T90" fmla="*/ 2941 w 5145"/>
              <a:gd name="T91" fmla="*/ 1838 h 5145"/>
              <a:gd name="T92" fmla="*/ 2204 w 5145"/>
              <a:gd name="T93" fmla="*/ 1103 h 5145"/>
              <a:gd name="T94" fmla="*/ 3307 w 5145"/>
              <a:gd name="T95" fmla="*/ 5145 h 5145"/>
              <a:gd name="T96" fmla="*/ 4042 w 5145"/>
              <a:gd name="T97" fmla="*/ 4410 h 5145"/>
              <a:gd name="T98" fmla="*/ 3307 w 5145"/>
              <a:gd name="T99" fmla="*/ 5145 h 5145"/>
              <a:gd name="T100" fmla="*/ 4042 w 5145"/>
              <a:gd name="T101" fmla="*/ 2941 h 5145"/>
              <a:gd name="T102" fmla="*/ 3307 w 5145"/>
              <a:gd name="T103" fmla="*/ 2204 h 5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5145" h="5145">
                <a:moveTo>
                  <a:pt x="2204" y="5145"/>
                </a:moveTo>
                <a:lnTo>
                  <a:pt x="2941" y="5145"/>
                </a:lnTo>
                <a:lnTo>
                  <a:pt x="2941" y="4410"/>
                </a:lnTo>
                <a:lnTo>
                  <a:pt x="2204" y="4410"/>
                </a:lnTo>
                <a:lnTo>
                  <a:pt x="2204" y="5145"/>
                </a:lnTo>
                <a:close/>
                <a:moveTo>
                  <a:pt x="1104" y="2941"/>
                </a:moveTo>
                <a:lnTo>
                  <a:pt x="1838" y="2941"/>
                </a:lnTo>
                <a:lnTo>
                  <a:pt x="1838" y="2204"/>
                </a:lnTo>
                <a:lnTo>
                  <a:pt x="1104" y="2204"/>
                </a:lnTo>
                <a:lnTo>
                  <a:pt x="1104" y="2941"/>
                </a:lnTo>
                <a:close/>
                <a:moveTo>
                  <a:pt x="1104" y="734"/>
                </a:moveTo>
                <a:lnTo>
                  <a:pt x="1838" y="734"/>
                </a:lnTo>
                <a:lnTo>
                  <a:pt x="1838" y="0"/>
                </a:lnTo>
                <a:lnTo>
                  <a:pt x="1104" y="0"/>
                </a:lnTo>
                <a:lnTo>
                  <a:pt x="1104" y="734"/>
                </a:lnTo>
                <a:close/>
                <a:moveTo>
                  <a:pt x="2204" y="4042"/>
                </a:moveTo>
                <a:lnTo>
                  <a:pt x="2941" y="4042"/>
                </a:lnTo>
                <a:lnTo>
                  <a:pt x="2941" y="3307"/>
                </a:lnTo>
                <a:lnTo>
                  <a:pt x="2204" y="3307"/>
                </a:lnTo>
                <a:lnTo>
                  <a:pt x="2204" y="4042"/>
                </a:lnTo>
                <a:close/>
                <a:moveTo>
                  <a:pt x="1104" y="5145"/>
                </a:moveTo>
                <a:lnTo>
                  <a:pt x="1838" y="5145"/>
                </a:lnTo>
                <a:lnTo>
                  <a:pt x="1838" y="4410"/>
                </a:lnTo>
                <a:lnTo>
                  <a:pt x="1104" y="4410"/>
                </a:lnTo>
                <a:lnTo>
                  <a:pt x="1104" y="5145"/>
                </a:lnTo>
                <a:close/>
                <a:moveTo>
                  <a:pt x="0" y="1838"/>
                </a:moveTo>
                <a:lnTo>
                  <a:pt x="735" y="1838"/>
                </a:lnTo>
                <a:lnTo>
                  <a:pt x="735" y="1103"/>
                </a:lnTo>
                <a:lnTo>
                  <a:pt x="0" y="1103"/>
                </a:lnTo>
                <a:lnTo>
                  <a:pt x="0" y="1838"/>
                </a:lnTo>
                <a:close/>
                <a:moveTo>
                  <a:pt x="0" y="5145"/>
                </a:moveTo>
                <a:lnTo>
                  <a:pt x="735" y="5145"/>
                </a:lnTo>
                <a:lnTo>
                  <a:pt x="735" y="4410"/>
                </a:lnTo>
                <a:lnTo>
                  <a:pt x="0" y="4410"/>
                </a:lnTo>
                <a:lnTo>
                  <a:pt x="0" y="5145"/>
                </a:lnTo>
                <a:close/>
                <a:moveTo>
                  <a:pt x="0" y="734"/>
                </a:moveTo>
                <a:lnTo>
                  <a:pt x="735" y="734"/>
                </a:lnTo>
                <a:lnTo>
                  <a:pt x="735" y="0"/>
                </a:lnTo>
                <a:lnTo>
                  <a:pt x="0" y="0"/>
                </a:lnTo>
                <a:lnTo>
                  <a:pt x="0" y="734"/>
                </a:lnTo>
                <a:close/>
                <a:moveTo>
                  <a:pt x="0" y="2941"/>
                </a:moveTo>
                <a:lnTo>
                  <a:pt x="735" y="2941"/>
                </a:lnTo>
                <a:lnTo>
                  <a:pt x="735" y="2204"/>
                </a:lnTo>
                <a:lnTo>
                  <a:pt x="0" y="2204"/>
                </a:lnTo>
                <a:lnTo>
                  <a:pt x="0" y="2941"/>
                </a:lnTo>
                <a:close/>
                <a:moveTo>
                  <a:pt x="2204" y="2941"/>
                </a:moveTo>
                <a:lnTo>
                  <a:pt x="2941" y="2941"/>
                </a:lnTo>
                <a:lnTo>
                  <a:pt x="2941" y="2204"/>
                </a:lnTo>
                <a:lnTo>
                  <a:pt x="2204" y="2204"/>
                </a:lnTo>
                <a:lnTo>
                  <a:pt x="2204" y="2941"/>
                </a:lnTo>
                <a:close/>
                <a:moveTo>
                  <a:pt x="0" y="4042"/>
                </a:moveTo>
                <a:lnTo>
                  <a:pt x="735" y="4042"/>
                </a:lnTo>
                <a:lnTo>
                  <a:pt x="735" y="3307"/>
                </a:lnTo>
                <a:lnTo>
                  <a:pt x="0" y="3307"/>
                </a:lnTo>
                <a:lnTo>
                  <a:pt x="0" y="4042"/>
                </a:lnTo>
                <a:close/>
                <a:moveTo>
                  <a:pt x="4411" y="4042"/>
                </a:moveTo>
                <a:lnTo>
                  <a:pt x="5145" y="4042"/>
                </a:lnTo>
                <a:lnTo>
                  <a:pt x="5145" y="3307"/>
                </a:lnTo>
                <a:lnTo>
                  <a:pt x="4411" y="3307"/>
                </a:lnTo>
                <a:lnTo>
                  <a:pt x="4411" y="4042"/>
                </a:lnTo>
                <a:close/>
                <a:moveTo>
                  <a:pt x="4411" y="5145"/>
                </a:moveTo>
                <a:lnTo>
                  <a:pt x="5145" y="5145"/>
                </a:lnTo>
                <a:lnTo>
                  <a:pt x="5145" y="4410"/>
                </a:lnTo>
                <a:lnTo>
                  <a:pt x="4411" y="4410"/>
                </a:lnTo>
                <a:lnTo>
                  <a:pt x="4411" y="5145"/>
                </a:lnTo>
                <a:close/>
                <a:moveTo>
                  <a:pt x="4411" y="2941"/>
                </a:moveTo>
                <a:lnTo>
                  <a:pt x="5145" y="2941"/>
                </a:lnTo>
                <a:lnTo>
                  <a:pt x="5145" y="2204"/>
                </a:lnTo>
                <a:lnTo>
                  <a:pt x="4411" y="2204"/>
                </a:lnTo>
                <a:lnTo>
                  <a:pt x="4411" y="2941"/>
                </a:lnTo>
                <a:close/>
                <a:moveTo>
                  <a:pt x="4411" y="1838"/>
                </a:moveTo>
                <a:lnTo>
                  <a:pt x="5145" y="1838"/>
                </a:lnTo>
                <a:lnTo>
                  <a:pt x="5145" y="1103"/>
                </a:lnTo>
                <a:lnTo>
                  <a:pt x="4411" y="1103"/>
                </a:lnTo>
                <a:lnTo>
                  <a:pt x="4411" y="1838"/>
                </a:lnTo>
                <a:close/>
                <a:moveTo>
                  <a:pt x="4411" y="0"/>
                </a:moveTo>
                <a:lnTo>
                  <a:pt x="4411" y="734"/>
                </a:lnTo>
                <a:lnTo>
                  <a:pt x="5145" y="734"/>
                </a:lnTo>
                <a:lnTo>
                  <a:pt x="5145" y="0"/>
                </a:lnTo>
                <a:lnTo>
                  <a:pt x="4411" y="0"/>
                </a:lnTo>
                <a:close/>
                <a:moveTo>
                  <a:pt x="2204" y="734"/>
                </a:moveTo>
                <a:lnTo>
                  <a:pt x="2941" y="734"/>
                </a:lnTo>
                <a:lnTo>
                  <a:pt x="2941" y="0"/>
                </a:lnTo>
                <a:lnTo>
                  <a:pt x="2204" y="0"/>
                </a:lnTo>
                <a:lnTo>
                  <a:pt x="2204" y="734"/>
                </a:lnTo>
                <a:close/>
                <a:moveTo>
                  <a:pt x="3307" y="734"/>
                </a:moveTo>
                <a:lnTo>
                  <a:pt x="4042" y="734"/>
                </a:lnTo>
                <a:lnTo>
                  <a:pt x="4042" y="0"/>
                </a:lnTo>
                <a:lnTo>
                  <a:pt x="3307" y="0"/>
                </a:lnTo>
                <a:lnTo>
                  <a:pt x="3307" y="734"/>
                </a:lnTo>
                <a:close/>
                <a:moveTo>
                  <a:pt x="2204" y="1838"/>
                </a:moveTo>
                <a:lnTo>
                  <a:pt x="2941" y="1838"/>
                </a:lnTo>
                <a:lnTo>
                  <a:pt x="2941" y="1103"/>
                </a:lnTo>
                <a:lnTo>
                  <a:pt x="2204" y="1103"/>
                </a:lnTo>
                <a:lnTo>
                  <a:pt x="2204" y="1838"/>
                </a:lnTo>
                <a:close/>
                <a:moveTo>
                  <a:pt x="3307" y="5145"/>
                </a:moveTo>
                <a:lnTo>
                  <a:pt x="4042" y="5145"/>
                </a:lnTo>
                <a:lnTo>
                  <a:pt x="4042" y="4410"/>
                </a:lnTo>
                <a:lnTo>
                  <a:pt x="3307" y="4410"/>
                </a:lnTo>
                <a:lnTo>
                  <a:pt x="3307" y="5145"/>
                </a:lnTo>
                <a:close/>
                <a:moveTo>
                  <a:pt x="3307" y="2941"/>
                </a:moveTo>
                <a:lnTo>
                  <a:pt x="4042" y="2941"/>
                </a:lnTo>
                <a:lnTo>
                  <a:pt x="4042" y="2204"/>
                </a:lnTo>
                <a:lnTo>
                  <a:pt x="3307" y="2204"/>
                </a:lnTo>
                <a:lnTo>
                  <a:pt x="3307" y="29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4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order Colo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0609" cy="914400"/>
          </a:xfrm>
          <a:custGeom>
            <a:avLst/>
            <a:gdLst>
              <a:gd name="T0" fmla="*/ 4438 w 6000"/>
              <a:gd name="T1" fmla="*/ 1775 h 6025"/>
              <a:gd name="T2" fmla="*/ 3500 w 6000"/>
              <a:gd name="T3" fmla="*/ 838 h 6025"/>
              <a:gd name="T4" fmla="*/ 1000 w 6000"/>
              <a:gd name="T5" fmla="*/ 3338 h 6025"/>
              <a:gd name="T6" fmla="*/ 1000 w 6000"/>
              <a:gd name="T7" fmla="*/ 4275 h 6025"/>
              <a:gd name="T8" fmla="*/ 1938 w 6000"/>
              <a:gd name="T9" fmla="*/ 4275 h 6025"/>
              <a:gd name="T10" fmla="*/ 4438 w 6000"/>
              <a:gd name="T11" fmla="*/ 1775 h 6025"/>
              <a:gd name="T12" fmla="*/ 5177 w 6000"/>
              <a:gd name="T13" fmla="*/ 1035 h 6025"/>
              <a:gd name="T14" fmla="*/ 5177 w 6000"/>
              <a:gd name="T15" fmla="*/ 683 h 6025"/>
              <a:gd name="T16" fmla="*/ 4593 w 6000"/>
              <a:gd name="T17" fmla="*/ 98 h 6025"/>
              <a:gd name="T18" fmla="*/ 4240 w 6000"/>
              <a:gd name="T19" fmla="*/ 98 h 6025"/>
              <a:gd name="T20" fmla="*/ 3750 w 6000"/>
              <a:gd name="T21" fmla="*/ 588 h 6025"/>
              <a:gd name="T22" fmla="*/ 4688 w 6000"/>
              <a:gd name="T23" fmla="*/ 1525 h 6025"/>
              <a:gd name="T24" fmla="*/ 5177 w 6000"/>
              <a:gd name="T25" fmla="*/ 1035 h 6025"/>
              <a:gd name="T26" fmla="*/ 0 w 6000"/>
              <a:gd name="T27" fmla="*/ 5025 h 6025"/>
              <a:gd name="T28" fmla="*/ 6000 w 6000"/>
              <a:gd name="T29" fmla="*/ 5025 h 6025"/>
              <a:gd name="T30" fmla="*/ 6000 w 6000"/>
              <a:gd name="T31" fmla="*/ 6025 h 6025"/>
              <a:gd name="T32" fmla="*/ 0 w 6000"/>
              <a:gd name="T33" fmla="*/ 6025 h 6025"/>
              <a:gd name="T34" fmla="*/ 0 w 6000"/>
              <a:gd name="T35" fmla="*/ 5025 h 60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6000" h="6025">
                <a:moveTo>
                  <a:pt x="4438" y="1775"/>
                </a:moveTo>
                <a:cubicBezTo>
                  <a:pt x="3500" y="838"/>
                  <a:pt x="3500" y="838"/>
                  <a:pt x="3500" y="838"/>
                </a:cubicBezTo>
                <a:cubicBezTo>
                  <a:pt x="1000" y="3338"/>
                  <a:pt x="1000" y="3338"/>
                  <a:pt x="1000" y="3338"/>
                </a:cubicBezTo>
                <a:cubicBezTo>
                  <a:pt x="1000" y="4275"/>
                  <a:pt x="1000" y="4275"/>
                  <a:pt x="1000" y="4275"/>
                </a:cubicBezTo>
                <a:cubicBezTo>
                  <a:pt x="1938" y="4275"/>
                  <a:pt x="1938" y="4275"/>
                  <a:pt x="1938" y="4275"/>
                </a:cubicBezTo>
                <a:lnTo>
                  <a:pt x="4438" y="1775"/>
                </a:lnTo>
                <a:close/>
                <a:moveTo>
                  <a:pt x="5177" y="1035"/>
                </a:moveTo>
                <a:cubicBezTo>
                  <a:pt x="5275" y="938"/>
                  <a:pt x="5275" y="780"/>
                  <a:pt x="5177" y="683"/>
                </a:cubicBezTo>
                <a:cubicBezTo>
                  <a:pt x="4593" y="98"/>
                  <a:pt x="4593" y="98"/>
                  <a:pt x="4593" y="98"/>
                </a:cubicBezTo>
                <a:cubicBezTo>
                  <a:pt x="4495" y="0"/>
                  <a:pt x="4337" y="0"/>
                  <a:pt x="4240" y="98"/>
                </a:cubicBezTo>
                <a:cubicBezTo>
                  <a:pt x="3750" y="588"/>
                  <a:pt x="3750" y="588"/>
                  <a:pt x="3750" y="588"/>
                </a:cubicBezTo>
                <a:cubicBezTo>
                  <a:pt x="4688" y="1525"/>
                  <a:pt x="4688" y="1525"/>
                  <a:pt x="4688" y="1525"/>
                </a:cubicBezTo>
                <a:lnTo>
                  <a:pt x="5177" y="1035"/>
                </a:lnTo>
                <a:close/>
                <a:moveTo>
                  <a:pt x="0" y="5025"/>
                </a:moveTo>
                <a:cubicBezTo>
                  <a:pt x="6000" y="5025"/>
                  <a:pt x="6000" y="5025"/>
                  <a:pt x="6000" y="5025"/>
                </a:cubicBezTo>
                <a:cubicBezTo>
                  <a:pt x="6000" y="6025"/>
                  <a:pt x="6000" y="6025"/>
                  <a:pt x="6000" y="6025"/>
                </a:cubicBezTo>
                <a:cubicBezTo>
                  <a:pt x="0" y="6025"/>
                  <a:pt x="0" y="6025"/>
                  <a:pt x="0" y="6025"/>
                </a:cubicBezTo>
                <a:lnTo>
                  <a:pt x="0" y="50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29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rder Horizonta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551 w 4961"/>
              <a:gd name="T1" fmla="*/ 4961 h 4961"/>
              <a:gd name="T2" fmla="*/ 0 w 4961"/>
              <a:gd name="T3" fmla="*/ 4410 h 4961"/>
              <a:gd name="T4" fmla="*/ 551 w 4961"/>
              <a:gd name="T5" fmla="*/ 1103 h 4961"/>
              <a:gd name="T6" fmla="*/ 0 w 4961"/>
              <a:gd name="T7" fmla="*/ 1653 h 4961"/>
              <a:gd name="T8" fmla="*/ 551 w 4961"/>
              <a:gd name="T9" fmla="*/ 1103 h 4961"/>
              <a:gd name="T10" fmla="*/ 551 w 4961"/>
              <a:gd name="T11" fmla="*/ 3857 h 4961"/>
              <a:gd name="T12" fmla="*/ 0 w 4961"/>
              <a:gd name="T13" fmla="*/ 3307 h 4961"/>
              <a:gd name="T14" fmla="*/ 1104 w 4961"/>
              <a:gd name="T15" fmla="*/ 4961 h 4961"/>
              <a:gd name="T16" fmla="*/ 1654 w 4961"/>
              <a:gd name="T17" fmla="*/ 4410 h 4961"/>
              <a:gd name="T18" fmla="*/ 1104 w 4961"/>
              <a:gd name="T19" fmla="*/ 4961 h 4961"/>
              <a:gd name="T20" fmla="*/ 0 w 4961"/>
              <a:gd name="T21" fmla="*/ 0 h 4961"/>
              <a:gd name="T22" fmla="*/ 551 w 4961"/>
              <a:gd name="T23" fmla="*/ 550 h 4961"/>
              <a:gd name="T24" fmla="*/ 1654 w 4961"/>
              <a:gd name="T25" fmla="*/ 0 h 4961"/>
              <a:gd name="T26" fmla="*/ 1104 w 4961"/>
              <a:gd name="T27" fmla="*/ 550 h 4961"/>
              <a:gd name="T28" fmla="*/ 1654 w 4961"/>
              <a:gd name="T29" fmla="*/ 0 h 4961"/>
              <a:gd name="T30" fmla="*/ 3308 w 4961"/>
              <a:gd name="T31" fmla="*/ 0 h 4961"/>
              <a:gd name="T32" fmla="*/ 3858 w 4961"/>
              <a:gd name="T33" fmla="*/ 550 h 4961"/>
              <a:gd name="T34" fmla="*/ 2757 w 4961"/>
              <a:gd name="T35" fmla="*/ 1103 h 4961"/>
              <a:gd name="T36" fmla="*/ 2204 w 4961"/>
              <a:gd name="T37" fmla="*/ 1653 h 4961"/>
              <a:gd name="T38" fmla="*/ 2757 w 4961"/>
              <a:gd name="T39" fmla="*/ 1103 h 4961"/>
              <a:gd name="T40" fmla="*/ 2204 w 4961"/>
              <a:gd name="T41" fmla="*/ 0 h 4961"/>
              <a:gd name="T42" fmla="*/ 2757 w 4961"/>
              <a:gd name="T43" fmla="*/ 550 h 4961"/>
              <a:gd name="T44" fmla="*/ 4411 w 4961"/>
              <a:gd name="T45" fmla="*/ 3857 h 4961"/>
              <a:gd name="T46" fmla="*/ 4961 w 4961"/>
              <a:gd name="T47" fmla="*/ 3307 h 4961"/>
              <a:gd name="T48" fmla="*/ 4411 w 4961"/>
              <a:gd name="T49" fmla="*/ 3857 h 4961"/>
              <a:gd name="T50" fmla="*/ 2757 w 4961"/>
              <a:gd name="T51" fmla="*/ 4961 h 4961"/>
              <a:gd name="T52" fmla="*/ 2204 w 4961"/>
              <a:gd name="T53" fmla="*/ 4410 h 4961"/>
              <a:gd name="T54" fmla="*/ 0 w 4961"/>
              <a:gd name="T55" fmla="*/ 2757 h 4961"/>
              <a:gd name="T56" fmla="*/ 4961 w 4961"/>
              <a:gd name="T57" fmla="*/ 2204 h 4961"/>
              <a:gd name="T58" fmla="*/ 0 w 4961"/>
              <a:gd name="T59" fmla="*/ 2757 h 4961"/>
              <a:gd name="T60" fmla="*/ 4411 w 4961"/>
              <a:gd name="T61" fmla="*/ 550 h 4961"/>
              <a:gd name="T62" fmla="*/ 4961 w 4961"/>
              <a:gd name="T63" fmla="*/ 0 h 4961"/>
              <a:gd name="T64" fmla="*/ 4411 w 4961"/>
              <a:gd name="T65" fmla="*/ 1653 h 4961"/>
              <a:gd name="T66" fmla="*/ 4961 w 4961"/>
              <a:gd name="T67" fmla="*/ 1103 h 4961"/>
              <a:gd name="T68" fmla="*/ 4411 w 4961"/>
              <a:gd name="T69" fmla="*/ 1653 h 4961"/>
              <a:gd name="T70" fmla="*/ 2757 w 4961"/>
              <a:gd name="T71" fmla="*/ 3857 h 4961"/>
              <a:gd name="T72" fmla="*/ 2204 w 4961"/>
              <a:gd name="T73" fmla="*/ 3307 h 4961"/>
              <a:gd name="T74" fmla="*/ 3308 w 4961"/>
              <a:gd name="T75" fmla="*/ 4961 h 4961"/>
              <a:gd name="T76" fmla="*/ 3858 w 4961"/>
              <a:gd name="T77" fmla="*/ 4410 h 4961"/>
              <a:gd name="T78" fmla="*/ 3308 w 4961"/>
              <a:gd name="T79" fmla="*/ 4961 h 4961"/>
              <a:gd name="T80" fmla="*/ 4961 w 4961"/>
              <a:gd name="T81" fmla="*/ 4961 h 4961"/>
              <a:gd name="T82" fmla="*/ 4411 w 4961"/>
              <a:gd name="T83" fmla="*/ 4410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961" h="4961">
                <a:moveTo>
                  <a:pt x="0" y="4961"/>
                </a:moveTo>
                <a:lnTo>
                  <a:pt x="551" y="4961"/>
                </a:lnTo>
                <a:lnTo>
                  <a:pt x="551" y="4410"/>
                </a:lnTo>
                <a:lnTo>
                  <a:pt x="0" y="4410"/>
                </a:lnTo>
                <a:lnTo>
                  <a:pt x="0" y="4961"/>
                </a:lnTo>
                <a:close/>
                <a:moveTo>
                  <a:pt x="551" y="1103"/>
                </a:moveTo>
                <a:lnTo>
                  <a:pt x="0" y="1103"/>
                </a:lnTo>
                <a:lnTo>
                  <a:pt x="0" y="1653"/>
                </a:lnTo>
                <a:lnTo>
                  <a:pt x="551" y="1653"/>
                </a:lnTo>
                <a:lnTo>
                  <a:pt x="551" y="1103"/>
                </a:lnTo>
                <a:close/>
                <a:moveTo>
                  <a:pt x="0" y="3857"/>
                </a:moveTo>
                <a:lnTo>
                  <a:pt x="551" y="3857"/>
                </a:lnTo>
                <a:lnTo>
                  <a:pt x="551" y="3307"/>
                </a:lnTo>
                <a:lnTo>
                  <a:pt x="0" y="3307"/>
                </a:lnTo>
                <a:lnTo>
                  <a:pt x="0" y="3857"/>
                </a:lnTo>
                <a:close/>
                <a:moveTo>
                  <a:pt x="1104" y="4961"/>
                </a:moveTo>
                <a:lnTo>
                  <a:pt x="1654" y="4961"/>
                </a:lnTo>
                <a:lnTo>
                  <a:pt x="1654" y="4410"/>
                </a:lnTo>
                <a:lnTo>
                  <a:pt x="1104" y="4410"/>
                </a:lnTo>
                <a:lnTo>
                  <a:pt x="1104" y="4961"/>
                </a:lnTo>
                <a:close/>
                <a:moveTo>
                  <a:pt x="551" y="0"/>
                </a:moveTo>
                <a:lnTo>
                  <a:pt x="0" y="0"/>
                </a:lnTo>
                <a:lnTo>
                  <a:pt x="0" y="550"/>
                </a:lnTo>
                <a:lnTo>
                  <a:pt x="551" y="550"/>
                </a:lnTo>
                <a:lnTo>
                  <a:pt x="551" y="0"/>
                </a:lnTo>
                <a:close/>
                <a:moveTo>
                  <a:pt x="1654" y="0"/>
                </a:moveTo>
                <a:lnTo>
                  <a:pt x="1104" y="0"/>
                </a:lnTo>
                <a:lnTo>
                  <a:pt x="1104" y="550"/>
                </a:lnTo>
                <a:lnTo>
                  <a:pt x="1654" y="550"/>
                </a:lnTo>
                <a:lnTo>
                  <a:pt x="1654" y="0"/>
                </a:lnTo>
                <a:close/>
                <a:moveTo>
                  <a:pt x="3858" y="0"/>
                </a:moveTo>
                <a:lnTo>
                  <a:pt x="3308" y="0"/>
                </a:lnTo>
                <a:lnTo>
                  <a:pt x="3308" y="550"/>
                </a:lnTo>
                <a:lnTo>
                  <a:pt x="3858" y="550"/>
                </a:lnTo>
                <a:lnTo>
                  <a:pt x="3858" y="0"/>
                </a:lnTo>
                <a:close/>
                <a:moveTo>
                  <a:pt x="2757" y="1103"/>
                </a:moveTo>
                <a:lnTo>
                  <a:pt x="2204" y="1103"/>
                </a:lnTo>
                <a:lnTo>
                  <a:pt x="2204" y="1653"/>
                </a:lnTo>
                <a:lnTo>
                  <a:pt x="2757" y="1653"/>
                </a:lnTo>
                <a:lnTo>
                  <a:pt x="2757" y="1103"/>
                </a:lnTo>
                <a:close/>
                <a:moveTo>
                  <a:pt x="2757" y="0"/>
                </a:moveTo>
                <a:lnTo>
                  <a:pt x="2204" y="0"/>
                </a:lnTo>
                <a:lnTo>
                  <a:pt x="2204" y="550"/>
                </a:lnTo>
                <a:lnTo>
                  <a:pt x="2757" y="550"/>
                </a:lnTo>
                <a:lnTo>
                  <a:pt x="2757" y="0"/>
                </a:lnTo>
                <a:close/>
                <a:moveTo>
                  <a:pt x="4411" y="3857"/>
                </a:moveTo>
                <a:lnTo>
                  <a:pt x="4961" y="3857"/>
                </a:lnTo>
                <a:lnTo>
                  <a:pt x="4961" y="3307"/>
                </a:lnTo>
                <a:lnTo>
                  <a:pt x="4411" y="3307"/>
                </a:lnTo>
                <a:lnTo>
                  <a:pt x="4411" y="3857"/>
                </a:lnTo>
                <a:close/>
                <a:moveTo>
                  <a:pt x="2204" y="4961"/>
                </a:moveTo>
                <a:lnTo>
                  <a:pt x="2757" y="4961"/>
                </a:lnTo>
                <a:lnTo>
                  <a:pt x="2757" y="4410"/>
                </a:lnTo>
                <a:lnTo>
                  <a:pt x="2204" y="4410"/>
                </a:lnTo>
                <a:lnTo>
                  <a:pt x="2204" y="4961"/>
                </a:lnTo>
                <a:close/>
                <a:moveTo>
                  <a:pt x="0" y="2757"/>
                </a:moveTo>
                <a:lnTo>
                  <a:pt x="4961" y="2757"/>
                </a:lnTo>
                <a:lnTo>
                  <a:pt x="4961" y="2204"/>
                </a:lnTo>
                <a:lnTo>
                  <a:pt x="0" y="2204"/>
                </a:lnTo>
                <a:lnTo>
                  <a:pt x="0" y="2757"/>
                </a:lnTo>
                <a:close/>
                <a:moveTo>
                  <a:pt x="4411" y="0"/>
                </a:moveTo>
                <a:lnTo>
                  <a:pt x="4411" y="550"/>
                </a:lnTo>
                <a:lnTo>
                  <a:pt x="4961" y="550"/>
                </a:lnTo>
                <a:lnTo>
                  <a:pt x="4961" y="0"/>
                </a:lnTo>
                <a:lnTo>
                  <a:pt x="4411" y="0"/>
                </a:lnTo>
                <a:close/>
                <a:moveTo>
                  <a:pt x="4411" y="1653"/>
                </a:moveTo>
                <a:lnTo>
                  <a:pt x="4961" y="1653"/>
                </a:lnTo>
                <a:lnTo>
                  <a:pt x="4961" y="1103"/>
                </a:lnTo>
                <a:lnTo>
                  <a:pt x="4411" y="1103"/>
                </a:lnTo>
                <a:lnTo>
                  <a:pt x="4411" y="1653"/>
                </a:lnTo>
                <a:close/>
                <a:moveTo>
                  <a:pt x="2204" y="3857"/>
                </a:moveTo>
                <a:lnTo>
                  <a:pt x="2757" y="3857"/>
                </a:lnTo>
                <a:lnTo>
                  <a:pt x="2757" y="3307"/>
                </a:lnTo>
                <a:lnTo>
                  <a:pt x="2204" y="3307"/>
                </a:lnTo>
                <a:lnTo>
                  <a:pt x="2204" y="3857"/>
                </a:lnTo>
                <a:close/>
                <a:moveTo>
                  <a:pt x="3308" y="4961"/>
                </a:moveTo>
                <a:lnTo>
                  <a:pt x="3858" y="4961"/>
                </a:lnTo>
                <a:lnTo>
                  <a:pt x="3858" y="4410"/>
                </a:lnTo>
                <a:lnTo>
                  <a:pt x="3308" y="4410"/>
                </a:lnTo>
                <a:lnTo>
                  <a:pt x="3308" y="4961"/>
                </a:lnTo>
                <a:close/>
                <a:moveTo>
                  <a:pt x="4411" y="4961"/>
                </a:moveTo>
                <a:lnTo>
                  <a:pt x="4961" y="4961"/>
                </a:lnTo>
                <a:lnTo>
                  <a:pt x="4961" y="4410"/>
                </a:lnTo>
                <a:lnTo>
                  <a:pt x="4411" y="4410"/>
                </a:lnTo>
                <a:lnTo>
                  <a:pt x="4411" y="49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33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rder Inn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735 w 5145"/>
              <a:gd name="T1" fmla="*/ 5145 h 5145"/>
              <a:gd name="T2" fmla="*/ 0 w 5145"/>
              <a:gd name="T3" fmla="*/ 4410 h 5145"/>
              <a:gd name="T4" fmla="*/ 735 w 5145"/>
              <a:gd name="T5" fmla="*/ 1103 h 5145"/>
              <a:gd name="T6" fmla="*/ 0 w 5145"/>
              <a:gd name="T7" fmla="*/ 1838 h 5145"/>
              <a:gd name="T8" fmla="*/ 735 w 5145"/>
              <a:gd name="T9" fmla="*/ 1103 h 5145"/>
              <a:gd name="T10" fmla="*/ 1838 w 5145"/>
              <a:gd name="T11" fmla="*/ 5145 h 5145"/>
              <a:gd name="T12" fmla="*/ 1104 w 5145"/>
              <a:gd name="T13" fmla="*/ 4410 h 5145"/>
              <a:gd name="T14" fmla="*/ 4042 w 5145"/>
              <a:gd name="T15" fmla="*/ 0 h 5145"/>
              <a:gd name="T16" fmla="*/ 3307 w 5145"/>
              <a:gd name="T17" fmla="*/ 734 h 5145"/>
              <a:gd name="T18" fmla="*/ 4042 w 5145"/>
              <a:gd name="T19" fmla="*/ 0 h 5145"/>
              <a:gd name="T20" fmla="*/ 0 w 5145"/>
              <a:gd name="T21" fmla="*/ 0 h 5145"/>
              <a:gd name="T22" fmla="*/ 735 w 5145"/>
              <a:gd name="T23" fmla="*/ 734 h 5145"/>
              <a:gd name="T24" fmla="*/ 1838 w 5145"/>
              <a:gd name="T25" fmla="*/ 0 h 5145"/>
              <a:gd name="T26" fmla="*/ 1104 w 5145"/>
              <a:gd name="T27" fmla="*/ 734 h 5145"/>
              <a:gd name="T28" fmla="*/ 1838 w 5145"/>
              <a:gd name="T29" fmla="*/ 0 h 5145"/>
              <a:gd name="T30" fmla="*/ 735 w 5145"/>
              <a:gd name="T31" fmla="*/ 4042 h 5145"/>
              <a:gd name="T32" fmla="*/ 0 w 5145"/>
              <a:gd name="T33" fmla="*/ 3307 h 5145"/>
              <a:gd name="T34" fmla="*/ 3307 w 5145"/>
              <a:gd name="T35" fmla="*/ 5145 h 5145"/>
              <a:gd name="T36" fmla="*/ 4042 w 5145"/>
              <a:gd name="T37" fmla="*/ 4410 h 5145"/>
              <a:gd name="T38" fmla="*/ 3307 w 5145"/>
              <a:gd name="T39" fmla="*/ 5145 h 5145"/>
              <a:gd name="T40" fmla="*/ 2204 w 5145"/>
              <a:gd name="T41" fmla="*/ 0 h 5145"/>
              <a:gd name="T42" fmla="*/ 0 w 5145"/>
              <a:gd name="T43" fmla="*/ 2204 h 5145"/>
              <a:gd name="T44" fmla="*/ 2204 w 5145"/>
              <a:gd name="T45" fmla="*/ 2941 h 5145"/>
              <a:gd name="T46" fmla="*/ 2941 w 5145"/>
              <a:gd name="T47" fmla="*/ 5145 h 5145"/>
              <a:gd name="T48" fmla="*/ 5145 w 5145"/>
              <a:gd name="T49" fmla="*/ 2941 h 5145"/>
              <a:gd name="T50" fmla="*/ 2941 w 5145"/>
              <a:gd name="T51" fmla="*/ 2204 h 5145"/>
              <a:gd name="T52" fmla="*/ 4411 w 5145"/>
              <a:gd name="T53" fmla="*/ 0 h 5145"/>
              <a:gd name="T54" fmla="*/ 5145 w 5145"/>
              <a:gd name="T55" fmla="*/ 734 h 5145"/>
              <a:gd name="T56" fmla="*/ 4411 w 5145"/>
              <a:gd name="T57" fmla="*/ 0 h 5145"/>
              <a:gd name="T58" fmla="*/ 5145 w 5145"/>
              <a:gd name="T59" fmla="*/ 1838 h 5145"/>
              <a:gd name="T60" fmla="*/ 4411 w 5145"/>
              <a:gd name="T61" fmla="*/ 1103 h 5145"/>
              <a:gd name="T62" fmla="*/ 4411 w 5145"/>
              <a:gd name="T63" fmla="*/ 5145 h 5145"/>
              <a:gd name="T64" fmla="*/ 5145 w 5145"/>
              <a:gd name="T65" fmla="*/ 4410 h 5145"/>
              <a:gd name="T66" fmla="*/ 4411 w 5145"/>
              <a:gd name="T67" fmla="*/ 5145 h 5145"/>
              <a:gd name="T68" fmla="*/ 5145 w 5145"/>
              <a:gd name="T69" fmla="*/ 4042 h 5145"/>
              <a:gd name="T70" fmla="*/ 4411 w 5145"/>
              <a:gd name="T71" fmla="*/ 3307 h 5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145" h="5145">
                <a:moveTo>
                  <a:pt x="0" y="5145"/>
                </a:moveTo>
                <a:lnTo>
                  <a:pt x="735" y="5145"/>
                </a:lnTo>
                <a:lnTo>
                  <a:pt x="735" y="4410"/>
                </a:lnTo>
                <a:lnTo>
                  <a:pt x="0" y="4410"/>
                </a:lnTo>
                <a:lnTo>
                  <a:pt x="0" y="5145"/>
                </a:lnTo>
                <a:close/>
                <a:moveTo>
                  <a:pt x="735" y="1103"/>
                </a:moveTo>
                <a:lnTo>
                  <a:pt x="0" y="1103"/>
                </a:lnTo>
                <a:lnTo>
                  <a:pt x="0" y="1838"/>
                </a:lnTo>
                <a:lnTo>
                  <a:pt x="735" y="1838"/>
                </a:lnTo>
                <a:lnTo>
                  <a:pt x="735" y="1103"/>
                </a:lnTo>
                <a:close/>
                <a:moveTo>
                  <a:pt x="1104" y="5145"/>
                </a:moveTo>
                <a:lnTo>
                  <a:pt x="1838" y="5145"/>
                </a:lnTo>
                <a:lnTo>
                  <a:pt x="1838" y="4410"/>
                </a:lnTo>
                <a:lnTo>
                  <a:pt x="1104" y="4410"/>
                </a:lnTo>
                <a:lnTo>
                  <a:pt x="1104" y="5145"/>
                </a:lnTo>
                <a:close/>
                <a:moveTo>
                  <a:pt x="4042" y="0"/>
                </a:moveTo>
                <a:lnTo>
                  <a:pt x="3307" y="0"/>
                </a:lnTo>
                <a:lnTo>
                  <a:pt x="3307" y="734"/>
                </a:lnTo>
                <a:lnTo>
                  <a:pt x="4042" y="734"/>
                </a:lnTo>
                <a:lnTo>
                  <a:pt x="4042" y="0"/>
                </a:lnTo>
                <a:close/>
                <a:moveTo>
                  <a:pt x="735" y="0"/>
                </a:moveTo>
                <a:lnTo>
                  <a:pt x="0" y="0"/>
                </a:lnTo>
                <a:lnTo>
                  <a:pt x="0" y="734"/>
                </a:lnTo>
                <a:lnTo>
                  <a:pt x="735" y="734"/>
                </a:lnTo>
                <a:lnTo>
                  <a:pt x="735" y="0"/>
                </a:lnTo>
                <a:close/>
                <a:moveTo>
                  <a:pt x="1838" y="0"/>
                </a:moveTo>
                <a:lnTo>
                  <a:pt x="1104" y="0"/>
                </a:lnTo>
                <a:lnTo>
                  <a:pt x="1104" y="734"/>
                </a:lnTo>
                <a:lnTo>
                  <a:pt x="1838" y="734"/>
                </a:lnTo>
                <a:lnTo>
                  <a:pt x="1838" y="0"/>
                </a:lnTo>
                <a:close/>
                <a:moveTo>
                  <a:pt x="0" y="4042"/>
                </a:moveTo>
                <a:lnTo>
                  <a:pt x="735" y="4042"/>
                </a:lnTo>
                <a:lnTo>
                  <a:pt x="735" y="3307"/>
                </a:lnTo>
                <a:lnTo>
                  <a:pt x="0" y="3307"/>
                </a:lnTo>
                <a:lnTo>
                  <a:pt x="0" y="4042"/>
                </a:lnTo>
                <a:close/>
                <a:moveTo>
                  <a:pt x="3307" y="5145"/>
                </a:moveTo>
                <a:lnTo>
                  <a:pt x="4042" y="5145"/>
                </a:lnTo>
                <a:lnTo>
                  <a:pt x="4042" y="4410"/>
                </a:lnTo>
                <a:lnTo>
                  <a:pt x="3307" y="4410"/>
                </a:lnTo>
                <a:lnTo>
                  <a:pt x="3307" y="5145"/>
                </a:lnTo>
                <a:close/>
                <a:moveTo>
                  <a:pt x="2941" y="0"/>
                </a:moveTo>
                <a:lnTo>
                  <a:pt x="2204" y="0"/>
                </a:lnTo>
                <a:lnTo>
                  <a:pt x="2204" y="2204"/>
                </a:lnTo>
                <a:lnTo>
                  <a:pt x="0" y="2204"/>
                </a:lnTo>
                <a:lnTo>
                  <a:pt x="0" y="2941"/>
                </a:lnTo>
                <a:lnTo>
                  <a:pt x="2204" y="2941"/>
                </a:lnTo>
                <a:lnTo>
                  <a:pt x="2204" y="5145"/>
                </a:lnTo>
                <a:lnTo>
                  <a:pt x="2941" y="5145"/>
                </a:lnTo>
                <a:lnTo>
                  <a:pt x="2941" y="2941"/>
                </a:lnTo>
                <a:lnTo>
                  <a:pt x="5145" y="2941"/>
                </a:lnTo>
                <a:lnTo>
                  <a:pt x="5145" y="2204"/>
                </a:lnTo>
                <a:lnTo>
                  <a:pt x="2941" y="2204"/>
                </a:lnTo>
                <a:lnTo>
                  <a:pt x="2941" y="0"/>
                </a:lnTo>
                <a:close/>
                <a:moveTo>
                  <a:pt x="4411" y="0"/>
                </a:moveTo>
                <a:lnTo>
                  <a:pt x="4411" y="734"/>
                </a:lnTo>
                <a:lnTo>
                  <a:pt x="5145" y="734"/>
                </a:lnTo>
                <a:lnTo>
                  <a:pt x="5145" y="0"/>
                </a:lnTo>
                <a:lnTo>
                  <a:pt x="4411" y="0"/>
                </a:lnTo>
                <a:close/>
                <a:moveTo>
                  <a:pt x="4411" y="1838"/>
                </a:moveTo>
                <a:lnTo>
                  <a:pt x="5145" y="1838"/>
                </a:lnTo>
                <a:lnTo>
                  <a:pt x="5145" y="1103"/>
                </a:lnTo>
                <a:lnTo>
                  <a:pt x="4411" y="1103"/>
                </a:lnTo>
                <a:lnTo>
                  <a:pt x="4411" y="1838"/>
                </a:lnTo>
                <a:close/>
                <a:moveTo>
                  <a:pt x="4411" y="5145"/>
                </a:moveTo>
                <a:lnTo>
                  <a:pt x="5145" y="5145"/>
                </a:lnTo>
                <a:lnTo>
                  <a:pt x="5145" y="4410"/>
                </a:lnTo>
                <a:lnTo>
                  <a:pt x="4411" y="4410"/>
                </a:lnTo>
                <a:lnTo>
                  <a:pt x="4411" y="5145"/>
                </a:lnTo>
                <a:close/>
                <a:moveTo>
                  <a:pt x="4411" y="4042"/>
                </a:moveTo>
                <a:lnTo>
                  <a:pt x="5145" y="4042"/>
                </a:lnTo>
                <a:lnTo>
                  <a:pt x="5145" y="3307"/>
                </a:lnTo>
                <a:lnTo>
                  <a:pt x="4411" y="3307"/>
                </a:lnTo>
                <a:lnTo>
                  <a:pt x="4411" y="404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0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rder Lef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941 w 5145"/>
              <a:gd name="T1" fmla="*/ 2941 h 5145"/>
              <a:gd name="T2" fmla="*/ 2204 w 5145"/>
              <a:gd name="T3" fmla="*/ 2204 h 5145"/>
              <a:gd name="T4" fmla="*/ 2204 w 5145"/>
              <a:gd name="T5" fmla="*/ 1838 h 5145"/>
              <a:gd name="T6" fmla="*/ 2941 w 5145"/>
              <a:gd name="T7" fmla="*/ 1103 h 5145"/>
              <a:gd name="T8" fmla="*/ 2204 w 5145"/>
              <a:gd name="T9" fmla="*/ 1838 h 5145"/>
              <a:gd name="T10" fmla="*/ 2941 w 5145"/>
              <a:gd name="T11" fmla="*/ 4042 h 5145"/>
              <a:gd name="T12" fmla="*/ 2204 w 5145"/>
              <a:gd name="T13" fmla="*/ 3307 h 5145"/>
              <a:gd name="T14" fmla="*/ 2204 w 5145"/>
              <a:gd name="T15" fmla="*/ 5145 h 5145"/>
              <a:gd name="T16" fmla="*/ 2941 w 5145"/>
              <a:gd name="T17" fmla="*/ 4410 h 5145"/>
              <a:gd name="T18" fmla="*/ 2204 w 5145"/>
              <a:gd name="T19" fmla="*/ 5145 h 5145"/>
              <a:gd name="T20" fmla="*/ 735 w 5145"/>
              <a:gd name="T21" fmla="*/ 5145 h 5145"/>
              <a:gd name="T22" fmla="*/ 0 w 5145"/>
              <a:gd name="T23" fmla="*/ 0 h 5145"/>
              <a:gd name="T24" fmla="*/ 1104 w 5145"/>
              <a:gd name="T25" fmla="*/ 5145 h 5145"/>
              <a:gd name="T26" fmla="*/ 1838 w 5145"/>
              <a:gd name="T27" fmla="*/ 4410 h 5145"/>
              <a:gd name="T28" fmla="*/ 1104 w 5145"/>
              <a:gd name="T29" fmla="*/ 5145 h 5145"/>
              <a:gd name="T30" fmla="*/ 1838 w 5145"/>
              <a:gd name="T31" fmla="*/ 734 h 5145"/>
              <a:gd name="T32" fmla="*/ 1104 w 5145"/>
              <a:gd name="T33" fmla="*/ 0 h 5145"/>
              <a:gd name="T34" fmla="*/ 1104 w 5145"/>
              <a:gd name="T35" fmla="*/ 2941 h 5145"/>
              <a:gd name="T36" fmla="*/ 1838 w 5145"/>
              <a:gd name="T37" fmla="*/ 2204 h 5145"/>
              <a:gd name="T38" fmla="*/ 1104 w 5145"/>
              <a:gd name="T39" fmla="*/ 2941 h 5145"/>
              <a:gd name="T40" fmla="*/ 5145 w 5145"/>
              <a:gd name="T41" fmla="*/ 5145 h 5145"/>
              <a:gd name="T42" fmla="*/ 4411 w 5145"/>
              <a:gd name="T43" fmla="*/ 4410 h 5145"/>
              <a:gd name="T44" fmla="*/ 4411 w 5145"/>
              <a:gd name="T45" fmla="*/ 2941 h 5145"/>
              <a:gd name="T46" fmla="*/ 5145 w 5145"/>
              <a:gd name="T47" fmla="*/ 2204 h 5145"/>
              <a:gd name="T48" fmla="*/ 4411 w 5145"/>
              <a:gd name="T49" fmla="*/ 2941 h 5145"/>
              <a:gd name="T50" fmla="*/ 5145 w 5145"/>
              <a:gd name="T51" fmla="*/ 4042 h 5145"/>
              <a:gd name="T52" fmla="*/ 4411 w 5145"/>
              <a:gd name="T53" fmla="*/ 3307 h 5145"/>
              <a:gd name="T54" fmla="*/ 4411 w 5145"/>
              <a:gd name="T55" fmla="*/ 1838 h 5145"/>
              <a:gd name="T56" fmla="*/ 5145 w 5145"/>
              <a:gd name="T57" fmla="*/ 1103 h 5145"/>
              <a:gd name="T58" fmla="*/ 4411 w 5145"/>
              <a:gd name="T59" fmla="*/ 1838 h 5145"/>
              <a:gd name="T60" fmla="*/ 2941 w 5145"/>
              <a:gd name="T61" fmla="*/ 734 h 5145"/>
              <a:gd name="T62" fmla="*/ 2204 w 5145"/>
              <a:gd name="T63" fmla="*/ 0 h 5145"/>
              <a:gd name="T64" fmla="*/ 4411 w 5145"/>
              <a:gd name="T65" fmla="*/ 0 h 5145"/>
              <a:gd name="T66" fmla="*/ 5145 w 5145"/>
              <a:gd name="T67" fmla="*/ 734 h 5145"/>
              <a:gd name="T68" fmla="*/ 4411 w 5145"/>
              <a:gd name="T69" fmla="*/ 0 h 5145"/>
              <a:gd name="T70" fmla="*/ 4042 w 5145"/>
              <a:gd name="T71" fmla="*/ 5145 h 5145"/>
              <a:gd name="T72" fmla="*/ 3307 w 5145"/>
              <a:gd name="T73" fmla="*/ 4410 h 5145"/>
              <a:gd name="T74" fmla="*/ 3307 w 5145"/>
              <a:gd name="T75" fmla="*/ 2941 h 5145"/>
              <a:gd name="T76" fmla="*/ 4042 w 5145"/>
              <a:gd name="T77" fmla="*/ 2204 h 5145"/>
              <a:gd name="T78" fmla="*/ 3307 w 5145"/>
              <a:gd name="T79" fmla="*/ 2941 h 5145"/>
              <a:gd name="T80" fmla="*/ 4042 w 5145"/>
              <a:gd name="T81" fmla="*/ 734 h 5145"/>
              <a:gd name="T82" fmla="*/ 3307 w 5145"/>
              <a:gd name="T83" fmla="*/ 0 h 5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145" h="5145">
                <a:moveTo>
                  <a:pt x="2204" y="2941"/>
                </a:moveTo>
                <a:lnTo>
                  <a:pt x="2941" y="2941"/>
                </a:lnTo>
                <a:lnTo>
                  <a:pt x="2941" y="2204"/>
                </a:lnTo>
                <a:lnTo>
                  <a:pt x="2204" y="2204"/>
                </a:lnTo>
                <a:lnTo>
                  <a:pt x="2204" y="2941"/>
                </a:lnTo>
                <a:close/>
                <a:moveTo>
                  <a:pt x="2204" y="1838"/>
                </a:moveTo>
                <a:lnTo>
                  <a:pt x="2941" y="1838"/>
                </a:lnTo>
                <a:lnTo>
                  <a:pt x="2941" y="1103"/>
                </a:lnTo>
                <a:lnTo>
                  <a:pt x="2204" y="1103"/>
                </a:lnTo>
                <a:lnTo>
                  <a:pt x="2204" y="1838"/>
                </a:lnTo>
                <a:close/>
                <a:moveTo>
                  <a:pt x="2204" y="4042"/>
                </a:moveTo>
                <a:lnTo>
                  <a:pt x="2941" y="4042"/>
                </a:lnTo>
                <a:lnTo>
                  <a:pt x="2941" y="3307"/>
                </a:lnTo>
                <a:lnTo>
                  <a:pt x="2204" y="3307"/>
                </a:lnTo>
                <a:lnTo>
                  <a:pt x="2204" y="4042"/>
                </a:lnTo>
                <a:close/>
                <a:moveTo>
                  <a:pt x="2204" y="5145"/>
                </a:moveTo>
                <a:lnTo>
                  <a:pt x="2941" y="5145"/>
                </a:lnTo>
                <a:lnTo>
                  <a:pt x="2941" y="4410"/>
                </a:lnTo>
                <a:lnTo>
                  <a:pt x="2204" y="4410"/>
                </a:lnTo>
                <a:lnTo>
                  <a:pt x="2204" y="5145"/>
                </a:lnTo>
                <a:close/>
                <a:moveTo>
                  <a:pt x="0" y="5145"/>
                </a:moveTo>
                <a:lnTo>
                  <a:pt x="735" y="5145"/>
                </a:lnTo>
                <a:lnTo>
                  <a:pt x="735" y="0"/>
                </a:lnTo>
                <a:lnTo>
                  <a:pt x="0" y="0"/>
                </a:lnTo>
                <a:lnTo>
                  <a:pt x="0" y="5145"/>
                </a:lnTo>
                <a:close/>
                <a:moveTo>
                  <a:pt x="1104" y="5145"/>
                </a:moveTo>
                <a:lnTo>
                  <a:pt x="1838" y="5145"/>
                </a:lnTo>
                <a:lnTo>
                  <a:pt x="1838" y="4410"/>
                </a:lnTo>
                <a:lnTo>
                  <a:pt x="1104" y="4410"/>
                </a:lnTo>
                <a:lnTo>
                  <a:pt x="1104" y="5145"/>
                </a:lnTo>
                <a:close/>
                <a:moveTo>
                  <a:pt x="1104" y="734"/>
                </a:moveTo>
                <a:lnTo>
                  <a:pt x="1838" y="734"/>
                </a:lnTo>
                <a:lnTo>
                  <a:pt x="1838" y="0"/>
                </a:lnTo>
                <a:lnTo>
                  <a:pt x="1104" y="0"/>
                </a:lnTo>
                <a:lnTo>
                  <a:pt x="1104" y="734"/>
                </a:lnTo>
                <a:close/>
                <a:moveTo>
                  <a:pt x="1104" y="2941"/>
                </a:moveTo>
                <a:lnTo>
                  <a:pt x="1838" y="2941"/>
                </a:lnTo>
                <a:lnTo>
                  <a:pt x="1838" y="2204"/>
                </a:lnTo>
                <a:lnTo>
                  <a:pt x="1104" y="2204"/>
                </a:lnTo>
                <a:lnTo>
                  <a:pt x="1104" y="2941"/>
                </a:lnTo>
                <a:close/>
                <a:moveTo>
                  <a:pt x="4411" y="5145"/>
                </a:moveTo>
                <a:lnTo>
                  <a:pt x="5145" y="5145"/>
                </a:lnTo>
                <a:lnTo>
                  <a:pt x="5145" y="4410"/>
                </a:lnTo>
                <a:lnTo>
                  <a:pt x="4411" y="4410"/>
                </a:lnTo>
                <a:lnTo>
                  <a:pt x="4411" y="5145"/>
                </a:lnTo>
                <a:close/>
                <a:moveTo>
                  <a:pt x="4411" y="2941"/>
                </a:moveTo>
                <a:lnTo>
                  <a:pt x="5145" y="2941"/>
                </a:lnTo>
                <a:lnTo>
                  <a:pt x="5145" y="2204"/>
                </a:lnTo>
                <a:lnTo>
                  <a:pt x="4411" y="2204"/>
                </a:lnTo>
                <a:lnTo>
                  <a:pt x="4411" y="2941"/>
                </a:lnTo>
                <a:close/>
                <a:moveTo>
                  <a:pt x="4411" y="4042"/>
                </a:moveTo>
                <a:lnTo>
                  <a:pt x="5145" y="4042"/>
                </a:lnTo>
                <a:lnTo>
                  <a:pt x="5145" y="3307"/>
                </a:lnTo>
                <a:lnTo>
                  <a:pt x="4411" y="3307"/>
                </a:lnTo>
                <a:lnTo>
                  <a:pt x="4411" y="4042"/>
                </a:lnTo>
                <a:close/>
                <a:moveTo>
                  <a:pt x="4411" y="1838"/>
                </a:moveTo>
                <a:lnTo>
                  <a:pt x="5145" y="1838"/>
                </a:lnTo>
                <a:lnTo>
                  <a:pt x="5145" y="1103"/>
                </a:lnTo>
                <a:lnTo>
                  <a:pt x="4411" y="1103"/>
                </a:lnTo>
                <a:lnTo>
                  <a:pt x="4411" y="1838"/>
                </a:lnTo>
                <a:close/>
                <a:moveTo>
                  <a:pt x="2204" y="734"/>
                </a:moveTo>
                <a:lnTo>
                  <a:pt x="2941" y="734"/>
                </a:lnTo>
                <a:lnTo>
                  <a:pt x="2941" y="0"/>
                </a:lnTo>
                <a:lnTo>
                  <a:pt x="2204" y="0"/>
                </a:lnTo>
                <a:lnTo>
                  <a:pt x="2204" y="734"/>
                </a:lnTo>
                <a:close/>
                <a:moveTo>
                  <a:pt x="4411" y="0"/>
                </a:moveTo>
                <a:lnTo>
                  <a:pt x="4411" y="734"/>
                </a:lnTo>
                <a:lnTo>
                  <a:pt x="5145" y="734"/>
                </a:lnTo>
                <a:lnTo>
                  <a:pt x="5145" y="0"/>
                </a:lnTo>
                <a:lnTo>
                  <a:pt x="4411" y="0"/>
                </a:lnTo>
                <a:close/>
                <a:moveTo>
                  <a:pt x="3307" y="5145"/>
                </a:moveTo>
                <a:lnTo>
                  <a:pt x="4042" y="5145"/>
                </a:lnTo>
                <a:lnTo>
                  <a:pt x="4042" y="4410"/>
                </a:lnTo>
                <a:lnTo>
                  <a:pt x="3307" y="4410"/>
                </a:lnTo>
                <a:lnTo>
                  <a:pt x="3307" y="5145"/>
                </a:lnTo>
                <a:close/>
                <a:moveTo>
                  <a:pt x="3307" y="2941"/>
                </a:moveTo>
                <a:lnTo>
                  <a:pt x="4042" y="2941"/>
                </a:lnTo>
                <a:lnTo>
                  <a:pt x="4042" y="2204"/>
                </a:lnTo>
                <a:lnTo>
                  <a:pt x="3307" y="2204"/>
                </a:lnTo>
                <a:lnTo>
                  <a:pt x="3307" y="2941"/>
                </a:lnTo>
                <a:close/>
                <a:moveTo>
                  <a:pt x="3307" y="734"/>
                </a:moveTo>
                <a:lnTo>
                  <a:pt x="4042" y="734"/>
                </a:lnTo>
                <a:lnTo>
                  <a:pt x="4042" y="0"/>
                </a:lnTo>
                <a:lnTo>
                  <a:pt x="3307" y="0"/>
                </a:lnTo>
                <a:lnTo>
                  <a:pt x="3307" y="7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92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order Out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757 w 4961"/>
              <a:gd name="T1" fmla="*/ 1103 h 4961"/>
              <a:gd name="T2" fmla="*/ 2204 w 4961"/>
              <a:gd name="T3" fmla="*/ 1103 h 4961"/>
              <a:gd name="T4" fmla="*/ 2204 w 4961"/>
              <a:gd name="T5" fmla="*/ 1653 h 4961"/>
              <a:gd name="T6" fmla="*/ 2757 w 4961"/>
              <a:gd name="T7" fmla="*/ 1653 h 4961"/>
              <a:gd name="T8" fmla="*/ 2757 w 4961"/>
              <a:gd name="T9" fmla="*/ 1103 h 4961"/>
              <a:gd name="T10" fmla="*/ 2757 w 4961"/>
              <a:gd name="T11" fmla="*/ 2204 h 4961"/>
              <a:gd name="T12" fmla="*/ 2204 w 4961"/>
              <a:gd name="T13" fmla="*/ 2204 h 4961"/>
              <a:gd name="T14" fmla="*/ 2204 w 4961"/>
              <a:gd name="T15" fmla="*/ 2757 h 4961"/>
              <a:gd name="T16" fmla="*/ 2757 w 4961"/>
              <a:gd name="T17" fmla="*/ 2757 h 4961"/>
              <a:gd name="T18" fmla="*/ 2757 w 4961"/>
              <a:gd name="T19" fmla="*/ 2204 h 4961"/>
              <a:gd name="T20" fmla="*/ 3858 w 4961"/>
              <a:gd name="T21" fmla="*/ 2204 h 4961"/>
              <a:gd name="T22" fmla="*/ 3308 w 4961"/>
              <a:gd name="T23" fmla="*/ 2204 h 4961"/>
              <a:gd name="T24" fmla="*/ 3308 w 4961"/>
              <a:gd name="T25" fmla="*/ 2757 h 4961"/>
              <a:gd name="T26" fmla="*/ 3858 w 4961"/>
              <a:gd name="T27" fmla="*/ 2757 h 4961"/>
              <a:gd name="T28" fmla="*/ 3858 w 4961"/>
              <a:gd name="T29" fmla="*/ 2204 h 4961"/>
              <a:gd name="T30" fmla="*/ 0 w 4961"/>
              <a:gd name="T31" fmla="*/ 0 h 4961"/>
              <a:gd name="T32" fmla="*/ 0 w 4961"/>
              <a:gd name="T33" fmla="*/ 4961 h 4961"/>
              <a:gd name="T34" fmla="*/ 4961 w 4961"/>
              <a:gd name="T35" fmla="*/ 4961 h 4961"/>
              <a:gd name="T36" fmla="*/ 4961 w 4961"/>
              <a:gd name="T37" fmla="*/ 0 h 4961"/>
              <a:gd name="T38" fmla="*/ 0 w 4961"/>
              <a:gd name="T39" fmla="*/ 0 h 4961"/>
              <a:gd name="T40" fmla="*/ 4411 w 4961"/>
              <a:gd name="T41" fmla="*/ 4410 h 4961"/>
              <a:gd name="T42" fmla="*/ 551 w 4961"/>
              <a:gd name="T43" fmla="*/ 4410 h 4961"/>
              <a:gd name="T44" fmla="*/ 551 w 4961"/>
              <a:gd name="T45" fmla="*/ 550 h 4961"/>
              <a:gd name="T46" fmla="*/ 4411 w 4961"/>
              <a:gd name="T47" fmla="*/ 550 h 4961"/>
              <a:gd name="T48" fmla="*/ 4411 w 4961"/>
              <a:gd name="T49" fmla="*/ 4410 h 4961"/>
              <a:gd name="T50" fmla="*/ 2757 w 4961"/>
              <a:gd name="T51" fmla="*/ 3307 h 4961"/>
              <a:gd name="T52" fmla="*/ 2204 w 4961"/>
              <a:gd name="T53" fmla="*/ 3307 h 4961"/>
              <a:gd name="T54" fmla="*/ 2204 w 4961"/>
              <a:gd name="T55" fmla="*/ 3857 h 4961"/>
              <a:gd name="T56" fmla="*/ 2757 w 4961"/>
              <a:gd name="T57" fmla="*/ 3857 h 4961"/>
              <a:gd name="T58" fmla="*/ 2757 w 4961"/>
              <a:gd name="T59" fmla="*/ 3307 h 4961"/>
              <a:gd name="T60" fmla="*/ 1654 w 4961"/>
              <a:gd name="T61" fmla="*/ 2204 h 4961"/>
              <a:gd name="T62" fmla="*/ 1104 w 4961"/>
              <a:gd name="T63" fmla="*/ 2204 h 4961"/>
              <a:gd name="T64" fmla="*/ 1104 w 4961"/>
              <a:gd name="T65" fmla="*/ 2757 h 4961"/>
              <a:gd name="T66" fmla="*/ 1654 w 4961"/>
              <a:gd name="T67" fmla="*/ 2757 h 4961"/>
              <a:gd name="T68" fmla="*/ 1654 w 4961"/>
              <a:gd name="T69" fmla="*/ 2204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4961" h="4961">
                <a:moveTo>
                  <a:pt x="2757" y="1103"/>
                </a:moveTo>
                <a:lnTo>
                  <a:pt x="2204" y="1103"/>
                </a:lnTo>
                <a:lnTo>
                  <a:pt x="2204" y="1653"/>
                </a:lnTo>
                <a:lnTo>
                  <a:pt x="2757" y="1653"/>
                </a:lnTo>
                <a:lnTo>
                  <a:pt x="2757" y="1103"/>
                </a:lnTo>
                <a:close/>
                <a:moveTo>
                  <a:pt x="2757" y="2204"/>
                </a:moveTo>
                <a:lnTo>
                  <a:pt x="2204" y="2204"/>
                </a:lnTo>
                <a:lnTo>
                  <a:pt x="2204" y="2757"/>
                </a:lnTo>
                <a:lnTo>
                  <a:pt x="2757" y="2757"/>
                </a:lnTo>
                <a:lnTo>
                  <a:pt x="2757" y="2204"/>
                </a:lnTo>
                <a:close/>
                <a:moveTo>
                  <a:pt x="3858" y="2204"/>
                </a:moveTo>
                <a:lnTo>
                  <a:pt x="3308" y="2204"/>
                </a:lnTo>
                <a:lnTo>
                  <a:pt x="3308" y="2757"/>
                </a:lnTo>
                <a:lnTo>
                  <a:pt x="3858" y="2757"/>
                </a:lnTo>
                <a:lnTo>
                  <a:pt x="3858" y="2204"/>
                </a:lnTo>
                <a:close/>
                <a:moveTo>
                  <a:pt x="0" y="0"/>
                </a:moveTo>
                <a:lnTo>
                  <a:pt x="0" y="4961"/>
                </a:lnTo>
                <a:lnTo>
                  <a:pt x="4961" y="4961"/>
                </a:lnTo>
                <a:lnTo>
                  <a:pt x="4961" y="0"/>
                </a:lnTo>
                <a:lnTo>
                  <a:pt x="0" y="0"/>
                </a:lnTo>
                <a:close/>
                <a:moveTo>
                  <a:pt x="4411" y="4410"/>
                </a:moveTo>
                <a:lnTo>
                  <a:pt x="551" y="4410"/>
                </a:lnTo>
                <a:lnTo>
                  <a:pt x="551" y="550"/>
                </a:lnTo>
                <a:lnTo>
                  <a:pt x="4411" y="550"/>
                </a:lnTo>
                <a:lnTo>
                  <a:pt x="4411" y="4410"/>
                </a:lnTo>
                <a:close/>
                <a:moveTo>
                  <a:pt x="2757" y="3307"/>
                </a:moveTo>
                <a:lnTo>
                  <a:pt x="2204" y="3307"/>
                </a:lnTo>
                <a:lnTo>
                  <a:pt x="2204" y="3857"/>
                </a:lnTo>
                <a:lnTo>
                  <a:pt x="2757" y="3857"/>
                </a:lnTo>
                <a:lnTo>
                  <a:pt x="2757" y="3307"/>
                </a:lnTo>
                <a:close/>
                <a:moveTo>
                  <a:pt x="1654" y="2204"/>
                </a:moveTo>
                <a:lnTo>
                  <a:pt x="1104" y="2204"/>
                </a:lnTo>
                <a:lnTo>
                  <a:pt x="1104" y="2757"/>
                </a:lnTo>
                <a:lnTo>
                  <a:pt x="1654" y="2757"/>
                </a:lnTo>
                <a:lnTo>
                  <a:pt x="1654" y="22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385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rder Righ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735 w 5145"/>
              <a:gd name="T1" fmla="*/ 734 h 5145"/>
              <a:gd name="T2" fmla="*/ 0 w 5145"/>
              <a:gd name="T3" fmla="*/ 0 h 5145"/>
              <a:gd name="T4" fmla="*/ 1104 w 5145"/>
              <a:gd name="T5" fmla="*/ 734 h 5145"/>
              <a:gd name="T6" fmla="*/ 1838 w 5145"/>
              <a:gd name="T7" fmla="*/ 0 h 5145"/>
              <a:gd name="T8" fmla="*/ 1104 w 5145"/>
              <a:gd name="T9" fmla="*/ 734 h 5145"/>
              <a:gd name="T10" fmla="*/ 1838 w 5145"/>
              <a:gd name="T11" fmla="*/ 2941 h 5145"/>
              <a:gd name="T12" fmla="*/ 1104 w 5145"/>
              <a:gd name="T13" fmla="*/ 2204 h 5145"/>
              <a:gd name="T14" fmla="*/ 1104 w 5145"/>
              <a:gd name="T15" fmla="*/ 5145 h 5145"/>
              <a:gd name="T16" fmla="*/ 1838 w 5145"/>
              <a:gd name="T17" fmla="*/ 4410 h 5145"/>
              <a:gd name="T18" fmla="*/ 1104 w 5145"/>
              <a:gd name="T19" fmla="*/ 5145 h 5145"/>
              <a:gd name="T20" fmla="*/ 735 w 5145"/>
              <a:gd name="T21" fmla="*/ 1838 h 5145"/>
              <a:gd name="T22" fmla="*/ 0 w 5145"/>
              <a:gd name="T23" fmla="*/ 1103 h 5145"/>
              <a:gd name="T24" fmla="*/ 0 w 5145"/>
              <a:gd name="T25" fmla="*/ 2941 h 5145"/>
              <a:gd name="T26" fmla="*/ 735 w 5145"/>
              <a:gd name="T27" fmla="*/ 2204 h 5145"/>
              <a:gd name="T28" fmla="*/ 0 w 5145"/>
              <a:gd name="T29" fmla="*/ 2941 h 5145"/>
              <a:gd name="T30" fmla="*/ 735 w 5145"/>
              <a:gd name="T31" fmla="*/ 5145 h 5145"/>
              <a:gd name="T32" fmla="*/ 0 w 5145"/>
              <a:gd name="T33" fmla="*/ 4410 h 5145"/>
              <a:gd name="T34" fmla="*/ 0 w 5145"/>
              <a:gd name="T35" fmla="*/ 4042 h 5145"/>
              <a:gd name="T36" fmla="*/ 735 w 5145"/>
              <a:gd name="T37" fmla="*/ 3307 h 5145"/>
              <a:gd name="T38" fmla="*/ 0 w 5145"/>
              <a:gd name="T39" fmla="*/ 4042 h 5145"/>
              <a:gd name="T40" fmla="*/ 4042 w 5145"/>
              <a:gd name="T41" fmla="*/ 2941 h 5145"/>
              <a:gd name="T42" fmla="*/ 3307 w 5145"/>
              <a:gd name="T43" fmla="*/ 2204 h 5145"/>
              <a:gd name="T44" fmla="*/ 2204 w 5145"/>
              <a:gd name="T45" fmla="*/ 5145 h 5145"/>
              <a:gd name="T46" fmla="*/ 2941 w 5145"/>
              <a:gd name="T47" fmla="*/ 4410 h 5145"/>
              <a:gd name="T48" fmla="*/ 2204 w 5145"/>
              <a:gd name="T49" fmla="*/ 5145 h 5145"/>
              <a:gd name="T50" fmla="*/ 4042 w 5145"/>
              <a:gd name="T51" fmla="*/ 5145 h 5145"/>
              <a:gd name="T52" fmla="*/ 3307 w 5145"/>
              <a:gd name="T53" fmla="*/ 4410 h 5145"/>
              <a:gd name="T54" fmla="*/ 4411 w 5145"/>
              <a:gd name="T55" fmla="*/ 0 h 5145"/>
              <a:gd name="T56" fmla="*/ 5145 w 5145"/>
              <a:gd name="T57" fmla="*/ 5145 h 5145"/>
              <a:gd name="T58" fmla="*/ 4411 w 5145"/>
              <a:gd name="T59" fmla="*/ 0 h 5145"/>
              <a:gd name="T60" fmla="*/ 2941 w 5145"/>
              <a:gd name="T61" fmla="*/ 734 h 5145"/>
              <a:gd name="T62" fmla="*/ 2204 w 5145"/>
              <a:gd name="T63" fmla="*/ 0 h 5145"/>
              <a:gd name="T64" fmla="*/ 3307 w 5145"/>
              <a:gd name="T65" fmla="*/ 734 h 5145"/>
              <a:gd name="T66" fmla="*/ 4042 w 5145"/>
              <a:gd name="T67" fmla="*/ 0 h 5145"/>
              <a:gd name="T68" fmla="*/ 3307 w 5145"/>
              <a:gd name="T69" fmla="*/ 734 h 5145"/>
              <a:gd name="T70" fmla="*/ 2941 w 5145"/>
              <a:gd name="T71" fmla="*/ 4042 h 5145"/>
              <a:gd name="T72" fmla="*/ 2204 w 5145"/>
              <a:gd name="T73" fmla="*/ 3307 h 5145"/>
              <a:gd name="T74" fmla="*/ 2204 w 5145"/>
              <a:gd name="T75" fmla="*/ 1838 h 5145"/>
              <a:gd name="T76" fmla="*/ 2941 w 5145"/>
              <a:gd name="T77" fmla="*/ 1103 h 5145"/>
              <a:gd name="T78" fmla="*/ 2204 w 5145"/>
              <a:gd name="T79" fmla="*/ 1838 h 5145"/>
              <a:gd name="T80" fmla="*/ 2941 w 5145"/>
              <a:gd name="T81" fmla="*/ 2941 h 5145"/>
              <a:gd name="T82" fmla="*/ 2204 w 5145"/>
              <a:gd name="T83" fmla="*/ 2204 h 5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145" h="5145">
                <a:moveTo>
                  <a:pt x="0" y="734"/>
                </a:moveTo>
                <a:lnTo>
                  <a:pt x="735" y="734"/>
                </a:lnTo>
                <a:lnTo>
                  <a:pt x="735" y="0"/>
                </a:lnTo>
                <a:lnTo>
                  <a:pt x="0" y="0"/>
                </a:lnTo>
                <a:lnTo>
                  <a:pt x="0" y="734"/>
                </a:lnTo>
                <a:close/>
                <a:moveTo>
                  <a:pt x="1104" y="734"/>
                </a:moveTo>
                <a:lnTo>
                  <a:pt x="1838" y="734"/>
                </a:lnTo>
                <a:lnTo>
                  <a:pt x="1838" y="0"/>
                </a:lnTo>
                <a:lnTo>
                  <a:pt x="1104" y="0"/>
                </a:lnTo>
                <a:lnTo>
                  <a:pt x="1104" y="734"/>
                </a:lnTo>
                <a:close/>
                <a:moveTo>
                  <a:pt x="1104" y="2941"/>
                </a:moveTo>
                <a:lnTo>
                  <a:pt x="1838" y="2941"/>
                </a:lnTo>
                <a:lnTo>
                  <a:pt x="1838" y="2204"/>
                </a:lnTo>
                <a:lnTo>
                  <a:pt x="1104" y="2204"/>
                </a:lnTo>
                <a:lnTo>
                  <a:pt x="1104" y="2941"/>
                </a:lnTo>
                <a:close/>
                <a:moveTo>
                  <a:pt x="1104" y="5145"/>
                </a:moveTo>
                <a:lnTo>
                  <a:pt x="1838" y="5145"/>
                </a:lnTo>
                <a:lnTo>
                  <a:pt x="1838" y="4410"/>
                </a:lnTo>
                <a:lnTo>
                  <a:pt x="1104" y="4410"/>
                </a:lnTo>
                <a:lnTo>
                  <a:pt x="1104" y="5145"/>
                </a:lnTo>
                <a:close/>
                <a:moveTo>
                  <a:pt x="0" y="1838"/>
                </a:moveTo>
                <a:lnTo>
                  <a:pt x="735" y="1838"/>
                </a:lnTo>
                <a:lnTo>
                  <a:pt x="735" y="1103"/>
                </a:lnTo>
                <a:lnTo>
                  <a:pt x="0" y="1103"/>
                </a:lnTo>
                <a:lnTo>
                  <a:pt x="0" y="1838"/>
                </a:lnTo>
                <a:close/>
                <a:moveTo>
                  <a:pt x="0" y="2941"/>
                </a:moveTo>
                <a:lnTo>
                  <a:pt x="735" y="2941"/>
                </a:lnTo>
                <a:lnTo>
                  <a:pt x="735" y="2204"/>
                </a:lnTo>
                <a:lnTo>
                  <a:pt x="0" y="2204"/>
                </a:lnTo>
                <a:lnTo>
                  <a:pt x="0" y="2941"/>
                </a:lnTo>
                <a:close/>
                <a:moveTo>
                  <a:pt x="0" y="5145"/>
                </a:moveTo>
                <a:lnTo>
                  <a:pt x="735" y="5145"/>
                </a:lnTo>
                <a:lnTo>
                  <a:pt x="735" y="4410"/>
                </a:lnTo>
                <a:lnTo>
                  <a:pt x="0" y="4410"/>
                </a:lnTo>
                <a:lnTo>
                  <a:pt x="0" y="5145"/>
                </a:lnTo>
                <a:close/>
                <a:moveTo>
                  <a:pt x="0" y="4042"/>
                </a:moveTo>
                <a:lnTo>
                  <a:pt x="735" y="4042"/>
                </a:lnTo>
                <a:lnTo>
                  <a:pt x="735" y="3307"/>
                </a:lnTo>
                <a:lnTo>
                  <a:pt x="0" y="3307"/>
                </a:lnTo>
                <a:lnTo>
                  <a:pt x="0" y="4042"/>
                </a:lnTo>
                <a:close/>
                <a:moveTo>
                  <a:pt x="3307" y="2941"/>
                </a:moveTo>
                <a:lnTo>
                  <a:pt x="4042" y="2941"/>
                </a:lnTo>
                <a:lnTo>
                  <a:pt x="4042" y="2204"/>
                </a:lnTo>
                <a:lnTo>
                  <a:pt x="3307" y="2204"/>
                </a:lnTo>
                <a:lnTo>
                  <a:pt x="3307" y="2941"/>
                </a:lnTo>
                <a:close/>
                <a:moveTo>
                  <a:pt x="2204" y="5145"/>
                </a:moveTo>
                <a:lnTo>
                  <a:pt x="2941" y="5145"/>
                </a:lnTo>
                <a:lnTo>
                  <a:pt x="2941" y="4410"/>
                </a:lnTo>
                <a:lnTo>
                  <a:pt x="2204" y="4410"/>
                </a:lnTo>
                <a:lnTo>
                  <a:pt x="2204" y="5145"/>
                </a:lnTo>
                <a:close/>
                <a:moveTo>
                  <a:pt x="3307" y="5145"/>
                </a:moveTo>
                <a:lnTo>
                  <a:pt x="4042" y="5145"/>
                </a:lnTo>
                <a:lnTo>
                  <a:pt x="4042" y="4410"/>
                </a:lnTo>
                <a:lnTo>
                  <a:pt x="3307" y="4410"/>
                </a:lnTo>
                <a:lnTo>
                  <a:pt x="3307" y="5145"/>
                </a:lnTo>
                <a:close/>
                <a:moveTo>
                  <a:pt x="4411" y="0"/>
                </a:moveTo>
                <a:lnTo>
                  <a:pt x="4411" y="5145"/>
                </a:lnTo>
                <a:lnTo>
                  <a:pt x="5145" y="5145"/>
                </a:lnTo>
                <a:lnTo>
                  <a:pt x="5145" y="0"/>
                </a:lnTo>
                <a:lnTo>
                  <a:pt x="4411" y="0"/>
                </a:lnTo>
                <a:close/>
                <a:moveTo>
                  <a:pt x="2204" y="734"/>
                </a:moveTo>
                <a:lnTo>
                  <a:pt x="2941" y="734"/>
                </a:lnTo>
                <a:lnTo>
                  <a:pt x="2941" y="0"/>
                </a:lnTo>
                <a:lnTo>
                  <a:pt x="2204" y="0"/>
                </a:lnTo>
                <a:lnTo>
                  <a:pt x="2204" y="734"/>
                </a:lnTo>
                <a:close/>
                <a:moveTo>
                  <a:pt x="3307" y="734"/>
                </a:moveTo>
                <a:lnTo>
                  <a:pt x="4042" y="734"/>
                </a:lnTo>
                <a:lnTo>
                  <a:pt x="4042" y="0"/>
                </a:lnTo>
                <a:lnTo>
                  <a:pt x="3307" y="0"/>
                </a:lnTo>
                <a:lnTo>
                  <a:pt x="3307" y="734"/>
                </a:lnTo>
                <a:close/>
                <a:moveTo>
                  <a:pt x="2204" y="4042"/>
                </a:moveTo>
                <a:lnTo>
                  <a:pt x="2941" y="4042"/>
                </a:lnTo>
                <a:lnTo>
                  <a:pt x="2941" y="3307"/>
                </a:lnTo>
                <a:lnTo>
                  <a:pt x="2204" y="3307"/>
                </a:lnTo>
                <a:lnTo>
                  <a:pt x="2204" y="4042"/>
                </a:lnTo>
                <a:close/>
                <a:moveTo>
                  <a:pt x="2204" y="1838"/>
                </a:moveTo>
                <a:lnTo>
                  <a:pt x="2941" y="1838"/>
                </a:lnTo>
                <a:lnTo>
                  <a:pt x="2941" y="1103"/>
                </a:lnTo>
                <a:lnTo>
                  <a:pt x="2204" y="1103"/>
                </a:lnTo>
                <a:lnTo>
                  <a:pt x="2204" y="1838"/>
                </a:lnTo>
                <a:close/>
                <a:moveTo>
                  <a:pt x="2204" y="2941"/>
                </a:moveTo>
                <a:lnTo>
                  <a:pt x="2941" y="2941"/>
                </a:lnTo>
                <a:lnTo>
                  <a:pt x="2941" y="2204"/>
                </a:lnTo>
                <a:lnTo>
                  <a:pt x="2204" y="2204"/>
                </a:lnTo>
                <a:lnTo>
                  <a:pt x="2204" y="294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0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rder Sty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3307 w 5145"/>
              <a:gd name="T1" fmla="*/ 5145 h 5145"/>
              <a:gd name="T2" fmla="*/ 4042 w 5145"/>
              <a:gd name="T3" fmla="*/ 5145 h 5145"/>
              <a:gd name="T4" fmla="*/ 4042 w 5145"/>
              <a:gd name="T5" fmla="*/ 4410 h 5145"/>
              <a:gd name="T6" fmla="*/ 3307 w 5145"/>
              <a:gd name="T7" fmla="*/ 4410 h 5145"/>
              <a:gd name="T8" fmla="*/ 3307 w 5145"/>
              <a:gd name="T9" fmla="*/ 5145 h 5145"/>
              <a:gd name="T10" fmla="*/ 4411 w 5145"/>
              <a:gd name="T11" fmla="*/ 5145 h 5145"/>
              <a:gd name="T12" fmla="*/ 5145 w 5145"/>
              <a:gd name="T13" fmla="*/ 5145 h 5145"/>
              <a:gd name="T14" fmla="*/ 5145 w 5145"/>
              <a:gd name="T15" fmla="*/ 4410 h 5145"/>
              <a:gd name="T16" fmla="*/ 4411 w 5145"/>
              <a:gd name="T17" fmla="*/ 4410 h 5145"/>
              <a:gd name="T18" fmla="*/ 4411 w 5145"/>
              <a:gd name="T19" fmla="*/ 5145 h 5145"/>
              <a:gd name="T20" fmla="*/ 1104 w 5145"/>
              <a:gd name="T21" fmla="*/ 5145 h 5145"/>
              <a:gd name="T22" fmla="*/ 1838 w 5145"/>
              <a:gd name="T23" fmla="*/ 5145 h 5145"/>
              <a:gd name="T24" fmla="*/ 1838 w 5145"/>
              <a:gd name="T25" fmla="*/ 4410 h 5145"/>
              <a:gd name="T26" fmla="*/ 1104 w 5145"/>
              <a:gd name="T27" fmla="*/ 4410 h 5145"/>
              <a:gd name="T28" fmla="*/ 1104 w 5145"/>
              <a:gd name="T29" fmla="*/ 5145 h 5145"/>
              <a:gd name="T30" fmla="*/ 2204 w 5145"/>
              <a:gd name="T31" fmla="*/ 5145 h 5145"/>
              <a:gd name="T32" fmla="*/ 2941 w 5145"/>
              <a:gd name="T33" fmla="*/ 5145 h 5145"/>
              <a:gd name="T34" fmla="*/ 2941 w 5145"/>
              <a:gd name="T35" fmla="*/ 4410 h 5145"/>
              <a:gd name="T36" fmla="*/ 2204 w 5145"/>
              <a:gd name="T37" fmla="*/ 4410 h 5145"/>
              <a:gd name="T38" fmla="*/ 2204 w 5145"/>
              <a:gd name="T39" fmla="*/ 5145 h 5145"/>
              <a:gd name="T40" fmla="*/ 4411 w 5145"/>
              <a:gd name="T41" fmla="*/ 4042 h 5145"/>
              <a:gd name="T42" fmla="*/ 5145 w 5145"/>
              <a:gd name="T43" fmla="*/ 4042 h 5145"/>
              <a:gd name="T44" fmla="*/ 5145 w 5145"/>
              <a:gd name="T45" fmla="*/ 3307 h 5145"/>
              <a:gd name="T46" fmla="*/ 4411 w 5145"/>
              <a:gd name="T47" fmla="*/ 3307 h 5145"/>
              <a:gd name="T48" fmla="*/ 4411 w 5145"/>
              <a:gd name="T49" fmla="*/ 4042 h 5145"/>
              <a:gd name="T50" fmla="*/ 4411 w 5145"/>
              <a:gd name="T51" fmla="*/ 2941 h 5145"/>
              <a:gd name="T52" fmla="*/ 5145 w 5145"/>
              <a:gd name="T53" fmla="*/ 2941 h 5145"/>
              <a:gd name="T54" fmla="*/ 5145 w 5145"/>
              <a:gd name="T55" fmla="*/ 2204 h 5145"/>
              <a:gd name="T56" fmla="*/ 4411 w 5145"/>
              <a:gd name="T57" fmla="*/ 2204 h 5145"/>
              <a:gd name="T58" fmla="*/ 4411 w 5145"/>
              <a:gd name="T59" fmla="*/ 2941 h 5145"/>
              <a:gd name="T60" fmla="*/ 0 w 5145"/>
              <a:gd name="T61" fmla="*/ 0 h 5145"/>
              <a:gd name="T62" fmla="*/ 0 w 5145"/>
              <a:gd name="T63" fmla="*/ 5145 h 5145"/>
              <a:gd name="T64" fmla="*/ 735 w 5145"/>
              <a:gd name="T65" fmla="*/ 5145 h 5145"/>
              <a:gd name="T66" fmla="*/ 735 w 5145"/>
              <a:gd name="T67" fmla="*/ 734 h 5145"/>
              <a:gd name="T68" fmla="*/ 5145 w 5145"/>
              <a:gd name="T69" fmla="*/ 734 h 5145"/>
              <a:gd name="T70" fmla="*/ 5145 w 5145"/>
              <a:gd name="T71" fmla="*/ 0 h 5145"/>
              <a:gd name="T72" fmla="*/ 0 w 5145"/>
              <a:gd name="T73" fmla="*/ 0 h 5145"/>
              <a:gd name="T74" fmla="*/ 4411 w 5145"/>
              <a:gd name="T75" fmla="*/ 1838 h 5145"/>
              <a:gd name="T76" fmla="*/ 5145 w 5145"/>
              <a:gd name="T77" fmla="*/ 1838 h 5145"/>
              <a:gd name="T78" fmla="*/ 5145 w 5145"/>
              <a:gd name="T79" fmla="*/ 1103 h 5145"/>
              <a:gd name="T80" fmla="*/ 4411 w 5145"/>
              <a:gd name="T81" fmla="*/ 1103 h 5145"/>
              <a:gd name="T82" fmla="*/ 4411 w 5145"/>
              <a:gd name="T83" fmla="*/ 1838 h 5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145" h="5145">
                <a:moveTo>
                  <a:pt x="3307" y="5145"/>
                </a:moveTo>
                <a:lnTo>
                  <a:pt x="4042" y="5145"/>
                </a:lnTo>
                <a:lnTo>
                  <a:pt x="4042" y="4410"/>
                </a:lnTo>
                <a:lnTo>
                  <a:pt x="3307" y="4410"/>
                </a:lnTo>
                <a:lnTo>
                  <a:pt x="3307" y="5145"/>
                </a:lnTo>
                <a:close/>
                <a:moveTo>
                  <a:pt x="4411" y="5145"/>
                </a:moveTo>
                <a:lnTo>
                  <a:pt x="5145" y="5145"/>
                </a:lnTo>
                <a:lnTo>
                  <a:pt x="5145" y="4410"/>
                </a:lnTo>
                <a:lnTo>
                  <a:pt x="4411" y="4410"/>
                </a:lnTo>
                <a:lnTo>
                  <a:pt x="4411" y="5145"/>
                </a:lnTo>
                <a:close/>
                <a:moveTo>
                  <a:pt x="1104" y="5145"/>
                </a:moveTo>
                <a:lnTo>
                  <a:pt x="1838" y="5145"/>
                </a:lnTo>
                <a:lnTo>
                  <a:pt x="1838" y="4410"/>
                </a:lnTo>
                <a:lnTo>
                  <a:pt x="1104" y="4410"/>
                </a:lnTo>
                <a:lnTo>
                  <a:pt x="1104" y="5145"/>
                </a:lnTo>
                <a:close/>
                <a:moveTo>
                  <a:pt x="2204" y="5145"/>
                </a:moveTo>
                <a:lnTo>
                  <a:pt x="2941" y="5145"/>
                </a:lnTo>
                <a:lnTo>
                  <a:pt x="2941" y="4410"/>
                </a:lnTo>
                <a:lnTo>
                  <a:pt x="2204" y="4410"/>
                </a:lnTo>
                <a:lnTo>
                  <a:pt x="2204" y="5145"/>
                </a:lnTo>
                <a:close/>
                <a:moveTo>
                  <a:pt x="4411" y="4042"/>
                </a:moveTo>
                <a:lnTo>
                  <a:pt x="5145" y="4042"/>
                </a:lnTo>
                <a:lnTo>
                  <a:pt x="5145" y="3307"/>
                </a:lnTo>
                <a:lnTo>
                  <a:pt x="4411" y="3307"/>
                </a:lnTo>
                <a:lnTo>
                  <a:pt x="4411" y="4042"/>
                </a:lnTo>
                <a:close/>
                <a:moveTo>
                  <a:pt x="4411" y="2941"/>
                </a:moveTo>
                <a:lnTo>
                  <a:pt x="5145" y="2941"/>
                </a:lnTo>
                <a:lnTo>
                  <a:pt x="5145" y="2204"/>
                </a:lnTo>
                <a:lnTo>
                  <a:pt x="4411" y="2204"/>
                </a:lnTo>
                <a:lnTo>
                  <a:pt x="4411" y="2941"/>
                </a:lnTo>
                <a:close/>
                <a:moveTo>
                  <a:pt x="0" y="0"/>
                </a:moveTo>
                <a:lnTo>
                  <a:pt x="0" y="5145"/>
                </a:lnTo>
                <a:lnTo>
                  <a:pt x="735" y="5145"/>
                </a:lnTo>
                <a:lnTo>
                  <a:pt x="735" y="734"/>
                </a:lnTo>
                <a:lnTo>
                  <a:pt x="5145" y="734"/>
                </a:lnTo>
                <a:lnTo>
                  <a:pt x="5145" y="0"/>
                </a:lnTo>
                <a:lnTo>
                  <a:pt x="0" y="0"/>
                </a:lnTo>
                <a:close/>
                <a:moveTo>
                  <a:pt x="4411" y="1838"/>
                </a:moveTo>
                <a:lnTo>
                  <a:pt x="5145" y="1838"/>
                </a:lnTo>
                <a:lnTo>
                  <a:pt x="5145" y="1103"/>
                </a:lnTo>
                <a:lnTo>
                  <a:pt x="4411" y="1103"/>
                </a:lnTo>
                <a:lnTo>
                  <a:pt x="4411" y="18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271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rder To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654 w 4961"/>
              <a:gd name="T1" fmla="*/ 4961 h 4961"/>
              <a:gd name="T2" fmla="*/ 1104 w 4961"/>
              <a:gd name="T3" fmla="*/ 4410 h 4961"/>
              <a:gd name="T4" fmla="*/ 1104 w 4961"/>
              <a:gd name="T5" fmla="*/ 2757 h 4961"/>
              <a:gd name="T6" fmla="*/ 1654 w 4961"/>
              <a:gd name="T7" fmla="*/ 2204 h 4961"/>
              <a:gd name="T8" fmla="*/ 1104 w 4961"/>
              <a:gd name="T9" fmla="*/ 2757 h 4961"/>
              <a:gd name="T10" fmla="*/ 2757 w 4961"/>
              <a:gd name="T11" fmla="*/ 2757 h 4961"/>
              <a:gd name="T12" fmla="*/ 2204 w 4961"/>
              <a:gd name="T13" fmla="*/ 2204 h 4961"/>
              <a:gd name="T14" fmla="*/ 2204 w 4961"/>
              <a:gd name="T15" fmla="*/ 4961 h 4961"/>
              <a:gd name="T16" fmla="*/ 2757 w 4961"/>
              <a:gd name="T17" fmla="*/ 4410 h 4961"/>
              <a:gd name="T18" fmla="*/ 2204 w 4961"/>
              <a:gd name="T19" fmla="*/ 4961 h 4961"/>
              <a:gd name="T20" fmla="*/ 551 w 4961"/>
              <a:gd name="T21" fmla="*/ 3857 h 4961"/>
              <a:gd name="T22" fmla="*/ 0 w 4961"/>
              <a:gd name="T23" fmla="*/ 3307 h 4961"/>
              <a:gd name="T24" fmla="*/ 0 w 4961"/>
              <a:gd name="T25" fmla="*/ 4961 h 4961"/>
              <a:gd name="T26" fmla="*/ 551 w 4961"/>
              <a:gd name="T27" fmla="*/ 4410 h 4961"/>
              <a:gd name="T28" fmla="*/ 0 w 4961"/>
              <a:gd name="T29" fmla="*/ 4961 h 4961"/>
              <a:gd name="T30" fmla="*/ 551 w 4961"/>
              <a:gd name="T31" fmla="*/ 2757 h 4961"/>
              <a:gd name="T32" fmla="*/ 0 w 4961"/>
              <a:gd name="T33" fmla="*/ 2204 h 4961"/>
              <a:gd name="T34" fmla="*/ 0 w 4961"/>
              <a:gd name="T35" fmla="*/ 1653 h 4961"/>
              <a:gd name="T36" fmla="*/ 551 w 4961"/>
              <a:gd name="T37" fmla="*/ 1103 h 4961"/>
              <a:gd name="T38" fmla="*/ 0 w 4961"/>
              <a:gd name="T39" fmla="*/ 1653 h 4961"/>
              <a:gd name="T40" fmla="*/ 2757 w 4961"/>
              <a:gd name="T41" fmla="*/ 3857 h 4961"/>
              <a:gd name="T42" fmla="*/ 2204 w 4961"/>
              <a:gd name="T43" fmla="*/ 3307 h 4961"/>
              <a:gd name="T44" fmla="*/ 4411 w 4961"/>
              <a:gd name="T45" fmla="*/ 1653 h 4961"/>
              <a:gd name="T46" fmla="*/ 4961 w 4961"/>
              <a:gd name="T47" fmla="*/ 1103 h 4961"/>
              <a:gd name="T48" fmla="*/ 4411 w 4961"/>
              <a:gd name="T49" fmla="*/ 1653 h 4961"/>
              <a:gd name="T50" fmla="*/ 4961 w 4961"/>
              <a:gd name="T51" fmla="*/ 2757 h 4961"/>
              <a:gd name="T52" fmla="*/ 4411 w 4961"/>
              <a:gd name="T53" fmla="*/ 2204 h 4961"/>
              <a:gd name="T54" fmla="*/ 0 w 4961"/>
              <a:gd name="T55" fmla="*/ 0 h 4961"/>
              <a:gd name="T56" fmla="*/ 4961 w 4961"/>
              <a:gd name="T57" fmla="*/ 550 h 4961"/>
              <a:gd name="T58" fmla="*/ 0 w 4961"/>
              <a:gd name="T59" fmla="*/ 0 h 4961"/>
              <a:gd name="T60" fmla="*/ 4961 w 4961"/>
              <a:gd name="T61" fmla="*/ 3857 h 4961"/>
              <a:gd name="T62" fmla="*/ 4411 w 4961"/>
              <a:gd name="T63" fmla="*/ 3307 h 4961"/>
              <a:gd name="T64" fmla="*/ 3308 w 4961"/>
              <a:gd name="T65" fmla="*/ 4961 h 4961"/>
              <a:gd name="T66" fmla="*/ 3858 w 4961"/>
              <a:gd name="T67" fmla="*/ 4410 h 4961"/>
              <a:gd name="T68" fmla="*/ 3308 w 4961"/>
              <a:gd name="T69" fmla="*/ 4961 h 4961"/>
              <a:gd name="T70" fmla="*/ 2757 w 4961"/>
              <a:gd name="T71" fmla="*/ 1653 h 4961"/>
              <a:gd name="T72" fmla="*/ 2204 w 4961"/>
              <a:gd name="T73" fmla="*/ 1103 h 4961"/>
              <a:gd name="T74" fmla="*/ 4411 w 4961"/>
              <a:gd name="T75" fmla="*/ 4961 h 4961"/>
              <a:gd name="T76" fmla="*/ 4961 w 4961"/>
              <a:gd name="T77" fmla="*/ 4410 h 4961"/>
              <a:gd name="T78" fmla="*/ 4411 w 4961"/>
              <a:gd name="T79" fmla="*/ 4961 h 4961"/>
              <a:gd name="T80" fmla="*/ 3858 w 4961"/>
              <a:gd name="T81" fmla="*/ 2757 h 4961"/>
              <a:gd name="T82" fmla="*/ 3308 w 4961"/>
              <a:gd name="T83" fmla="*/ 2204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961" h="4961">
                <a:moveTo>
                  <a:pt x="1104" y="4961"/>
                </a:moveTo>
                <a:lnTo>
                  <a:pt x="1654" y="4961"/>
                </a:lnTo>
                <a:lnTo>
                  <a:pt x="1654" y="4410"/>
                </a:lnTo>
                <a:lnTo>
                  <a:pt x="1104" y="4410"/>
                </a:lnTo>
                <a:lnTo>
                  <a:pt x="1104" y="4961"/>
                </a:lnTo>
                <a:close/>
                <a:moveTo>
                  <a:pt x="1104" y="2757"/>
                </a:moveTo>
                <a:lnTo>
                  <a:pt x="1654" y="2757"/>
                </a:lnTo>
                <a:lnTo>
                  <a:pt x="1654" y="2204"/>
                </a:lnTo>
                <a:lnTo>
                  <a:pt x="1104" y="2204"/>
                </a:lnTo>
                <a:lnTo>
                  <a:pt x="1104" y="2757"/>
                </a:lnTo>
                <a:close/>
                <a:moveTo>
                  <a:pt x="2204" y="2757"/>
                </a:moveTo>
                <a:lnTo>
                  <a:pt x="2757" y="2757"/>
                </a:lnTo>
                <a:lnTo>
                  <a:pt x="2757" y="2204"/>
                </a:lnTo>
                <a:lnTo>
                  <a:pt x="2204" y="2204"/>
                </a:lnTo>
                <a:lnTo>
                  <a:pt x="2204" y="2757"/>
                </a:lnTo>
                <a:close/>
                <a:moveTo>
                  <a:pt x="2204" y="4961"/>
                </a:moveTo>
                <a:lnTo>
                  <a:pt x="2757" y="4961"/>
                </a:lnTo>
                <a:lnTo>
                  <a:pt x="2757" y="4410"/>
                </a:lnTo>
                <a:lnTo>
                  <a:pt x="2204" y="4410"/>
                </a:lnTo>
                <a:lnTo>
                  <a:pt x="2204" y="4961"/>
                </a:lnTo>
                <a:close/>
                <a:moveTo>
                  <a:pt x="0" y="3857"/>
                </a:moveTo>
                <a:lnTo>
                  <a:pt x="551" y="3857"/>
                </a:lnTo>
                <a:lnTo>
                  <a:pt x="551" y="3307"/>
                </a:lnTo>
                <a:lnTo>
                  <a:pt x="0" y="3307"/>
                </a:lnTo>
                <a:lnTo>
                  <a:pt x="0" y="3857"/>
                </a:lnTo>
                <a:close/>
                <a:moveTo>
                  <a:pt x="0" y="4961"/>
                </a:moveTo>
                <a:lnTo>
                  <a:pt x="551" y="4961"/>
                </a:lnTo>
                <a:lnTo>
                  <a:pt x="551" y="4410"/>
                </a:lnTo>
                <a:lnTo>
                  <a:pt x="0" y="4410"/>
                </a:lnTo>
                <a:lnTo>
                  <a:pt x="0" y="4961"/>
                </a:lnTo>
                <a:close/>
                <a:moveTo>
                  <a:pt x="0" y="2757"/>
                </a:moveTo>
                <a:lnTo>
                  <a:pt x="551" y="2757"/>
                </a:lnTo>
                <a:lnTo>
                  <a:pt x="551" y="2204"/>
                </a:lnTo>
                <a:lnTo>
                  <a:pt x="0" y="2204"/>
                </a:lnTo>
                <a:lnTo>
                  <a:pt x="0" y="2757"/>
                </a:lnTo>
                <a:close/>
                <a:moveTo>
                  <a:pt x="0" y="1653"/>
                </a:moveTo>
                <a:lnTo>
                  <a:pt x="551" y="1653"/>
                </a:lnTo>
                <a:lnTo>
                  <a:pt x="551" y="1103"/>
                </a:lnTo>
                <a:lnTo>
                  <a:pt x="0" y="1103"/>
                </a:lnTo>
                <a:lnTo>
                  <a:pt x="0" y="1653"/>
                </a:lnTo>
                <a:close/>
                <a:moveTo>
                  <a:pt x="2204" y="3857"/>
                </a:moveTo>
                <a:lnTo>
                  <a:pt x="2757" y="3857"/>
                </a:lnTo>
                <a:lnTo>
                  <a:pt x="2757" y="3307"/>
                </a:lnTo>
                <a:lnTo>
                  <a:pt x="2204" y="3307"/>
                </a:lnTo>
                <a:lnTo>
                  <a:pt x="2204" y="3857"/>
                </a:lnTo>
                <a:close/>
                <a:moveTo>
                  <a:pt x="4411" y="1653"/>
                </a:moveTo>
                <a:lnTo>
                  <a:pt x="4961" y="1653"/>
                </a:lnTo>
                <a:lnTo>
                  <a:pt x="4961" y="1103"/>
                </a:lnTo>
                <a:lnTo>
                  <a:pt x="4411" y="1103"/>
                </a:lnTo>
                <a:lnTo>
                  <a:pt x="4411" y="1653"/>
                </a:lnTo>
                <a:close/>
                <a:moveTo>
                  <a:pt x="4411" y="2757"/>
                </a:moveTo>
                <a:lnTo>
                  <a:pt x="4961" y="2757"/>
                </a:lnTo>
                <a:lnTo>
                  <a:pt x="4961" y="2204"/>
                </a:lnTo>
                <a:lnTo>
                  <a:pt x="4411" y="2204"/>
                </a:lnTo>
                <a:lnTo>
                  <a:pt x="4411" y="2757"/>
                </a:lnTo>
                <a:close/>
                <a:moveTo>
                  <a:pt x="0" y="0"/>
                </a:moveTo>
                <a:lnTo>
                  <a:pt x="0" y="550"/>
                </a:lnTo>
                <a:lnTo>
                  <a:pt x="4961" y="550"/>
                </a:lnTo>
                <a:lnTo>
                  <a:pt x="4961" y="0"/>
                </a:lnTo>
                <a:lnTo>
                  <a:pt x="0" y="0"/>
                </a:lnTo>
                <a:close/>
                <a:moveTo>
                  <a:pt x="4411" y="3857"/>
                </a:moveTo>
                <a:lnTo>
                  <a:pt x="4961" y="3857"/>
                </a:lnTo>
                <a:lnTo>
                  <a:pt x="4961" y="3307"/>
                </a:lnTo>
                <a:lnTo>
                  <a:pt x="4411" y="3307"/>
                </a:lnTo>
                <a:lnTo>
                  <a:pt x="4411" y="3857"/>
                </a:lnTo>
                <a:close/>
                <a:moveTo>
                  <a:pt x="3308" y="4961"/>
                </a:moveTo>
                <a:lnTo>
                  <a:pt x="3858" y="4961"/>
                </a:lnTo>
                <a:lnTo>
                  <a:pt x="3858" y="4410"/>
                </a:lnTo>
                <a:lnTo>
                  <a:pt x="3308" y="4410"/>
                </a:lnTo>
                <a:lnTo>
                  <a:pt x="3308" y="4961"/>
                </a:lnTo>
                <a:close/>
                <a:moveTo>
                  <a:pt x="2204" y="1653"/>
                </a:moveTo>
                <a:lnTo>
                  <a:pt x="2757" y="1653"/>
                </a:lnTo>
                <a:lnTo>
                  <a:pt x="2757" y="1103"/>
                </a:lnTo>
                <a:lnTo>
                  <a:pt x="2204" y="1103"/>
                </a:lnTo>
                <a:lnTo>
                  <a:pt x="2204" y="1653"/>
                </a:lnTo>
                <a:close/>
                <a:moveTo>
                  <a:pt x="4411" y="4961"/>
                </a:moveTo>
                <a:lnTo>
                  <a:pt x="4961" y="4961"/>
                </a:lnTo>
                <a:lnTo>
                  <a:pt x="4961" y="4410"/>
                </a:lnTo>
                <a:lnTo>
                  <a:pt x="4411" y="4410"/>
                </a:lnTo>
                <a:lnTo>
                  <a:pt x="4411" y="4961"/>
                </a:lnTo>
                <a:close/>
                <a:moveTo>
                  <a:pt x="3308" y="2757"/>
                </a:moveTo>
                <a:lnTo>
                  <a:pt x="3858" y="2757"/>
                </a:lnTo>
                <a:lnTo>
                  <a:pt x="3858" y="2204"/>
                </a:lnTo>
                <a:lnTo>
                  <a:pt x="3308" y="2204"/>
                </a:lnTo>
                <a:lnTo>
                  <a:pt x="3308" y="27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71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rder Vertica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38 w 5145"/>
              <a:gd name="T1" fmla="*/ 5145 h 5145"/>
              <a:gd name="T2" fmla="*/ 1104 w 5145"/>
              <a:gd name="T3" fmla="*/ 4410 h 5145"/>
              <a:gd name="T4" fmla="*/ 0 w 5145"/>
              <a:gd name="T5" fmla="*/ 1838 h 5145"/>
              <a:gd name="T6" fmla="*/ 735 w 5145"/>
              <a:gd name="T7" fmla="*/ 1103 h 5145"/>
              <a:gd name="T8" fmla="*/ 0 w 5145"/>
              <a:gd name="T9" fmla="*/ 1838 h 5145"/>
              <a:gd name="T10" fmla="*/ 735 w 5145"/>
              <a:gd name="T11" fmla="*/ 734 h 5145"/>
              <a:gd name="T12" fmla="*/ 0 w 5145"/>
              <a:gd name="T13" fmla="*/ 0 h 5145"/>
              <a:gd name="T14" fmla="*/ 1104 w 5145"/>
              <a:gd name="T15" fmla="*/ 2941 h 5145"/>
              <a:gd name="T16" fmla="*/ 1838 w 5145"/>
              <a:gd name="T17" fmla="*/ 2204 h 5145"/>
              <a:gd name="T18" fmla="*/ 1104 w 5145"/>
              <a:gd name="T19" fmla="*/ 2941 h 5145"/>
              <a:gd name="T20" fmla="*/ 1838 w 5145"/>
              <a:gd name="T21" fmla="*/ 734 h 5145"/>
              <a:gd name="T22" fmla="*/ 1104 w 5145"/>
              <a:gd name="T23" fmla="*/ 0 h 5145"/>
              <a:gd name="T24" fmla="*/ 0 w 5145"/>
              <a:gd name="T25" fmla="*/ 5145 h 5145"/>
              <a:gd name="T26" fmla="*/ 735 w 5145"/>
              <a:gd name="T27" fmla="*/ 4410 h 5145"/>
              <a:gd name="T28" fmla="*/ 0 w 5145"/>
              <a:gd name="T29" fmla="*/ 5145 h 5145"/>
              <a:gd name="T30" fmla="*/ 735 w 5145"/>
              <a:gd name="T31" fmla="*/ 2941 h 5145"/>
              <a:gd name="T32" fmla="*/ 0 w 5145"/>
              <a:gd name="T33" fmla="*/ 2204 h 5145"/>
              <a:gd name="T34" fmla="*/ 0 w 5145"/>
              <a:gd name="T35" fmla="*/ 4042 h 5145"/>
              <a:gd name="T36" fmla="*/ 735 w 5145"/>
              <a:gd name="T37" fmla="*/ 3307 h 5145"/>
              <a:gd name="T38" fmla="*/ 0 w 5145"/>
              <a:gd name="T39" fmla="*/ 4042 h 5145"/>
              <a:gd name="T40" fmla="*/ 4411 w 5145"/>
              <a:gd name="T41" fmla="*/ 734 h 5145"/>
              <a:gd name="T42" fmla="*/ 5145 w 5145"/>
              <a:gd name="T43" fmla="*/ 0 h 5145"/>
              <a:gd name="T44" fmla="*/ 4411 w 5145"/>
              <a:gd name="T45" fmla="*/ 2941 h 5145"/>
              <a:gd name="T46" fmla="*/ 5145 w 5145"/>
              <a:gd name="T47" fmla="*/ 2204 h 5145"/>
              <a:gd name="T48" fmla="*/ 4411 w 5145"/>
              <a:gd name="T49" fmla="*/ 2941 h 5145"/>
              <a:gd name="T50" fmla="*/ 2941 w 5145"/>
              <a:gd name="T51" fmla="*/ 5145 h 5145"/>
              <a:gd name="T52" fmla="*/ 2204 w 5145"/>
              <a:gd name="T53" fmla="*/ 0 h 5145"/>
              <a:gd name="T54" fmla="*/ 4411 w 5145"/>
              <a:gd name="T55" fmla="*/ 5145 h 5145"/>
              <a:gd name="T56" fmla="*/ 5145 w 5145"/>
              <a:gd name="T57" fmla="*/ 4410 h 5145"/>
              <a:gd name="T58" fmla="*/ 4411 w 5145"/>
              <a:gd name="T59" fmla="*/ 5145 h 5145"/>
              <a:gd name="T60" fmla="*/ 5145 w 5145"/>
              <a:gd name="T61" fmla="*/ 1838 h 5145"/>
              <a:gd name="T62" fmla="*/ 4411 w 5145"/>
              <a:gd name="T63" fmla="*/ 1103 h 5145"/>
              <a:gd name="T64" fmla="*/ 4411 w 5145"/>
              <a:gd name="T65" fmla="*/ 4042 h 5145"/>
              <a:gd name="T66" fmla="*/ 5145 w 5145"/>
              <a:gd name="T67" fmla="*/ 3307 h 5145"/>
              <a:gd name="T68" fmla="*/ 4411 w 5145"/>
              <a:gd name="T69" fmla="*/ 4042 h 5145"/>
              <a:gd name="T70" fmla="*/ 4042 w 5145"/>
              <a:gd name="T71" fmla="*/ 5145 h 5145"/>
              <a:gd name="T72" fmla="*/ 3307 w 5145"/>
              <a:gd name="T73" fmla="*/ 4410 h 5145"/>
              <a:gd name="T74" fmla="*/ 3307 w 5145"/>
              <a:gd name="T75" fmla="*/ 2941 h 5145"/>
              <a:gd name="T76" fmla="*/ 4042 w 5145"/>
              <a:gd name="T77" fmla="*/ 2204 h 5145"/>
              <a:gd name="T78" fmla="*/ 3307 w 5145"/>
              <a:gd name="T79" fmla="*/ 2941 h 5145"/>
              <a:gd name="T80" fmla="*/ 4042 w 5145"/>
              <a:gd name="T81" fmla="*/ 734 h 5145"/>
              <a:gd name="T82" fmla="*/ 3307 w 5145"/>
              <a:gd name="T83" fmla="*/ 0 h 5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5145" h="5145">
                <a:moveTo>
                  <a:pt x="1104" y="5145"/>
                </a:moveTo>
                <a:lnTo>
                  <a:pt x="1838" y="5145"/>
                </a:lnTo>
                <a:lnTo>
                  <a:pt x="1838" y="4410"/>
                </a:lnTo>
                <a:lnTo>
                  <a:pt x="1104" y="4410"/>
                </a:lnTo>
                <a:lnTo>
                  <a:pt x="1104" y="5145"/>
                </a:lnTo>
                <a:close/>
                <a:moveTo>
                  <a:pt x="0" y="1838"/>
                </a:moveTo>
                <a:lnTo>
                  <a:pt x="735" y="1838"/>
                </a:lnTo>
                <a:lnTo>
                  <a:pt x="735" y="1103"/>
                </a:lnTo>
                <a:lnTo>
                  <a:pt x="0" y="1103"/>
                </a:lnTo>
                <a:lnTo>
                  <a:pt x="0" y="1838"/>
                </a:lnTo>
                <a:close/>
                <a:moveTo>
                  <a:pt x="0" y="734"/>
                </a:moveTo>
                <a:lnTo>
                  <a:pt x="735" y="734"/>
                </a:lnTo>
                <a:lnTo>
                  <a:pt x="735" y="0"/>
                </a:lnTo>
                <a:lnTo>
                  <a:pt x="0" y="0"/>
                </a:lnTo>
                <a:lnTo>
                  <a:pt x="0" y="734"/>
                </a:lnTo>
                <a:close/>
                <a:moveTo>
                  <a:pt x="1104" y="2941"/>
                </a:moveTo>
                <a:lnTo>
                  <a:pt x="1838" y="2941"/>
                </a:lnTo>
                <a:lnTo>
                  <a:pt x="1838" y="2204"/>
                </a:lnTo>
                <a:lnTo>
                  <a:pt x="1104" y="2204"/>
                </a:lnTo>
                <a:lnTo>
                  <a:pt x="1104" y="2941"/>
                </a:lnTo>
                <a:close/>
                <a:moveTo>
                  <a:pt x="1104" y="734"/>
                </a:moveTo>
                <a:lnTo>
                  <a:pt x="1838" y="734"/>
                </a:lnTo>
                <a:lnTo>
                  <a:pt x="1838" y="0"/>
                </a:lnTo>
                <a:lnTo>
                  <a:pt x="1104" y="0"/>
                </a:lnTo>
                <a:lnTo>
                  <a:pt x="1104" y="734"/>
                </a:lnTo>
                <a:close/>
                <a:moveTo>
                  <a:pt x="0" y="5145"/>
                </a:moveTo>
                <a:lnTo>
                  <a:pt x="735" y="5145"/>
                </a:lnTo>
                <a:lnTo>
                  <a:pt x="735" y="4410"/>
                </a:lnTo>
                <a:lnTo>
                  <a:pt x="0" y="4410"/>
                </a:lnTo>
                <a:lnTo>
                  <a:pt x="0" y="5145"/>
                </a:lnTo>
                <a:close/>
                <a:moveTo>
                  <a:pt x="0" y="2941"/>
                </a:moveTo>
                <a:lnTo>
                  <a:pt x="735" y="2941"/>
                </a:lnTo>
                <a:lnTo>
                  <a:pt x="735" y="2204"/>
                </a:lnTo>
                <a:lnTo>
                  <a:pt x="0" y="2204"/>
                </a:lnTo>
                <a:lnTo>
                  <a:pt x="0" y="2941"/>
                </a:lnTo>
                <a:close/>
                <a:moveTo>
                  <a:pt x="0" y="4042"/>
                </a:moveTo>
                <a:lnTo>
                  <a:pt x="735" y="4042"/>
                </a:lnTo>
                <a:lnTo>
                  <a:pt x="735" y="3307"/>
                </a:lnTo>
                <a:lnTo>
                  <a:pt x="0" y="3307"/>
                </a:lnTo>
                <a:lnTo>
                  <a:pt x="0" y="4042"/>
                </a:lnTo>
                <a:close/>
                <a:moveTo>
                  <a:pt x="4411" y="0"/>
                </a:moveTo>
                <a:lnTo>
                  <a:pt x="4411" y="734"/>
                </a:lnTo>
                <a:lnTo>
                  <a:pt x="5145" y="734"/>
                </a:lnTo>
                <a:lnTo>
                  <a:pt x="5145" y="0"/>
                </a:lnTo>
                <a:lnTo>
                  <a:pt x="4411" y="0"/>
                </a:lnTo>
                <a:close/>
                <a:moveTo>
                  <a:pt x="4411" y="2941"/>
                </a:moveTo>
                <a:lnTo>
                  <a:pt x="5145" y="2941"/>
                </a:lnTo>
                <a:lnTo>
                  <a:pt x="5145" y="2204"/>
                </a:lnTo>
                <a:lnTo>
                  <a:pt x="4411" y="2204"/>
                </a:lnTo>
                <a:lnTo>
                  <a:pt x="4411" y="2941"/>
                </a:lnTo>
                <a:close/>
                <a:moveTo>
                  <a:pt x="2204" y="5145"/>
                </a:moveTo>
                <a:lnTo>
                  <a:pt x="2941" y="5145"/>
                </a:lnTo>
                <a:lnTo>
                  <a:pt x="2941" y="0"/>
                </a:lnTo>
                <a:lnTo>
                  <a:pt x="2204" y="0"/>
                </a:lnTo>
                <a:lnTo>
                  <a:pt x="2204" y="5145"/>
                </a:lnTo>
                <a:close/>
                <a:moveTo>
                  <a:pt x="4411" y="5145"/>
                </a:moveTo>
                <a:lnTo>
                  <a:pt x="5145" y="5145"/>
                </a:lnTo>
                <a:lnTo>
                  <a:pt x="5145" y="4410"/>
                </a:lnTo>
                <a:lnTo>
                  <a:pt x="4411" y="4410"/>
                </a:lnTo>
                <a:lnTo>
                  <a:pt x="4411" y="5145"/>
                </a:lnTo>
                <a:close/>
                <a:moveTo>
                  <a:pt x="4411" y="1838"/>
                </a:moveTo>
                <a:lnTo>
                  <a:pt x="5145" y="1838"/>
                </a:lnTo>
                <a:lnTo>
                  <a:pt x="5145" y="1103"/>
                </a:lnTo>
                <a:lnTo>
                  <a:pt x="4411" y="1103"/>
                </a:lnTo>
                <a:lnTo>
                  <a:pt x="4411" y="1838"/>
                </a:lnTo>
                <a:close/>
                <a:moveTo>
                  <a:pt x="4411" y="4042"/>
                </a:moveTo>
                <a:lnTo>
                  <a:pt x="5145" y="4042"/>
                </a:lnTo>
                <a:lnTo>
                  <a:pt x="5145" y="3307"/>
                </a:lnTo>
                <a:lnTo>
                  <a:pt x="4411" y="3307"/>
                </a:lnTo>
                <a:lnTo>
                  <a:pt x="4411" y="4042"/>
                </a:lnTo>
                <a:close/>
                <a:moveTo>
                  <a:pt x="3307" y="5145"/>
                </a:moveTo>
                <a:lnTo>
                  <a:pt x="4042" y="5145"/>
                </a:lnTo>
                <a:lnTo>
                  <a:pt x="4042" y="4410"/>
                </a:lnTo>
                <a:lnTo>
                  <a:pt x="3307" y="4410"/>
                </a:lnTo>
                <a:lnTo>
                  <a:pt x="3307" y="5145"/>
                </a:lnTo>
                <a:close/>
                <a:moveTo>
                  <a:pt x="3307" y="2941"/>
                </a:moveTo>
                <a:lnTo>
                  <a:pt x="4042" y="2941"/>
                </a:lnTo>
                <a:lnTo>
                  <a:pt x="4042" y="2204"/>
                </a:lnTo>
                <a:lnTo>
                  <a:pt x="3307" y="2204"/>
                </a:lnTo>
                <a:lnTo>
                  <a:pt x="3307" y="2941"/>
                </a:lnTo>
                <a:close/>
                <a:moveTo>
                  <a:pt x="3307" y="734"/>
                </a:moveTo>
                <a:lnTo>
                  <a:pt x="4042" y="734"/>
                </a:lnTo>
                <a:lnTo>
                  <a:pt x="4042" y="0"/>
                </a:lnTo>
                <a:lnTo>
                  <a:pt x="3307" y="0"/>
                </a:lnTo>
                <a:lnTo>
                  <a:pt x="3307" y="7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78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ag Hand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343107"/>
          </a:xfrm>
          <a:custGeom>
            <a:avLst/>
            <a:gdLst>
              <a:gd name="T0" fmla="*/ 4408 w 4408"/>
              <a:gd name="T1" fmla="*/ 0 h 1654"/>
              <a:gd name="T2" fmla="*/ 0 w 4408"/>
              <a:gd name="T3" fmla="*/ 0 h 1654"/>
              <a:gd name="T4" fmla="*/ 0 w 4408"/>
              <a:gd name="T5" fmla="*/ 551 h 1654"/>
              <a:gd name="T6" fmla="*/ 4408 w 4408"/>
              <a:gd name="T7" fmla="*/ 551 h 1654"/>
              <a:gd name="T8" fmla="*/ 4408 w 4408"/>
              <a:gd name="T9" fmla="*/ 0 h 1654"/>
              <a:gd name="T10" fmla="*/ 0 w 4408"/>
              <a:gd name="T11" fmla="*/ 1654 h 1654"/>
              <a:gd name="T12" fmla="*/ 4408 w 4408"/>
              <a:gd name="T13" fmla="*/ 1654 h 1654"/>
              <a:gd name="T14" fmla="*/ 4408 w 4408"/>
              <a:gd name="T15" fmla="*/ 1104 h 1654"/>
              <a:gd name="T16" fmla="*/ 0 w 4408"/>
              <a:gd name="T17" fmla="*/ 1104 h 1654"/>
              <a:gd name="T18" fmla="*/ 0 w 4408"/>
              <a:gd name="T19" fmla="*/ 1654 h 1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08" h="1654">
                <a:moveTo>
                  <a:pt x="4408" y="0"/>
                </a:moveTo>
                <a:lnTo>
                  <a:pt x="0" y="0"/>
                </a:lnTo>
                <a:lnTo>
                  <a:pt x="0" y="551"/>
                </a:lnTo>
                <a:lnTo>
                  <a:pt x="4408" y="551"/>
                </a:lnTo>
                <a:lnTo>
                  <a:pt x="4408" y="0"/>
                </a:lnTo>
                <a:close/>
                <a:moveTo>
                  <a:pt x="0" y="1654"/>
                </a:moveTo>
                <a:lnTo>
                  <a:pt x="4408" y="1654"/>
                </a:lnTo>
                <a:lnTo>
                  <a:pt x="4408" y="1104"/>
                </a:lnTo>
                <a:lnTo>
                  <a:pt x="0" y="1104"/>
                </a:lnTo>
                <a:lnTo>
                  <a:pt x="0" y="16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Align Cent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104 w 4961"/>
              <a:gd name="T1" fmla="*/ 3307 h 4961"/>
              <a:gd name="T2" fmla="*/ 1104 w 4961"/>
              <a:gd name="T3" fmla="*/ 3857 h 4961"/>
              <a:gd name="T4" fmla="*/ 3858 w 4961"/>
              <a:gd name="T5" fmla="*/ 3857 h 4961"/>
              <a:gd name="T6" fmla="*/ 3858 w 4961"/>
              <a:gd name="T7" fmla="*/ 3307 h 4961"/>
              <a:gd name="T8" fmla="*/ 1104 w 4961"/>
              <a:gd name="T9" fmla="*/ 3307 h 4961"/>
              <a:gd name="T10" fmla="*/ 0 w 4961"/>
              <a:gd name="T11" fmla="*/ 4961 h 4961"/>
              <a:gd name="T12" fmla="*/ 4961 w 4961"/>
              <a:gd name="T13" fmla="*/ 4961 h 4961"/>
              <a:gd name="T14" fmla="*/ 4961 w 4961"/>
              <a:gd name="T15" fmla="*/ 4410 h 4961"/>
              <a:gd name="T16" fmla="*/ 0 w 4961"/>
              <a:gd name="T17" fmla="*/ 4410 h 4961"/>
              <a:gd name="T18" fmla="*/ 0 w 4961"/>
              <a:gd name="T19" fmla="*/ 4961 h 4961"/>
              <a:gd name="T20" fmla="*/ 0 w 4961"/>
              <a:gd name="T21" fmla="*/ 2757 h 4961"/>
              <a:gd name="T22" fmla="*/ 4961 w 4961"/>
              <a:gd name="T23" fmla="*/ 2757 h 4961"/>
              <a:gd name="T24" fmla="*/ 4961 w 4961"/>
              <a:gd name="T25" fmla="*/ 2204 h 4961"/>
              <a:gd name="T26" fmla="*/ 0 w 4961"/>
              <a:gd name="T27" fmla="*/ 2204 h 4961"/>
              <a:gd name="T28" fmla="*/ 0 w 4961"/>
              <a:gd name="T29" fmla="*/ 2757 h 4961"/>
              <a:gd name="T30" fmla="*/ 1104 w 4961"/>
              <a:gd name="T31" fmla="*/ 1103 h 4961"/>
              <a:gd name="T32" fmla="*/ 1104 w 4961"/>
              <a:gd name="T33" fmla="*/ 1653 h 4961"/>
              <a:gd name="T34" fmla="*/ 3858 w 4961"/>
              <a:gd name="T35" fmla="*/ 1653 h 4961"/>
              <a:gd name="T36" fmla="*/ 3858 w 4961"/>
              <a:gd name="T37" fmla="*/ 1103 h 4961"/>
              <a:gd name="T38" fmla="*/ 1104 w 4961"/>
              <a:gd name="T39" fmla="*/ 1103 h 4961"/>
              <a:gd name="T40" fmla="*/ 0 w 4961"/>
              <a:gd name="T41" fmla="*/ 0 h 4961"/>
              <a:gd name="T42" fmla="*/ 0 w 4961"/>
              <a:gd name="T43" fmla="*/ 550 h 4961"/>
              <a:gd name="T44" fmla="*/ 4961 w 4961"/>
              <a:gd name="T45" fmla="*/ 550 h 4961"/>
              <a:gd name="T46" fmla="*/ 4961 w 4961"/>
              <a:gd name="T47" fmla="*/ 0 h 4961"/>
              <a:gd name="T48" fmla="*/ 0 w 4961"/>
              <a:gd name="T49" fmla="*/ 0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961" h="4961">
                <a:moveTo>
                  <a:pt x="1104" y="3307"/>
                </a:moveTo>
                <a:lnTo>
                  <a:pt x="1104" y="3857"/>
                </a:lnTo>
                <a:lnTo>
                  <a:pt x="3858" y="3857"/>
                </a:lnTo>
                <a:lnTo>
                  <a:pt x="3858" y="3307"/>
                </a:lnTo>
                <a:lnTo>
                  <a:pt x="1104" y="3307"/>
                </a:lnTo>
                <a:close/>
                <a:moveTo>
                  <a:pt x="0" y="4961"/>
                </a:moveTo>
                <a:lnTo>
                  <a:pt x="4961" y="4961"/>
                </a:lnTo>
                <a:lnTo>
                  <a:pt x="4961" y="4410"/>
                </a:lnTo>
                <a:lnTo>
                  <a:pt x="0" y="4410"/>
                </a:lnTo>
                <a:lnTo>
                  <a:pt x="0" y="4961"/>
                </a:lnTo>
                <a:close/>
                <a:moveTo>
                  <a:pt x="0" y="2757"/>
                </a:moveTo>
                <a:lnTo>
                  <a:pt x="4961" y="2757"/>
                </a:lnTo>
                <a:lnTo>
                  <a:pt x="4961" y="2204"/>
                </a:lnTo>
                <a:lnTo>
                  <a:pt x="0" y="2204"/>
                </a:lnTo>
                <a:lnTo>
                  <a:pt x="0" y="2757"/>
                </a:lnTo>
                <a:close/>
                <a:moveTo>
                  <a:pt x="1104" y="1103"/>
                </a:moveTo>
                <a:lnTo>
                  <a:pt x="1104" y="1653"/>
                </a:lnTo>
                <a:lnTo>
                  <a:pt x="3858" y="1653"/>
                </a:lnTo>
                <a:lnTo>
                  <a:pt x="3858" y="1103"/>
                </a:lnTo>
                <a:lnTo>
                  <a:pt x="1104" y="1103"/>
                </a:lnTo>
                <a:close/>
                <a:moveTo>
                  <a:pt x="0" y="0"/>
                </a:moveTo>
                <a:lnTo>
                  <a:pt x="0" y="550"/>
                </a:lnTo>
                <a:lnTo>
                  <a:pt x="4961" y="550"/>
                </a:lnTo>
                <a:lnTo>
                  <a:pt x="496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2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Align Justif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4961"/>
              <a:gd name="T1" fmla="*/ 4961 h 4961"/>
              <a:gd name="T2" fmla="*/ 4961 w 4961"/>
              <a:gd name="T3" fmla="*/ 4961 h 4961"/>
              <a:gd name="T4" fmla="*/ 4961 w 4961"/>
              <a:gd name="T5" fmla="*/ 4410 h 4961"/>
              <a:gd name="T6" fmla="*/ 0 w 4961"/>
              <a:gd name="T7" fmla="*/ 4410 h 4961"/>
              <a:gd name="T8" fmla="*/ 0 w 4961"/>
              <a:gd name="T9" fmla="*/ 4961 h 4961"/>
              <a:gd name="T10" fmla="*/ 0 w 4961"/>
              <a:gd name="T11" fmla="*/ 3857 h 4961"/>
              <a:gd name="T12" fmla="*/ 4961 w 4961"/>
              <a:gd name="T13" fmla="*/ 3857 h 4961"/>
              <a:gd name="T14" fmla="*/ 4961 w 4961"/>
              <a:gd name="T15" fmla="*/ 3307 h 4961"/>
              <a:gd name="T16" fmla="*/ 0 w 4961"/>
              <a:gd name="T17" fmla="*/ 3307 h 4961"/>
              <a:gd name="T18" fmla="*/ 0 w 4961"/>
              <a:gd name="T19" fmla="*/ 3857 h 4961"/>
              <a:gd name="T20" fmla="*/ 0 w 4961"/>
              <a:gd name="T21" fmla="*/ 2757 h 4961"/>
              <a:gd name="T22" fmla="*/ 4961 w 4961"/>
              <a:gd name="T23" fmla="*/ 2757 h 4961"/>
              <a:gd name="T24" fmla="*/ 4961 w 4961"/>
              <a:gd name="T25" fmla="*/ 2204 h 4961"/>
              <a:gd name="T26" fmla="*/ 0 w 4961"/>
              <a:gd name="T27" fmla="*/ 2204 h 4961"/>
              <a:gd name="T28" fmla="*/ 0 w 4961"/>
              <a:gd name="T29" fmla="*/ 2757 h 4961"/>
              <a:gd name="T30" fmla="*/ 0 w 4961"/>
              <a:gd name="T31" fmla="*/ 1653 h 4961"/>
              <a:gd name="T32" fmla="*/ 4961 w 4961"/>
              <a:gd name="T33" fmla="*/ 1653 h 4961"/>
              <a:gd name="T34" fmla="*/ 4961 w 4961"/>
              <a:gd name="T35" fmla="*/ 1103 h 4961"/>
              <a:gd name="T36" fmla="*/ 0 w 4961"/>
              <a:gd name="T37" fmla="*/ 1103 h 4961"/>
              <a:gd name="T38" fmla="*/ 0 w 4961"/>
              <a:gd name="T39" fmla="*/ 1653 h 4961"/>
              <a:gd name="T40" fmla="*/ 0 w 4961"/>
              <a:gd name="T41" fmla="*/ 0 h 4961"/>
              <a:gd name="T42" fmla="*/ 0 w 4961"/>
              <a:gd name="T43" fmla="*/ 550 h 4961"/>
              <a:gd name="T44" fmla="*/ 4961 w 4961"/>
              <a:gd name="T45" fmla="*/ 550 h 4961"/>
              <a:gd name="T46" fmla="*/ 4961 w 4961"/>
              <a:gd name="T47" fmla="*/ 0 h 4961"/>
              <a:gd name="T48" fmla="*/ 0 w 4961"/>
              <a:gd name="T49" fmla="*/ 0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961" h="4961">
                <a:moveTo>
                  <a:pt x="0" y="4961"/>
                </a:moveTo>
                <a:lnTo>
                  <a:pt x="4961" y="4961"/>
                </a:lnTo>
                <a:lnTo>
                  <a:pt x="4961" y="4410"/>
                </a:lnTo>
                <a:lnTo>
                  <a:pt x="0" y="4410"/>
                </a:lnTo>
                <a:lnTo>
                  <a:pt x="0" y="4961"/>
                </a:lnTo>
                <a:close/>
                <a:moveTo>
                  <a:pt x="0" y="3857"/>
                </a:moveTo>
                <a:lnTo>
                  <a:pt x="4961" y="3857"/>
                </a:lnTo>
                <a:lnTo>
                  <a:pt x="4961" y="3307"/>
                </a:lnTo>
                <a:lnTo>
                  <a:pt x="0" y="3307"/>
                </a:lnTo>
                <a:lnTo>
                  <a:pt x="0" y="3857"/>
                </a:lnTo>
                <a:close/>
                <a:moveTo>
                  <a:pt x="0" y="2757"/>
                </a:moveTo>
                <a:lnTo>
                  <a:pt x="4961" y="2757"/>
                </a:lnTo>
                <a:lnTo>
                  <a:pt x="4961" y="2204"/>
                </a:lnTo>
                <a:lnTo>
                  <a:pt x="0" y="2204"/>
                </a:lnTo>
                <a:lnTo>
                  <a:pt x="0" y="2757"/>
                </a:lnTo>
                <a:close/>
                <a:moveTo>
                  <a:pt x="0" y="1653"/>
                </a:moveTo>
                <a:lnTo>
                  <a:pt x="4961" y="1653"/>
                </a:lnTo>
                <a:lnTo>
                  <a:pt x="4961" y="1103"/>
                </a:lnTo>
                <a:lnTo>
                  <a:pt x="0" y="1103"/>
                </a:lnTo>
                <a:lnTo>
                  <a:pt x="0" y="1653"/>
                </a:lnTo>
                <a:close/>
                <a:moveTo>
                  <a:pt x="0" y="0"/>
                </a:moveTo>
                <a:lnTo>
                  <a:pt x="0" y="550"/>
                </a:lnTo>
                <a:lnTo>
                  <a:pt x="4961" y="550"/>
                </a:lnTo>
                <a:lnTo>
                  <a:pt x="496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37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Align Lef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5145"/>
              <a:gd name="T1" fmla="*/ 5145 h 5145"/>
              <a:gd name="T2" fmla="*/ 3676 w 5145"/>
              <a:gd name="T3" fmla="*/ 5145 h 5145"/>
              <a:gd name="T4" fmla="*/ 3676 w 5145"/>
              <a:gd name="T5" fmla="*/ 4410 h 5145"/>
              <a:gd name="T6" fmla="*/ 0 w 5145"/>
              <a:gd name="T7" fmla="*/ 4410 h 5145"/>
              <a:gd name="T8" fmla="*/ 0 w 5145"/>
              <a:gd name="T9" fmla="*/ 5145 h 5145"/>
              <a:gd name="T10" fmla="*/ 3676 w 5145"/>
              <a:gd name="T11" fmla="*/ 1469 h 5145"/>
              <a:gd name="T12" fmla="*/ 0 w 5145"/>
              <a:gd name="T13" fmla="*/ 1469 h 5145"/>
              <a:gd name="T14" fmla="*/ 0 w 5145"/>
              <a:gd name="T15" fmla="*/ 2204 h 5145"/>
              <a:gd name="T16" fmla="*/ 3676 w 5145"/>
              <a:gd name="T17" fmla="*/ 2204 h 5145"/>
              <a:gd name="T18" fmla="*/ 3676 w 5145"/>
              <a:gd name="T19" fmla="*/ 1469 h 5145"/>
              <a:gd name="T20" fmla="*/ 0 w 5145"/>
              <a:gd name="T21" fmla="*/ 0 h 5145"/>
              <a:gd name="T22" fmla="*/ 0 w 5145"/>
              <a:gd name="T23" fmla="*/ 734 h 5145"/>
              <a:gd name="T24" fmla="*/ 5145 w 5145"/>
              <a:gd name="T25" fmla="*/ 734 h 5145"/>
              <a:gd name="T26" fmla="*/ 5145 w 5145"/>
              <a:gd name="T27" fmla="*/ 0 h 5145"/>
              <a:gd name="T28" fmla="*/ 0 w 5145"/>
              <a:gd name="T29" fmla="*/ 0 h 5145"/>
              <a:gd name="T30" fmla="*/ 0 w 5145"/>
              <a:gd name="T31" fmla="*/ 3675 h 5145"/>
              <a:gd name="T32" fmla="*/ 5145 w 5145"/>
              <a:gd name="T33" fmla="*/ 3675 h 5145"/>
              <a:gd name="T34" fmla="*/ 5145 w 5145"/>
              <a:gd name="T35" fmla="*/ 2941 h 5145"/>
              <a:gd name="T36" fmla="*/ 0 w 5145"/>
              <a:gd name="T37" fmla="*/ 2941 h 5145"/>
              <a:gd name="T38" fmla="*/ 0 w 5145"/>
              <a:gd name="T39" fmla="*/ 3675 h 5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145" h="5145">
                <a:moveTo>
                  <a:pt x="0" y="5145"/>
                </a:moveTo>
                <a:lnTo>
                  <a:pt x="3676" y="5145"/>
                </a:lnTo>
                <a:lnTo>
                  <a:pt x="3676" y="4410"/>
                </a:lnTo>
                <a:lnTo>
                  <a:pt x="0" y="4410"/>
                </a:lnTo>
                <a:lnTo>
                  <a:pt x="0" y="5145"/>
                </a:lnTo>
                <a:close/>
                <a:moveTo>
                  <a:pt x="3676" y="1469"/>
                </a:moveTo>
                <a:lnTo>
                  <a:pt x="0" y="1469"/>
                </a:lnTo>
                <a:lnTo>
                  <a:pt x="0" y="2204"/>
                </a:lnTo>
                <a:lnTo>
                  <a:pt x="3676" y="2204"/>
                </a:lnTo>
                <a:lnTo>
                  <a:pt x="3676" y="1469"/>
                </a:lnTo>
                <a:close/>
                <a:moveTo>
                  <a:pt x="0" y="0"/>
                </a:moveTo>
                <a:lnTo>
                  <a:pt x="0" y="734"/>
                </a:lnTo>
                <a:lnTo>
                  <a:pt x="5145" y="734"/>
                </a:lnTo>
                <a:lnTo>
                  <a:pt x="5145" y="0"/>
                </a:lnTo>
                <a:lnTo>
                  <a:pt x="0" y="0"/>
                </a:lnTo>
                <a:close/>
                <a:moveTo>
                  <a:pt x="0" y="3675"/>
                </a:moveTo>
                <a:lnTo>
                  <a:pt x="5145" y="3675"/>
                </a:lnTo>
                <a:lnTo>
                  <a:pt x="5145" y="2941"/>
                </a:lnTo>
                <a:lnTo>
                  <a:pt x="0" y="2941"/>
                </a:lnTo>
                <a:lnTo>
                  <a:pt x="0" y="3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0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Align Righ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4961"/>
              <a:gd name="T1" fmla="*/ 4961 h 4961"/>
              <a:gd name="T2" fmla="*/ 4961 w 4961"/>
              <a:gd name="T3" fmla="*/ 4961 h 4961"/>
              <a:gd name="T4" fmla="*/ 4961 w 4961"/>
              <a:gd name="T5" fmla="*/ 4410 h 4961"/>
              <a:gd name="T6" fmla="*/ 0 w 4961"/>
              <a:gd name="T7" fmla="*/ 4410 h 4961"/>
              <a:gd name="T8" fmla="*/ 0 w 4961"/>
              <a:gd name="T9" fmla="*/ 4961 h 4961"/>
              <a:gd name="T10" fmla="*/ 1654 w 4961"/>
              <a:gd name="T11" fmla="*/ 3857 h 4961"/>
              <a:gd name="T12" fmla="*/ 4961 w 4961"/>
              <a:gd name="T13" fmla="*/ 3857 h 4961"/>
              <a:gd name="T14" fmla="*/ 4961 w 4961"/>
              <a:gd name="T15" fmla="*/ 3307 h 4961"/>
              <a:gd name="T16" fmla="*/ 1654 w 4961"/>
              <a:gd name="T17" fmla="*/ 3307 h 4961"/>
              <a:gd name="T18" fmla="*/ 1654 w 4961"/>
              <a:gd name="T19" fmla="*/ 3857 h 4961"/>
              <a:gd name="T20" fmla="*/ 0 w 4961"/>
              <a:gd name="T21" fmla="*/ 2757 h 4961"/>
              <a:gd name="T22" fmla="*/ 4961 w 4961"/>
              <a:gd name="T23" fmla="*/ 2757 h 4961"/>
              <a:gd name="T24" fmla="*/ 4961 w 4961"/>
              <a:gd name="T25" fmla="*/ 2204 h 4961"/>
              <a:gd name="T26" fmla="*/ 0 w 4961"/>
              <a:gd name="T27" fmla="*/ 2204 h 4961"/>
              <a:gd name="T28" fmla="*/ 0 w 4961"/>
              <a:gd name="T29" fmla="*/ 2757 h 4961"/>
              <a:gd name="T30" fmla="*/ 1654 w 4961"/>
              <a:gd name="T31" fmla="*/ 1653 h 4961"/>
              <a:gd name="T32" fmla="*/ 4961 w 4961"/>
              <a:gd name="T33" fmla="*/ 1653 h 4961"/>
              <a:gd name="T34" fmla="*/ 4961 w 4961"/>
              <a:gd name="T35" fmla="*/ 1103 h 4961"/>
              <a:gd name="T36" fmla="*/ 1654 w 4961"/>
              <a:gd name="T37" fmla="*/ 1103 h 4961"/>
              <a:gd name="T38" fmla="*/ 1654 w 4961"/>
              <a:gd name="T39" fmla="*/ 1653 h 4961"/>
              <a:gd name="T40" fmla="*/ 0 w 4961"/>
              <a:gd name="T41" fmla="*/ 0 h 4961"/>
              <a:gd name="T42" fmla="*/ 0 w 4961"/>
              <a:gd name="T43" fmla="*/ 550 h 4961"/>
              <a:gd name="T44" fmla="*/ 4961 w 4961"/>
              <a:gd name="T45" fmla="*/ 550 h 4961"/>
              <a:gd name="T46" fmla="*/ 4961 w 4961"/>
              <a:gd name="T47" fmla="*/ 0 h 4961"/>
              <a:gd name="T48" fmla="*/ 0 w 4961"/>
              <a:gd name="T49" fmla="*/ 0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961" h="4961">
                <a:moveTo>
                  <a:pt x="0" y="4961"/>
                </a:moveTo>
                <a:lnTo>
                  <a:pt x="4961" y="4961"/>
                </a:lnTo>
                <a:lnTo>
                  <a:pt x="4961" y="4410"/>
                </a:lnTo>
                <a:lnTo>
                  <a:pt x="0" y="4410"/>
                </a:lnTo>
                <a:lnTo>
                  <a:pt x="0" y="4961"/>
                </a:lnTo>
                <a:close/>
                <a:moveTo>
                  <a:pt x="1654" y="3857"/>
                </a:moveTo>
                <a:lnTo>
                  <a:pt x="4961" y="3857"/>
                </a:lnTo>
                <a:lnTo>
                  <a:pt x="4961" y="3307"/>
                </a:lnTo>
                <a:lnTo>
                  <a:pt x="1654" y="3307"/>
                </a:lnTo>
                <a:lnTo>
                  <a:pt x="1654" y="3857"/>
                </a:lnTo>
                <a:close/>
                <a:moveTo>
                  <a:pt x="0" y="2757"/>
                </a:moveTo>
                <a:lnTo>
                  <a:pt x="4961" y="2757"/>
                </a:lnTo>
                <a:lnTo>
                  <a:pt x="4961" y="2204"/>
                </a:lnTo>
                <a:lnTo>
                  <a:pt x="0" y="2204"/>
                </a:lnTo>
                <a:lnTo>
                  <a:pt x="0" y="2757"/>
                </a:lnTo>
                <a:close/>
                <a:moveTo>
                  <a:pt x="1654" y="1653"/>
                </a:moveTo>
                <a:lnTo>
                  <a:pt x="4961" y="1653"/>
                </a:lnTo>
                <a:lnTo>
                  <a:pt x="4961" y="1103"/>
                </a:lnTo>
                <a:lnTo>
                  <a:pt x="1654" y="1103"/>
                </a:lnTo>
                <a:lnTo>
                  <a:pt x="1654" y="1653"/>
                </a:lnTo>
                <a:close/>
                <a:moveTo>
                  <a:pt x="0" y="0"/>
                </a:moveTo>
                <a:lnTo>
                  <a:pt x="0" y="550"/>
                </a:lnTo>
                <a:lnTo>
                  <a:pt x="4961" y="550"/>
                </a:lnTo>
                <a:lnTo>
                  <a:pt x="496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537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Bol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23848" cy="914400"/>
          </a:xfrm>
          <a:custGeom>
            <a:avLst/>
            <a:gdLst>
              <a:gd name="T0" fmla="*/ 1187 w 1478"/>
              <a:gd name="T1" fmla="*/ 905 h 1867"/>
              <a:gd name="T2" fmla="*/ 1400 w 1478"/>
              <a:gd name="T3" fmla="*/ 545 h 1867"/>
              <a:gd name="T4" fmla="*/ 856 w 1478"/>
              <a:gd name="T5" fmla="*/ 0 h 1867"/>
              <a:gd name="T6" fmla="*/ 0 w 1478"/>
              <a:gd name="T7" fmla="*/ 0 h 1867"/>
              <a:gd name="T8" fmla="*/ 0 w 1478"/>
              <a:gd name="T9" fmla="*/ 1867 h 1867"/>
              <a:gd name="T10" fmla="*/ 972 w 1478"/>
              <a:gd name="T11" fmla="*/ 1867 h 1867"/>
              <a:gd name="T12" fmla="*/ 1478 w 1478"/>
              <a:gd name="T13" fmla="*/ 1361 h 1867"/>
              <a:gd name="T14" fmla="*/ 1187 w 1478"/>
              <a:gd name="T15" fmla="*/ 905 h 1867"/>
              <a:gd name="T16" fmla="*/ 389 w 1478"/>
              <a:gd name="T17" fmla="*/ 311 h 1867"/>
              <a:gd name="T18" fmla="*/ 817 w 1478"/>
              <a:gd name="T19" fmla="*/ 311 h 1867"/>
              <a:gd name="T20" fmla="*/ 1050 w 1478"/>
              <a:gd name="T21" fmla="*/ 545 h 1867"/>
              <a:gd name="T22" fmla="*/ 817 w 1478"/>
              <a:gd name="T23" fmla="*/ 778 h 1867"/>
              <a:gd name="T24" fmla="*/ 389 w 1478"/>
              <a:gd name="T25" fmla="*/ 778 h 1867"/>
              <a:gd name="T26" fmla="*/ 389 w 1478"/>
              <a:gd name="T27" fmla="*/ 311 h 1867"/>
              <a:gd name="T28" fmla="*/ 895 w 1478"/>
              <a:gd name="T29" fmla="*/ 1556 h 1867"/>
              <a:gd name="T30" fmla="*/ 389 w 1478"/>
              <a:gd name="T31" fmla="*/ 1556 h 1867"/>
              <a:gd name="T32" fmla="*/ 389 w 1478"/>
              <a:gd name="T33" fmla="*/ 1089 h 1867"/>
              <a:gd name="T34" fmla="*/ 895 w 1478"/>
              <a:gd name="T35" fmla="*/ 1089 h 1867"/>
              <a:gd name="T36" fmla="*/ 1128 w 1478"/>
              <a:gd name="T37" fmla="*/ 1322 h 1867"/>
              <a:gd name="T38" fmla="*/ 895 w 1478"/>
              <a:gd name="T39" fmla="*/ 1556 h 1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78" h="1867">
                <a:moveTo>
                  <a:pt x="1187" y="905"/>
                </a:moveTo>
                <a:cubicBezTo>
                  <a:pt x="1316" y="815"/>
                  <a:pt x="1400" y="681"/>
                  <a:pt x="1400" y="545"/>
                </a:cubicBezTo>
                <a:cubicBezTo>
                  <a:pt x="1400" y="244"/>
                  <a:pt x="1156" y="0"/>
                  <a:pt x="85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972" y="1867"/>
                  <a:pt x="972" y="1867"/>
                  <a:pt x="972" y="1867"/>
                </a:cubicBezTo>
                <a:cubicBezTo>
                  <a:pt x="1251" y="1867"/>
                  <a:pt x="1478" y="1640"/>
                  <a:pt x="1478" y="1361"/>
                </a:cubicBezTo>
                <a:cubicBezTo>
                  <a:pt x="1478" y="1159"/>
                  <a:pt x="1358" y="986"/>
                  <a:pt x="1187" y="905"/>
                </a:cubicBezTo>
                <a:close/>
                <a:moveTo>
                  <a:pt x="389" y="311"/>
                </a:moveTo>
                <a:cubicBezTo>
                  <a:pt x="817" y="311"/>
                  <a:pt x="817" y="311"/>
                  <a:pt x="817" y="311"/>
                </a:cubicBezTo>
                <a:cubicBezTo>
                  <a:pt x="946" y="311"/>
                  <a:pt x="1050" y="415"/>
                  <a:pt x="1050" y="545"/>
                </a:cubicBezTo>
                <a:cubicBezTo>
                  <a:pt x="1050" y="674"/>
                  <a:pt x="946" y="778"/>
                  <a:pt x="817" y="778"/>
                </a:cubicBezTo>
                <a:cubicBezTo>
                  <a:pt x="389" y="778"/>
                  <a:pt x="389" y="778"/>
                  <a:pt x="389" y="778"/>
                </a:cubicBezTo>
                <a:lnTo>
                  <a:pt x="389" y="311"/>
                </a:lnTo>
                <a:close/>
                <a:moveTo>
                  <a:pt x="895" y="1556"/>
                </a:moveTo>
                <a:cubicBezTo>
                  <a:pt x="389" y="1556"/>
                  <a:pt x="389" y="1556"/>
                  <a:pt x="389" y="1556"/>
                </a:cubicBezTo>
                <a:cubicBezTo>
                  <a:pt x="389" y="1089"/>
                  <a:pt x="389" y="1089"/>
                  <a:pt x="389" y="1089"/>
                </a:cubicBezTo>
                <a:cubicBezTo>
                  <a:pt x="895" y="1089"/>
                  <a:pt x="895" y="1089"/>
                  <a:pt x="895" y="1089"/>
                </a:cubicBezTo>
                <a:cubicBezTo>
                  <a:pt x="1024" y="1089"/>
                  <a:pt x="1128" y="1193"/>
                  <a:pt x="1128" y="1322"/>
                </a:cubicBezTo>
                <a:cubicBezTo>
                  <a:pt x="1128" y="1451"/>
                  <a:pt x="1024" y="1556"/>
                  <a:pt x="895" y="155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44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Clea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3025"/>
          </a:xfrm>
          <a:custGeom>
            <a:avLst/>
            <a:gdLst>
              <a:gd name="T0" fmla="*/ 352 w 4961"/>
              <a:gd name="T1" fmla="*/ 0 h 4411"/>
              <a:gd name="T2" fmla="*/ 0 w 4961"/>
              <a:gd name="T3" fmla="*/ 350 h 4411"/>
              <a:gd name="T4" fmla="*/ 1923 w 4961"/>
              <a:gd name="T5" fmla="*/ 2273 h 4411"/>
              <a:gd name="T6" fmla="*/ 1240 w 4961"/>
              <a:gd name="T7" fmla="*/ 3860 h 4411"/>
              <a:gd name="T8" fmla="*/ 2067 w 4961"/>
              <a:gd name="T9" fmla="*/ 3860 h 4411"/>
              <a:gd name="T10" fmla="*/ 2499 w 4961"/>
              <a:gd name="T11" fmla="*/ 2852 h 4411"/>
              <a:gd name="T12" fmla="*/ 4061 w 4961"/>
              <a:gd name="T13" fmla="*/ 4411 h 4411"/>
              <a:gd name="T14" fmla="*/ 4410 w 4961"/>
              <a:gd name="T15" fmla="*/ 4061 h 4411"/>
              <a:gd name="T16" fmla="*/ 428 w 4961"/>
              <a:gd name="T17" fmla="*/ 76 h 4411"/>
              <a:gd name="T18" fmla="*/ 352 w 4961"/>
              <a:gd name="T19" fmla="*/ 0 h 4411"/>
              <a:gd name="T20" fmla="*/ 1103 w 4961"/>
              <a:gd name="T21" fmla="*/ 0 h 4411"/>
              <a:gd name="T22" fmla="*/ 1103 w 4961"/>
              <a:gd name="T23" fmla="*/ 50 h 4411"/>
              <a:gd name="T24" fmla="*/ 1880 w 4961"/>
              <a:gd name="T25" fmla="*/ 827 h 4411"/>
              <a:gd name="T26" fmla="*/ 2542 w 4961"/>
              <a:gd name="T27" fmla="*/ 827 h 4411"/>
              <a:gd name="T28" fmla="*/ 2343 w 4961"/>
              <a:gd name="T29" fmla="*/ 1290 h 4411"/>
              <a:gd name="T30" fmla="*/ 2922 w 4961"/>
              <a:gd name="T31" fmla="*/ 1869 h 4411"/>
              <a:gd name="T32" fmla="*/ 3366 w 4961"/>
              <a:gd name="T33" fmla="*/ 827 h 4411"/>
              <a:gd name="T34" fmla="*/ 4961 w 4961"/>
              <a:gd name="T35" fmla="*/ 827 h 4411"/>
              <a:gd name="T36" fmla="*/ 4961 w 4961"/>
              <a:gd name="T37" fmla="*/ 0 h 4411"/>
              <a:gd name="T38" fmla="*/ 1103 w 4961"/>
              <a:gd name="T39" fmla="*/ 0 h 4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961" h="4411">
                <a:moveTo>
                  <a:pt x="352" y="0"/>
                </a:moveTo>
                <a:lnTo>
                  <a:pt x="0" y="350"/>
                </a:lnTo>
                <a:lnTo>
                  <a:pt x="1923" y="2273"/>
                </a:lnTo>
                <a:lnTo>
                  <a:pt x="1240" y="3860"/>
                </a:lnTo>
                <a:lnTo>
                  <a:pt x="2067" y="3860"/>
                </a:lnTo>
                <a:lnTo>
                  <a:pt x="2499" y="2852"/>
                </a:lnTo>
                <a:lnTo>
                  <a:pt x="4061" y="4411"/>
                </a:lnTo>
                <a:lnTo>
                  <a:pt x="4410" y="4061"/>
                </a:lnTo>
                <a:lnTo>
                  <a:pt x="428" y="76"/>
                </a:lnTo>
                <a:lnTo>
                  <a:pt x="352" y="0"/>
                </a:lnTo>
                <a:close/>
                <a:moveTo>
                  <a:pt x="1103" y="0"/>
                </a:moveTo>
                <a:lnTo>
                  <a:pt x="1103" y="50"/>
                </a:lnTo>
                <a:lnTo>
                  <a:pt x="1880" y="827"/>
                </a:lnTo>
                <a:lnTo>
                  <a:pt x="2542" y="827"/>
                </a:lnTo>
                <a:lnTo>
                  <a:pt x="2343" y="1290"/>
                </a:lnTo>
                <a:lnTo>
                  <a:pt x="2922" y="1869"/>
                </a:lnTo>
                <a:lnTo>
                  <a:pt x="3366" y="827"/>
                </a:lnTo>
                <a:lnTo>
                  <a:pt x="4961" y="827"/>
                </a:lnTo>
                <a:lnTo>
                  <a:pt x="4961" y="0"/>
                </a:lnTo>
                <a:lnTo>
                  <a:pt x="11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7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t Color Fi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140 w 6000"/>
              <a:gd name="T1" fmla="*/ 2235 h 6000"/>
              <a:gd name="T2" fmla="*/ 1905 w 6000"/>
              <a:gd name="T3" fmla="*/ 0 h 6000"/>
              <a:gd name="T4" fmla="*/ 1552 w 6000"/>
              <a:gd name="T5" fmla="*/ 353 h 6000"/>
              <a:gd name="T6" fmla="*/ 2147 w 6000"/>
              <a:gd name="T7" fmla="*/ 948 h 6000"/>
              <a:gd name="T8" fmla="*/ 860 w 6000"/>
              <a:gd name="T9" fmla="*/ 2235 h 6000"/>
              <a:gd name="T10" fmla="*/ 860 w 6000"/>
              <a:gd name="T11" fmla="*/ 2765 h 6000"/>
              <a:gd name="T12" fmla="*/ 2235 w 6000"/>
              <a:gd name="T13" fmla="*/ 4140 h 6000"/>
              <a:gd name="T14" fmla="*/ 2500 w 6000"/>
              <a:gd name="T15" fmla="*/ 4250 h 6000"/>
              <a:gd name="T16" fmla="*/ 2765 w 6000"/>
              <a:gd name="T17" fmla="*/ 4140 h 6000"/>
              <a:gd name="T18" fmla="*/ 4140 w 6000"/>
              <a:gd name="T19" fmla="*/ 2765 h 6000"/>
              <a:gd name="T20" fmla="*/ 4140 w 6000"/>
              <a:gd name="T21" fmla="*/ 2235 h 6000"/>
              <a:gd name="T22" fmla="*/ 1302 w 6000"/>
              <a:gd name="T23" fmla="*/ 2500 h 6000"/>
              <a:gd name="T24" fmla="*/ 2500 w 6000"/>
              <a:gd name="T25" fmla="*/ 1302 h 6000"/>
              <a:gd name="T26" fmla="*/ 3698 w 6000"/>
              <a:gd name="T27" fmla="*/ 2500 h 6000"/>
              <a:gd name="T28" fmla="*/ 1302 w 6000"/>
              <a:gd name="T29" fmla="*/ 2500 h 6000"/>
              <a:gd name="T30" fmla="*/ 4750 w 6000"/>
              <a:gd name="T31" fmla="*/ 2875 h 6000"/>
              <a:gd name="T32" fmla="*/ 4250 w 6000"/>
              <a:gd name="T33" fmla="*/ 3750 h 6000"/>
              <a:gd name="T34" fmla="*/ 4750 w 6000"/>
              <a:gd name="T35" fmla="*/ 4250 h 6000"/>
              <a:gd name="T36" fmla="*/ 5250 w 6000"/>
              <a:gd name="T37" fmla="*/ 3750 h 6000"/>
              <a:gd name="T38" fmla="*/ 4750 w 6000"/>
              <a:gd name="T39" fmla="*/ 2875 h 6000"/>
              <a:gd name="T40" fmla="*/ 0 w 6000"/>
              <a:gd name="T41" fmla="*/ 5000 h 6000"/>
              <a:gd name="T42" fmla="*/ 6000 w 6000"/>
              <a:gd name="T43" fmla="*/ 5000 h 6000"/>
              <a:gd name="T44" fmla="*/ 6000 w 6000"/>
              <a:gd name="T45" fmla="*/ 6000 h 6000"/>
              <a:gd name="T46" fmla="*/ 0 w 6000"/>
              <a:gd name="T47" fmla="*/ 6000 h 6000"/>
              <a:gd name="T48" fmla="*/ 0 w 6000"/>
              <a:gd name="T49" fmla="*/ 5000 h 6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6000" h="6000">
                <a:moveTo>
                  <a:pt x="4140" y="2235"/>
                </a:moveTo>
                <a:cubicBezTo>
                  <a:pt x="1905" y="0"/>
                  <a:pt x="1905" y="0"/>
                  <a:pt x="1905" y="0"/>
                </a:cubicBezTo>
                <a:cubicBezTo>
                  <a:pt x="1552" y="353"/>
                  <a:pt x="1552" y="353"/>
                  <a:pt x="1552" y="353"/>
                </a:cubicBezTo>
                <a:cubicBezTo>
                  <a:pt x="2147" y="948"/>
                  <a:pt x="2147" y="948"/>
                  <a:pt x="2147" y="948"/>
                </a:cubicBezTo>
                <a:cubicBezTo>
                  <a:pt x="860" y="2235"/>
                  <a:pt x="860" y="2235"/>
                  <a:pt x="860" y="2235"/>
                </a:cubicBezTo>
                <a:cubicBezTo>
                  <a:pt x="713" y="2383"/>
                  <a:pt x="713" y="2620"/>
                  <a:pt x="860" y="2765"/>
                </a:cubicBezTo>
                <a:cubicBezTo>
                  <a:pt x="2235" y="4140"/>
                  <a:pt x="2235" y="4140"/>
                  <a:pt x="2235" y="4140"/>
                </a:cubicBezTo>
                <a:cubicBezTo>
                  <a:pt x="2307" y="4212"/>
                  <a:pt x="2405" y="4250"/>
                  <a:pt x="2500" y="4250"/>
                </a:cubicBezTo>
                <a:cubicBezTo>
                  <a:pt x="2595" y="4250"/>
                  <a:pt x="2693" y="4212"/>
                  <a:pt x="2765" y="4140"/>
                </a:cubicBezTo>
                <a:cubicBezTo>
                  <a:pt x="4140" y="2765"/>
                  <a:pt x="4140" y="2765"/>
                  <a:pt x="4140" y="2765"/>
                </a:cubicBezTo>
                <a:cubicBezTo>
                  <a:pt x="4288" y="2620"/>
                  <a:pt x="4288" y="2383"/>
                  <a:pt x="4140" y="2235"/>
                </a:cubicBezTo>
                <a:close/>
                <a:moveTo>
                  <a:pt x="1302" y="2500"/>
                </a:moveTo>
                <a:cubicBezTo>
                  <a:pt x="2500" y="1302"/>
                  <a:pt x="2500" y="1302"/>
                  <a:pt x="2500" y="1302"/>
                </a:cubicBezTo>
                <a:cubicBezTo>
                  <a:pt x="3698" y="2500"/>
                  <a:pt x="3698" y="2500"/>
                  <a:pt x="3698" y="2500"/>
                </a:cubicBezTo>
                <a:lnTo>
                  <a:pt x="1302" y="2500"/>
                </a:lnTo>
                <a:close/>
                <a:moveTo>
                  <a:pt x="4750" y="2875"/>
                </a:moveTo>
                <a:cubicBezTo>
                  <a:pt x="4750" y="2875"/>
                  <a:pt x="4250" y="3417"/>
                  <a:pt x="4250" y="3750"/>
                </a:cubicBezTo>
                <a:cubicBezTo>
                  <a:pt x="4250" y="4025"/>
                  <a:pt x="4475" y="4250"/>
                  <a:pt x="4750" y="4250"/>
                </a:cubicBezTo>
                <a:cubicBezTo>
                  <a:pt x="5025" y="4250"/>
                  <a:pt x="5250" y="4025"/>
                  <a:pt x="5250" y="3750"/>
                </a:cubicBezTo>
                <a:cubicBezTo>
                  <a:pt x="5250" y="3417"/>
                  <a:pt x="4750" y="2875"/>
                  <a:pt x="4750" y="2875"/>
                </a:cubicBezTo>
                <a:close/>
                <a:moveTo>
                  <a:pt x="0" y="5000"/>
                </a:moveTo>
                <a:cubicBezTo>
                  <a:pt x="6000" y="5000"/>
                  <a:pt x="6000" y="5000"/>
                  <a:pt x="6000" y="5000"/>
                </a:cubicBezTo>
                <a:cubicBezTo>
                  <a:pt x="6000" y="6000"/>
                  <a:pt x="6000" y="6000"/>
                  <a:pt x="6000" y="6000"/>
                </a:cubicBezTo>
                <a:cubicBezTo>
                  <a:pt x="0" y="6000"/>
                  <a:pt x="0" y="6000"/>
                  <a:pt x="0" y="6000"/>
                </a:cubicBezTo>
                <a:lnTo>
                  <a:pt x="0" y="5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658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Color Rese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08565" cy="914400"/>
          </a:xfrm>
          <a:custGeom>
            <a:avLst/>
            <a:gdLst>
              <a:gd name="T0" fmla="*/ 1633 w 1850"/>
              <a:gd name="T1" fmla="*/ 1260 h 2092"/>
              <a:gd name="T2" fmla="*/ 933 w 1850"/>
              <a:gd name="T3" fmla="*/ 0 h 2092"/>
              <a:gd name="T4" fmla="*/ 615 w 1850"/>
              <a:gd name="T5" fmla="*/ 411 h 2092"/>
              <a:gd name="T6" fmla="*/ 1617 w 1850"/>
              <a:gd name="T7" fmla="*/ 1413 h 2092"/>
              <a:gd name="T8" fmla="*/ 1633 w 1850"/>
              <a:gd name="T9" fmla="*/ 1260 h 2092"/>
              <a:gd name="T10" fmla="*/ 1530 w 1850"/>
              <a:gd name="T11" fmla="*/ 1624 h 2092"/>
              <a:gd name="T12" fmla="*/ 991 w 1850"/>
              <a:gd name="T13" fmla="*/ 1085 h 2092"/>
              <a:gd name="T14" fmla="*/ 148 w 1850"/>
              <a:gd name="T15" fmla="*/ 242 h 2092"/>
              <a:gd name="T16" fmla="*/ 0 w 1850"/>
              <a:gd name="T17" fmla="*/ 391 h 2092"/>
              <a:gd name="T18" fmla="*/ 387 w 1850"/>
              <a:gd name="T19" fmla="*/ 779 h 2092"/>
              <a:gd name="T20" fmla="*/ 233 w 1850"/>
              <a:gd name="T21" fmla="*/ 1260 h 2092"/>
              <a:gd name="T22" fmla="*/ 933 w 1850"/>
              <a:gd name="T23" fmla="*/ 1960 h 2092"/>
              <a:gd name="T24" fmla="*/ 1395 w 1850"/>
              <a:gd name="T25" fmla="*/ 1785 h 2092"/>
              <a:gd name="T26" fmla="*/ 1702 w 1850"/>
              <a:gd name="T27" fmla="*/ 2092 h 2092"/>
              <a:gd name="T28" fmla="*/ 1850 w 1850"/>
              <a:gd name="T29" fmla="*/ 1944 h 2092"/>
              <a:gd name="T30" fmla="*/ 1530 w 1850"/>
              <a:gd name="T31" fmla="*/ 1624 h 20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850" h="2092">
                <a:moveTo>
                  <a:pt x="1633" y="1260"/>
                </a:moveTo>
                <a:cubicBezTo>
                  <a:pt x="1633" y="794"/>
                  <a:pt x="933" y="0"/>
                  <a:pt x="933" y="0"/>
                </a:cubicBezTo>
                <a:cubicBezTo>
                  <a:pt x="933" y="0"/>
                  <a:pt x="778" y="176"/>
                  <a:pt x="615" y="411"/>
                </a:cubicBezTo>
                <a:cubicBezTo>
                  <a:pt x="1617" y="1413"/>
                  <a:pt x="1617" y="1413"/>
                  <a:pt x="1617" y="1413"/>
                </a:cubicBezTo>
                <a:cubicBezTo>
                  <a:pt x="1627" y="1364"/>
                  <a:pt x="1633" y="1313"/>
                  <a:pt x="1633" y="1260"/>
                </a:cubicBezTo>
                <a:close/>
                <a:moveTo>
                  <a:pt x="1530" y="1624"/>
                </a:moveTo>
                <a:cubicBezTo>
                  <a:pt x="991" y="1085"/>
                  <a:pt x="991" y="1085"/>
                  <a:pt x="991" y="1085"/>
                </a:cubicBezTo>
                <a:cubicBezTo>
                  <a:pt x="148" y="242"/>
                  <a:pt x="148" y="242"/>
                  <a:pt x="148" y="242"/>
                </a:cubicBezTo>
                <a:cubicBezTo>
                  <a:pt x="0" y="391"/>
                  <a:pt x="0" y="391"/>
                  <a:pt x="0" y="391"/>
                </a:cubicBezTo>
                <a:cubicBezTo>
                  <a:pt x="387" y="779"/>
                  <a:pt x="387" y="779"/>
                  <a:pt x="387" y="779"/>
                </a:cubicBezTo>
                <a:cubicBezTo>
                  <a:pt x="297" y="948"/>
                  <a:pt x="233" y="1119"/>
                  <a:pt x="233" y="1260"/>
                </a:cubicBezTo>
                <a:cubicBezTo>
                  <a:pt x="233" y="1647"/>
                  <a:pt x="547" y="1960"/>
                  <a:pt x="933" y="1960"/>
                </a:cubicBezTo>
                <a:cubicBezTo>
                  <a:pt x="1110" y="1960"/>
                  <a:pt x="1271" y="1894"/>
                  <a:pt x="1395" y="1785"/>
                </a:cubicBezTo>
                <a:cubicBezTo>
                  <a:pt x="1702" y="2092"/>
                  <a:pt x="1702" y="2092"/>
                  <a:pt x="1702" y="2092"/>
                </a:cubicBezTo>
                <a:cubicBezTo>
                  <a:pt x="1850" y="1944"/>
                  <a:pt x="1850" y="1944"/>
                  <a:pt x="1850" y="1944"/>
                </a:cubicBezTo>
                <a:lnTo>
                  <a:pt x="1530" y="16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37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t Color Tex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00140"/>
          </a:xfrm>
          <a:custGeom>
            <a:avLst/>
            <a:gdLst>
              <a:gd name="T0" fmla="*/ 14173 w 14173"/>
              <a:gd name="T1" fmla="*/ 10039 h 12402"/>
              <a:gd name="T2" fmla="*/ 0 w 14173"/>
              <a:gd name="T3" fmla="*/ 10039 h 12402"/>
              <a:gd name="T4" fmla="*/ 0 w 14173"/>
              <a:gd name="T5" fmla="*/ 12402 h 12402"/>
              <a:gd name="T6" fmla="*/ 14173 w 14173"/>
              <a:gd name="T7" fmla="*/ 12402 h 12402"/>
              <a:gd name="T8" fmla="*/ 14173 w 14173"/>
              <a:gd name="T9" fmla="*/ 10039 h 12402"/>
              <a:gd name="T10" fmla="*/ 5681 w 14173"/>
              <a:gd name="T11" fmla="*/ 5315 h 12402"/>
              <a:gd name="T12" fmla="*/ 7087 w 14173"/>
              <a:gd name="T13" fmla="*/ 1575 h 12402"/>
              <a:gd name="T14" fmla="*/ 8492 w 14173"/>
              <a:gd name="T15" fmla="*/ 5315 h 12402"/>
              <a:gd name="T16" fmla="*/ 5681 w 14173"/>
              <a:gd name="T17" fmla="*/ 5315 h 12402"/>
              <a:gd name="T18" fmla="*/ 7677 w 14173"/>
              <a:gd name="T19" fmla="*/ 0 h 12402"/>
              <a:gd name="T20" fmla="*/ 6496 w 14173"/>
              <a:gd name="T21" fmla="*/ 0 h 12402"/>
              <a:gd name="T22" fmla="*/ 3248 w 14173"/>
              <a:gd name="T23" fmla="*/ 8268 h 12402"/>
              <a:gd name="T24" fmla="*/ 4576 w 14173"/>
              <a:gd name="T25" fmla="*/ 8268 h 12402"/>
              <a:gd name="T26" fmla="*/ 5240 w 14173"/>
              <a:gd name="T27" fmla="*/ 6496 h 12402"/>
              <a:gd name="T28" fmla="*/ 8929 w 14173"/>
              <a:gd name="T29" fmla="*/ 6496 h 12402"/>
              <a:gd name="T30" fmla="*/ 9591 w 14173"/>
              <a:gd name="T31" fmla="*/ 8268 h 12402"/>
              <a:gd name="T32" fmla="*/ 10921 w 14173"/>
              <a:gd name="T33" fmla="*/ 8268 h 12402"/>
              <a:gd name="T34" fmla="*/ 7677 w 14173"/>
              <a:gd name="T35" fmla="*/ 0 h 124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4173" h="12402">
                <a:moveTo>
                  <a:pt x="14173" y="10039"/>
                </a:moveTo>
                <a:lnTo>
                  <a:pt x="0" y="10039"/>
                </a:lnTo>
                <a:lnTo>
                  <a:pt x="0" y="12402"/>
                </a:lnTo>
                <a:lnTo>
                  <a:pt x="14173" y="12402"/>
                </a:lnTo>
                <a:lnTo>
                  <a:pt x="14173" y="10039"/>
                </a:lnTo>
                <a:close/>
                <a:moveTo>
                  <a:pt x="5681" y="5315"/>
                </a:moveTo>
                <a:lnTo>
                  <a:pt x="7087" y="1575"/>
                </a:lnTo>
                <a:lnTo>
                  <a:pt x="8492" y="5315"/>
                </a:lnTo>
                <a:lnTo>
                  <a:pt x="5681" y="5315"/>
                </a:lnTo>
                <a:close/>
                <a:moveTo>
                  <a:pt x="7677" y="0"/>
                </a:moveTo>
                <a:lnTo>
                  <a:pt x="6496" y="0"/>
                </a:lnTo>
                <a:lnTo>
                  <a:pt x="3248" y="8268"/>
                </a:lnTo>
                <a:lnTo>
                  <a:pt x="4576" y="8268"/>
                </a:lnTo>
                <a:lnTo>
                  <a:pt x="5240" y="6496"/>
                </a:lnTo>
                <a:lnTo>
                  <a:pt x="8929" y="6496"/>
                </a:lnTo>
                <a:lnTo>
                  <a:pt x="9591" y="8268"/>
                </a:lnTo>
                <a:lnTo>
                  <a:pt x="10921" y="8268"/>
                </a:lnTo>
                <a:lnTo>
                  <a:pt x="767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0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Indent Decreas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204 w 4961"/>
              <a:gd name="T1" fmla="*/ 3857 h 4961"/>
              <a:gd name="T2" fmla="*/ 4961 w 4961"/>
              <a:gd name="T3" fmla="*/ 3857 h 4961"/>
              <a:gd name="T4" fmla="*/ 4961 w 4961"/>
              <a:gd name="T5" fmla="*/ 3307 h 4961"/>
              <a:gd name="T6" fmla="*/ 2204 w 4961"/>
              <a:gd name="T7" fmla="*/ 3307 h 4961"/>
              <a:gd name="T8" fmla="*/ 2204 w 4961"/>
              <a:gd name="T9" fmla="*/ 3857 h 4961"/>
              <a:gd name="T10" fmla="*/ 0 w 4961"/>
              <a:gd name="T11" fmla="*/ 2480 h 4961"/>
              <a:gd name="T12" fmla="*/ 1104 w 4961"/>
              <a:gd name="T13" fmla="*/ 3583 h 4961"/>
              <a:gd name="T14" fmla="*/ 1104 w 4961"/>
              <a:gd name="T15" fmla="*/ 1377 h 4961"/>
              <a:gd name="T16" fmla="*/ 0 w 4961"/>
              <a:gd name="T17" fmla="*/ 2480 h 4961"/>
              <a:gd name="T18" fmla="*/ 0 w 4961"/>
              <a:gd name="T19" fmla="*/ 4961 h 4961"/>
              <a:gd name="T20" fmla="*/ 4961 w 4961"/>
              <a:gd name="T21" fmla="*/ 4961 h 4961"/>
              <a:gd name="T22" fmla="*/ 4961 w 4961"/>
              <a:gd name="T23" fmla="*/ 4410 h 4961"/>
              <a:gd name="T24" fmla="*/ 0 w 4961"/>
              <a:gd name="T25" fmla="*/ 4410 h 4961"/>
              <a:gd name="T26" fmla="*/ 0 w 4961"/>
              <a:gd name="T27" fmla="*/ 4961 h 4961"/>
              <a:gd name="T28" fmla="*/ 0 w 4961"/>
              <a:gd name="T29" fmla="*/ 0 h 4961"/>
              <a:gd name="T30" fmla="*/ 0 w 4961"/>
              <a:gd name="T31" fmla="*/ 550 h 4961"/>
              <a:gd name="T32" fmla="*/ 4961 w 4961"/>
              <a:gd name="T33" fmla="*/ 550 h 4961"/>
              <a:gd name="T34" fmla="*/ 4961 w 4961"/>
              <a:gd name="T35" fmla="*/ 0 h 4961"/>
              <a:gd name="T36" fmla="*/ 0 w 4961"/>
              <a:gd name="T37" fmla="*/ 0 h 4961"/>
              <a:gd name="T38" fmla="*/ 2204 w 4961"/>
              <a:gd name="T39" fmla="*/ 1653 h 4961"/>
              <a:gd name="T40" fmla="*/ 4961 w 4961"/>
              <a:gd name="T41" fmla="*/ 1653 h 4961"/>
              <a:gd name="T42" fmla="*/ 4961 w 4961"/>
              <a:gd name="T43" fmla="*/ 1103 h 4961"/>
              <a:gd name="T44" fmla="*/ 2204 w 4961"/>
              <a:gd name="T45" fmla="*/ 1103 h 4961"/>
              <a:gd name="T46" fmla="*/ 2204 w 4961"/>
              <a:gd name="T47" fmla="*/ 1653 h 4961"/>
              <a:gd name="T48" fmla="*/ 2204 w 4961"/>
              <a:gd name="T49" fmla="*/ 2757 h 4961"/>
              <a:gd name="T50" fmla="*/ 4961 w 4961"/>
              <a:gd name="T51" fmla="*/ 2757 h 4961"/>
              <a:gd name="T52" fmla="*/ 4961 w 4961"/>
              <a:gd name="T53" fmla="*/ 2204 h 4961"/>
              <a:gd name="T54" fmla="*/ 2204 w 4961"/>
              <a:gd name="T55" fmla="*/ 2204 h 4961"/>
              <a:gd name="T56" fmla="*/ 2204 w 4961"/>
              <a:gd name="T57" fmla="*/ 2757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961" h="4961">
                <a:moveTo>
                  <a:pt x="2204" y="3857"/>
                </a:moveTo>
                <a:lnTo>
                  <a:pt x="4961" y="3857"/>
                </a:lnTo>
                <a:lnTo>
                  <a:pt x="4961" y="3307"/>
                </a:lnTo>
                <a:lnTo>
                  <a:pt x="2204" y="3307"/>
                </a:lnTo>
                <a:lnTo>
                  <a:pt x="2204" y="3857"/>
                </a:lnTo>
                <a:close/>
                <a:moveTo>
                  <a:pt x="0" y="2480"/>
                </a:moveTo>
                <a:lnTo>
                  <a:pt x="1104" y="3583"/>
                </a:lnTo>
                <a:lnTo>
                  <a:pt x="1104" y="1377"/>
                </a:lnTo>
                <a:lnTo>
                  <a:pt x="0" y="2480"/>
                </a:lnTo>
                <a:close/>
                <a:moveTo>
                  <a:pt x="0" y="4961"/>
                </a:moveTo>
                <a:lnTo>
                  <a:pt x="4961" y="4961"/>
                </a:lnTo>
                <a:lnTo>
                  <a:pt x="4961" y="4410"/>
                </a:lnTo>
                <a:lnTo>
                  <a:pt x="0" y="4410"/>
                </a:lnTo>
                <a:lnTo>
                  <a:pt x="0" y="4961"/>
                </a:lnTo>
                <a:close/>
                <a:moveTo>
                  <a:pt x="0" y="0"/>
                </a:moveTo>
                <a:lnTo>
                  <a:pt x="0" y="550"/>
                </a:lnTo>
                <a:lnTo>
                  <a:pt x="4961" y="550"/>
                </a:lnTo>
                <a:lnTo>
                  <a:pt x="4961" y="0"/>
                </a:lnTo>
                <a:lnTo>
                  <a:pt x="0" y="0"/>
                </a:lnTo>
                <a:close/>
                <a:moveTo>
                  <a:pt x="2204" y="1653"/>
                </a:moveTo>
                <a:lnTo>
                  <a:pt x="4961" y="1653"/>
                </a:lnTo>
                <a:lnTo>
                  <a:pt x="4961" y="1103"/>
                </a:lnTo>
                <a:lnTo>
                  <a:pt x="2204" y="1103"/>
                </a:lnTo>
                <a:lnTo>
                  <a:pt x="2204" y="1653"/>
                </a:lnTo>
                <a:close/>
                <a:moveTo>
                  <a:pt x="2204" y="2757"/>
                </a:moveTo>
                <a:lnTo>
                  <a:pt x="4961" y="2757"/>
                </a:lnTo>
                <a:lnTo>
                  <a:pt x="4961" y="2204"/>
                </a:lnTo>
                <a:lnTo>
                  <a:pt x="2204" y="2204"/>
                </a:lnTo>
                <a:lnTo>
                  <a:pt x="2204" y="27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9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Indent Increas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4961"/>
              <a:gd name="T1" fmla="*/ 4961 h 4961"/>
              <a:gd name="T2" fmla="*/ 4961 w 4961"/>
              <a:gd name="T3" fmla="*/ 4961 h 4961"/>
              <a:gd name="T4" fmla="*/ 4961 w 4961"/>
              <a:gd name="T5" fmla="*/ 4410 h 4961"/>
              <a:gd name="T6" fmla="*/ 0 w 4961"/>
              <a:gd name="T7" fmla="*/ 4410 h 4961"/>
              <a:gd name="T8" fmla="*/ 0 w 4961"/>
              <a:gd name="T9" fmla="*/ 4961 h 4961"/>
              <a:gd name="T10" fmla="*/ 0 w 4961"/>
              <a:gd name="T11" fmla="*/ 1377 h 4961"/>
              <a:gd name="T12" fmla="*/ 0 w 4961"/>
              <a:gd name="T13" fmla="*/ 3583 h 4961"/>
              <a:gd name="T14" fmla="*/ 1104 w 4961"/>
              <a:gd name="T15" fmla="*/ 2480 h 4961"/>
              <a:gd name="T16" fmla="*/ 0 w 4961"/>
              <a:gd name="T17" fmla="*/ 1377 h 4961"/>
              <a:gd name="T18" fmla="*/ 2204 w 4961"/>
              <a:gd name="T19" fmla="*/ 3857 h 4961"/>
              <a:gd name="T20" fmla="*/ 4961 w 4961"/>
              <a:gd name="T21" fmla="*/ 3857 h 4961"/>
              <a:gd name="T22" fmla="*/ 4961 w 4961"/>
              <a:gd name="T23" fmla="*/ 3307 h 4961"/>
              <a:gd name="T24" fmla="*/ 2204 w 4961"/>
              <a:gd name="T25" fmla="*/ 3307 h 4961"/>
              <a:gd name="T26" fmla="*/ 2204 w 4961"/>
              <a:gd name="T27" fmla="*/ 3857 h 4961"/>
              <a:gd name="T28" fmla="*/ 0 w 4961"/>
              <a:gd name="T29" fmla="*/ 0 h 4961"/>
              <a:gd name="T30" fmla="*/ 0 w 4961"/>
              <a:gd name="T31" fmla="*/ 550 h 4961"/>
              <a:gd name="T32" fmla="*/ 4961 w 4961"/>
              <a:gd name="T33" fmla="*/ 550 h 4961"/>
              <a:gd name="T34" fmla="*/ 4961 w 4961"/>
              <a:gd name="T35" fmla="*/ 0 h 4961"/>
              <a:gd name="T36" fmla="*/ 0 w 4961"/>
              <a:gd name="T37" fmla="*/ 0 h 4961"/>
              <a:gd name="T38" fmla="*/ 2204 w 4961"/>
              <a:gd name="T39" fmla="*/ 1653 h 4961"/>
              <a:gd name="T40" fmla="*/ 4961 w 4961"/>
              <a:gd name="T41" fmla="*/ 1653 h 4961"/>
              <a:gd name="T42" fmla="*/ 4961 w 4961"/>
              <a:gd name="T43" fmla="*/ 1103 h 4961"/>
              <a:gd name="T44" fmla="*/ 2204 w 4961"/>
              <a:gd name="T45" fmla="*/ 1103 h 4961"/>
              <a:gd name="T46" fmla="*/ 2204 w 4961"/>
              <a:gd name="T47" fmla="*/ 1653 h 4961"/>
              <a:gd name="T48" fmla="*/ 2204 w 4961"/>
              <a:gd name="T49" fmla="*/ 2757 h 4961"/>
              <a:gd name="T50" fmla="*/ 4961 w 4961"/>
              <a:gd name="T51" fmla="*/ 2757 h 4961"/>
              <a:gd name="T52" fmla="*/ 4961 w 4961"/>
              <a:gd name="T53" fmla="*/ 2204 h 4961"/>
              <a:gd name="T54" fmla="*/ 2204 w 4961"/>
              <a:gd name="T55" fmla="*/ 2204 h 4961"/>
              <a:gd name="T56" fmla="*/ 2204 w 4961"/>
              <a:gd name="T57" fmla="*/ 2757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961" h="4961">
                <a:moveTo>
                  <a:pt x="0" y="4961"/>
                </a:moveTo>
                <a:lnTo>
                  <a:pt x="4961" y="4961"/>
                </a:lnTo>
                <a:lnTo>
                  <a:pt x="4961" y="4410"/>
                </a:lnTo>
                <a:lnTo>
                  <a:pt x="0" y="4410"/>
                </a:lnTo>
                <a:lnTo>
                  <a:pt x="0" y="4961"/>
                </a:lnTo>
                <a:close/>
                <a:moveTo>
                  <a:pt x="0" y="1377"/>
                </a:moveTo>
                <a:lnTo>
                  <a:pt x="0" y="3583"/>
                </a:lnTo>
                <a:lnTo>
                  <a:pt x="1104" y="2480"/>
                </a:lnTo>
                <a:lnTo>
                  <a:pt x="0" y="1377"/>
                </a:lnTo>
                <a:close/>
                <a:moveTo>
                  <a:pt x="2204" y="3857"/>
                </a:moveTo>
                <a:lnTo>
                  <a:pt x="4961" y="3857"/>
                </a:lnTo>
                <a:lnTo>
                  <a:pt x="4961" y="3307"/>
                </a:lnTo>
                <a:lnTo>
                  <a:pt x="2204" y="3307"/>
                </a:lnTo>
                <a:lnTo>
                  <a:pt x="2204" y="3857"/>
                </a:lnTo>
                <a:close/>
                <a:moveTo>
                  <a:pt x="0" y="0"/>
                </a:moveTo>
                <a:lnTo>
                  <a:pt x="0" y="550"/>
                </a:lnTo>
                <a:lnTo>
                  <a:pt x="4961" y="550"/>
                </a:lnTo>
                <a:lnTo>
                  <a:pt x="4961" y="0"/>
                </a:lnTo>
                <a:lnTo>
                  <a:pt x="0" y="0"/>
                </a:lnTo>
                <a:close/>
                <a:moveTo>
                  <a:pt x="2204" y="1653"/>
                </a:moveTo>
                <a:lnTo>
                  <a:pt x="4961" y="1653"/>
                </a:lnTo>
                <a:lnTo>
                  <a:pt x="4961" y="1103"/>
                </a:lnTo>
                <a:lnTo>
                  <a:pt x="2204" y="1103"/>
                </a:lnTo>
                <a:lnTo>
                  <a:pt x="2204" y="1653"/>
                </a:lnTo>
                <a:close/>
                <a:moveTo>
                  <a:pt x="2204" y="2757"/>
                </a:moveTo>
                <a:lnTo>
                  <a:pt x="4961" y="2757"/>
                </a:lnTo>
                <a:lnTo>
                  <a:pt x="4961" y="2204"/>
                </a:lnTo>
                <a:lnTo>
                  <a:pt x="2204" y="2204"/>
                </a:lnTo>
                <a:lnTo>
                  <a:pt x="2204" y="27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59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Italic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83805" cy="914400"/>
          </a:xfrm>
          <a:custGeom>
            <a:avLst/>
            <a:gdLst>
              <a:gd name="T0" fmla="*/ 1103 w 3307"/>
              <a:gd name="T1" fmla="*/ 0 h 3858"/>
              <a:gd name="T2" fmla="*/ 1103 w 3307"/>
              <a:gd name="T3" fmla="*/ 827 h 3858"/>
              <a:gd name="T4" fmla="*/ 1710 w 3307"/>
              <a:gd name="T5" fmla="*/ 827 h 3858"/>
              <a:gd name="T6" fmla="*/ 770 w 3307"/>
              <a:gd name="T7" fmla="*/ 3031 h 3858"/>
              <a:gd name="T8" fmla="*/ 0 w 3307"/>
              <a:gd name="T9" fmla="*/ 3031 h 3858"/>
              <a:gd name="T10" fmla="*/ 0 w 3307"/>
              <a:gd name="T11" fmla="*/ 3858 h 3858"/>
              <a:gd name="T12" fmla="*/ 2204 w 3307"/>
              <a:gd name="T13" fmla="*/ 3858 h 3858"/>
              <a:gd name="T14" fmla="*/ 2204 w 3307"/>
              <a:gd name="T15" fmla="*/ 3031 h 3858"/>
              <a:gd name="T16" fmla="*/ 1597 w 3307"/>
              <a:gd name="T17" fmla="*/ 3031 h 3858"/>
              <a:gd name="T18" fmla="*/ 2537 w 3307"/>
              <a:gd name="T19" fmla="*/ 827 h 3858"/>
              <a:gd name="T20" fmla="*/ 3307 w 3307"/>
              <a:gd name="T21" fmla="*/ 827 h 3858"/>
              <a:gd name="T22" fmla="*/ 3307 w 3307"/>
              <a:gd name="T23" fmla="*/ 0 h 3858"/>
              <a:gd name="T24" fmla="*/ 1103 w 3307"/>
              <a:gd name="T25" fmla="*/ 0 h 38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07" h="3858">
                <a:moveTo>
                  <a:pt x="1103" y="0"/>
                </a:moveTo>
                <a:lnTo>
                  <a:pt x="1103" y="827"/>
                </a:lnTo>
                <a:lnTo>
                  <a:pt x="1710" y="827"/>
                </a:lnTo>
                <a:lnTo>
                  <a:pt x="770" y="3031"/>
                </a:lnTo>
                <a:lnTo>
                  <a:pt x="0" y="3031"/>
                </a:lnTo>
                <a:lnTo>
                  <a:pt x="0" y="3858"/>
                </a:lnTo>
                <a:lnTo>
                  <a:pt x="2204" y="3858"/>
                </a:lnTo>
                <a:lnTo>
                  <a:pt x="2204" y="3031"/>
                </a:lnTo>
                <a:lnTo>
                  <a:pt x="1597" y="3031"/>
                </a:lnTo>
                <a:lnTo>
                  <a:pt x="2537" y="827"/>
                </a:lnTo>
                <a:lnTo>
                  <a:pt x="3307" y="827"/>
                </a:lnTo>
                <a:lnTo>
                  <a:pt x="3307" y="0"/>
                </a:lnTo>
                <a:lnTo>
                  <a:pt x="110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4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Line Spaci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58413"/>
          </a:xfrm>
          <a:custGeom>
            <a:avLst/>
            <a:gdLst>
              <a:gd name="T0" fmla="*/ 1240 w 5651"/>
              <a:gd name="T1" fmla="*/ 966 h 4687"/>
              <a:gd name="T2" fmla="*/ 1930 w 5651"/>
              <a:gd name="T3" fmla="*/ 966 h 4687"/>
              <a:gd name="T4" fmla="*/ 964 w 5651"/>
              <a:gd name="T5" fmla="*/ 0 h 4687"/>
              <a:gd name="T6" fmla="*/ 0 w 5651"/>
              <a:gd name="T7" fmla="*/ 966 h 4687"/>
              <a:gd name="T8" fmla="*/ 690 w 5651"/>
              <a:gd name="T9" fmla="*/ 966 h 4687"/>
              <a:gd name="T10" fmla="*/ 690 w 5651"/>
              <a:gd name="T11" fmla="*/ 3720 h 4687"/>
              <a:gd name="T12" fmla="*/ 0 w 5651"/>
              <a:gd name="T13" fmla="*/ 3720 h 4687"/>
              <a:gd name="T14" fmla="*/ 964 w 5651"/>
              <a:gd name="T15" fmla="*/ 4687 h 4687"/>
              <a:gd name="T16" fmla="*/ 1930 w 5651"/>
              <a:gd name="T17" fmla="*/ 3720 h 4687"/>
              <a:gd name="T18" fmla="*/ 1240 w 5651"/>
              <a:gd name="T19" fmla="*/ 3720 h 4687"/>
              <a:gd name="T20" fmla="*/ 1240 w 5651"/>
              <a:gd name="T21" fmla="*/ 966 h 4687"/>
              <a:gd name="T22" fmla="*/ 2343 w 5651"/>
              <a:gd name="T23" fmla="*/ 413 h 4687"/>
              <a:gd name="T24" fmla="*/ 2343 w 5651"/>
              <a:gd name="T25" fmla="*/ 966 h 4687"/>
              <a:gd name="T26" fmla="*/ 5651 w 5651"/>
              <a:gd name="T27" fmla="*/ 966 h 4687"/>
              <a:gd name="T28" fmla="*/ 5651 w 5651"/>
              <a:gd name="T29" fmla="*/ 413 h 4687"/>
              <a:gd name="T30" fmla="*/ 2343 w 5651"/>
              <a:gd name="T31" fmla="*/ 413 h 4687"/>
              <a:gd name="T32" fmla="*/ 2343 w 5651"/>
              <a:gd name="T33" fmla="*/ 4273 h 4687"/>
              <a:gd name="T34" fmla="*/ 5651 w 5651"/>
              <a:gd name="T35" fmla="*/ 4273 h 4687"/>
              <a:gd name="T36" fmla="*/ 5651 w 5651"/>
              <a:gd name="T37" fmla="*/ 3720 h 4687"/>
              <a:gd name="T38" fmla="*/ 2343 w 5651"/>
              <a:gd name="T39" fmla="*/ 3720 h 4687"/>
              <a:gd name="T40" fmla="*/ 2343 w 5651"/>
              <a:gd name="T41" fmla="*/ 4273 h 4687"/>
              <a:gd name="T42" fmla="*/ 2343 w 5651"/>
              <a:gd name="T43" fmla="*/ 2620 h 4687"/>
              <a:gd name="T44" fmla="*/ 5651 w 5651"/>
              <a:gd name="T45" fmla="*/ 2620 h 4687"/>
              <a:gd name="T46" fmla="*/ 5651 w 5651"/>
              <a:gd name="T47" fmla="*/ 2067 h 4687"/>
              <a:gd name="T48" fmla="*/ 2343 w 5651"/>
              <a:gd name="T49" fmla="*/ 2067 h 4687"/>
              <a:gd name="T50" fmla="*/ 2343 w 5651"/>
              <a:gd name="T51" fmla="*/ 2620 h 46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5651" h="4687">
                <a:moveTo>
                  <a:pt x="1240" y="966"/>
                </a:moveTo>
                <a:lnTo>
                  <a:pt x="1930" y="966"/>
                </a:lnTo>
                <a:lnTo>
                  <a:pt x="964" y="0"/>
                </a:lnTo>
                <a:lnTo>
                  <a:pt x="0" y="966"/>
                </a:lnTo>
                <a:lnTo>
                  <a:pt x="690" y="966"/>
                </a:lnTo>
                <a:lnTo>
                  <a:pt x="690" y="3720"/>
                </a:lnTo>
                <a:lnTo>
                  <a:pt x="0" y="3720"/>
                </a:lnTo>
                <a:lnTo>
                  <a:pt x="964" y="4687"/>
                </a:lnTo>
                <a:lnTo>
                  <a:pt x="1930" y="3720"/>
                </a:lnTo>
                <a:lnTo>
                  <a:pt x="1240" y="3720"/>
                </a:lnTo>
                <a:lnTo>
                  <a:pt x="1240" y="966"/>
                </a:lnTo>
                <a:close/>
                <a:moveTo>
                  <a:pt x="2343" y="413"/>
                </a:moveTo>
                <a:lnTo>
                  <a:pt x="2343" y="966"/>
                </a:lnTo>
                <a:lnTo>
                  <a:pt x="5651" y="966"/>
                </a:lnTo>
                <a:lnTo>
                  <a:pt x="5651" y="413"/>
                </a:lnTo>
                <a:lnTo>
                  <a:pt x="2343" y="413"/>
                </a:lnTo>
                <a:close/>
                <a:moveTo>
                  <a:pt x="2343" y="4273"/>
                </a:moveTo>
                <a:lnTo>
                  <a:pt x="5651" y="4273"/>
                </a:lnTo>
                <a:lnTo>
                  <a:pt x="5651" y="3720"/>
                </a:lnTo>
                <a:lnTo>
                  <a:pt x="2343" y="3720"/>
                </a:lnTo>
                <a:lnTo>
                  <a:pt x="2343" y="4273"/>
                </a:lnTo>
                <a:close/>
                <a:moveTo>
                  <a:pt x="2343" y="2620"/>
                </a:moveTo>
                <a:lnTo>
                  <a:pt x="5651" y="2620"/>
                </a:lnTo>
                <a:lnTo>
                  <a:pt x="5651" y="2067"/>
                </a:lnTo>
                <a:lnTo>
                  <a:pt x="2343" y="2067"/>
                </a:lnTo>
                <a:lnTo>
                  <a:pt x="2343" y="26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4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List Bullet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3063"/>
          </a:xfrm>
          <a:custGeom>
            <a:avLst/>
            <a:gdLst>
              <a:gd name="T0" fmla="*/ 175 w 2158"/>
              <a:gd name="T1" fmla="*/ 700 h 1730"/>
              <a:gd name="T2" fmla="*/ 0 w 2158"/>
              <a:gd name="T3" fmla="*/ 875 h 1730"/>
              <a:gd name="T4" fmla="*/ 175 w 2158"/>
              <a:gd name="T5" fmla="*/ 1050 h 1730"/>
              <a:gd name="T6" fmla="*/ 350 w 2158"/>
              <a:gd name="T7" fmla="*/ 875 h 1730"/>
              <a:gd name="T8" fmla="*/ 175 w 2158"/>
              <a:gd name="T9" fmla="*/ 700 h 1730"/>
              <a:gd name="T10" fmla="*/ 175 w 2158"/>
              <a:gd name="T11" fmla="*/ 0 h 1730"/>
              <a:gd name="T12" fmla="*/ 0 w 2158"/>
              <a:gd name="T13" fmla="*/ 175 h 1730"/>
              <a:gd name="T14" fmla="*/ 175 w 2158"/>
              <a:gd name="T15" fmla="*/ 350 h 1730"/>
              <a:gd name="T16" fmla="*/ 350 w 2158"/>
              <a:gd name="T17" fmla="*/ 175 h 1730"/>
              <a:gd name="T18" fmla="*/ 175 w 2158"/>
              <a:gd name="T19" fmla="*/ 0 h 1730"/>
              <a:gd name="T20" fmla="*/ 175 w 2158"/>
              <a:gd name="T21" fmla="*/ 1420 h 1730"/>
              <a:gd name="T22" fmla="*/ 19 w 2158"/>
              <a:gd name="T23" fmla="*/ 1575 h 1730"/>
              <a:gd name="T24" fmla="*/ 175 w 2158"/>
              <a:gd name="T25" fmla="*/ 1730 h 1730"/>
              <a:gd name="T26" fmla="*/ 330 w 2158"/>
              <a:gd name="T27" fmla="*/ 1575 h 1730"/>
              <a:gd name="T28" fmla="*/ 175 w 2158"/>
              <a:gd name="T29" fmla="*/ 1420 h 1730"/>
              <a:gd name="T30" fmla="*/ 525 w 2158"/>
              <a:gd name="T31" fmla="*/ 1692 h 1730"/>
              <a:gd name="T32" fmla="*/ 2158 w 2158"/>
              <a:gd name="T33" fmla="*/ 1692 h 1730"/>
              <a:gd name="T34" fmla="*/ 2158 w 2158"/>
              <a:gd name="T35" fmla="*/ 1458 h 1730"/>
              <a:gd name="T36" fmla="*/ 525 w 2158"/>
              <a:gd name="T37" fmla="*/ 1458 h 1730"/>
              <a:gd name="T38" fmla="*/ 525 w 2158"/>
              <a:gd name="T39" fmla="*/ 1692 h 1730"/>
              <a:gd name="T40" fmla="*/ 525 w 2158"/>
              <a:gd name="T41" fmla="*/ 992 h 1730"/>
              <a:gd name="T42" fmla="*/ 2158 w 2158"/>
              <a:gd name="T43" fmla="*/ 992 h 1730"/>
              <a:gd name="T44" fmla="*/ 2158 w 2158"/>
              <a:gd name="T45" fmla="*/ 758 h 1730"/>
              <a:gd name="T46" fmla="*/ 525 w 2158"/>
              <a:gd name="T47" fmla="*/ 758 h 1730"/>
              <a:gd name="T48" fmla="*/ 525 w 2158"/>
              <a:gd name="T49" fmla="*/ 992 h 1730"/>
              <a:gd name="T50" fmla="*/ 525 w 2158"/>
              <a:gd name="T51" fmla="*/ 58 h 1730"/>
              <a:gd name="T52" fmla="*/ 525 w 2158"/>
              <a:gd name="T53" fmla="*/ 292 h 1730"/>
              <a:gd name="T54" fmla="*/ 2158 w 2158"/>
              <a:gd name="T55" fmla="*/ 292 h 1730"/>
              <a:gd name="T56" fmla="*/ 2158 w 2158"/>
              <a:gd name="T57" fmla="*/ 58 h 1730"/>
              <a:gd name="T58" fmla="*/ 525 w 2158"/>
              <a:gd name="T59" fmla="*/ 58 h 17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158" h="1730">
                <a:moveTo>
                  <a:pt x="175" y="700"/>
                </a:moveTo>
                <a:cubicBezTo>
                  <a:pt x="78" y="700"/>
                  <a:pt x="0" y="778"/>
                  <a:pt x="0" y="875"/>
                </a:cubicBezTo>
                <a:cubicBezTo>
                  <a:pt x="0" y="972"/>
                  <a:pt x="78" y="1050"/>
                  <a:pt x="175" y="1050"/>
                </a:cubicBezTo>
                <a:cubicBezTo>
                  <a:pt x="272" y="1050"/>
                  <a:pt x="350" y="972"/>
                  <a:pt x="350" y="875"/>
                </a:cubicBezTo>
                <a:cubicBezTo>
                  <a:pt x="350" y="778"/>
                  <a:pt x="272" y="700"/>
                  <a:pt x="175" y="700"/>
                </a:cubicBezTo>
                <a:close/>
                <a:moveTo>
                  <a:pt x="175" y="0"/>
                </a:moveTo>
                <a:cubicBezTo>
                  <a:pt x="78" y="0"/>
                  <a:pt x="0" y="78"/>
                  <a:pt x="0" y="175"/>
                </a:cubicBezTo>
                <a:cubicBezTo>
                  <a:pt x="0" y="272"/>
                  <a:pt x="78" y="350"/>
                  <a:pt x="175" y="350"/>
                </a:cubicBezTo>
                <a:cubicBezTo>
                  <a:pt x="272" y="350"/>
                  <a:pt x="350" y="272"/>
                  <a:pt x="350" y="175"/>
                </a:cubicBezTo>
                <a:cubicBezTo>
                  <a:pt x="350" y="78"/>
                  <a:pt x="272" y="0"/>
                  <a:pt x="175" y="0"/>
                </a:cubicBezTo>
                <a:close/>
                <a:moveTo>
                  <a:pt x="175" y="1420"/>
                </a:moveTo>
                <a:cubicBezTo>
                  <a:pt x="88" y="1420"/>
                  <a:pt x="19" y="1490"/>
                  <a:pt x="19" y="1575"/>
                </a:cubicBezTo>
                <a:cubicBezTo>
                  <a:pt x="19" y="1660"/>
                  <a:pt x="90" y="1730"/>
                  <a:pt x="175" y="1730"/>
                </a:cubicBezTo>
                <a:cubicBezTo>
                  <a:pt x="260" y="1730"/>
                  <a:pt x="330" y="1660"/>
                  <a:pt x="330" y="1575"/>
                </a:cubicBezTo>
                <a:cubicBezTo>
                  <a:pt x="330" y="1490"/>
                  <a:pt x="261" y="1420"/>
                  <a:pt x="175" y="1420"/>
                </a:cubicBezTo>
                <a:close/>
                <a:moveTo>
                  <a:pt x="525" y="1692"/>
                </a:moveTo>
                <a:cubicBezTo>
                  <a:pt x="2158" y="1692"/>
                  <a:pt x="2158" y="1692"/>
                  <a:pt x="2158" y="1692"/>
                </a:cubicBezTo>
                <a:cubicBezTo>
                  <a:pt x="2158" y="1458"/>
                  <a:pt x="2158" y="1458"/>
                  <a:pt x="2158" y="1458"/>
                </a:cubicBezTo>
                <a:cubicBezTo>
                  <a:pt x="525" y="1458"/>
                  <a:pt x="525" y="1458"/>
                  <a:pt x="525" y="1458"/>
                </a:cubicBezTo>
                <a:lnTo>
                  <a:pt x="525" y="1692"/>
                </a:lnTo>
                <a:close/>
                <a:moveTo>
                  <a:pt x="525" y="992"/>
                </a:moveTo>
                <a:cubicBezTo>
                  <a:pt x="2158" y="992"/>
                  <a:pt x="2158" y="992"/>
                  <a:pt x="2158" y="992"/>
                </a:cubicBezTo>
                <a:cubicBezTo>
                  <a:pt x="2158" y="758"/>
                  <a:pt x="2158" y="758"/>
                  <a:pt x="2158" y="758"/>
                </a:cubicBezTo>
                <a:cubicBezTo>
                  <a:pt x="525" y="758"/>
                  <a:pt x="525" y="758"/>
                  <a:pt x="525" y="758"/>
                </a:cubicBezTo>
                <a:lnTo>
                  <a:pt x="525" y="992"/>
                </a:lnTo>
                <a:close/>
                <a:moveTo>
                  <a:pt x="525" y="58"/>
                </a:moveTo>
                <a:cubicBezTo>
                  <a:pt x="525" y="292"/>
                  <a:pt x="525" y="292"/>
                  <a:pt x="525" y="292"/>
                </a:cubicBezTo>
                <a:cubicBezTo>
                  <a:pt x="2158" y="292"/>
                  <a:pt x="2158" y="292"/>
                  <a:pt x="2158" y="292"/>
                </a:cubicBezTo>
                <a:cubicBezTo>
                  <a:pt x="2158" y="58"/>
                  <a:pt x="2158" y="58"/>
                  <a:pt x="2158" y="58"/>
                </a:cubicBezTo>
                <a:lnTo>
                  <a:pt x="525" y="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283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List Number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69653"/>
          </a:xfrm>
          <a:custGeom>
            <a:avLst/>
            <a:gdLst>
              <a:gd name="T0" fmla="*/ 0 w 5237"/>
              <a:gd name="T1" fmla="*/ 3581 h 4408"/>
              <a:gd name="T2" fmla="*/ 553 w 5237"/>
              <a:gd name="T3" fmla="*/ 3581 h 4408"/>
              <a:gd name="T4" fmla="*/ 553 w 5237"/>
              <a:gd name="T5" fmla="*/ 3721 h 4408"/>
              <a:gd name="T6" fmla="*/ 276 w 5237"/>
              <a:gd name="T7" fmla="*/ 3721 h 4408"/>
              <a:gd name="T8" fmla="*/ 276 w 5237"/>
              <a:gd name="T9" fmla="*/ 3995 h 4408"/>
              <a:gd name="T10" fmla="*/ 553 w 5237"/>
              <a:gd name="T11" fmla="*/ 3995 h 4408"/>
              <a:gd name="T12" fmla="*/ 553 w 5237"/>
              <a:gd name="T13" fmla="*/ 4134 h 4408"/>
              <a:gd name="T14" fmla="*/ 0 w 5237"/>
              <a:gd name="T15" fmla="*/ 4134 h 4408"/>
              <a:gd name="T16" fmla="*/ 0 w 5237"/>
              <a:gd name="T17" fmla="*/ 4408 h 4408"/>
              <a:gd name="T18" fmla="*/ 827 w 5237"/>
              <a:gd name="T19" fmla="*/ 4408 h 4408"/>
              <a:gd name="T20" fmla="*/ 827 w 5237"/>
              <a:gd name="T21" fmla="*/ 3307 h 4408"/>
              <a:gd name="T22" fmla="*/ 0 w 5237"/>
              <a:gd name="T23" fmla="*/ 3307 h 4408"/>
              <a:gd name="T24" fmla="*/ 0 w 5237"/>
              <a:gd name="T25" fmla="*/ 3581 h 4408"/>
              <a:gd name="T26" fmla="*/ 276 w 5237"/>
              <a:gd name="T27" fmla="*/ 1101 h 4408"/>
              <a:gd name="T28" fmla="*/ 553 w 5237"/>
              <a:gd name="T29" fmla="*/ 1101 h 4408"/>
              <a:gd name="T30" fmla="*/ 553 w 5237"/>
              <a:gd name="T31" fmla="*/ 0 h 4408"/>
              <a:gd name="T32" fmla="*/ 0 w 5237"/>
              <a:gd name="T33" fmla="*/ 0 h 4408"/>
              <a:gd name="T34" fmla="*/ 0 w 5237"/>
              <a:gd name="T35" fmla="*/ 274 h 4408"/>
              <a:gd name="T36" fmla="*/ 276 w 5237"/>
              <a:gd name="T37" fmla="*/ 274 h 4408"/>
              <a:gd name="T38" fmla="*/ 276 w 5237"/>
              <a:gd name="T39" fmla="*/ 1101 h 4408"/>
              <a:gd name="T40" fmla="*/ 0 w 5237"/>
              <a:gd name="T41" fmla="*/ 1928 h 4408"/>
              <a:gd name="T42" fmla="*/ 496 w 5237"/>
              <a:gd name="T43" fmla="*/ 1928 h 4408"/>
              <a:gd name="T44" fmla="*/ 0 w 5237"/>
              <a:gd name="T45" fmla="*/ 2507 h 4408"/>
              <a:gd name="T46" fmla="*/ 0 w 5237"/>
              <a:gd name="T47" fmla="*/ 2755 h 4408"/>
              <a:gd name="T48" fmla="*/ 827 w 5237"/>
              <a:gd name="T49" fmla="*/ 2755 h 4408"/>
              <a:gd name="T50" fmla="*/ 827 w 5237"/>
              <a:gd name="T51" fmla="*/ 2481 h 4408"/>
              <a:gd name="T52" fmla="*/ 331 w 5237"/>
              <a:gd name="T53" fmla="*/ 2481 h 4408"/>
              <a:gd name="T54" fmla="*/ 827 w 5237"/>
              <a:gd name="T55" fmla="*/ 1902 h 4408"/>
              <a:gd name="T56" fmla="*/ 827 w 5237"/>
              <a:gd name="T57" fmla="*/ 1654 h 4408"/>
              <a:gd name="T58" fmla="*/ 0 w 5237"/>
              <a:gd name="T59" fmla="*/ 1654 h 4408"/>
              <a:gd name="T60" fmla="*/ 0 w 5237"/>
              <a:gd name="T61" fmla="*/ 1928 h 4408"/>
              <a:gd name="T62" fmla="*/ 1380 w 5237"/>
              <a:gd name="T63" fmla="*/ 274 h 4408"/>
              <a:gd name="T64" fmla="*/ 1380 w 5237"/>
              <a:gd name="T65" fmla="*/ 827 h 4408"/>
              <a:gd name="T66" fmla="*/ 5237 w 5237"/>
              <a:gd name="T67" fmla="*/ 827 h 4408"/>
              <a:gd name="T68" fmla="*/ 5237 w 5237"/>
              <a:gd name="T69" fmla="*/ 274 h 4408"/>
              <a:gd name="T70" fmla="*/ 1380 w 5237"/>
              <a:gd name="T71" fmla="*/ 274 h 4408"/>
              <a:gd name="T72" fmla="*/ 1380 w 5237"/>
              <a:gd name="T73" fmla="*/ 4134 h 4408"/>
              <a:gd name="T74" fmla="*/ 5237 w 5237"/>
              <a:gd name="T75" fmla="*/ 4134 h 4408"/>
              <a:gd name="T76" fmla="*/ 5237 w 5237"/>
              <a:gd name="T77" fmla="*/ 3581 h 4408"/>
              <a:gd name="T78" fmla="*/ 1380 w 5237"/>
              <a:gd name="T79" fmla="*/ 3581 h 4408"/>
              <a:gd name="T80" fmla="*/ 1380 w 5237"/>
              <a:gd name="T81" fmla="*/ 4134 h 4408"/>
              <a:gd name="T82" fmla="*/ 1380 w 5237"/>
              <a:gd name="T83" fmla="*/ 2481 h 4408"/>
              <a:gd name="T84" fmla="*/ 5237 w 5237"/>
              <a:gd name="T85" fmla="*/ 2481 h 4408"/>
              <a:gd name="T86" fmla="*/ 5237 w 5237"/>
              <a:gd name="T87" fmla="*/ 1928 h 4408"/>
              <a:gd name="T88" fmla="*/ 1380 w 5237"/>
              <a:gd name="T89" fmla="*/ 1928 h 4408"/>
              <a:gd name="T90" fmla="*/ 1380 w 5237"/>
              <a:gd name="T91" fmla="*/ 2481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5237" h="4408">
                <a:moveTo>
                  <a:pt x="0" y="3581"/>
                </a:moveTo>
                <a:lnTo>
                  <a:pt x="553" y="3581"/>
                </a:lnTo>
                <a:lnTo>
                  <a:pt x="553" y="3721"/>
                </a:lnTo>
                <a:lnTo>
                  <a:pt x="276" y="3721"/>
                </a:lnTo>
                <a:lnTo>
                  <a:pt x="276" y="3995"/>
                </a:lnTo>
                <a:lnTo>
                  <a:pt x="553" y="3995"/>
                </a:lnTo>
                <a:lnTo>
                  <a:pt x="553" y="4134"/>
                </a:lnTo>
                <a:lnTo>
                  <a:pt x="0" y="4134"/>
                </a:lnTo>
                <a:lnTo>
                  <a:pt x="0" y="4408"/>
                </a:lnTo>
                <a:lnTo>
                  <a:pt x="827" y="4408"/>
                </a:lnTo>
                <a:lnTo>
                  <a:pt x="827" y="3307"/>
                </a:lnTo>
                <a:lnTo>
                  <a:pt x="0" y="3307"/>
                </a:lnTo>
                <a:lnTo>
                  <a:pt x="0" y="3581"/>
                </a:lnTo>
                <a:close/>
                <a:moveTo>
                  <a:pt x="276" y="1101"/>
                </a:moveTo>
                <a:lnTo>
                  <a:pt x="553" y="1101"/>
                </a:lnTo>
                <a:lnTo>
                  <a:pt x="553" y="0"/>
                </a:lnTo>
                <a:lnTo>
                  <a:pt x="0" y="0"/>
                </a:lnTo>
                <a:lnTo>
                  <a:pt x="0" y="274"/>
                </a:lnTo>
                <a:lnTo>
                  <a:pt x="276" y="274"/>
                </a:lnTo>
                <a:lnTo>
                  <a:pt x="276" y="1101"/>
                </a:lnTo>
                <a:close/>
                <a:moveTo>
                  <a:pt x="0" y="1928"/>
                </a:moveTo>
                <a:lnTo>
                  <a:pt x="496" y="1928"/>
                </a:lnTo>
                <a:lnTo>
                  <a:pt x="0" y="2507"/>
                </a:lnTo>
                <a:lnTo>
                  <a:pt x="0" y="2755"/>
                </a:lnTo>
                <a:lnTo>
                  <a:pt x="827" y="2755"/>
                </a:lnTo>
                <a:lnTo>
                  <a:pt x="827" y="2481"/>
                </a:lnTo>
                <a:lnTo>
                  <a:pt x="331" y="2481"/>
                </a:lnTo>
                <a:lnTo>
                  <a:pt x="827" y="1902"/>
                </a:lnTo>
                <a:lnTo>
                  <a:pt x="827" y="1654"/>
                </a:lnTo>
                <a:lnTo>
                  <a:pt x="0" y="1654"/>
                </a:lnTo>
                <a:lnTo>
                  <a:pt x="0" y="1928"/>
                </a:lnTo>
                <a:close/>
                <a:moveTo>
                  <a:pt x="1380" y="274"/>
                </a:moveTo>
                <a:lnTo>
                  <a:pt x="1380" y="827"/>
                </a:lnTo>
                <a:lnTo>
                  <a:pt x="5237" y="827"/>
                </a:lnTo>
                <a:lnTo>
                  <a:pt x="5237" y="274"/>
                </a:lnTo>
                <a:lnTo>
                  <a:pt x="1380" y="274"/>
                </a:lnTo>
                <a:close/>
                <a:moveTo>
                  <a:pt x="1380" y="4134"/>
                </a:moveTo>
                <a:lnTo>
                  <a:pt x="5237" y="4134"/>
                </a:lnTo>
                <a:lnTo>
                  <a:pt x="5237" y="3581"/>
                </a:lnTo>
                <a:lnTo>
                  <a:pt x="1380" y="3581"/>
                </a:lnTo>
                <a:lnTo>
                  <a:pt x="1380" y="4134"/>
                </a:lnTo>
                <a:close/>
                <a:moveTo>
                  <a:pt x="1380" y="2481"/>
                </a:moveTo>
                <a:lnTo>
                  <a:pt x="5237" y="2481"/>
                </a:lnTo>
                <a:lnTo>
                  <a:pt x="5237" y="1928"/>
                </a:lnTo>
                <a:lnTo>
                  <a:pt x="1380" y="1928"/>
                </a:lnTo>
                <a:lnTo>
                  <a:pt x="1380" y="24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98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Paint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48819" cy="914400"/>
          </a:xfrm>
          <a:custGeom>
            <a:avLst/>
            <a:gdLst>
              <a:gd name="T0" fmla="*/ 1555 w 2022"/>
              <a:gd name="T1" fmla="*/ 156 h 2178"/>
              <a:gd name="T2" fmla="*/ 1400 w 2022"/>
              <a:gd name="T3" fmla="*/ 0 h 2178"/>
              <a:gd name="T4" fmla="*/ 155 w 2022"/>
              <a:gd name="T5" fmla="*/ 0 h 2178"/>
              <a:gd name="T6" fmla="*/ 0 w 2022"/>
              <a:gd name="T7" fmla="*/ 156 h 2178"/>
              <a:gd name="T8" fmla="*/ 0 w 2022"/>
              <a:gd name="T9" fmla="*/ 622 h 2178"/>
              <a:gd name="T10" fmla="*/ 155 w 2022"/>
              <a:gd name="T11" fmla="*/ 778 h 2178"/>
              <a:gd name="T12" fmla="*/ 1400 w 2022"/>
              <a:gd name="T13" fmla="*/ 778 h 2178"/>
              <a:gd name="T14" fmla="*/ 1555 w 2022"/>
              <a:gd name="T15" fmla="*/ 622 h 2178"/>
              <a:gd name="T16" fmla="*/ 1555 w 2022"/>
              <a:gd name="T17" fmla="*/ 467 h 2178"/>
              <a:gd name="T18" fmla="*/ 1789 w 2022"/>
              <a:gd name="T19" fmla="*/ 467 h 2178"/>
              <a:gd name="T20" fmla="*/ 1789 w 2022"/>
              <a:gd name="T21" fmla="*/ 933 h 2178"/>
              <a:gd name="T22" fmla="*/ 622 w 2022"/>
              <a:gd name="T23" fmla="*/ 933 h 2178"/>
              <a:gd name="T24" fmla="*/ 622 w 2022"/>
              <a:gd name="T25" fmla="*/ 2178 h 2178"/>
              <a:gd name="T26" fmla="*/ 933 w 2022"/>
              <a:gd name="T27" fmla="*/ 2178 h 2178"/>
              <a:gd name="T28" fmla="*/ 933 w 2022"/>
              <a:gd name="T29" fmla="*/ 1167 h 2178"/>
              <a:gd name="T30" fmla="*/ 2022 w 2022"/>
              <a:gd name="T31" fmla="*/ 1167 h 2178"/>
              <a:gd name="T32" fmla="*/ 2022 w 2022"/>
              <a:gd name="T33" fmla="*/ 311 h 2178"/>
              <a:gd name="T34" fmla="*/ 1555 w 2022"/>
              <a:gd name="T35" fmla="*/ 311 h 2178"/>
              <a:gd name="T36" fmla="*/ 1555 w 2022"/>
              <a:gd name="T37" fmla="*/ 156 h 2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022" h="2178">
                <a:moveTo>
                  <a:pt x="1555" y="156"/>
                </a:moveTo>
                <a:cubicBezTo>
                  <a:pt x="1555" y="70"/>
                  <a:pt x="1485" y="0"/>
                  <a:pt x="1400" y="0"/>
                </a:cubicBezTo>
                <a:cubicBezTo>
                  <a:pt x="155" y="0"/>
                  <a:pt x="155" y="0"/>
                  <a:pt x="155" y="0"/>
                </a:cubicBezTo>
                <a:cubicBezTo>
                  <a:pt x="70" y="0"/>
                  <a:pt x="0" y="70"/>
                  <a:pt x="0" y="156"/>
                </a:cubicBezTo>
                <a:cubicBezTo>
                  <a:pt x="0" y="622"/>
                  <a:pt x="0" y="622"/>
                  <a:pt x="0" y="622"/>
                </a:cubicBezTo>
                <a:cubicBezTo>
                  <a:pt x="0" y="708"/>
                  <a:pt x="70" y="778"/>
                  <a:pt x="155" y="778"/>
                </a:cubicBezTo>
                <a:cubicBezTo>
                  <a:pt x="1400" y="778"/>
                  <a:pt x="1400" y="778"/>
                  <a:pt x="1400" y="778"/>
                </a:cubicBezTo>
                <a:cubicBezTo>
                  <a:pt x="1485" y="778"/>
                  <a:pt x="1555" y="708"/>
                  <a:pt x="1555" y="622"/>
                </a:cubicBezTo>
                <a:cubicBezTo>
                  <a:pt x="1555" y="467"/>
                  <a:pt x="1555" y="467"/>
                  <a:pt x="1555" y="467"/>
                </a:cubicBezTo>
                <a:cubicBezTo>
                  <a:pt x="1789" y="467"/>
                  <a:pt x="1789" y="467"/>
                  <a:pt x="1789" y="467"/>
                </a:cubicBezTo>
                <a:cubicBezTo>
                  <a:pt x="1789" y="933"/>
                  <a:pt x="1789" y="933"/>
                  <a:pt x="1789" y="933"/>
                </a:cubicBezTo>
                <a:cubicBezTo>
                  <a:pt x="622" y="933"/>
                  <a:pt x="622" y="933"/>
                  <a:pt x="622" y="933"/>
                </a:cubicBezTo>
                <a:cubicBezTo>
                  <a:pt x="622" y="2178"/>
                  <a:pt x="622" y="2178"/>
                  <a:pt x="622" y="2178"/>
                </a:cubicBezTo>
                <a:cubicBezTo>
                  <a:pt x="933" y="2178"/>
                  <a:pt x="933" y="2178"/>
                  <a:pt x="933" y="2178"/>
                </a:cubicBezTo>
                <a:cubicBezTo>
                  <a:pt x="933" y="1167"/>
                  <a:pt x="933" y="1167"/>
                  <a:pt x="933" y="1167"/>
                </a:cubicBezTo>
                <a:cubicBezTo>
                  <a:pt x="2022" y="1167"/>
                  <a:pt x="2022" y="1167"/>
                  <a:pt x="2022" y="1167"/>
                </a:cubicBezTo>
                <a:cubicBezTo>
                  <a:pt x="2022" y="311"/>
                  <a:pt x="2022" y="311"/>
                  <a:pt x="2022" y="311"/>
                </a:cubicBezTo>
                <a:cubicBezTo>
                  <a:pt x="1555" y="311"/>
                  <a:pt x="1555" y="311"/>
                  <a:pt x="1555" y="311"/>
                </a:cubicBezTo>
                <a:lnTo>
                  <a:pt x="1555" y="1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5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Quo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669"/>
          </a:xfrm>
          <a:custGeom>
            <a:avLst/>
            <a:gdLst>
              <a:gd name="T0" fmla="*/ 2572 w 4408"/>
              <a:gd name="T1" fmla="*/ 0 h 2939"/>
              <a:gd name="T2" fmla="*/ 2572 w 4408"/>
              <a:gd name="T3" fmla="*/ 1838 h 2939"/>
              <a:gd name="T4" fmla="*/ 3581 w 4408"/>
              <a:gd name="T5" fmla="*/ 1838 h 2939"/>
              <a:gd name="T6" fmla="*/ 2938 w 4408"/>
              <a:gd name="T7" fmla="*/ 2939 h 2939"/>
              <a:gd name="T8" fmla="*/ 3765 w 4408"/>
              <a:gd name="T9" fmla="*/ 2939 h 2939"/>
              <a:gd name="T10" fmla="*/ 4408 w 4408"/>
              <a:gd name="T11" fmla="*/ 1838 h 2939"/>
              <a:gd name="T12" fmla="*/ 4408 w 4408"/>
              <a:gd name="T13" fmla="*/ 0 h 2939"/>
              <a:gd name="T14" fmla="*/ 2572 w 4408"/>
              <a:gd name="T15" fmla="*/ 0 h 2939"/>
              <a:gd name="T16" fmla="*/ 0 w 4408"/>
              <a:gd name="T17" fmla="*/ 1838 h 2939"/>
              <a:gd name="T18" fmla="*/ 1009 w 4408"/>
              <a:gd name="T19" fmla="*/ 1838 h 2939"/>
              <a:gd name="T20" fmla="*/ 366 w 4408"/>
              <a:gd name="T21" fmla="*/ 2939 h 2939"/>
              <a:gd name="T22" fmla="*/ 1193 w 4408"/>
              <a:gd name="T23" fmla="*/ 2939 h 2939"/>
              <a:gd name="T24" fmla="*/ 1835 w 4408"/>
              <a:gd name="T25" fmla="*/ 1838 h 2939"/>
              <a:gd name="T26" fmla="*/ 1835 w 4408"/>
              <a:gd name="T27" fmla="*/ 0 h 2939"/>
              <a:gd name="T28" fmla="*/ 0 w 4408"/>
              <a:gd name="T29" fmla="*/ 0 h 2939"/>
              <a:gd name="T30" fmla="*/ 0 w 4408"/>
              <a:gd name="T31" fmla="*/ 1838 h 29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408" h="2939">
                <a:moveTo>
                  <a:pt x="2572" y="0"/>
                </a:moveTo>
                <a:lnTo>
                  <a:pt x="2572" y="1838"/>
                </a:lnTo>
                <a:lnTo>
                  <a:pt x="3581" y="1838"/>
                </a:lnTo>
                <a:lnTo>
                  <a:pt x="2938" y="2939"/>
                </a:lnTo>
                <a:lnTo>
                  <a:pt x="3765" y="2939"/>
                </a:lnTo>
                <a:lnTo>
                  <a:pt x="4408" y="1838"/>
                </a:lnTo>
                <a:lnTo>
                  <a:pt x="4408" y="0"/>
                </a:lnTo>
                <a:lnTo>
                  <a:pt x="2572" y="0"/>
                </a:lnTo>
                <a:close/>
                <a:moveTo>
                  <a:pt x="0" y="1838"/>
                </a:moveTo>
                <a:lnTo>
                  <a:pt x="1009" y="1838"/>
                </a:lnTo>
                <a:lnTo>
                  <a:pt x="366" y="2939"/>
                </a:lnTo>
                <a:lnTo>
                  <a:pt x="1193" y="2939"/>
                </a:lnTo>
                <a:lnTo>
                  <a:pt x="1835" y="1838"/>
                </a:lnTo>
                <a:lnTo>
                  <a:pt x="1835" y="0"/>
                </a:lnTo>
                <a:lnTo>
                  <a:pt x="0" y="0"/>
                </a:lnTo>
                <a:lnTo>
                  <a:pt x="0" y="183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3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Shape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6062 w 6062"/>
              <a:gd name="T1" fmla="*/ 0 h 6061"/>
              <a:gd name="T2" fmla="*/ 4408 w 6062"/>
              <a:gd name="T3" fmla="*/ 550 h 6061"/>
              <a:gd name="T4" fmla="*/ 1654 w 6062"/>
              <a:gd name="T5" fmla="*/ 0 h 6061"/>
              <a:gd name="T6" fmla="*/ 0 w 6062"/>
              <a:gd name="T7" fmla="*/ 1653 h 6061"/>
              <a:gd name="T8" fmla="*/ 550 w 6062"/>
              <a:gd name="T9" fmla="*/ 4407 h 6061"/>
              <a:gd name="T10" fmla="*/ 0 w 6062"/>
              <a:gd name="T11" fmla="*/ 6061 h 6061"/>
              <a:gd name="T12" fmla="*/ 1654 w 6062"/>
              <a:gd name="T13" fmla="*/ 5511 h 6061"/>
              <a:gd name="T14" fmla="*/ 4408 w 6062"/>
              <a:gd name="T15" fmla="*/ 6061 h 6061"/>
              <a:gd name="T16" fmla="*/ 6062 w 6062"/>
              <a:gd name="T17" fmla="*/ 4407 h 6061"/>
              <a:gd name="T18" fmla="*/ 5511 w 6062"/>
              <a:gd name="T19" fmla="*/ 1653 h 6061"/>
              <a:gd name="T20" fmla="*/ 550 w 6062"/>
              <a:gd name="T21" fmla="*/ 550 h 6061"/>
              <a:gd name="T22" fmla="*/ 1101 w 6062"/>
              <a:gd name="T23" fmla="*/ 1100 h 6061"/>
              <a:gd name="T24" fmla="*/ 550 w 6062"/>
              <a:gd name="T25" fmla="*/ 550 h 6061"/>
              <a:gd name="T26" fmla="*/ 550 w 6062"/>
              <a:gd name="T27" fmla="*/ 5511 h 6061"/>
              <a:gd name="T28" fmla="*/ 1101 w 6062"/>
              <a:gd name="T29" fmla="*/ 4960 h 6061"/>
              <a:gd name="T30" fmla="*/ 4408 w 6062"/>
              <a:gd name="T31" fmla="*/ 4960 h 6061"/>
              <a:gd name="T32" fmla="*/ 1654 w 6062"/>
              <a:gd name="T33" fmla="*/ 4407 h 6061"/>
              <a:gd name="T34" fmla="*/ 1101 w 6062"/>
              <a:gd name="T35" fmla="*/ 1653 h 6061"/>
              <a:gd name="T36" fmla="*/ 1654 w 6062"/>
              <a:gd name="T37" fmla="*/ 1100 h 6061"/>
              <a:gd name="T38" fmla="*/ 4408 w 6062"/>
              <a:gd name="T39" fmla="*/ 1653 h 6061"/>
              <a:gd name="T40" fmla="*/ 4961 w 6062"/>
              <a:gd name="T41" fmla="*/ 4407 h 6061"/>
              <a:gd name="T42" fmla="*/ 4408 w 6062"/>
              <a:gd name="T43" fmla="*/ 4960 h 6061"/>
              <a:gd name="T44" fmla="*/ 4961 w 6062"/>
              <a:gd name="T45" fmla="*/ 5511 h 6061"/>
              <a:gd name="T46" fmla="*/ 5511 w 6062"/>
              <a:gd name="T47" fmla="*/ 4960 h 6061"/>
              <a:gd name="T48" fmla="*/ 4961 w 6062"/>
              <a:gd name="T49" fmla="*/ 1100 h 6061"/>
              <a:gd name="T50" fmla="*/ 5511 w 6062"/>
              <a:gd name="T51" fmla="*/ 550 h 6061"/>
              <a:gd name="T52" fmla="*/ 4961 w 6062"/>
              <a:gd name="T53" fmla="*/ 1100 h 6061"/>
              <a:gd name="T54" fmla="*/ 2547 w 6062"/>
              <a:gd name="T55" fmla="*/ 3581 h 6061"/>
              <a:gd name="T56" fmla="*/ 1899 w 6062"/>
              <a:gd name="T57" fmla="*/ 4133 h 6061"/>
              <a:gd name="T58" fmla="*/ 3220 w 6062"/>
              <a:gd name="T59" fmla="*/ 1653 h 6061"/>
              <a:gd name="T60" fmla="*/ 3711 w 6062"/>
              <a:gd name="T61" fmla="*/ 4133 h 6061"/>
              <a:gd name="T62" fmla="*/ 2669 w 6062"/>
              <a:gd name="T63" fmla="*/ 3233 h 6061"/>
              <a:gd name="T64" fmla="*/ 3031 w 6062"/>
              <a:gd name="T65" fmla="*/ 2180 h 60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062" h="6061">
                <a:moveTo>
                  <a:pt x="6062" y="1653"/>
                </a:moveTo>
                <a:lnTo>
                  <a:pt x="6062" y="0"/>
                </a:lnTo>
                <a:lnTo>
                  <a:pt x="4408" y="0"/>
                </a:lnTo>
                <a:lnTo>
                  <a:pt x="4408" y="550"/>
                </a:lnTo>
                <a:lnTo>
                  <a:pt x="1654" y="550"/>
                </a:lnTo>
                <a:lnTo>
                  <a:pt x="1654" y="0"/>
                </a:lnTo>
                <a:lnTo>
                  <a:pt x="0" y="0"/>
                </a:lnTo>
                <a:lnTo>
                  <a:pt x="0" y="1653"/>
                </a:lnTo>
                <a:lnTo>
                  <a:pt x="550" y="1653"/>
                </a:lnTo>
                <a:lnTo>
                  <a:pt x="550" y="4407"/>
                </a:lnTo>
                <a:lnTo>
                  <a:pt x="0" y="4407"/>
                </a:lnTo>
                <a:lnTo>
                  <a:pt x="0" y="6061"/>
                </a:lnTo>
                <a:lnTo>
                  <a:pt x="1654" y="6061"/>
                </a:lnTo>
                <a:lnTo>
                  <a:pt x="1654" y="5511"/>
                </a:lnTo>
                <a:lnTo>
                  <a:pt x="4408" y="5511"/>
                </a:lnTo>
                <a:lnTo>
                  <a:pt x="4408" y="6061"/>
                </a:lnTo>
                <a:lnTo>
                  <a:pt x="6062" y="6061"/>
                </a:lnTo>
                <a:lnTo>
                  <a:pt x="6062" y="4407"/>
                </a:lnTo>
                <a:lnTo>
                  <a:pt x="5511" y="4407"/>
                </a:lnTo>
                <a:lnTo>
                  <a:pt x="5511" y="1653"/>
                </a:lnTo>
                <a:lnTo>
                  <a:pt x="6062" y="1653"/>
                </a:lnTo>
                <a:close/>
                <a:moveTo>
                  <a:pt x="550" y="550"/>
                </a:moveTo>
                <a:lnTo>
                  <a:pt x="1101" y="550"/>
                </a:lnTo>
                <a:lnTo>
                  <a:pt x="1101" y="1100"/>
                </a:lnTo>
                <a:lnTo>
                  <a:pt x="550" y="1100"/>
                </a:lnTo>
                <a:lnTo>
                  <a:pt x="550" y="550"/>
                </a:lnTo>
                <a:close/>
                <a:moveTo>
                  <a:pt x="1101" y="5511"/>
                </a:moveTo>
                <a:lnTo>
                  <a:pt x="550" y="5511"/>
                </a:lnTo>
                <a:lnTo>
                  <a:pt x="550" y="4960"/>
                </a:lnTo>
                <a:lnTo>
                  <a:pt x="1101" y="4960"/>
                </a:lnTo>
                <a:lnTo>
                  <a:pt x="1101" y="5511"/>
                </a:lnTo>
                <a:close/>
                <a:moveTo>
                  <a:pt x="4408" y="4960"/>
                </a:moveTo>
                <a:lnTo>
                  <a:pt x="1654" y="4960"/>
                </a:lnTo>
                <a:lnTo>
                  <a:pt x="1654" y="4407"/>
                </a:lnTo>
                <a:lnTo>
                  <a:pt x="1101" y="4407"/>
                </a:lnTo>
                <a:lnTo>
                  <a:pt x="1101" y="1653"/>
                </a:lnTo>
                <a:lnTo>
                  <a:pt x="1654" y="1653"/>
                </a:lnTo>
                <a:lnTo>
                  <a:pt x="1654" y="1100"/>
                </a:lnTo>
                <a:lnTo>
                  <a:pt x="4408" y="1100"/>
                </a:lnTo>
                <a:lnTo>
                  <a:pt x="4408" y="1653"/>
                </a:lnTo>
                <a:lnTo>
                  <a:pt x="4961" y="1653"/>
                </a:lnTo>
                <a:lnTo>
                  <a:pt x="4961" y="4407"/>
                </a:lnTo>
                <a:lnTo>
                  <a:pt x="4408" y="4407"/>
                </a:lnTo>
                <a:lnTo>
                  <a:pt x="4408" y="4960"/>
                </a:lnTo>
                <a:close/>
                <a:moveTo>
                  <a:pt x="5511" y="5511"/>
                </a:moveTo>
                <a:lnTo>
                  <a:pt x="4961" y="5511"/>
                </a:lnTo>
                <a:lnTo>
                  <a:pt x="4961" y="4960"/>
                </a:lnTo>
                <a:lnTo>
                  <a:pt x="5511" y="4960"/>
                </a:lnTo>
                <a:lnTo>
                  <a:pt x="5511" y="5511"/>
                </a:lnTo>
                <a:close/>
                <a:moveTo>
                  <a:pt x="4961" y="1100"/>
                </a:moveTo>
                <a:lnTo>
                  <a:pt x="4961" y="550"/>
                </a:lnTo>
                <a:lnTo>
                  <a:pt x="5511" y="550"/>
                </a:lnTo>
                <a:lnTo>
                  <a:pt x="5511" y="1100"/>
                </a:lnTo>
                <a:lnTo>
                  <a:pt x="4961" y="1100"/>
                </a:lnTo>
                <a:close/>
                <a:moveTo>
                  <a:pt x="3508" y="3581"/>
                </a:moveTo>
                <a:lnTo>
                  <a:pt x="2547" y="3581"/>
                </a:lnTo>
                <a:lnTo>
                  <a:pt x="2343" y="4133"/>
                </a:lnTo>
                <a:lnTo>
                  <a:pt x="1899" y="4133"/>
                </a:lnTo>
                <a:lnTo>
                  <a:pt x="2835" y="1653"/>
                </a:lnTo>
                <a:lnTo>
                  <a:pt x="3220" y="1653"/>
                </a:lnTo>
                <a:lnTo>
                  <a:pt x="4160" y="4133"/>
                </a:lnTo>
                <a:lnTo>
                  <a:pt x="3711" y="4133"/>
                </a:lnTo>
                <a:lnTo>
                  <a:pt x="3508" y="3581"/>
                </a:lnTo>
                <a:close/>
                <a:moveTo>
                  <a:pt x="2669" y="3233"/>
                </a:moveTo>
                <a:lnTo>
                  <a:pt x="3390" y="3233"/>
                </a:lnTo>
                <a:lnTo>
                  <a:pt x="3031" y="2180"/>
                </a:lnTo>
                <a:lnTo>
                  <a:pt x="2669" y="32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086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Siz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21674"/>
          </a:xfrm>
          <a:custGeom>
            <a:avLst/>
            <a:gdLst>
              <a:gd name="T0" fmla="*/ 1654 w 5238"/>
              <a:gd name="T1" fmla="*/ 0 h 4134"/>
              <a:gd name="T2" fmla="*/ 1654 w 5238"/>
              <a:gd name="T3" fmla="*/ 827 h 4134"/>
              <a:gd name="T4" fmla="*/ 3031 w 5238"/>
              <a:gd name="T5" fmla="*/ 827 h 4134"/>
              <a:gd name="T6" fmla="*/ 3031 w 5238"/>
              <a:gd name="T7" fmla="*/ 4134 h 4134"/>
              <a:gd name="T8" fmla="*/ 3858 w 5238"/>
              <a:gd name="T9" fmla="*/ 4134 h 4134"/>
              <a:gd name="T10" fmla="*/ 3858 w 5238"/>
              <a:gd name="T11" fmla="*/ 827 h 4134"/>
              <a:gd name="T12" fmla="*/ 5238 w 5238"/>
              <a:gd name="T13" fmla="*/ 827 h 4134"/>
              <a:gd name="T14" fmla="*/ 5238 w 5238"/>
              <a:gd name="T15" fmla="*/ 0 h 4134"/>
              <a:gd name="T16" fmla="*/ 1654 w 5238"/>
              <a:gd name="T17" fmla="*/ 0 h 4134"/>
              <a:gd name="T18" fmla="*/ 0 w 5238"/>
              <a:gd name="T19" fmla="*/ 2204 h 4134"/>
              <a:gd name="T20" fmla="*/ 827 w 5238"/>
              <a:gd name="T21" fmla="*/ 2204 h 4134"/>
              <a:gd name="T22" fmla="*/ 827 w 5238"/>
              <a:gd name="T23" fmla="*/ 4134 h 4134"/>
              <a:gd name="T24" fmla="*/ 1654 w 5238"/>
              <a:gd name="T25" fmla="*/ 4134 h 4134"/>
              <a:gd name="T26" fmla="*/ 1654 w 5238"/>
              <a:gd name="T27" fmla="*/ 2204 h 4134"/>
              <a:gd name="T28" fmla="*/ 2481 w 5238"/>
              <a:gd name="T29" fmla="*/ 2204 h 4134"/>
              <a:gd name="T30" fmla="*/ 2481 w 5238"/>
              <a:gd name="T31" fmla="*/ 1377 h 4134"/>
              <a:gd name="T32" fmla="*/ 0 w 5238"/>
              <a:gd name="T33" fmla="*/ 1377 h 4134"/>
              <a:gd name="T34" fmla="*/ 0 w 5238"/>
              <a:gd name="T35" fmla="*/ 2204 h 4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238" h="4134">
                <a:moveTo>
                  <a:pt x="1654" y="0"/>
                </a:moveTo>
                <a:lnTo>
                  <a:pt x="1654" y="827"/>
                </a:lnTo>
                <a:lnTo>
                  <a:pt x="3031" y="827"/>
                </a:lnTo>
                <a:lnTo>
                  <a:pt x="3031" y="4134"/>
                </a:lnTo>
                <a:lnTo>
                  <a:pt x="3858" y="4134"/>
                </a:lnTo>
                <a:lnTo>
                  <a:pt x="3858" y="827"/>
                </a:lnTo>
                <a:lnTo>
                  <a:pt x="5238" y="827"/>
                </a:lnTo>
                <a:lnTo>
                  <a:pt x="5238" y="0"/>
                </a:lnTo>
                <a:lnTo>
                  <a:pt x="1654" y="0"/>
                </a:lnTo>
                <a:close/>
                <a:moveTo>
                  <a:pt x="0" y="2204"/>
                </a:moveTo>
                <a:lnTo>
                  <a:pt x="827" y="2204"/>
                </a:lnTo>
                <a:lnTo>
                  <a:pt x="827" y="4134"/>
                </a:lnTo>
                <a:lnTo>
                  <a:pt x="1654" y="4134"/>
                </a:lnTo>
                <a:lnTo>
                  <a:pt x="1654" y="2204"/>
                </a:lnTo>
                <a:lnTo>
                  <a:pt x="2481" y="2204"/>
                </a:lnTo>
                <a:lnTo>
                  <a:pt x="2481" y="1377"/>
                </a:lnTo>
                <a:lnTo>
                  <a:pt x="0" y="1377"/>
                </a:lnTo>
                <a:lnTo>
                  <a:pt x="0" y="22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26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Strikethrough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61969"/>
          </a:xfrm>
          <a:custGeom>
            <a:avLst/>
            <a:gdLst>
              <a:gd name="T0" fmla="*/ 1930 w 4961"/>
              <a:gd name="T1" fmla="*/ 4134 h 4134"/>
              <a:gd name="T2" fmla="*/ 3031 w 4961"/>
              <a:gd name="T3" fmla="*/ 4134 h 4134"/>
              <a:gd name="T4" fmla="*/ 3031 w 4961"/>
              <a:gd name="T5" fmla="*/ 3307 h 4134"/>
              <a:gd name="T6" fmla="*/ 1930 w 4961"/>
              <a:gd name="T7" fmla="*/ 3307 h 4134"/>
              <a:gd name="T8" fmla="*/ 1930 w 4961"/>
              <a:gd name="T9" fmla="*/ 4134 h 4134"/>
              <a:gd name="T10" fmla="*/ 551 w 4961"/>
              <a:gd name="T11" fmla="*/ 0 h 4134"/>
              <a:gd name="T12" fmla="*/ 551 w 4961"/>
              <a:gd name="T13" fmla="*/ 827 h 4134"/>
              <a:gd name="T14" fmla="*/ 1930 w 4961"/>
              <a:gd name="T15" fmla="*/ 827 h 4134"/>
              <a:gd name="T16" fmla="*/ 1930 w 4961"/>
              <a:gd name="T17" fmla="*/ 1654 h 4134"/>
              <a:gd name="T18" fmla="*/ 3031 w 4961"/>
              <a:gd name="T19" fmla="*/ 1654 h 4134"/>
              <a:gd name="T20" fmla="*/ 3031 w 4961"/>
              <a:gd name="T21" fmla="*/ 827 h 4134"/>
              <a:gd name="T22" fmla="*/ 4411 w 4961"/>
              <a:gd name="T23" fmla="*/ 827 h 4134"/>
              <a:gd name="T24" fmla="*/ 4411 w 4961"/>
              <a:gd name="T25" fmla="*/ 0 h 4134"/>
              <a:gd name="T26" fmla="*/ 551 w 4961"/>
              <a:gd name="T27" fmla="*/ 0 h 4134"/>
              <a:gd name="T28" fmla="*/ 0 w 4961"/>
              <a:gd name="T29" fmla="*/ 2755 h 4134"/>
              <a:gd name="T30" fmla="*/ 4961 w 4961"/>
              <a:gd name="T31" fmla="*/ 2755 h 4134"/>
              <a:gd name="T32" fmla="*/ 4961 w 4961"/>
              <a:gd name="T33" fmla="*/ 2204 h 4134"/>
              <a:gd name="T34" fmla="*/ 0 w 4961"/>
              <a:gd name="T35" fmla="*/ 2204 h 4134"/>
              <a:gd name="T36" fmla="*/ 0 w 4961"/>
              <a:gd name="T37" fmla="*/ 2755 h 4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961" h="4134">
                <a:moveTo>
                  <a:pt x="1930" y="4134"/>
                </a:moveTo>
                <a:lnTo>
                  <a:pt x="3031" y="4134"/>
                </a:lnTo>
                <a:lnTo>
                  <a:pt x="3031" y="3307"/>
                </a:lnTo>
                <a:lnTo>
                  <a:pt x="1930" y="3307"/>
                </a:lnTo>
                <a:lnTo>
                  <a:pt x="1930" y="4134"/>
                </a:lnTo>
                <a:close/>
                <a:moveTo>
                  <a:pt x="551" y="0"/>
                </a:moveTo>
                <a:lnTo>
                  <a:pt x="551" y="827"/>
                </a:lnTo>
                <a:lnTo>
                  <a:pt x="1930" y="827"/>
                </a:lnTo>
                <a:lnTo>
                  <a:pt x="1930" y="1654"/>
                </a:lnTo>
                <a:lnTo>
                  <a:pt x="3031" y="1654"/>
                </a:lnTo>
                <a:lnTo>
                  <a:pt x="3031" y="827"/>
                </a:lnTo>
                <a:lnTo>
                  <a:pt x="4411" y="827"/>
                </a:lnTo>
                <a:lnTo>
                  <a:pt x="4411" y="0"/>
                </a:lnTo>
                <a:lnTo>
                  <a:pt x="551" y="0"/>
                </a:lnTo>
                <a:close/>
                <a:moveTo>
                  <a:pt x="0" y="2755"/>
                </a:moveTo>
                <a:lnTo>
                  <a:pt x="4961" y="2755"/>
                </a:lnTo>
                <a:lnTo>
                  <a:pt x="4961" y="2204"/>
                </a:lnTo>
                <a:lnTo>
                  <a:pt x="0" y="2204"/>
                </a:lnTo>
                <a:lnTo>
                  <a:pt x="0" y="275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Text Direction I To 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454" cy="914400"/>
          </a:xfrm>
          <a:custGeom>
            <a:avLst/>
            <a:gdLst>
              <a:gd name="T0" fmla="*/ 467 w 1867"/>
              <a:gd name="T1" fmla="*/ 934 h 2334"/>
              <a:gd name="T2" fmla="*/ 467 w 1867"/>
              <a:gd name="T3" fmla="*/ 1517 h 2334"/>
              <a:gd name="T4" fmla="*/ 700 w 1867"/>
              <a:gd name="T5" fmla="*/ 1517 h 2334"/>
              <a:gd name="T6" fmla="*/ 700 w 1867"/>
              <a:gd name="T7" fmla="*/ 234 h 2334"/>
              <a:gd name="T8" fmla="*/ 934 w 1867"/>
              <a:gd name="T9" fmla="*/ 234 h 2334"/>
              <a:gd name="T10" fmla="*/ 934 w 1867"/>
              <a:gd name="T11" fmla="*/ 1517 h 2334"/>
              <a:gd name="T12" fmla="*/ 1167 w 1867"/>
              <a:gd name="T13" fmla="*/ 1517 h 2334"/>
              <a:gd name="T14" fmla="*/ 1167 w 1867"/>
              <a:gd name="T15" fmla="*/ 234 h 2334"/>
              <a:gd name="T16" fmla="*/ 1400 w 1867"/>
              <a:gd name="T17" fmla="*/ 234 h 2334"/>
              <a:gd name="T18" fmla="*/ 1400 w 1867"/>
              <a:gd name="T19" fmla="*/ 0 h 2334"/>
              <a:gd name="T20" fmla="*/ 467 w 1867"/>
              <a:gd name="T21" fmla="*/ 0 h 2334"/>
              <a:gd name="T22" fmla="*/ 0 w 1867"/>
              <a:gd name="T23" fmla="*/ 467 h 2334"/>
              <a:gd name="T24" fmla="*/ 467 w 1867"/>
              <a:gd name="T25" fmla="*/ 934 h 2334"/>
              <a:gd name="T26" fmla="*/ 1867 w 1867"/>
              <a:gd name="T27" fmla="*/ 1867 h 2334"/>
              <a:gd name="T28" fmla="*/ 1400 w 1867"/>
              <a:gd name="T29" fmla="*/ 1400 h 2334"/>
              <a:gd name="T30" fmla="*/ 1400 w 1867"/>
              <a:gd name="T31" fmla="*/ 1750 h 2334"/>
              <a:gd name="T32" fmla="*/ 0 w 1867"/>
              <a:gd name="T33" fmla="*/ 1750 h 2334"/>
              <a:gd name="T34" fmla="*/ 0 w 1867"/>
              <a:gd name="T35" fmla="*/ 1984 h 2334"/>
              <a:gd name="T36" fmla="*/ 1400 w 1867"/>
              <a:gd name="T37" fmla="*/ 1984 h 2334"/>
              <a:gd name="T38" fmla="*/ 1400 w 1867"/>
              <a:gd name="T39" fmla="*/ 2334 h 2334"/>
              <a:gd name="T40" fmla="*/ 1867 w 1867"/>
              <a:gd name="T41" fmla="*/ 186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867" h="2334">
                <a:moveTo>
                  <a:pt x="467" y="934"/>
                </a:moveTo>
                <a:cubicBezTo>
                  <a:pt x="467" y="1517"/>
                  <a:pt x="467" y="1517"/>
                  <a:pt x="467" y="1517"/>
                </a:cubicBezTo>
                <a:cubicBezTo>
                  <a:pt x="700" y="1517"/>
                  <a:pt x="700" y="1517"/>
                  <a:pt x="700" y="1517"/>
                </a:cubicBezTo>
                <a:cubicBezTo>
                  <a:pt x="700" y="234"/>
                  <a:pt x="700" y="234"/>
                  <a:pt x="700" y="234"/>
                </a:cubicBezTo>
                <a:cubicBezTo>
                  <a:pt x="934" y="234"/>
                  <a:pt x="934" y="234"/>
                  <a:pt x="934" y="234"/>
                </a:cubicBezTo>
                <a:cubicBezTo>
                  <a:pt x="934" y="1517"/>
                  <a:pt x="934" y="1517"/>
                  <a:pt x="934" y="1517"/>
                </a:cubicBezTo>
                <a:cubicBezTo>
                  <a:pt x="1167" y="1517"/>
                  <a:pt x="1167" y="1517"/>
                  <a:pt x="1167" y="1517"/>
                </a:cubicBezTo>
                <a:cubicBezTo>
                  <a:pt x="1167" y="234"/>
                  <a:pt x="1167" y="234"/>
                  <a:pt x="1167" y="234"/>
                </a:cubicBezTo>
                <a:cubicBezTo>
                  <a:pt x="1400" y="234"/>
                  <a:pt x="1400" y="234"/>
                  <a:pt x="1400" y="234"/>
                </a:cubicBezTo>
                <a:cubicBezTo>
                  <a:pt x="1400" y="0"/>
                  <a:pt x="1400" y="0"/>
                  <a:pt x="1400" y="0"/>
                </a:cubicBezTo>
                <a:cubicBezTo>
                  <a:pt x="467" y="0"/>
                  <a:pt x="467" y="0"/>
                  <a:pt x="467" y="0"/>
                </a:cubicBezTo>
                <a:cubicBezTo>
                  <a:pt x="209" y="0"/>
                  <a:pt x="0" y="209"/>
                  <a:pt x="0" y="467"/>
                </a:cubicBezTo>
                <a:cubicBezTo>
                  <a:pt x="0" y="725"/>
                  <a:pt x="209" y="934"/>
                  <a:pt x="467" y="934"/>
                </a:cubicBezTo>
                <a:close/>
                <a:moveTo>
                  <a:pt x="1867" y="1867"/>
                </a:moveTo>
                <a:cubicBezTo>
                  <a:pt x="1400" y="1400"/>
                  <a:pt x="1400" y="1400"/>
                  <a:pt x="1400" y="1400"/>
                </a:cubicBezTo>
                <a:cubicBezTo>
                  <a:pt x="1400" y="1750"/>
                  <a:pt x="1400" y="1750"/>
                  <a:pt x="1400" y="1750"/>
                </a:cubicBezTo>
                <a:cubicBezTo>
                  <a:pt x="0" y="1750"/>
                  <a:pt x="0" y="1750"/>
                  <a:pt x="0" y="1750"/>
                </a:cubicBezTo>
                <a:cubicBezTo>
                  <a:pt x="0" y="1984"/>
                  <a:pt x="0" y="1984"/>
                  <a:pt x="0" y="1984"/>
                </a:cubicBezTo>
                <a:cubicBezTo>
                  <a:pt x="1400" y="1984"/>
                  <a:pt x="1400" y="1984"/>
                  <a:pt x="1400" y="1984"/>
                </a:cubicBezTo>
                <a:cubicBezTo>
                  <a:pt x="1400" y="2334"/>
                  <a:pt x="1400" y="2334"/>
                  <a:pt x="1400" y="2334"/>
                </a:cubicBezTo>
                <a:lnTo>
                  <a:pt x="1867" y="18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98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Text Direction R To I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122" cy="914400"/>
          </a:xfrm>
          <a:custGeom>
            <a:avLst/>
            <a:gdLst>
              <a:gd name="T0" fmla="*/ 700 w 1866"/>
              <a:gd name="T1" fmla="*/ 934 h 2334"/>
              <a:gd name="T2" fmla="*/ 700 w 1866"/>
              <a:gd name="T3" fmla="*/ 1517 h 2334"/>
              <a:gd name="T4" fmla="*/ 933 w 1866"/>
              <a:gd name="T5" fmla="*/ 1517 h 2334"/>
              <a:gd name="T6" fmla="*/ 933 w 1866"/>
              <a:gd name="T7" fmla="*/ 234 h 2334"/>
              <a:gd name="T8" fmla="*/ 1166 w 1866"/>
              <a:gd name="T9" fmla="*/ 234 h 2334"/>
              <a:gd name="T10" fmla="*/ 1166 w 1866"/>
              <a:gd name="T11" fmla="*/ 1517 h 2334"/>
              <a:gd name="T12" fmla="*/ 1400 w 1866"/>
              <a:gd name="T13" fmla="*/ 1517 h 2334"/>
              <a:gd name="T14" fmla="*/ 1400 w 1866"/>
              <a:gd name="T15" fmla="*/ 234 h 2334"/>
              <a:gd name="T16" fmla="*/ 1633 w 1866"/>
              <a:gd name="T17" fmla="*/ 234 h 2334"/>
              <a:gd name="T18" fmla="*/ 1633 w 1866"/>
              <a:gd name="T19" fmla="*/ 0 h 2334"/>
              <a:gd name="T20" fmla="*/ 700 w 1866"/>
              <a:gd name="T21" fmla="*/ 0 h 2334"/>
              <a:gd name="T22" fmla="*/ 233 w 1866"/>
              <a:gd name="T23" fmla="*/ 467 h 2334"/>
              <a:gd name="T24" fmla="*/ 700 w 1866"/>
              <a:gd name="T25" fmla="*/ 934 h 2334"/>
              <a:gd name="T26" fmla="*/ 466 w 1866"/>
              <a:gd name="T27" fmla="*/ 1750 h 2334"/>
              <a:gd name="T28" fmla="*/ 466 w 1866"/>
              <a:gd name="T29" fmla="*/ 1400 h 2334"/>
              <a:gd name="T30" fmla="*/ 0 w 1866"/>
              <a:gd name="T31" fmla="*/ 1867 h 2334"/>
              <a:gd name="T32" fmla="*/ 466 w 1866"/>
              <a:gd name="T33" fmla="*/ 2334 h 2334"/>
              <a:gd name="T34" fmla="*/ 466 w 1866"/>
              <a:gd name="T35" fmla="*/ 1984 h 2334"/>
              <a:gd name="T36" fmla="*/ 1866 w 1866"/>
              <a:gd name="T37" fmla="*/ 1984 h 2334"/>
              <a:gd name="T38" fmla="*/ 1866 w 1866"/>
              <a:gd name="T39" fmla="*/ 1750 h 2334"/>
              <a:gd name="T40" fmla="*/ 466 w 1866"/>
              <a:gd name="T41" fmla="*/ 175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866" h="2334">
                <a:moveTo>
                  <a:pt x="700" y="934"/>
                </a:moveTo>
                <a:cubicBezTo>
                  <a:pt x="700" y="1517"/>
                  <a:pt x="700" y="1517"/>
                  <a:pt x="700" y="1517"/>
                </a:cubicBezTo>
                <a:cubicBezTo>
                  <a:pt x="933" y="1517"/>
                  <a:pt x="933" y="1517"/>
                  <a:pt x="933" y="1517"/>
                </a:cubicBezTo>
                <a:cubicBezTo>
                  <a:pt x="933" y="234"/>
                  <a:pt x="933" y="234"/>
                  <a:pt x="933" y="234"/>
                </a:cubicBezTo>
                <a:cubicBezTo>
                  <a:pt x="1166" y="234"/>
                  <a:pt x="1166" y="234"/>
                  <a:pt x="1166" y="234"/>
                </a:cubicBezTo>
                <a:cubicBezTo>
                  <a:pt x="1166" y="1517"/>
                  <a:pt x="1166" y="1517"/>
                  <a:pt x="1166" y="1517"/>
                </a:cubicBezTo>
                <a:cubicBezTo>
                  <a:pt x="1400" y="1517"/>
                  <a:pt x="1400" y="1517"/>
                  <a:pt x="1400" y="1517"/>
                </a:cubicBezTo>
                <a:cubicBezTo>
                  <a:pt x="1400" y="234"/>
                  <a:pt x="1400" y="234"/>
                  <a:pt x="1400" y="234"/>
                </a:cubicBezTo>
                <a:cubicBezTo>
                  <a:pt x="1633" y="234"/>
                  <a:pt x="1633" y="234"/>
                  <a:pt x="1633" y="234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700" y="0"/>
                  <a:pt x="700" y="0"/>
                  <a:pt x="700" y="0"/>
                </a:cubicBezTo>
                <a:cubicBezTo>
                  <a:pt x="442" y="0"/>
                  <a:pt x="233" y="209"/>
                  <a:pt x="233" y="467"/>
                </a:cubicBezTo>
                <a:cubicBezTo>
                  <a:pt x="233" y="725"/>
                  <a:pt x="442" y="934"/>
                  <a:pt x="700" y="934"/>
                </a:cubicBezTo>
                <a:close/>
                <a:moveTo>
                  <a:pt x="466" y="1750"/>
                </a:moveTo>
                <a:cubicBezTo>
                  <a:pt x="466" y="1400"/>
                  <a:pt x="466" y="1400"/>
                  <a:pt x="466" y="1400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466" y="2334"/>
                  <a:pt x="466" y="2334"/>
                  <a:pt x="466" y="2334"/>
                </a:cubicBezTo>
                <a:cubicBezTo>
                  <a:pt x="466" y="1984"/>
                  <a:pt x="466" y="1984"/>
                  <a:pt x="466" y="1984"/>
                </a:cubicBezTo>
                <a:cubicBezTo>
                  <a:pt x="1866" y="1984"/>
                  <a:pt x="1866" y="1984"/>
                  <a:pt x="1866" y="1984"/>
                </a:cubicBezTo>
                <a:cubicBezTo>
                  <a:pt x="1866" y="1750"/>
                  <a:pt x="1866" y="1750"/>
                  <a:pt x="1866" y="1750"/>
                </a:cubicBezTo>
                <a:lnTo>
                  <a:pt x="466" y="17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64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rmat Underlin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11466" cy="914400"/>
          </a:xfrm>
          <a:custGeom>
            <a:avLst/>
            <a:gdLst>
              <a:gd name="T0" fmla="*/ 817 w 1634"/>
              <a:gd name="T1" fmla="*/ 1633 h 2100"/>
              <a:gd name="T2" fmla="*/ 1517 w 1634"/>
              <a:gd name="T3" fmla="*/ 933 h 2100"/>
              <a:gd name="T4" fmla="*/ 1517 w 1634"/>
              <a:gd name="T5" fmla="*/ 0 h 2100"/>
              <a:gd name="T6" fmla="*/ 1225 w 1634"/>
              <a:gd name="T7" fmla="*/ 0 h 2100"/>
              <a:gd name="T8" fmla="*/ 1225 w 1634"/>
              <a:gd name="T9" fmla="*/ 933 h 2100"/>
              <a:gd name="T10" fmla="*/ 817 w 1634"/>
              <a:gd name="T11" fmla="*/ 1342 h 2100"/>
              <a:gd name="T12" fmla="*/ 409 w 1634"/>
              <a:gd name="T13" fmla="*/ 933 h 2100"/>
              <a:gd name="T14" fmla="*/ 409 w 1634"/>
              <a:gd name="T15" fmla="*/ 0 h 2100"/>
              <a:gd name="T16" fmla="*/ 117 w 1634"/>
              <a:gd name="T17" fmla="*/ 0 h 2100"/>
              <a:gd name="T18" fmla="*/ 117 w 1634"/>
              <a:gd name="T19" fmla="*/ 933 h 2100"/>
              <a:gd name="T20" fmla="*/ 817 w 1634"/>
              <a:gd name="T21" fmla="*/ 1633 h 2100"/>
              <a:gd name="T22" fmla="*/ 0 w 1634"/>
              <a:gd name="T23" fmla="*/ 1867 h 2100"/>
              <a:gd name="T24" fmla="*/ 0 w 1634"/>
              <a:gd name="T25" fmla="*/ 2100 h 2100"/>
              <a:gd name="T26" fmla="*/ 1634 w 1634"/>
              <a:gd name="T27" fmla="*/ 2100 h 2100"/>
              <a:gd name="T28" fmla="*/ 1634 w 1634"/>
              <a:gd name="T29" fmla="*/ 1867 h 2100"/>
              <a:gd name="T30" fmla="*/ 0 w 1634"/>
              <a:gd name="T31" fmla="*/ 18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634" h="2100">
                <a:moveTo>
                  <a:pt x="817" y="1633"/>
                </a:moveTo>
                <a:cubicBezTo>
                  <a:pt x="1203" y="1633"/>
                  <a:pt x="1517" y="1320"/>
                  <a:pt x="1517" y="933"/>
                </a:cubicBezTo>
                <a:cubicBezTo>
                  <a:pt x="1517" y="0"/>
                  <a:pt x="1517" y="0"/>
                  <a:pt x="1517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225" y="933"/>
                  <a:pt x="1225" y="933"/>
                  <a:pt x="1225" y="933"/>
                </a:cubicBezTo>
                <a:cubicBezTo>
                  <a:pt x="1225" y="1158"/>
                  <a:pt x="1042" y="1342"/>
                  <a:pt x="817" y="1342"/>
                </a:cubicBezTo>
                <a:cubicBezTo>
                  <a:pt x="592" y="1342"/>
                  <a:pt x="409" y="1158"/>
                  <a:pt x="409" y="933"/>
                </a:cubicBezTo>
                <a:cubicBezTo>
                  <a:pt x="409" y="0"/>
                  <a:pt x="409" y="0"/>
                  <a:pt x="409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117" y="933"/>
                  <a:pt x="117" y="933"/>
                  <a:pt x="117" y="933"/>
                </a:cubicBezTo>
                <a:cubicBezTo>
                  <a:pt x="117" y="1320"/>
                  <a:pt x="431" y="1633"/>
                  <a:pt x="817" y="1633"/>
                </a:cubicBezTo>
                <a:close/>
                <a:moveTo>
                  <a:pt x="0" y="1867"/>
                </a:moveTo>
                <a:cubicBezTo>
                  <a:pt x="0" y="2100"/>
                  <a:pt x="0" y="2100"/>
                  <a:pt x="0" y="2100"/>
                </a:cubicBezTo>
                <a:cubicBezTo>
                  <a:pt x="1634" y="2100"/>
                  <a:pt x="1634" y="2100"/>
                  <a:pt x="1634" y="2100"/>
                </a:cubicBezTo>
                <a:cubicBezTo>
                  <a:pt x="1634" y="1867"/>
                  <a:pt x="1634" y="1867"/>
                  <a:pt x="1634" y="1867"/>
                </a:cubicBezTo>
                <a:lnTo>
                  <a:pt x="0" y="18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2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nctions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86008" cy="914400"/>
          </a:xfrm>
          <a:custGeom>
            <a:avLst/>
            <a:gdLst>
              <a:gd name="T0" fmla="*/ 3307 w 3307"/>
              <a:gd name="T1" fmla="*/ 0 h 4408"/>
              <a:gd name="T2" fmla="*/ 0 w 3307"/>
              <a:gd name="T3" fmla="*/ 0 h 4408"/>
              <a:gd name="T4" fmla="*/ 0 w 3307"/>
              <a:gd name="T5" fmla="*/ 551 h 4408"/>
              <a:gd name="T6" fmla="*/ 1791 w 3307"/>
              <a:gd name="T7" fmla="*/ 2204 h 4408"/>
              <a:gd name="T8" fmla="*/ 0 w 3307"/>
              <a:gd name="T9" fmla="*/ 3858 h 4408"/>
              <a:gd name="T10" fmla="*/ 0 w 3307"/>
              <a:gd name="T11" fmla="*/ 4408 h 4408"/>
              <a:gd name="T12" fmla="*/ 3307 w 3307"/>
              <a:gd name="T13" fmla="*/ 4408 h 4408"/>
              <a:gd name="T14" fmla="*/ 3307 w 3307"/>
              <a:gd name="T15" fmla="*/ 3581 h 4408"/>
              <a:gd name="T16" fmla="*/ 1377 w 3307"/>
              <a:gd name="T17" fmla="*/ 3581 h 4408"/>
              <a:gd name="T18" fmla="*/ 2757 w 3307"/>
              <a:gd name="T19" fmla="*/ 2204 h 4408"/>
              <a:gd name="T20" fmla="*/ 1377 w 3307"/>
              <a:gd name="T21" fmla="*/ 827 h 4408"/>
              <a:gd name="T22" fmla="*/ 3307 w 3307"/>
              <a:gd name="T23" fmla="*/ 827 h 4408"/>
              <a:gd name="T24" fmla="*/ 3307 w 3307"/>
              <a:gd name="T25" fmla="*/ 0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307" h="4408">
                <a:moveTo>
                  <a:pt x="3307" y="0"/>
                </a:moveTo>
                <a:lnTo>
                  <a:pt x="0" y="0"/>
                </a:lnTo>
                <a:lnTo>
                  <a:pt x="0" y="551"/>
                </a:lnTo>
                <a:lnTo>
                  <a:pt x="1791" y="2204"/>
                </a:lnTo>
                <a:lnTo>
                  <a:pt x="0" y="3858"/>
                </a:lnTo>
                <a:lnTo>
                  <a:pt x="0" y="4408"/>
                </a:lnTo>
                <a:lnTo>
                  <a:pt x="3307" y="4408"/>
                </a:lnTo>
                <a:lnTo>
                  <a:pt x="3307" y="3581"/>
                </a:lnTo>
                <a:lnTo>
                  <a:pt x="1377" y="3581"/>
                </a:lnTo>
                <a:lnTo>
                  <a:pt x="2757" y="2204"/>
                </a:lnTo>
                <a:lnTo>
                  <a:pt x="1377" y="827"/>
                </a:lnTo>
                <a:lnTo>
                  <a:pt x="3307" y="827"/>
                </a:lnTo>
                <a:lnTo>
                  <a:pt x="330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6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ghligh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77066" cy="914400"/>
          </a:xfrm>
          <a:custGeom>
            <a:avLst/>
            <a:gdLst>
              <a:gd name="T0" fmla="*/ 690 w 4685"/>
              <a:gd name="T1" fmla="*/ 3307 h 5513"/>
              <a:gd name="T2" fmla="*/ 1517 w 4685"/>
              <a:gd name="T3" fmla="*/ 4133 h 5513"/>
              <a:gd name="T4" fmla="*/ 1517 w 4685"/>
              <a:gd name="T5" fmla="*/ 5513 h 5513"/>
              <a:gd name="T6" fmla="*/ 3171 w 4685"/>
              <a:gd name="T7" fmla="*/ 5513 h 5513"/>
              <a:gd name="T8" fmla="*/ 3171 w 4685"/>
              <a:gd name="T9" fmla="*/ 4133 h 5513"/>
              <a:gd name="T10" fmla="*/ 3997 w 4685"/>
              <a:gd name="T11" fmla="*/ 3307 h 5513"/>
              <a:gd name="T12" fmla="*/ 3997 w 4685"/>
              <a:gd name="T13" fmla="*/ 1929 h 5513"/>
              <a:gd name="T14" fmla="*/ 690 w 4685"/>
              <a:gd name="T15" fmla="*/ 1929 h 5513"/>
              <a:gd name="T16" fmla="*/ 690 w 4685"/>
              <a:gd name="T17" fmla="*/ 3307 h 5513"/>
              <a:gd name="T18" fmla="*/ 2067 w 4685"/>
              <a:gd name="T19" fmla="*/ 0 h 5513"/>
              <a:gd name="T20" fmla="*/ 2620 w 4685"/>
              <a:gd name="T21" fmla="*/ 0 h 5513"/>
              <a:gd name="T22" fmla="*/ 2620 w 4685"/>
              <a:gd name="T23" fmla="*/ 826 h 5513"/>
              <a:gd name="T24" fmla="*/ 2067 w 4685"/>
              <a:gd name="T25" fmla="*/ 826 h 5513"/>
              <a:gd name="T26" fmla="*/ 2067 w 4685"/>
              <a:gd name="T27" fmla="*/ 0 h 5513"/>
              <a:gd name="T28" fmla="*/ 0 w 4685"/>
              <a:gd name="T29" fmla="*/ 1067 h 5513"/>
              <a:gd name="T30" fmla="*/ 390 w 4685"/>
              <a:gd name="T31" fmla="*/ 678 h 5513"/>
              <a:gd name="T32" fmla="*/ 976 w 4685"/>
              <a:gd name="T33" fmla="*/ 1263 h 5513"/>
              <a:gd name="T34" fmla="*/ 586 w 4685"/>
              <a:gd name="T35" fmla="*/ 1653 h 5513"/>
              <a:gd name="T36" fmla="*/ 0 w 4685"/>
              <a:gd name="T37" fmla="*/ 1067 h 5513"/>
              <a:gd name="T38" fmla="*/ 3712 w 4685"/>
              <a:gd name="T39" fmla="*/ 1263 h 5513"/>
              <a:gd name="T40" fmla="*/ 4295 w 4685"/>
              <a:gd name="T41" fmla="*/ 680 h 5513"/>
              <a:gd name="T42" fmla="*/ 4685 w 4685"/>
              <a:gd name="T43" fmla="*/ 1070 h 5513"/>
              <a:gd name="T44" fmla="*/ 4101 w 4685"/>
              <a:gd name="T45" fmla="*/ 1653 h 5513"/>
              <a:gd name="T46" fmla="*/ 3712 w 4685"/>
              <a:gd name="T47" fmla="*/ 1263 h 5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685" h="5513">
                <a:moveTo>
                  <a:pt x="690" y="3307"/>
                </a:moveTo>
                <a:lnTo>
                  <a:pt x="1517" y="4133"/>
                </a:lnTo>
                <a:lnTo>
                  <a:pt x="1517" y="5513"/>
                </a:lnTo>
                <a:lnTo>
                  <a:pt x="3171" y="5513"/>
                </a:lnTo>
                <a:lnTo>
                  <a:pt x="3171" y="4133"/>
                </a:lnTo>
                <a:lnTo>
                  <a:pt x="3997" y="3307"/>
                </a:lnTo>
                <a:lnTo>
                  <a:pt x="3997" y="1929"/>
                </a:lnTo>
                <a:lnTo>
                  <a:pt x="690" y="1929"/>
                </a:lnTo>
                <a:lnTo>
                  <a:pt x="690" y="3307"/>
                </a:lnTo>
                <a:close/>
                <a:moveTo>
                  <a:pt x="2067" y="0"/>
                </a:moveTo>
                <a:lnTo>
                  <a:pt x="2620" y="0"/>
                </a:lnTo>
                <a:lnTo>
                  <a:pt x="2620" y="826"/>
                </a:lnTo>
                <a:lnTo>
                  <a:pt x="2067" y="826"/>
                </a:lnTo>
                <a:lnTo>
                  <a:pt x="2067" y="0"/>
                </a:lnTo>
                <a:close/>
                <a:moveTo>
                  <a:pt x="0" y="1067"/>
                </a:moveTo>
                <a:lnTo>
                  <a:pt x="390" y="678"/>
                </a:lnTo>
                <a:lnTo>
                  <a:pt x="976" y="1263"/>
                </a:lnTo>
                <a:lnTo>
                  <a:pt x="586" y="1653"/>
                </a:lnTo>
                <a:lnTo>
                  <a:pt x="0" y="1067"/>
                </a:lnTo>
                <a:close/>
                <a:moveTo>
                  <a:pt x="3712" y="1263"/>
                </a:moveTo>
                <a:lnTo>
                  <a:pt x="4295" y="680"/>
                </a:lnTo>
                <a:lnTo>
                  <a:pt x="4685" y="1070"/>
                </a:lnTo>
                <a:lnTo>
                  <a:pt x="4101" y="1653"/>
                </a:lnTo>
                <a:lnTo>
                  <a:pt x="3712" y="126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8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sert Char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700 w 2100"/>
              <a:gd name="T19" fmla="*/ 1633 h 2100"/>
              <a:gd name="T20" fmla="*/ 467 w 2100"/>
              <a:gd name="T21" fmla="*/ 1633 h 2100"/>
              <a:gd name="T22" fmla="*/ 467 w 2100"/>
              <a:gd name="T23" fmla="*/ 817 h 2100"/>
              <a:gd name="T24" fmla="*/ 700 w 2100"/>
              <a:gd name="T25" fmla="*/ 817 h 2100"/>
              <a:gd name="T26" fmla="*/ 700 w 2100"/>
              <a:gd name="T27" fmla="*/ 1633 h 2100"/>
              <a:gd name="T28" fmla="*/ 1167 w 2100"/>
              <a:gd name="T29" fmla="*/ 1633 h 2100"/>
              <a:gd name="T30" fmla="*/ 933 w 2100"/>
              <a:gd name="T31" fmla="*/ 1633 h 2100"/>
              <a:gd name="T32" fmla="*/ 933 w 2100"/>
              <a:gd name="T33" fmla="*/ 467 h 2100"/>
              <a:gd name="T34" fmla="*/ 1167 w 2100"/>
              <a:gd name="T35" fmla="*/ 467 h 2100"/>
              <a:gd name="T36" fmla="*/ 1167 w 2100"/>
              <a:gd name="T37" fmla="*/ 1633 h 2100"/>
              <a:gd name="T38" fmla="*/ 1633 w 2100"/>
              <a:gd name="T39" fmla="*/ 1633 h 2100"/>
              <a:gd name="T40" fmla="*/ 1400 w 2100"/>
              <a:gd name="T41" fmla="*/ 1633 h 2100"/>
              <a:gd name="T42" fmla="*/ 1400 w 2100"/>
              <a:gd name="T43" fmla="*/ 1167 h 2100"/>
              <a:gd name="T44" fmla="*/ 1633 w 2100"/>
              <a:gd name="T45" fmla="*/ 1167 h 2100"/>
              <a:gd name="T46" fmla="*/ 1633 w 2100"/>
              <a:gd name="T47" fmla="*/ 16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700" y="1633"/>
                </a:moveTo>
                <a:cubicBezTo>
                  <a:pt x="467" y="1633"/>
                  <a:pt x="467" y="1633"/>
                  <a:pt x="467" y="1633"/>
                </a:cubicBezTo>
                <a:cubicBezTo>
                  <a:pt x="467" y="817"/>
                  <a:pt x="467" y="817"/>
                  <a:pt x="467" y="817"/>
                </a:cubicBezTo>
                <a:cubicBezTo>
                  <a:pt x="700" y="817"/>
                  <a:pt x="700" y="817"/>
                  <a:pt x="700" y="817"/>
                </a:cubicBezTo>
                <a:lnTo>
                  <a:pt x="700" y="1633"/>
                </a:lnTo>
                <a:close/>
                <a:moveTo>
                  <a:pt x="1167" y="1633"/>
                </a:moveTo>
                <a:cubicBezTo>
                  <a:pt x="933" y="1633"/>
                  <a:pt x="933" y="1633"/>
                  <a:pt x="933" y="1633"/>
                </a:cubicBezTo>
                <a:cubicBezTo>
                  <a:pt x="933" y="467"/>
                  <a:pt x="933" y="467"/>
                  <a:pt x="933" y="467"/>
                </a:cubicBezTo>
                <a:cubicBezTo>
                  <a:pt x="1167" y="467"/>
                  <a:pt x="1167" y="467"/>
                  <a:pt x="1167" y="467"/>
                </a:cubicBezTo>
                <a:lnTo>
                  <a:pt x="1167" y="1633"/>
                </a:lnTo>
                <a:close/>
                <a:moveTo>
                  <a:pt x="1633" y="1633"/>
                </a:moveTo>
                <a:cubicBezTo>
                  <a:pt x="1400" y="1633"/>
                  <a:pt x="1400" y="1633"/>
                  <a:pt x="1400" y="1633"/>
                </a:cubicBezTo>
                <a:cubicBezTo>
                  <a:pt x="1400" y="1167"/>
                  <a:pt x="1400" y="1167"/>
                  <a:pt x="1400" y="1167"/>
                </a:cubicBezTo>
                <a:cubicBezTo>
                  <a:pt x="1633" y="1167"/>
                  <a:pt x="1633" y="1167"/>
                  <a:pt x="1633" y="1167"/>
                </a:cubicBezTo>
                <a:lnTo>
                  <a:pt x="1633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93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sert Comme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100 w 2334"/>
              <a:gd name="T1" fmla="*/ 0 h 2334"/>
              <a:gd name="T2" fmla="*/ 234 w 2334"/>
              <a:gd name="T3" fmla="*/ 0 h 2334"/>
              <a:gd name="T4" fmla="*/ 0 w 2334"/>
              <a:gd name="T5" fmla="*/ 234 h 2334"/>
              <a:gd name="T6" fmla="*/ 0 w 2334"/>
              <a:gd name="T7" fmla="*/ 1634 h 2334"/>
              <a:gd name="T8" fmla="*/ 234 w 2334"/>
              <a:gd name="T9" fmla="*/ 1867 h 2334"/>
              <a:gd name="T10" fmla="*/ 1867 w 2334"/>
              <a:gd name="T11" fmla="*/ 1867 h 2334"/>
              <a:gd name="T12" fmla="*/ 2334 w 2334"/>
              <a:gd name="T13" fmla="*/ 2334 h 2334"/>
              <a:gd name="T14" fmla="*/ 2334 w 2334"/>
              <a:gd name="T15" fmla="*/ 234 h 2334"/>
              <a:gd name="T16" fmla="*/ 2100 w 2334"/>
              <a:gd name="T17" fmla="*/ 0 h 2334"/>
              <a:gd name="T18" fmla="*/ 1867 w 2334"/>
              <a:gd name="T19" fmla="*/ 1400 h 2334"/>
              <a:gd name="T20" fmla="*/ 467 w 2334"/>
              <a:gd name="T21" fmla="*/ 1400 h 2334"/>
              <a:gd name="T22" fmla="*/ 467 w 2334"/>
              <a:gd name="T23" fmla="*/ 1167 h 2334"/>
              <a:gd name="T24" fmla="*/ 1867 w 2334"/>
              <a:gd name="T25" fmla="*/ 1167 h 2334"/>
              <a:gd name="T26" fmla="*/ 1867 w 2334"/>
              <a:gd name="T27" fmla="*/ 1400 h 2334"/>
              <a:gd name="T28" fmla="*/ 1867 w 2334"/>
              <a:gd name="T29" fmla="*/ 1050 h 2334"/>
              <a:gd name="T30" fmla="*/ 467 w 2334"/>
              <a:gd name="T31" fmla="*/ 1050 h 2334"/>
              <a:gd name="T32" fmla="*/ 467 w 2334"/>
              <a:gd name="T33" fmla="*/ 817 h 2334"/>
              <a:gd name="T34" fmla="*/ 1867 w 2334"/>
              <a:gd name="T35" fmla="*/ 817 h 2334"/>
              <a:gd name="T36" fmla="*/ 1867 w 2334"/>
              <a:gd name="T37" fmla="*/ 1050 h 2334"/>
              <a:gd name="T38" fmla="*/ 1867 w 2334"/>
              <a:gd name="T39" fmla="*/ 700 h 2334"/>
              <a:gd name="T40" fmla="*/ 467 w 2334"/>
              <a:gd name="T41" fmla="*/ 700 h 2334"/>
              <a:gd name="T42" fmla="*/ 467 w 2334"/>
              <a:gd name="T43" fmla="*/ 467 h 2334"/>
              <a:gd name="T44" fmla="*/ 1867 w 2334"/>
              <a:gd name="T45" fmla="*/ 467 h 2334"/>
              <a:gd name="T46" fmla="*/ 1867 w 2334"/>
              <a:gd name="T47" fmla="*/ 7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1634"/>
                  <a:pt x="0" y="1634"/>
                  <a:pt x="0" y="1634"/>
                </a:cubicBezTo>
                <a:cubicBezTo>
                  <a:pt x="0" y="1762"/>
                  <a:pt x="105" y="1867"/>
                  <a:pt x="234" y="1867"/>
                </a:cubicBezTo>
                <a:cubicBezTo>
                  <a:pt x="1867" y="1867"/>
                  <a:pt x="1867" y="1867"/>
                  <a:pt x="1867" y="1867"/>
                </a:cubicBezTo>
                <a:cubicBezTo>
                  <a:pt x="2334" y="2334"/>
                  <a:pt x="2334" y="2334"/>
                  <a:pt x="2334" y="23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867" y="1400"/>
                </a:moveTo>
                <a:cubicBezTo>
                  <a:pt x="467" y="1400"/>
                  <a:pt x="467" y="1400"/>
                  <a:pt x="467" y="1400"/>
                </a:cubicBezTo>
                <a:cubicBezTo>
                  <a:pt x="467" y="1167"/>
                  <a:pt x="467" y="1167"/>
                  <a:pt x="467" y="1167"/>
                </a:cubicBezTo>
                <a:cubicBezTo>
                  <a:pt x="1867" y="1167"/>
                  <a:pt x="1867" y="1167"/>
                  <a:pt x="1867" y="1167"/>
                </a:cubicBezTo>
                <a:lnTo>
                  <a:pt x="1867" y="1400"/>
                </a:lnTo>
                <a:close/>
                <a:moveTo>
                  <a:pt x="1867" y="1050"/>
                </a:moveTo>
                <a:cubicBezTo>
                  <a:pt x="467" y="1050"/>
                  <a:pt x="467" y="1050"/>
                  <a:pt x="467" y="1050"/>
                </a:cubicBezTo>
                <a:cubicBezTo>
                  <a:pt x="467" y="817"/>
                  <a:pt x="467" y="817"/>
                  <a:pt x="467" y="817"/>
                </a:cubicBezTo>
                <a:cubicBezTo>
                  <a:pt x="1867" y="817"/>
                  <a:pt x="1867" y="817"/>
                  <a:pt x="1867" y="817"/>
                </a:cubicBezTo>
                <a:lnTo>
                  <a:pt x="1867" y="1050"/>
                </a:lnTo>
                <a:close/>
                <a:moveTo>
                  <a:pt x="1867" y="700"/>
                </a:moveTo>
                <a:cubicBezTo>
                  <a:pt x="467" y="700"/>
                  <a:pt x="467" y="700"/>
                  <a:pt x="467" y="700"/>
                </a:cubicBezTo>
                <a:cubicBezTo>
                  <a:pt x="467" y="467"/>
                  <a:pt x="467" y="467"/>
                  <a:pt x="467" y="467"/>
                </a:cubicBezTo>
                <a:cubicBezTo>
                  <a:pt x="1867" y="467"/>
                  <a:pt x="1867" y="467"/>
                  <a:pt x="1867" y="467"/>
                </a:cubicBezTo>
                <a:lnTo>
                  <a:pt x="1867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2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sert Drive Fi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122" cy="914400"/>
          </a:xfrm>
          <a:custGeom>
            <a:avLst/>
            <a:gdLst>
              <a:gd name="T0" fmla="*/ 233 w 1866"/>
              <a:gd name="T1" fmla="*/ 0 h 2334"/>
              <a:gd name="T2" fmla="*/ 1 w 1866"/>
              <a:gd name="T3" fmla="*/ 234 h 2334"/>
              <a:gd name="T4" fmla="*/ 0 w 1866"/>
              <a:gd name="T5" fmla="*/ 2100 h 2334"/>
              <a:gd name="T6" fmla="*/ 232 w 1866"/>
              <a:gd name="T7" fmla="*/ 2334 h 2334"/>
              <a:gd name="T8" fmla="*/ 1633 w 1866"/>
              <a:gd name="T9" fmla="*/ 2334 h 2334"/>
              <a:gd name="T10" fmla="*/ 1866 w 1866"/>
              <a:gd name="T11" fmla="*/ 2100 h 2334"/>
              <a:gd name="T12" fmla="*/ 1866 w 1866"/>
              <a:gd name="T13" fmla="*/ 700 h 2334"/>
              <a:gd name="T14" fmla="*/ 1166 w 1866"/>
              <a:gd name="T15" fmla="*/ 0 h 2334"/>
              <a:gd name="T16" fmla="*/ 233 w 1866"/>
              <a:gd name="T17" fmla="*/ 0 h 2334"/>
              <a:gd name="T18" fmla="*/ 1050 w 1866"/>
              <a:gd name="T19" fmla="*/ 817 h 2334"/>
              <a:gd name="T20" fmla="*/ 1050 w 1866"/>
              <a:gd name="T21" fmla="*/ 175 h 2334"/>
              <a:gd name="T22" fmla="*/ 1691 w 1866"/>
              <a:gd name="T23" fmla="*/ 817 h 2334"/>
              <a:gd name="T24" fmla="*/ 1050 w 1866"/>
              <a:gd name="T25" fmla="*/ 81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866" h="2334">
                <a:moveTo>
                  <a:pt x="233" y="0"/>
                </a:moveTo>
                <a:cubicBezTo>
                  <a:pt x="105" y="0"/>
                  <a:pt x="1" y="105"/>
                  <a:pt x="1" y="234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4" y="2334"/>
                  <a:pt x="232" y="2334"/>
                </a:cubicBezTo>
                <a:cubicBezTo>
                  <a:pt x="1633" y="2334"/>
                  <a:pt x="1633" y="2334"/>
                  <a:pt x="1633" y="2334"/>
                </a:cubicBezTo>
                <a:cubicBezTo>
                  <a:pt x="1761" y="2334"/>
                  <a:pt x="1866" y="2229"/>
                  <a:pt x="1866" y="2100"/>
                </a:cubicBezTo>
                <a:cubicBezTo>
                  <a:pt x="1866" y="700"/>
                  <a:pt x="1866" y="700"/>
                  <a:pt x="1866" y="700"/>
                </a:cubicBezTo>
                <a:cubicBezTo>
                  <a:pt x="1166" y="0"/>
                  <a:pt x="1166" y="0"/>
                  <a:pt x="1166" y="0"/>
                </a:cubicBezTo>
                <a:lnTo>
                  <a:pt x="233" y="0"/>
                </a:lnTo>
                <a:close/>
                <a:moveTo>
                  <a:pt x="1050" y="817"/>
                </a:moveTo>
                <a:cubicBezTo>
                  <a:pt x="1050" y="175"/>
                  <a:pt x="1050" y="175"/>
                  <a:pt x="1050" y="175"/>
                </a:cubicBezTo>
                <a:cubicBezTo>
                  <a:pt x="1691" y="817"/>
                  <a:pt x="1691" y="817"/>
                  <a:pt x="1691" y="817"/>
                </a:cubicBezTo>
                <a:lnTo>
                  <a:pt x="1050" y="8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38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sert Emotic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166 w 2334"/>
              <a:gd name="T1" fmla="*/ 0 h 2334"/>
              <a:gd name="T2" fmla="*/ 0 w 2334"/>
              <a:gd name="T3" fmla="*/ 1167 h 2334"/>
              <a:gd name="T4" fmla="*/ 1166 w 2334"/>
              <a:gd name="T5" fmla="*/ 2334 h 2334"/>
              <a:gd name="T6" fmla="*/ 2334 w 2334"/>
              <a:gd name="T7" fmla="*/ 1167 h 2334"/>
              <a:gd name="T8" fmla="*/ 1166 w 2334"/>
              <a:gd name="T9" fmla="*/ 0 h 2334"/>
              <a:gd name="T10" fmla="*/ 1167 w 2334"/>
              <a:gd name="T11" fmla="*/ 2100 h 2334"/>
              <a:gd name="T12" fmla="*/ 234 w 2334"/>
              <a:gd name="T13" fmla="*/ 1167 h 2334"/>
              <a:gd name="T14" fmla="*/ 1167 w 2334"/>
              <a:gd name="T15" fmla="*/ 234 h 2334"/>
              <a:gd name="T16" fmla="*/ 2100 w 2334"/>
              <a:gd name="T17" fmla="*/ 1167 h 2334"/>
              <a:gd name="T18" fmla="*/ 1167 w 2334"/>
              <a:gd name="T19" fmla="*/ 2100 h 2334"/>
              <a:gd name="T20" fmla="*/ 1575 w 2334"/>
              <a:gd name="T21" fmla="*/ 1050 h 2334"/>
              <a:gd name="T22" fmla="*/ 1750 w 2334"/>
              <a:gd name="T23" fmla="*/ 875 h 2334"/>
              <a:gd name="T24" fmla="*/ 1575 w 2334"/>
              <a:gd name="T25" fmla="*/ 700 h 2334"/>
              <a:gd name="T26" fmla="*/ 1400 w 2334"/>
              <a:gd name="T27" fmla="*/ 875 h 2334"/>
              <a:gd name="T28" fmla="*/ 1575 w 2334"/>
              <a:gd name="T29" fmla="*/ 1050 h 2334"/>
              <a:gd name="T30" fmla="*/ 759 w 2334"/>
              <a:gd name="T31" fmla="*/ 1050 h 2334"/>
              <a:gd name="T32" fmla="*/ 934 w 2334"/>
              <a:gd name="T33" fmla="*/ 875 h 2334"/>
              <a:gd name="T34" fmla="*/ 759 w 2334"/>
              <a:gd name="T35" fmla="*/ 700 h 2334"/>
              <a:gd name="T36" fmla="*/ 584 w 2334"/>
              <a:gd name="T37" fmla="*/ 875 h 2334"/>
              <a:gd name="T38" fmla="*/ 759 w 2334"/>
              <a:gd name="T39" fmla="*/ 1050 h 2334"/>
              <a:gd name="T40" fmla="*/ 1167 w 2334"/>
              <a:gd name="T41" fmla="*/ 1809 h 2334"/>
              <a:gd name="T42" fmla="*/ 1763 w 2334"/>
              <a:gd name="T43" fmla="*/ 1400 h 2334"/>
              <a:gd name="T44" fmla="*/ 571 w 2334"/>
              <a:gd name="T45" fmla="*/ 1400 h 2334"/>
              <a:gd name="T46" fmla="*/ 1167 w 2334"/>
              <a:gd name="T47" fmla="*/ 1809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4" h="2334">
                <a:moveTo>
                  <a:pt x="1166" y="0"/>
                </a:moveTo>
                <a:cubicBezTo>
                  <a:pt x="522" y="0"/>
                  <a:pt x="0" y="523"/>
                  <a:pt x="0" y="1167"/>
                </a:cubicBezTo>
                <a:cubicBezTo>
                  <a:pt x="0" y="1811"/>
                  <a:pt x="522" y="2334"/>
                  <a:pt x="1166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6" y="0"/>
                </a:cubicBezTo>
                <a:close/>
                <a:moveTo>
                  <a:pt x="1167" y="2100"/>
                </a:moveTo>
                <a:cubicBezTo>
                  <a:pt x="651" y="2100"/>
                  <a:pt x="234" y="1683"/>
                  <a:pt x="234" y="1167"/>
                </a:cubicBezTo>
                <a:cubicBezTo>
                  <a:pt x="234" y="651"/>
                  <a:pt x="651" y="234"/>
                  <a:pt x="1167" y="234"/>
                </a:cubicBezTo>
                <a:cubicBezTo>
                  <a:pt x="1683" y="234"/>
                  <a:pt x="2100" y="651"/>
                  <a:pt x="2100" y="1167"/>
                </a:cubicBezTo>
                <a:cubicBezTo>
                  <a:pt x="2100" y="1683"/>
                  <a:pt x="1683" y="2100"/>
                  <a:pt x="1167" y="2100"/>
                </a:cubicBezTo>
                <a:close/>
                <a:moveTo>
                  <a:pt x="1575" y="1050"/>
                </a:moveTo>
                <a:cubicBezTo>
                  <a:pt x="1672" y="1050"/>
                  <a:pt x="1750" y="972"/>
                  <a:pt x="1750" y="875"/>
                </a:cubicBezTo>
                <a:cubicBezTo>
                  <a:pt x="1750" y="778"/>
                  <a:pt x="1672" y="700"/>
                  <a:pt x="1575" y="700"/>
                </a:cubicBezTo>
                <a:cubicBezTo>
                  <a:pt x="1478" y="700"/>
                  <a:pt x="1400" y="778"/>
                  <a:pt x="1400" y="875"/>
                </a:cubicBezTo>
                <a:cubicBezTo>
                  <a:pt x="1400" y="972"/>
                  <a:pt x="1478" y="1050"/>
                  <a:pt x="1575" y="1050"/>
                </a:cubicBezTo>
                <a:close/>
                <a:moveTo>
                  <a:pt x="759" y="1050"/>
                </a:moveTo>
                <a:cubicBezTo>
                  <a:pt x="856" y="1050"/>
                  <a:pt x="934" y="972"/>
                  <a:pt x="934" y="875"/>
                </a:cubicBezTo>
                <a:cubicBezTo>
                  <a:pt x="934" y="778"/>
                  <a:pt x="856" y="700"/>
                  <a:pt x="759" y="700"/>
                </a:cubicBezTo>
                <a:cubicBezTo>
                  <a:pt x="662" y="700"/>
                  <a:pt x="584" y="778"/>
                  <a:pt x="584" y="875"/>
                </a:cubicBezTo>
                <a:cubicBezTo>
                  <a:pt x="584" y="972"/>
                  <a:pt x="662" y="1050"/>
                  <a:pt x="759" y="1050"/>
                </a:cubicBezTo>
                <a:close/>
                <a:moveTo>
                  <a:pt x="1167" y="1809"/>
                </a:moveTo>
                <a:cubicBezTo>
                  <a:pt x="1439" y="1809"/>
                  <a:pt x="1670" y="1638"/>
                  <a:pt x="1763" y="1400"/>
                </a:cubicBezTo>
                <a:cubicBezTo>
                  <a:pt x="571" y="1400"/>
                  <a:pt x="571" y="1400"/>
                  <a:pt x="571" y="1400"/>
                </a:cubicBezTo>
                <a:cubicBezTo>
                  <a:pt x="664" y="1638"/>
                  <a:pt x="895" y="1809"/>
                  <a:pt x="1167" y="18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80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sert Invitati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3143" cy="914400"/>
          </a:xfrm>
          <a:custGeom>
            <a:avLst/>
            <a:gdLst>
              <a:gd name="T0" fmla="*/ 1633 w 2100"/>
              <a:gd name="T1" fmla="*/ 1283 h 2333"/>
              <a:gd name="T2" fmla="*/ 1050 w 2100"/>
              <a:gd name="T3" fmla="*/ 1283 h 2333"/>
              <a:gd name="T4" fmla="*/ 1050 w 2100"/>
              <a:gd name="T5" fmla="*/ 1866 h 2333"/>
              <a:gd name="T6" fmla="*/ 1633 w 2100"/>
              <a:gd name="T7" fmla="*/ 1866 h 2333"/>
              <a:gd name="T8" fmla="*/ 1633 w 2100"/>
              <a:gd name="T9" fmla="*/ 1283 h 2333"/>
              <a:gd name="T10" fmla="*/ 1517 w 2100"/>
              <a:gd name="T11" fmla="*/ 0 h 2333"/>
              <a:gd name="T12" fmla="*/ 1517 w 2100"/>
              <a:gd name="T13" fmla="*/ 233 h 2333"/>
              <a:gd name="T14" fmla="*/ 583 w 2100"/>
              <a:gd name="T15" fmla="*/ 233 h 2333"/>
              <a:gd name="T16" fmla="*/ 583 w 2100"/>
              <a:gd name="T17" fmla="*/ 0 h 2333"/>
              <a:gd name="T18" fmla="*/ 350 w 2100"/>
              <a:gd name="T19" fmla="*/ 0 h 2333"/>
              <a:gd name="T20" fmla="*/ 350 w 2100"/>
              <a:gd name="T21" fmla="*/ 233 h 2333"/>
              <a:gd name="T22" fmla="*/ 233 w 2100"/>
              <a:gd name="T23" fmla="*/ 233 h 2333"/>
              <a:gd name="T24" fmla="*/ 1 w 2100"/>
              <a:gd name="T25" fmla="*/ 466 h 2333"/>
              <a:gd name="T26" fmla="*/ 0 w 2100"/>
              <a:gd name="T27" fmla="*/ 2100 h 2333"/>
              <a:gd name="T28" fmla="*/ 233 w 2100"/>
              <a:gd name="T29" fmla="*/ 2333 h 2333"/>
              <a:gd name="T30" fmla="*/ 1867 w 2100"/>
              <a:gd name="T31" fmla="*/ 2333 h 2333"/>
              <a:gd name="T32" fmla="*/ 2100 w 2100"/>
              <a:gd name="T33" fmla="*/ 2100 h 2333"/>
              <a:gd name="T34" fmla="*/ 2100 w 2100"/>
              <a:gd name="T35" fmla="*/ 466 h 2333"/>
              <a:gd name="T36" fmla="*/ 1867 w 2100"/>
              <a:gd name="T37" fmla="*/ 233 h 2333"/>
              <a:gd name="T38" fmla="*/ 1750 w 2100"/>
              <a:gd name="T39" fmla="*/ 233 h 2333"/>
              <a:gd name="T40" fmla="*/ 1750 w 2100"/>
              <a:gd name="T41" fmla="*/ 0 h 2333"/>
              <a:gd name="T42" fmla="*/ 1517 w 2100"/>
              <a:gd name="T43" fmla="*/ 0 h 2333"/>
              <a:gd name="T44" fmla="*/ 1867 w 2100"/>
              <a:gd name="T45" fmla="*/ 2100 h 2333"/>
              <a:gd name="T46" fmla="*/ 233 w 2100"/>
              <a:gd name="T47" fmla="*/ 2100 h 2333"/>
              <a:gd name="T48" fmla="*/ 233 w 2100"/>
              <a:gd name="T49" fmla="*/ 816 h 2333"/>
              <a:gd name="T50" fmla="*/ 1867 w 2100"/>
              <a:gd name="T51" fmla="*/ 816 h 2333"/>
              <a:gd name="T52" fmla="*/ 1867 w 2100"/>
              <a:gd name="T53" fmla="*/ 2100 h 2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100" h="2333">
                <a:moveTo>
                  <a:pt x="1633" y="1283"/>
                </a:moveTo>
                <a:cubicBezTo>
                  <a:pt x="1050" y="1283"/>
                  <a:pt x="1050" y="1283"/>
                  <a:pt x="1050" y="1283"/>
                </a:cubicBezTo>
                <a:cubicBezTo>
                  <a:pt x="1050" y="1866"/>
                  <a:pt x="1050" y="1866"/>
                  <a:pt x="1050" y="1866"/>
                </a:cubicBezTo>
                <a:cubicBezTo>
                  <a:pt x="1633" y="1866"/>
                  <a:pt x="1633" y="1866"/>
                  <a:pt x="1633" y="1866"/>
                </a:cubicBezTo>
                <a:lnTo>
                  <a:pt x="1633" y="1283"/>
                </a:lnTo>
                <a:close/>
                <a:moveTo>
                  <a:pt x="1517" y="0"/>
                </a:moveTo>
                <a:cubicBezTo>
                  <a:pt x="1517" y="233"/>
                  <a:pt x="1517" y="233"/>
                  <a:pt x="1517" y="233"/>
                </a:cubicBezTo>
                <a:cubicBezTo>
                  <a:pt x="583" y="233"/>
                  <a:pt x="583" y="233"/>
                  <a:pt x="583" y="233"/>
                </a:cubicBezTo>
                <a:cubicBezTo>
                  <a:pt x="583" y="0"/>
                  <a:pt x="583" y="0"/>
                  <a:pt x="583" y="0"/>
                </a:cubicBezTo>
                <a:cubicBezTo>
                  <a:pt x="350" y="0"/>
                  <a:pt x="350" y="0"/>
                  <a:pt x="350" y="0"/>
                </a:cubicBezTo>
                <a:cubicBezTo>
                  <a:pt x="350" y="233"/>
                  <a:pt x="350" y="233"/>
                  <a:pt x="350" y="2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04" y="233"/>
                  <a:pt x="1" y="338"/>
                  <a:pt x="1" y="466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8"/>
                  <a:pt x="104" y="2333"/>
                  <a:pt x="233" y="2333"/>
                </a:cubicBezTo>
                <a:cubicBezTo>
                  <a:pt x="1867" y="2333"/>
                  <a:pt x="1867" y="2333"/>
                  <a:pt x="1867" y="2333"/>
                </a:cubicBezTo>
                <a:cubicBezTo>
                  <a:pt x="1995" y="2333"/>
                  <a:pt x="2100" y="2228"/>
                  <a:pt x="2100" y="2100"/>
                </a:cubicBezTo>
                <a:cubicBezTo>
                  <a:pt x="2100" y="466"/>
                  <a:pt x="2100" y="466"/>
                  <a:pt x="2100" y="466"/>
                </a:cubicBezTo>
                <a:cubicBezTo>
                  <a:pt x="2100" y="338"/>
                  <a:pt x="1995" y="233"/>
                  <a:pt x="1867" y="233"/>
                </a:cubicBezTo>
                <a:cubicBezTo>
                  <a:pt x="1750" y="233"/>
                  <a:pt x="1750" y="233"/>
                  <a:pt x="1750" y="233"/>
                </a:cubicBezTo>
                <a:cubicBezTo>
                  <a:pt x="1750" y="0"/>
                  <a:pt x="1750" y="0"/>
                  <a:pt x="1750" y="0"/>
                </a:cubicBezTo>
                <a:lnTo>
                  <a:pt x="1517" y="0"/>
                </a:lnTo>
                <a:close/>
                <a:moveTo>
                  <a:pt x="1867" y="2100"/>
                </a:moveTo>
                <a:cubicBezTo>
                  <a:pt x="233" y="2100"/>
                  <a:pt x="233" y="2100"/>
                  <a:pt x="233" y="2100"/>
                </a:cubicBezTo>
                <a:cubicBezTo>
                  <a:pt x="233" y="816"/>
                  <a:pt x="233" y="816"/>
                  <a:pt x="233" y="816"/>
                </a:cubicBezTo>
                <a:cubicBezTo>
                  <a:pt x="1867" y="816"/>
                  <a:pt x="1867" y="816"/>
                  <a:pt x="1867" y="816"/>
                </a:cubicBezTo>
                <a:lnTo>
                  <a:pt x="1867" y="2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62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sert Lin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56703"/>
          </a:xfrm>
          <a:custGeom>
            <a:avLst/>
            <a:gdLst>
              <a:gd name="T0" fmla="*/ 222 w 2334"/>
              <a:gd name="T1" fmla="*/ 583 h 1166"/>
              <a:gd name="T2" fmla="*/ 584 w 2334"/>
              <a:gd name="T3" fmla="*/ 221 h 1166"/>
              <a:gd name="T4" fmla="*/ 1050 w 2334"/>
              <a:gd name="T5" fmla="*/ 221 h 1166"/>
              <a:gd name="T6" fmla="*/ 1050 w 2334"/>
              <a:gd name="T7" fmla="*/ 0 h 1166"/>
              <a:gd name="T8" fmla="*/ 584 w 2334"/>
              <a:gd name="T9" fmla="*/ 0 h 1166"/>
              <a:gd name="T10" fmla="*/ 0 w 2334"/>
              <a:gd name="T11" fmla="*/ 583 h 1166"/>
              <a:gd name="T12" fmla="*/ 584 w 2334"/>
              <a:gd name="T13" fmla="*/ 1166 h 1166"/>
              <a:gd name="T14" fmla="*/ 1050 w 2334"/>
              <a:gd name="T15" fmla="*/ 1166 h 1166"/>
              <a:gd name="T16" fmla="*/ 1050 w 2334"/>
              <a:gd name="T17" fmla="*/ 945 h 1166"/>
              <a:gd name="T18" fmla="*/ 584 w 2334"/>
              <a:gd name="T19" fmla="*/ 945 h 1166"/>
              <a:gd name="T20" fmla="*/ 222 w 2334"/>
              <a:gd name="T21" fmla="*/ 583 h 1166"/>
              <a:gd name="T22" fmla="*/ 700 w 2334"/>
              <a:gd name="T23" fmla="*/ 700 h 1166"/>
              <a:gd name="T24" fmla="*/ 1634 w 2334"/>
              <a:gd name="T25" fmla="*/ 700 h 1166"/>
              <a:gd name="T26" fmla="*/ 1634 w 2334"/>
              <a:gd name="T27" fmla="*/ 466 h 1166"/>
              <a:gd name="T28" fmla="*/ 700 w 2334"/>
              <a:gd name="T29" fmla="*/ 466 h 1166"/>
              <a:gd name="T30" fmla="*/ 700 w 2334"/>
              <a:gd name="T31" fmla="*/ 700 h 1166"/>
              <a:gd name="T32" fmla="*/ 1750 w 2334"/>
              <a:gd name="T33" fmla="*/ 0 h 1166"/>
              <a:gd name="T34" fmla="*/ 1284 w 2334"/>
              <a:gd name="T35" fmla="*/ 0 h 1166"/>
              <a:gd name="T36" fmla="*/ 1284 w 2334"/>
              <a:gd name="T37" fmla="*/ 221 h 1166"/>
              <a:gd name="T38" fmla="*/ 1750 w 2334"/>
              <a:gd name="T39" fmla="*/ 221 h 1166"/>
              <a:gd name="T40" fmla="*/ 2112 w 2334"/>
              <a:gd name="T41" fmla="*/ 583 h 1166"/>
              <a:gd name="T42" fmla="*/ 1750 w 2334"/>
              <a:gd name="T43" fmla="*/ 945 h 1166"/>
              <a:gd name="T44" fmla="*/ 1284 w 2334"/>
              <a:gd name="T45" fmla="*/ 945 h 1166"/>
              <a:gd name="T46" fmla="*/ 1284 w 2334"/>
              <a:gd name="T47" fmla="*/ 1166 h 1166"/>
              <a:gd name="T48" fmla="*/ 1750 w 2334"/>
              <a:gd name="T49" fmla="*/ 1166 h 1166"/>
              <a:gd name="T50" fmla="*/ 2334 w 2334"/>
              <a:gd name="T51" fmla="*/ 583 h 1166"/>
              <a:gd name="T52" fmla="*/ 1750 w 2334"/>
              <a:gd name="T53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334" h="1166">
                <a:moveTo>
                  <a:pt x="222" y="583"/>
                </a:moveTo>
                <a:cubicBezTo>
                  <a:pt x="222" y="384"/>
                  <a:pt x="384" y="221"/>
                  <a:pt x="584" y="221"/>
                </a:cubicBezTo>
                <a:cubicBezTo>
                  <a:pt x="1050" y="221"/>
                  <a:pt x="1050" y="221"/>
                  <a:pt x="1050" y="221"/>
                </a:cubicBezTo>
                <a:cubicBezTo>
                  <a:pt x="1050" y="0"/>
                  <a:pt x="1050" y="0"/>
                  <a:pt x="1050" y="0"/>
                </a:cubicBezTo>
                <a:cubicBezTo>
                  <a:pt x="584" y="0"/>
                  <a:pt x="584" y="0"/>
                  <a:pt x="584" y="0"/>
                </a:cubicBezTo>
                <a:cubicBezTo>
                  <a:pt x="262" y="0"/>
                  <a:pt x="0" y="261"/>
                  <a:pt x="0" y="583"/>
                </a:cubicBezTo>
                <a:cubicBezTo>
                  <a:pt x="0" y="905"/>
                  <a:pt x="262" y="1166"/>
                  <a:pt x="584" y="1166"/>
                </a:cubicBezTo>
                <a:cubicBezTo>
                  <a:pt x="1050" y="1166"/>
                  <a:pt x="1050" y="1166"/>
                  <a:pt x="1050" y="1166"/>
                </a:cubicBezTo>
                <a:cubicBezTo>
                  <a:pt x="1050" y="945"/>
                  <a:pt x="1050" y="945"/>
                  <a:pt x="1050" y="945"/>
                </a:cubicBezTo>
                <a:cubicBezTo>
                  <a:pt x="584" y="945"/>
                  <a:pt x="584" y="945"/>
                  <a:pt x="584" y="945"/>
                </a:cubicBezTo>
                <a:cubicBezTo>
                  <a:pt x="384" y="945"/>
                  <a:pt x="222" y="782"/>
                  <a:pt x="222" y="583"/>
                </a:cubicBezTo>
                <a:close/>
                <a:moveTo>
                  <a:pt x="700" y="700"/>
                </a:moveTo>
                <a:cubicBezTo>
                  <a:pt x="1634" y="700"/>
                  <a:pt x="1634" y="700"/>
                  <a:pt x="1634" y="700"/>
                </a:cubicBezTo>
                <a:cubicBezTo>
                  <a:pt x="1634" y="466"/>
                  <a:pt x="1634" y="466"/>
                  <a:pt x="1634" y="466"/>
                </a:cubicBezTo>
                <a:cubicBezTo>
                  <a:pt x="700" y="466"/>
                  <a:pt x="700" y="466"/>
                  <a:pt x="700" y="466"/>
                </a:cubicBezTo>
                <a:lnTo>
                  <a:pt x="700" y="700"/>
                </a:lnTo>
                <a:close/>
                <a:moveTo>
                  <a:pt x="1750" y="0"/>
                </a:moveTo>
                <a:cubicBezTo>
                  <a:pt x="1284" y="0"/>
                  <a:pt x="1284" y="0"/>
                  <a:pt x="1284" y="0"/>
                </a:cubicBezTo>
                <a:cubicBezTo>
                  <a:pt x="1284" y="221"/>
                  <a:pt x="1284" y="221"/>
                  <a:pt x="1284" y="221"/>
                </a:cubicBezTo>
                <a:cubicBezTo>
                  <a:pt x="1750" y="221"/>
                  <a:pt x="1750" y="221"/>
                  <a:pt x="1750" y="221"/>
                </a:cubicBezTo>
                <a:cubicBezTo>
                  <a:pt x="1950" y="221"/>
                  <a:pt x="2112" y="384"/>
                  <a:pt x="2112" y="583"/>
                </a:cubicBezTo>
                <a:cubicBezTo>
                  <a:pt x="2112" y="782"/>
                  <a:pt x="1950" y="945"/>
                  <a:pt x="1750" y="945"/>
                </a:cubicBezTo>
                <a:cubicBezTo>
                  <a:pt x="1284" y="945"/>
                  <a:pt x="1284" y="945"/>
                  <a:pt x="1284" y="945"/>
                </a:cubicBezTo>
                <a:cubicBezTo>
                  <a:pt x="1284" y="1166"/>
                  <a:pt x="1284" y="1166"/>
                  <a:pt x="1284" y="1166"/>
                </a:cubicBezTo>
                <a:cubicBezTo>
                  <a:pt x="1750" y="1166"/>
                  <a:pt x="1750" y="1166"/>
                  <a:pt x="1750" y="1166"/>
                </a:cubicBezTo>
                <a:cubicBezTo>
                  <a:pt x="2072" y="1166"/>
                  <a:pt x="2334" y="905"/>
                  <a:pt x="2334" y="583"/>
                </a:cubicBezTo>
                <a:cubicBezTo>
                  <a:pt x="2334" y="261"/>
                  <a:pt x="2072" y="0"/>
                  <a:pt x="17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95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sert Phot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100 w 2100"/>
              <a:gd name="T1" fmla="*/ 1867 h 2100"/>
              <a:gd name="T2" fmla="*/ 2100 w 2100"/>
              <a:gd name="T3" fmla="*/ 233 h 2100"/>
              <a:gd name="T4" fmla="*/ 1867 w 2100"/>
              <a:gd name="T5" fmla="*/ 0 h 2100"/>
              <a:gd name="T6" fmla="*/ 233 w 2100"/>
              <a:gd name="T7" fmla="*/ 0 h 2100"/>
              <a:gd name="T8" fmla="*/ 0 w 2100"/>
              <a:gd name="T9" fmla="*/ 233 h 2100"/>
              <a:gd name="T10" fmla="*/ 0 w 2100"/>
              <a:gd name="T11" fmla="*/ 1867 h 2100"/>
              <a:gd name="T12" fmla="*/ 233 w 2100"/>
              <a:gd name="T13" fmla="*/ 2100 h 2100"/>
              <a:gd name="T14" fmla="*/ 1867 w 2100"/>
              <a:gd name="T15" fmla="*/ 2100 h 2100"/>
              <a:gd name="T16" fmla="*/ 2100 w 2100"/>
              <a:gd name="T17" fmla="*/ 1867 h 2100"/>
              <a:gd name="T18" fmla="*/ 642 w 2100"/>
              <a:gd name="T19" fmla="*/ 1225 h 2100"/>
              <a:gd name="T20" fmla="*/ 933 w 2100"/>
              <a:gd name="T21" fmla="*/ 1576 h 2100"/>
              <a:gd name="T22" fmla="*/ 1342 w 2100"/>
              <a:gd name="T23" fmla="*/ 1050 h 2100"/>
              <a:gd name="T24" fmla="*/ 1867 w 2100"/>
              <a:gd name="T25" fmla="*/ 1750 h 2100"/>
              <a:gd name="T26" fmla="*/ 233 w 2100"/>
              <a:gd name="T27" fmla="*/ 1750 h 2100"/>
              <a:gd name="T28" fmla="*/ 642 w 2100"/>
              <a:gd name="T29" fmla="*/ 1225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100" h="2100">
                <a:moveTo>
                  <a:pt x="2100" y="1867"/>
                </a:move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lose/>
                <a:moveTo>
                  <a:pt x="642" y="1225"/>
                </a:moveTo>
                <a:cubicBezTo>
                  <a:pt x="933" y="1576"/>
                  <a:pt x="933" y="1576"/>
                  <a:pt x="933" y="1576"/>
                </a:cubicBezTo>
                <a:cubicBezTo>
                  <a:pt x="1342" y="1050"/>
                  <a:pt x="1342" y="1050"/>
                  <a:pt x="1342" y="1050"/>
                </a:cubicBezTo>
                <a:cubicBezTo>
                  <a:pt x="1867" y="1750"/>
                  <a:pt x="1867" y="1750"/>
                  <a:pt x="1867" y="1750"/>
                </a:cubicBezTo>
                <a:cubicBezTo>
                  <a:pt x="233" y="1750"/>
                  <a:pt x="233" y="1750"/>
                  <a:pt x="233" y="1750"/>
                </a:cubicBezTo>
                <a:lnTo>
                  <a:pt x="642" y="12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2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ar Scal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228849"/>
          </a:xfrm>
          <a:custGeom>
            <a:avLst/>
            <a:gdLst>
              <a:gd name="T0" fmla="*/ 2042 w 2334"/>
              <a:gd name="T1" fmla="*/ 0 h 584"/>
              <a:gd name="T2" fmla="*/ 1775 w 2334"/>
              <a:gd name="T3" fmla="*/ 175 h 584"/>
              <a:gd name="T4" fmla="*/ 1434 w 2334"/>
              <a:gd name="T5" fmla="*/ 175 h 584"/>
              <a:gd name="T6" fmla="*/ 1167 w 2334"/>
              <a:gd name="T7" fmla="*/ 0 h 584"/>
              <a:gd name="T8" fmla="*/ 900 w 2334"/>
              <a:gd name="T9" fmla="*/ 175 h 584"/>
              <a:gd name="T10" fmla="*/ 559 w 2334"/>
              <a:gd name="T11" fmla="*/ 175 h 584"/>
              <a:gd name="T12" fmla="*/ 292 w 2334"/>
              <a:gd name="T13" fmla="*/ 0 h 584"/>
              <a:gd name="T14" fmla="*/ 0 w 2334"/>
              <a:gd name="T15" fmla="*/ 292 h 584"/>
              <a:gd name="T16" fmla="*/ 292 w 2334"/>
              <a:gd name="T17" fmla="*/ 584 h 584"/>
              <a:gd name="T18" fmla="*/ 559 w 2334"/>
              <a:gd name="T19" fmla="*/ 409 h 584"/>
              <a:gd name="T20" fmla="*/ 900 w 2334"/>
              <a:gd name="T21" fmla="*/ 409 h 584"/>
              <a:gd name="T22" fmla="*/ 1167 w 2334"/>
              <a:gd name="T23" fmla="*/ 584 h 584"/>
              <a:gd name="T24" fmla="*/ 1434 w 2334"/>
              <a:gd name="T25" fmla="*/ 409 h 584"/>
              <a:gd name="T26" fmla="*/ 1775 w 2334"/>
              <a:gd name="T27" fmla="*/ 409 h 584"/>
              <a:gd name="T28" fmla="*/ 2042 w 2334"/>
              <a:gd name="T29" fmla="*/ 584 h 584"/>
              <a:gd name="T30" fmla="*/ 2334 w 2334"/>
              <a:gd name="T31" fmla="*/ 292 h 584"/>
              <a:gd name="T32" fmla="*/ 2042 w 2334"/>
              <a:gd name="T33" fmla="*/ 0 h 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334" h="584">
                <a:moveTo>
                  <a:pt x="2042" y="0"/>
                </a:moveTo>
                <a:cubicBezTo>
                  <a:pt x="1922" y="0"/>
                  <a:pt x="1820" y="73"/>
                  <a:pt x="1775" y="175"/>
                </a:cubicBezTo>
                <a:cubicBezTo>
                  <a:pt x="1434" y="175"/>
                  <a:pt x="1434" y="175"/>
                  <a:pt x="1434" y="175"/>
                </a:cubicBezTo>
                <a:cubicBezTo>
                  <a:pt x="1389" y="73"/>
                  <a:pt x="1287" y="0"/>
                  <a:pt x="1167" y="0"/>
                </a:cubicBezTo>
                <a:cubicBezTo>
                  <a:pt x="1047" y="0"/>
                  <a:pt x="945" y="73"/>
                  <a:pt x="900" y="175"/>
                </a:cubicBezTo>
                <a:cubicBezTo>
                  <a:pt x="559" y="175"/>
                  <a:pt x="559" y="175"/>
                  <a:pt x="559" y="175"/>
                </a:cubicBezTo>
                <a:cubicBezTo>
                  <a:pt x="514" y="73"/>
                  <a:pt x="412" y="0"/>
                  <a:pt x="292" y="0"/>
                </a:cubicBezTo>
                <a:cubicBezTo>
                  <a:pt x="131" y="0"/>
                  <a:pt x="0" y="131"/>
                  <a:pt x="0" y="292"/>
                </a:cubicBezTo>
                <a:cubicBezTo>
                  <a:pt x="0" y="453"/>
                  <a:pt x="131" y="584"/>
                  <a:pt x="292" y="584"/>
                </a:cubicBezTo>
                <a:cubicBezTo>
                  <a:pt x="412" y="584"/>
                  <a:pt x="514" y="511"/>
                  <a:pt x="559" y="409"/>
                </a:cubicBezTo>
                <a:cubicBezTo>
                  <a:pt x="900" y="409"/>
                  <a:pt x="900" y="409"/>
                  <a:pt x="900" y="409"/>
                </a:cubicBezTo>
                <a:cubicBezTo>
                  <a:pt x="945" y="511"/>
                  <a:pt x="1047" y="584"/>
                  <a:pt x="1167" y="584"/>
                </a:cubicBezTo>
                <a:cubicBezTo>
                  <a:pt x="1287" y="584"/>
                  <a:pt x="1389" y="511"/>
                  <a:pt x="1434" y="409"/>
                </a:cubicBezTo>
                <a:cubicBezTo>
                  <a:pt x="1775" y="409"/>
                  <a:pt x="1775" y="409"/>
                  <a:pt x="1775" y="409"/>
                </a:cubicBezTo>
                <a:cubicBezTo>
                  <a:pt x="1820" y="511"/>
                  <a:pt x="1922" y="584"/>
                  <a:pt x="2042" y="584"/>
                </a:cubicBezTo>
                <a:cubicBezTo>
                  <a:pt x="2203" y="584"/>
                  <a:pt x="2334" y="453"/>
                  <a:pt x="2334" y="292"/>
                </a:cubicBezTo>
                <a:cubicBezTo>
                  <a:pt x="2334" y="131"/>
                  <a:pt x="2203" y="0"/>
                  <a:pt x="204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18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rge Typ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93304" cy="914400"/>
          </a:xfrm>
          <a:custGeom>
            <a:avLst/>
            <a:gdLst>
              <a:gd name="T0" fmla="*/ 3144 w 3534"/>
              <a:gd name="T1" fmla="*/ 4661 h 4661"/>
              <a:gd name="T2" fmla="*/ 3534 w 3534"/>
              <a:gd name="T3" fmla="*/ 4273 h 4661"/>
              <a:gd name="T4" fmla="*/ 2594 w 3534"/>
              <a:gd name="T5" fmla="*/ 3333 h 4661"/>
              <a:gd name="T6" fmla="*/ 2204 w 3534"/>
              <a:gd name="T7" fmla="*/ 3720 h 4661"/>
              <a:gd name="T8" fmla="*/ 3144 w 3534"/>
              <a:gd name="T9" fmla="*/ 4661 h 4661"/>
              <a:gd name="T10" fmla="*/ 527 w 3534"/>
              <a:gd name="T11" fmla="*/ 1240 h 4661"/>
              <a:gd name="T12" fmla="*/ 1490 w 3534"/>
              <a:gd name="T13" fmla="*/ 1240 h 4661"/>
              <a:gd name="T14" fmla="*/ 1490 w 3534"/>
              <a:gd name="T15" fmla="*/ 2780 h 4661"/>
              <a:gd name="T16" fmla="*/ 0 w 3534"/>
              <a:gd name="T17" fmla="*/ 4273 h 4661"/>
              <a:gd name="T18" fmla="*/ 390 w 3534"/>
              <a:gd name="T19" fmla="*/ 4661 h 4661"/>
              <a:gd name="T20" fmla="*/ 2043 w 3534"/>
              <a:gd name="T21" fmla="*/ 3007 h 4661"/>
              <a:gd name="T22" fmla="*/ 2043 w 3534"/>
              <a:gd name="T23" fmla="*/ 1240 h 4661"/>
              <a:gd name="T24" fmla="*/ 3007 w 3534"/>
              <a:gd name="T25" fmla="*/ 1240 h 4661"/>
              <a:gd name="T26" fmla="*/ 1767 w 3534"/>
              <a:gd name="T27" fmla="*/ 0 h 4661"/>
              <a:gd name="T28" fmla="*/ 527 w 3534"/>
              <a:gd name="T29" fmla="*/ 1240 h 46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534" h="4661">
                <a:moveTo>
                  <a:pt x="3144" y="4661"/>
                </a:moveTo>
                <a:lnTo>
                  <a:pt x="3534" y="4273"/>
                </a:lnTo>
                <a:lnTo>
                  <a:pt x="2594" y="3333"/>
                </a:lnTo>
                <a:lnTo>
                  <a:pt x="2204" y="3720"/>
                </a:lnTo>
                <a:lnTo>
                  <a:pt x="3144" y="4661"/>
                </a:lnTo>
                <a:close/>
                <a:moveTo>
                  <a:pt x="527" y="1240"/>
                </a:moveTo>
                <a:lnTo>
                  <a:pt x="1490" y="1240"/>
                </a:lnTo>
                <a:lnTo>
                  <a:pt x="1490" y="2780"/>
                </a:lnTo>
                <a:lnTo>
                  <a:pt x="0" y="4273"/>
                </a:lnTo>
                <a:lnTo>
                  <a:pt x="390" y="4661"/>
                </a:lnTo>
                <a:lnTo>
                  <a:pt x="2043" y="3007"/>
                </a:lnTo>
                <a:lnTo>
                  <a:pt x="2043" y="1240"/>
                </a:lnTo>
                <a:lnTo>
                  <a:pt x="3007" y="1240"/>
                </a:lnTo>
                <a:lnTo>
                  <a:pt x="1767" y="0"/>
                </a:lnTo>
                <a:lnTo>
                  <a:pt x="527" y="124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81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de Comment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333 w 2334"/>
              <a:gd name="T1" fmla="*/ 234 h 2334"/>
              <a:gd name="T2" fmla="*/ 2100 w 2334"/>
              <a:gd name="T3" fmla="*/ 0 h 2334"/>
              <a:gd name="T4" fmla="*/ 234 w 2334"/>
              <a:gd name="T5" fmla="*/ 0 h 2334"/>
              <a:gd name="T6" fmla="*/ 0 w 2334"/>
              <a:gd name="T7" fmla="*/ 234 h 2334"/>
              <a:gd name="T8" fmla="*/ 0 w 2334"/>
              <a:gd name="T9" fmla="*/ 1634 h 2334"/>
              <a:gd name="T10" fmla="*/ 234 w 2334"/>
              <a:gd name="T11" fmla="*/ 1867 h 2334"/>
              <a:gd name="T12" fmla="*/ 1867 w 2334"/>
              <a:gd name="T13" fmla="*/ 1867 h 2334"/>
              <a:gd name="T14" fmla="*/ 2334 w 2334"/>
              <a:gd name="T15" fmla="*/ 2334 h 2334"/>
              <a:gd name="T16" fmla="*/ 2333 w 2334"/>
              <a:gd name="T17" fmla="*/ 2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34">
                <a:moveTo>
                  <a:pt x="2333" y="234"/>
                </a:moveTo>
                <a:cubicBezTo>
                  <a:pt x="2333" y="105"/>
                  <a:pt x="2229" y="0"/>
                  <a:pt x="2100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1634"/>
                  <a:pt x="0" y="1634"/>
                  <a:pt x="0" y="1634"/>
                </a:cubicBezTo>
                <a:cubicBezTo>
                  <a:pt x="0" y="1762"/>
                  <a:pt x="105" y="1867"/>
                  <a:pt x="234" y="1867"/>
                </a:cubicBezTo>
                <a:cubicBezTo>
                  <a:pt x="1867" y="1867"/>
                  <a:pt x="1867" y="1867"/>
                  <a:pt x="1867" y="1867"/>
                </a:cubicBezTo>
                <a:cubicBezTo>
                  <a:pt x="2334" y="2334"/>
                  <a:pt x="2334" y="2334"/>
                  <a:pt x="2334" y="2334"/>
                </a:cubicBezTo>
                <a:lnTo>
                  <a:pt x="2333" y="2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165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de Edi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2112"/>
              <a:gd name="T1" fmla="*/ 1674 h 2112"/>
              <a:gd name="T2" fmla="*/ 0 w 2112"/>
              <a:gd name="T3" fmla="*/ 2112 h 2112"/>
              <a:gd name="T4" fmla="*/ 438 w 2112"/>
              <a:gd name="T5" fmla="*/ 2112 h 2112"/>
              <a:gd name="T6" fmla="*/ 1728 w 2112"/>
              <a:gd name="T7" fmla="*/ 822 h 2112"/>
              <a:gd name="T8" fmla="*/ 1290 w 2112"/>
              <a:gd name="T9" fmla="*/ 384 h 2112"/>
              <a:gd name="T10" fmla="*/ 0 w 2112"/>
              <a:gd name="T11" fmla="*/ 1674 h 2112"/>
              <a:gd name="T12" fmla="*/ 2066 w 2112"/>
              <a:gd name="T13" fmla="*/ 483 h 2112"/>
              <a:gd name="T14" fmla="*/ 2066 w 2112"/>
              <a:gd name="T15" fmla="*/ 319 h 2112"/>
              <a:gd name="T16" fmla="*/ 1793 w 2112"/>
              <a:gd name="T17" fmla="*/ 46 h 2112"/>
              <a:gd name="T18" fmla="*/ 1629 w 2112"/>
              <a:gd name="T19" fmla="*/ 46 h 2112"/>
              <a:gd name="T20" fmla="*/ 1415 w 2112"/>
              <a:gd name="T21" fmla="*/ 259 h 2112"/>
              <a:gd name="T22" fmla="*/ 1853 w 2112"/>
              <a:gd name="T23" fmla="*/ 697 h 2112"/>
              <a:gd name="T24" fmla="*/ 2066 w 2112"/>
              <a:gd name="T25" fmla="*/ 483 h 2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12" h="2112">
                <a:moveTo>
                  <a:pt x="0" y="1674"/>
                </a:moveTo>
                <a:cubicBezTo>
                  <a:pt x="0" y="2112"/>
                  <a:pt x="0" y="2112"/>
                  <a:pt x="0" y="2112"/>
                </a:cubicBezTo>
                <a:cubicBezTo>
                  <a:pt x="438" y="2112"/>
                  <a:pt x="438" y="2112"/>
                  <a:pt x="438" y="2112"/>
                </a:cubicBezTo>
                <a:cubicBezTo>
                  <a:pt x="1728" y="822"/>
                  <a:pt x="1728" y="822"/>
                  <a:pt x="1728" y="822"/>
                </a:cubicBezTo>
                <a:cubicBezTo>
                  <a:pt x="1290" y="384"/>
                  <a:pt x="1290" y="384"/>
                  <a:pt x="1290" y="384"/>
                </a:cubicBezTo>
                <a:lnTo>
                  <a:pt x="0" y="1674"/>
                </a:lnTo>
                <a:close/>
                <a:moveTo>
                  <a:pt x="2066" y="483"/>
                </a:moveTo>
                <a:cubicBezTo>
                  <a:pt x="2112" y="438"/>
                  <a:pt x="2112" y="364"/>
                  <a:pt x="2066" y="319"/>
                </a:cubicBezTo>
                <a:cubicBezTo>
                  <a:pt x="1793" y="46"/>
                  <a:pt x="1793" y="46"/>
                  <a:pt x="1793" y="46"/>
                </a:cubicBezTo>
                <a:cubicBezTo>
                  <a:pt x="1748" y="0"/>
                  <a:pt x="1674" y="0"/>
                  <a:pt x="1629" y="46"/>
                </a:cubicBezTo>
                <a:cubicBezTo>
                  <a:pt x="1415" y="259"/>
                  <a:pt x="1415" y="259"/>
                  <a:pt x="1415" y="259"/>
                </a:cubicBezTo>
                <a:cubicBezTo>
                  <a:pt x="1853" y="697"/>
                  <a:pt x="1853" y="697"/>
                  <a:pt x="1853" y="697"/>
                </a:cubicBezTo>
                <a:lnTo>
                  <a:pt x="2066" y="4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96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ney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06390" cy="914400"/>
          </a:xfrm>
          <a:custGeom>
            <a:avLst/>
            <a:gdLst>
              <a:gd name="T0" fmla="*/ 984 w 1852"/>
              <a:gd name="T1" fmla="*/ 455 h 2100"/>
              <a:gd name="T2" fmla="*/ 1276 w 1852"/>
              <a:gd name="T3" fmla="*/ 700 h 2100"/>
              <a:gd name="T4" fmla="*/ 1534 w 1852"/>
              <a:gd name="T5" fmla="*/ 700 h 2100"/>
              <a:gd name="T6" fmla="*/ 1159 w 1852"/>
              <a:gd name="T7" fmla="*/ 255 h 2100"/>
              <a:gd name="T8" fmla="*/ 1159 w 1852"/>
              <a:gd name="T9" fmla="*/ 0 h 2100"/>
              <a:gd name="T10" fmla="*/ 809 w 1852"/>
              <a:gd name="T11" fmla="*/ 0 h 2100"/>
              <a:gd name="T12" fmla="*/ 809 w 1852"/>
              <a:gd name="T13" fmla="*/ 252 h 2100"/>
              <a:gd name="T14" fmla="*/ 637 w 1852"/>
              <a:gd name="T15" fmla="*/ 315 h 2100"/>
              <a:gd name="T16" fmla="*/ 808 w 1852"/>
              <a:gd name="T17" fmla="*/ 486 h 2100"/>
              <a:gd name="T18" fmla="*/ 984 w 1852"/>
              <a:gd name="T19" fmla="*/ 455 h 2100"/>
              <a:gd name="T20" fmla="*/ 148 w 1852"/>
              <a:gd name="T21" fmla="*/ 124 h 2100"/>
              <a:gd name="T22" fmla="*/ 0 w 1852"/>
              <a:gd name="T23" fmla="*/ 272 h 2100"/>
              <a:gd name="T24" fmla="*/ 401 w 1852"/>
              <a:gd name="T25" fmla="*/ 673 h 2100"/>
              <a:gd name="T26" fmla="*/ 857 w 1852"/>
              <a:gd name="T27" fmla="*/ 1129 h 2100"/>
              <a:gd name="T28" fmla="*/ 1267 w 1852"/>
              <a:gd name="T29" fmla="*/ 1539 h 2100"/>
              <a:gd name="T30" fmla="*/ 984 w 1852"/>
              <a:gd name="T31" fmla="*/ 1645 h 2100"/>
              <a:gd name="T32" fmla="*/ 637 w 1852"/>
              <a:gd name="T33" fmla="*/ 1400 h 2100"/>
              <a:gd name="T34" fmla="*/ 380 w 1852"/>
              <a:gd name="T35" fmla="*/ 1400 h 2100"/>
              <a:gd name="T36" fmla="*/ 809 w 1852"/>
              <a:gd name="T37" fmla="*/ 1847 h 2100"/>
              <a:gd name="T38" fmla="*/ 809 w 1852"/>
              <a:gd name="T39" fmla="*/ 2100 h 2100"/>
              <a:gd name="T40" fmla="*/ 1159 w 1852"/>
              <a:gd name="T41" fmla="*/ 2100 h 2100"/>
              <a:gd name="T42" fmla="*/ 1159 w 1852"/>
              <a:gd name="T43" fmla="*/ 1849 h 2100"/>
              <a:gd name="T44" fmla="*/ 1445 w 1852"/>
              <a:gd name="T45" fmla="*/ 1719 h 2100"/>
              <a:gd name="T46" fmla="*/ 1704 w 1852"/>
              <a:gd name="T47" fmla="*/ 1978 h 2100"/>
              <a:gd name="T48" fmla="*/ 1852 w 1852"/>
              <a:gd name="T49" fmla="*/ 1829 h 2100"/>
              <a:gd name="T50" fmla="*/ 148 w 1852"/>
              <a:gd name="T51" fmla="*/ 124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852" h="2100">
                <a:moveTo>
                  <a:pt x="984" y="455"/>
                </a:moveTo>
                <a:cubicBezTo>
                  <a:pt x="1192" y="455"/>
                  <a:pt x="1269" y="554"/>
                  <a:pt x="1276" y="700"/>
                </a:cubicBezTo>
                <a:cubicBezTo>
                  <a:pt x="1534" y="700"/>
                  <a:pt x="1534" y="700"/>
                  <a:pt x="1534" y="700"/>
                </a:cubicBezTo>
                <a:cubicBezTo>
                  <a:pt x="1526" y="499"/>
                  <a:pt x="1403" y="315"/>
                  <a:pt x="1159" y="255"/>
                </a:cubicBezTo>
                <a:cubicBezTo>
                  <a:pt x="1159" y="0"/>
                  <a:pt x="1159" y="0"/>
                  <a:pt x="1159" y="0"/>
                </a:cubicBezTo>
                <a:cubicBezTo>
                  <a:pt x="809" y="0"/>
                  <a:pt x="809" y="0"/>
                  <a:pt x="809" y="0"/>
                </a:cubicBezTo>
                <a:cubicBezTo>
                  <a:pt x="809" y="252"/>
                  <a:pt x="809" y="252"/>
                  <a:pt x="809" y="252"/>
                </a:cubicBezTo>
                <a:cubicBezTo>
                  <a:pt x="748" y="266"/>
                  <a:pt x="689" y="287"/>
                  <a:pt x="637" y="315"/>
                </a:cubicBezTo>
                <a:cubicBezTo>
                  <a:pt x="808" y="486"/>
                  <a:pt x="808" y="486"/>
                  <a:pt x="808" y="486"/>
                </a:cubicBezTo>
                <a:cubicBezTo>
                  <a:pt x="856" y="467"/>
                  <a:pt x="914" y="455"/>
                  <a:pt x="984" y="455"/>
                </a:cubicBezTo>
                <a:close/>
                <a:moveTo>
                  <a:pt x="148" y="124"/>
                </a:moveTo>
                <a:cubicBezTo>
                  <a:pt x="0" y="272"/>
                  <a:pt x="0" y="272"/>
                  <a:pt x="0" y="272"/>
                </a:cubicBezTo>
                <a:cubicBezTo>
                  <a:pt x="401" y="673"/>
                  <a:pt x="401" y="673"/>
                  <a:pt x="401" y="673"/>
                </a:cubicBezTo>
                <a:cubicBezTo>
                  <a:pt x="401" y="916"/>
                  <a:pt x="583" y="1048"/>
                  <a:pt x="857" y="1129"/>
                </a:cubicBezTo>
                <a:cubicBezTo>
                  <a:pt x="1267" y="1539"/>
                  <a:pt x="1267" y="1539"/>
                  <a:pt x="1267" y="1539"/>
                </a:cubicBezTo>
                <a:cubicBezTo>
                  <a:pt x="1227" y="1595"/>
                  <a:pt x="1144" y="1645"/>
                  <a:pt x="984" y="1645"/>
                </a:cubicBezTo>
                <a:cubicBezTo>
                  <a:pt x="744" y="1645"/>
                  <a:pt x="649" y="1538"/>
                  <a:pt x="637" y="1400"/>
                </a:cubicBezTo>
                <a:cubicBezTo>
                  <a:pt x="380" y="1400"/>
                  <a:pt x="380" y="1400"/>
                  <a:pt x="380" y="1400"/>
                </a:cubicBezTo>
                <a:cubicBezTo>
                  <a:pt x="394" y="1655"/>
                  <a:pt x="585" y="1799"/>
                  <a:pt x="809" y="1847"/>
                </a:cubicBezTo>
                <a:cubicBezTo>
                  <a:pt x="809" y="2100"/>
                  <a:pt x="809" y="2100"/>
                  <a:pt x="809" y="2100"/>
                </a:cubicBezTo>
                <a:cubicBezTo>
                  <a:pt x="1159" y="2100"/>
                  <a:pt x="1159" y="2100"/>
                  <a:pt x="1159" y="2100"/>
                </a:cubicBezTo>
                <a:cubicBezTo>
                  <a:pt x="1159" y="1849"/>
                  <a:pt x="1159" y="1849"/>
                  <a:pt x="1159" y="1849"/>
                </a:cubicBezTo>
                <a:cubicBezTo>
                  <a:pt x="1271" y="1828"/>
                  <a:pt x="1372" y="1785"/>
                  <a:pt x="1445" y="1719"/>
                </a:cubicBezTo>
                <a:cubicBezTo>
                  <a:pt x="1704" y="1978"/>
                  <a:pt x="1704" y="1978"/>
                  <a:pt x="1704" y="1978"/>
                </a:cubicBezTo>
                <a:cubicBezTo>
                  <a:pt x="1852" y="1829"/>
                  <a:pt x="1852" y="1829"/>
                  <a:pt x="1852" y="1829"/>
                </a:cubicBezTo>
                <a:lnTo>
                  <a:pt x="148" y="1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306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ublish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00722" cy="914400"/>
          </a:xfrm>
          <a:custGeom>
            <a:avLst/>
            <a:gdLst>
              <a:gd name="T0" fmla="*/ 0 w 3860"/>
              <a:gd name="T1" fmla="*/ 0 h 4408"/>
              <a:gd name="T2" fmla="*/ 0 w 3860"/>
              <a:gd name="T3" fmla="*/ 551 h 4408"/>
              <a:gd name="T4" fmla="*/ 3860 w 3860"/>
              <a:gd name="T5" fmla="*/ 551 h 4408"/>
              <a:gd name="T6" fmla="*/ 3860 w 3860"/>
              <a:gd name="T7" fmla="*/ 0 h 4408"/>
              <a:gd name="T8" fmla="*/ 0 w 3860"/>
              <a:gd name="T9" fmla="*/ 0 h 4408"/>
              <a:gd name="T10" fmla="*/ 0 w 3860"/>
              <a:gd name="T11" fmla="*/ 2755 h 4408"/>
              <a:gd name="T12" fmla="*/ 1103 w 3860"/>
              <a:gd name="T13" fmla="*/ 2755 h 4408"/>
              <a:gd name="T14" fmla="*/ 1103 w 3860"/>
              <a:gd name="T15" fmla="*/ 4408 h 4408"/>
              <a:gd name="T16" fmla="*/ 2757 w 3860"/>
              <a:gd name="T17" fmla="*/ 4408 h 4408"/>
              <a:gd name="T18" fmla="*/ 2757 w 3860"/>
              <a:gd name="T19" fmla="*/ 2755 h 4408"/>
              <a:gd name="T20" fmla="*/ 3860 w 3860"/>
              <a:gd name="T21" fmla="*/ 2755 h 4408"/>
              <a:gd name="T22" fmla="*/ 1930 w 3860"/>
              <a:gd name="T23" fmla="*/ 827 h 4408"/>
              <a:gd name="T24" fmla="*/ 0 w 3860"/>
              <a:gd name="T25" fmla="*/ 2755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60" h="4408">
                <a:moveTo>
                  <a:pt x="0" y="0"/>
                </a:moveTo>
                <a:lnTo>
                  <a:pt x="0" y="551"/>
                </a:lnTo>
                <a:lnTo>
                  <a:pt x="3860" y="551"/>
                </a:lnTo>
                <a:lnTo>
                  <a:pt x="3860" y="0"/>
                </a:lnTo>
                <a:lnTo>
                  <a:pt x="0" y="0"/>
                </a:lnTo>
                <a:close/>
                <a:moveTo>
                  <a:pt x="0" y="2755"/>
                </a:moveTo>
                <a:lnTo>
                  <a:pt x="1103" y="2755"/>
                </a:lnTo>
                <a:lnTo>
                  <a:pt x="1103" y="4408"/>
                </a:lnTo>
                <a:lnTo>
                  <a:pt x="2757" y="4408"/>
                </a:lnTo>
                <a:lnTo>
                  <a:pt x="2757" y="2755"/>
                </a:lnTo>
                <a:lnTo>
                  <a:pt x="3860" y="2755"/>
                </a:lnTo>
                <a:lnTo>
                  <a:pt x="1930" y="827"/>
                </a:lnTo>
                <a:lnTo>
                  <a:pt x="0" y="275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39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ort Tex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343107"/>
          </a:xfrm>
          <a:custGeom>
            <a:avLst/>
            <a:gdLst>
              <a:gd name="T0" fmla="*/ 0 w 4408"/>
              <a:gd name="T1" fmla="*/ 0 h 1654"/>
              <a:gd name="T2" fmla="*/ 4408 w 4408"/>
              <a:gd name="T3" fmla="*/ 0 h 1654"/>
              <a:gd name="T4" fmla="*/ 4408 w 4408"/>
              <a:gd name="T5" fmla="*/ 551 h 1654"/>
              <a:gd name="T6" fmla="*/ 0 w 4408"/>
              <a:gd name="T7" fmla="*/ 551 h 1654"/>
              <a:gd name="T8" fmla="*/ 0 w 4408"/>
              <a:gd name="T9" fmla="*/ 0 h 1654"/>
              <a:gd name="T10" fmla="*/ 0 w 4408"/>
              <a:gd name="T11" fmla="*/ 1104 h 1654"/>
              <a:gd name="T12" fmla="*/ 2754 w 4408"/>
              <a:gd name="T13" fmla="*/ 1104 h 1654"/>
              <a:gd name="T14" fmla="*/ 2754 w 4408"/>
              <a:gd name="T15" fmla="*/ 1654 h 1654"/>
              <a:gd name="T16" fmla="*/ 0 w 4408"/>
              <a:gd name="T17" fmla="*/ 1654 h 1654"/>
              <a:gd name="T18" fmla="*/ 0 w 4408"/>
              <a:gd name="T19" fmla="*/ 1104 h 1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08" h="1654">
                <a:moveTo>
                  <a:pt x="0" y="0"/>
                </a:moveTo>
                <a:lnTo>
                  <a:pt x="4408" y="0"/>
                </a:lnTo>
                <a:lnTo>
                  <a:pt x="4408" y="551"/>
                </a:lnTo>
                <a:lnTo>
                  <a:pt x="0" y="551"/>
                </a:lnTo>
                <a:lnTo>
                  <a:pt x="0" y="0"/>
                </a:lnTo>
                <a:close/>
                <a:moveTo>
                  <a:pt x="0" y="1104"/>
                </a:moveTo>
                <a:lnTo>
                  <a:pt x="2754" y="1104"/>
                </a:lnTo>
                <a:lnTo>
                  <a:pt x="2754" y="1654"/>
                </a:lnTo>
                <a:lnTo>
                  <a:pt x="0" y="1654"/>
                </a:lnTo>
                <a:lnTo>
                  <a:pt x="0" y="11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7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acebar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343107"/>
          </a:xfrm>
          <a:custGeom>
            <a:avLst/>
            <a:gdLst>
              <a:gd name="T0" fmla="*/ 3857 w 4408"/>
              <a:gd name="T1" fmla="*/ 0 h 1654"/>
              <a:gd name="T2" fmla="*/ 3857 w 4408"/>
              <a:gd name="T3" fmla="*/ 1104 h 1654"/>
              <a:gd name="T4" fmla="*/ 550 w 4408"/>
              <a:gd name="T5" fmla="*/ 1104 h 1654"/>
              <a:gd name="T6" fmla="*/ 550 w 4408"/>
              <a:gd name="T7" fmla="*/ 0 h 1654"/>
              <a:gd name="T8" fmla="*/ 0 w 4408"/>
              <a:gd name="T9" fmla="*/ 0 h 1654"/>
              <a:gd name="T10" fmla="*/ 0 w 4408"/>
              <a:gd name="T11" fmla="*/ 1654 h 1654"/>
              <a:gd name="T12" fmla="*/ 4408 w 4408"/>
              <a:gd name="T13" fmla="*/ 1654 h 1654"/>
              <a:gd name="T14" fmla="*/ 4408 w 4408"/>
              <a:gd name="T15" fmla="*/ 0 h 1654"/>
              <a:gd name="T16" fmla="*/ 3857 w 4408"/>
              <a:gd name="T17" fmla="*/ 0 h 1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08" h="1654">
                <a:moveTo>
                  <a:pt x="3857" y="0"/>
                </a:moveTo>
                <a:lnTo>
                  <a:pt x="3857" y="1104"/>
                </a:lnTo>
                <a:lnTo>
                  <a:pt x="550" y="1104"/>
                </a:lnTo>
                <a:lnTo>
                  <a:pt x="550" y="0"/>
                </a:lnTo>
                <a:lnTo>
                  <a:pt x="0" y="0"/>
                </a:lnTo>
                <a:lnTo>
                  <a:pt x="0" y="1654"/>
                </a:lnTo>
                <a:lnTo>
                  <a:pt x="4408" y="1654"/>
                </a:lnTo>
                <a:lnTo>
                  <a:pt x="4408" y="0"/>
                </a:lnTo>
                <a:lnTo>
                  <a:pt x="385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378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ikethough 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62338"/>
          </a:xfrm>
          <a:custGeom>
            <a:avLst/>
            <a:gdLst>
              <a:gd name="T0" fmla="*/ 495 w 2100"/>
              <a:gd name="T1" fmla="*/ 671 h 1751"/>
              <a:gd name="T2" fmla="*/ 449 w 2100"/>
              <a:gd name="T3" fmla="*/ 476 h 1751"/>
              <a:gd name="T4" fmla="*/ 496 w 2100"/>
              <a:gd name="T5" fmla="*/ 281 h 1751"/>
              <a:gd name="T6" fmla="*/ 625 w 2100"/>
              <a:gd name="T7" fmla="*/ 131 h 1751"/>
              <a:gd name="T8" fmla="*/ 824 w 2100"/>
              <a:gd name="T9" fmla="*/ 34 h 1751"/>
              <a:gd name="T10" fmla="*/ 1078 w 2100"/>
              <a:gd name="T11" fmla="*/ 0 h 1751"/>
              <a:gd name="T12" fmla="*/ 1336 w 2100"/>
              <a:gd name="T13" fmla="*/ 40 h 1751"/>
              <a:gd name="T14" fmla="*/ 1533 w 2100"/>
              <a:gd name="T15" fmla="*/ 149 h 1751"/>
              <a:gd name="T16" fmla="*/ 1659 w 2100"/>
              <a:gd name="T17" fmla="*/ 316 h 1751"/>
              <a:gd name="T18" fmla="*/ 1703 w 2100"/>
              <a:gd name="T19" fmla="*/ 527 h 1751"/>
              <a:gd name="T20" fmla="*/ 1352 w 2100"/>
              <a:gd name="T21" fmla="*/ 527 h 1751"/>
              <a:gd name="T22" fmla="*/ 1335 w 2100"/>
              <a:gd name="T23" fmla="*/ 428 h 1751"/>
              <a:gd name="T24" fmla="*/ 1283 w 2100"/>
              <a:gd name="T25" fmla="*/ 349 h 1751"/>
              <a:gd name="T26" fmla="*/ 1196 w 2100"/>
              <a:gd name="T27" fmla="*/ 297 h 1751"/>
              <a:gd name="T28" fmla="*/ 1072 w 2100"/>
              <a:gd name="T29" fmla="*/ 279 h 1751"/>
              <a:gd name="T30" fmla="*/ 952 w 2100"/>
              <a:gd name="T31" fmla="*/ 294 h 1751"/>
              <a:gd name="T32" fmla="*/ 868 w 2100"/>
              <a:gd name="T33" fmla="*/ 336 h 1751"/>
              <a:gd name="T34" fmla="*/ 817 w 2100"/>
              <a:gd name="T35" fmla="*/ 400 h 1751"/>
              <a:gd name="T36" fmla="*/ 799 w 2100"/>
              <a:gd name="T37" fmla="*/ 477 h 1751"/>
              <a:gd name="T38" fmla="*/ 885 w 2100"/>
              <a:gd name="T39" fmla="*/ 618 h 1751"/>
              <a:gd name="T40" fmla="*/ 1050 w 2100"/>
              <a:gd name="T41" fmla="*/ 700 h 1751"/>
              <a:gd name="T42" fmla="*/ 512 w 2100"/>
              <a:gd name="T43" fmla="*/ 700 h 1751"/>
              <a:gd name="T44" fmla="*/ 495 w 2100"/>
              <a:gd name="T45" fmla="*/ 671 h 1751"/>
              <a:gd name="T46" fmla="*/ 2100 w 2100"/>
              <a:gd name="T47" fmla="*/ 1050 h 1751"/>
              <a:gd name="T48" fmla="*/ 2100 w 2100"/>
              <a:gd name="T49" fmla="*/ 817 h 1751"/>
              <a:gd name="T50" fmla="*/ 0 w 2100"/>
              <a:gd name="T51" fmla="*/ 817 h 1751"/>
              <a:gd name="T52" fmla="*/ 0 w 2100"/>
              <a:gd name="T53" fmla="*/ 1050 h 1751"/>
              <a:gd name="T54" fmla="*/ 1122 w 2100"/>
              <a:gd name="T55" fmla="*/ 1050 h 1751"/>
              <a:gd name="T56" fmla="*/ 1186 w 2100"/>
              <a:gd name="T57" fmla="*/ 1073 h 1751"/>
              <a:gd name="T58" fmla="*/ 1288 w 2100"/>
              <a:gd name="T59" fmla="*/ 1133 h 1751"/>
              <a:gd name="T60" fmla="*/ 1338 w 2100"/>
              <a:gd name="T61" fmla="*/ 1199 h 1751"/>
              <a:gd name="T62" fmla="*/ 1351 w 2100"/>
              <a:gd name="T63" fmla="*/ 1280 h 1751"/>
              <a:gd name="T64" fmla="*/ 1335 w 2100"/>
              <a:gd name="T65" fmla="*/ 1357 h 1751"/>
              <a:gd name="T66" fmla="*/ 1286 w 2100"/>
              <a:gd name="T67" fmla="*/ 1419 h 1751"/>
              <a:gd name="T68" fmla="*/ 1203 w 2100"/>
              <a:gd name="T69" fmla="*/ 1459 h 1751"/>
              <a:gd name="T70" fmla="*/ 1085 w 2100"/>
              <a:gd name="T71" fmla="*/ 1475 h 1751"/>
              <a:gd name="T72" fmla="*/ 947 w 2100"/>
              <a:gd name="T73" fmla="*/ 1459 h 1751"/>
              <a:gd name="T74" fmla="*/ 841 w 2100"/>
              <a:gd name="T75" fmla="*/ 1410 h 1751"/>
              <a:gd name="T76" fmla="*/ 772 w 2100"/>
              <a:gd name="T77" fmla="*/ 1323 h 1751"/>
              <a:gd name="T78" fmla="*/ 743 w 2100"/>
              <a:gd name="T79" fmla="*/ 1182 h 1751"/>
              <a:gd name="T80" fmla="*/ 397 w 2100"/>
              <a:gd name="T81" fmla="*/ 1182 h 1751"/>
              <a:gd name="T82" fmla="*/ 425 w 2100"/>
              <a:gd name="T83" fmla="*/ 1366 h 1751"/>
              <a:gd name="T84" fmla="*/ 501 w 2100"/>
              <a:gd name="T85" fmla="*/ 1507 h 1751"/>
              <a:gd name="T86" fmla="*/ 615 w 2100"/>
              <a:gd name="T87" fmla="*/ 1615 h 1751"/>
              <a:gd name="T88" fmla="*/ 757 w 2100"/>
              <a:gd name="T89" fmla="*/ 1691 h 1751"/>
              <a:gd name="T90" fmla="*/ 918 w 2100"/>
              <a:gd name="T91" fmla="*/ 1736 h 1751"/>
              <a:gd name="T92" fmla="*/ 1086 w 2100"/>
              <a:gd name="T93" fmla="*/ 1751 h 1751"/>
              <a:gd name="T94" fmla="*/ 1341 w 2100"/>
              <a:gd name="T95" fmla="*/ 1719 h 1751"/>
              <a:gd name="T96" fmla="*/ 1535 w 2100"/>
              <a:gd name="T97" fmla="*/ 1626 h 1751"/>
              <a:gd name="T98" fmla="*/ 1660 w 2100"/>
              <a:gd name="T99" fmla="*/ 1478 h 1751"/>
              <a:gd name="T100" fmla="*/ 1704 w 2100"/>
              <a:gd name="T101" fmla="*/ 1279 h 1751"/>
              <a:gd name="T102" fmla="*/ 1668 w 2100"/>
              <a:gd name="T103" fmla="*/ 1091 h 1751"/>
              <a:gd name="T104" fmla="*/ 1648 w 2100"/>
              <a:gd name="T105" fmla="*/ 1052 h 1751"/>
              <a:gd name="T106" fmla="*/ 2100 w 2100"/>
              <a:gd name="T107" fmla="*/ 1052 h 1751"/>
              <a:gd name="T108" fmla="*/ 2100 w 2100"/>
              <a:gd name="T109" fmla="*/ 1050 h 1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2100" h="1751">
                <a:moveTo>
                  <a:pt x="495" y="671"/>
                </a:moveTo>
                <a:cubicBezTo>
                  <a:pt x="464" y="615"/>
                  <a:pt x="449" y="551"/>
                  <a:pt x="449" y="476"/>
                </a:cubicBezTo>
                <a:cubicBezTo>
                  <a:pt x="449" y="405"/>
                  <a:pt x="464" y="341"/>
                  <a:pt x="496" y="281"/>
                </a:cubicBezTo>
                <a:cubicBezTo>
                  <a:pt x="526" y="223"/>
                  <a:pt x="569" y="173"/>
                  <a:pt x="625" y="131"/>
                </a:cubicBezTo>
                <a:cubicBezTo>
                  <a:pt x="681" y="90"/>
                  <a:pt x="748" y="57"/>
                  <a:pt x="824" y="34"/>
                </a:cubicBezTo>
                <a:cubicBezTo>
                  <a:pt x="901" y="12"/>
                  <a:pt x="986" y="0"/>
                  <a:pt x="1078" y="0"/>
                </a:cubicBezTo>
                <a:cubicBezTo>
                  <a:pt x="1172" y="0"/>
                  <a:pt x="1258" y="13"/>
                  <a:pt x="1336" y="40"/>
                </a:cubicBezTo>
                <a:cubicBezTo>
                  <a:pt x="1413" y="65"/>
                  <a:pt x="1479" y="103"/>
                  <a:pt x="1533" y="149"/>
                </a:cubicBezTo>
                <a:cubicBezTo>
                  <a:pt x="1588" y="196"/>
                  <a:pt x="1630" y="252"/>
                  <a:pt x="1659" y="316"/>
                </a:cubicBezTo>
                <a:cubicBezTo>
                  <a:pt x="1688" y="380"/>
                  <a:pt x="1703" y="450"/>
                  <a:pt x="1703" y="527"/>
                </a:cubicBezTo>
                <a:cubicBezTo>
                  <a:pt x="1352" y="527"/>
                  <a:pt x="1352" y="527"/>
                  <a:pt x="1352" y="527"/>
                </a:cubicBezTo>
                <a:cubicBezTo>
                  <a:pt x="1352" y="491"/>
                  <a:pt x="1346" y="459"/>
                  <a:pt x="1335" y="428"/>
                </a:cubicBezTo>
                <a:cubicBezTo>
                  <a:pt x="1324" y="397"/>
                  <a:pt x="1307" y="371"/>
                  <a:pt x="1283" y="349"/>
                </a:cubicBezTo>
                <a:cubicBezTo>
                  <a:pt x="1260" y="327"/>
                  <a:pt x="1231" y="310"/>
                  <a:pt x="1196" y="297"/>
                </a:cubicBezTo>
                <a:cubicBezTo>
                  <a:pt x="1161" y="286"/>
                  <a:pt x="1119" y="279"/>
                  <a:pt x="1072" y="279"/>
                </a:cubicBezTo>
                <a:cubicBezTo>
                  <a:pt x="1027" y="279"/>
                  <a:pt x="986" y="284"/>
                  <a:pt x="952" y="294"/>
                </a:cubicBezTo>
                <a:cubicBezTo>
                  <a:pt x="918" y="304"/>
                  <a:pt x="890" y="318"/>
                  <a:pt x="868" y="336"/>
                </a:cubicBezTo>
                <a:cubicBezTo>
                  <a:pt x="846" y="355"/>
                  <a:pt x="828" y="376"/>
                  <a:pt x="817" y="400"/>
                </a:cubicBezTo>
                <a:cubicBezTo>
                  <a:pt x="805" y="425"/>
                  <a:pt x="799" y="450"/>
                  <a:pt x="799" y="477"/>
                </a:cubicBezTo>
                <a:cubicBezTo>
                  <a:pt x="799" y="533"/>
                  <a:pt x="828" y="580"/>
                  <a:pt x="885" y="618"/>
                </a:cubicBezTo>
                <a:cubicBezTo>
                  <a:pt x="930" y="647"/>
                  <a:pt x="975" y="674"/>
                  <a:pt x="1050" y="700"/>
                </a:cubicBezTo>
                <a:cubicBezTo>
                  <a:pt x="512" y="700"/>
                  <a:pt x="512" y="700"/>
                  <a:pt x="512" y="700"/>
                </a:cubicBezTo>
                <a:cubicBezTo>
                  <a:pt x="506" y="691"/>
                  <a:pt x="499" y="680"/>
                  <a:pt x="495" y="671"/>
                </a:cubicBezTo>
                <a:close/>
                <a:moveTo>
                  <a:pt x="2100" y="1050"/>
                </a:moveTo>
                <a:cubicBezTo>
                  <a:pt x="2100" y="817"/>
                  <a:pt x="2100" y="817"/>
                  <a:pt x="2100" y="817"/>
                </a:cubicBezTo>
                <a:cubicBezTo>
                  <a:pt x="0" y="817"/>
                  <a:pt x="0" y="817"/>
                  <a:pt x="0" y="817"/>
                </a:cubicBezTo>
                <a:cubicBezTo>
                  <a:pt x="0" y="1050"/>
                  <a:pt x="0" y="1050"/>
                  <a:pt x="0" y="1050"/>
                </a:cubicBezTo>
                <a:cubicBezTo>
                  <a:pt x="1122" y="1050"/>
                  <a:pt x="1122" y="1050"/>
                  <a:pt x="1122" y="1050"/>
                </a:cubicBezTo>
                <a:cubicBezTo>
                  <a:pt x="1143" y="1058"/>
                  <a:pt x="1169" y="1066"/>
                  <a:pt x="1186" y="1073"/>
                </a:cubicBezTo>
                <a:cubicBezTo>
                  <a:pt x="1230" y="1093"/>
                  <a:pt x="1264" y="1113"/>
                  <a:pt x="1288" y="1133"/>
                </a:cubicBezTo>
                <a:cubicBezTo>
                  <a:pt x="1313" y="1153"/>
                  <a:pt x="1329" y="1175"/>
                  <a:pt x="1338" y="1199"/>
                </a:cubicBezTo>
                <a:cubicBezTo>
                  <a:pt x="1346" y="1223"/>
                  <a:pt x="1351" y="1249"/>
                  <a:pt x="1351" y="1280"/>
                </a:cubicBezTo>
                <a:cubicBezTo>
                  <a:pt x="1351" y="1307"/>
                  <a:pt x="1345" y="1332"/>
                  <a:pt x="1335" y="1357"/>
                </a:cubicBezTo>
                <a:cubicBezTo>
                  <a:pt x="1324" y="1380"/>
                  <a:pt x="1308" y="1401"/>
                  <a:pt x="1286" y="1419"/>
                </a:cubicBezTo>
                <a:cubicBezTo>
                  <a:pt x="1264" y="1436"/>
                  <a:pt x="1237" y="1449"/>
                  <a:pt x="1203" y="1459"/>
                </a:cubicBezTo>
                <a:cubicBezTo>
                  <a:pt x="1169" y="1469"/>
                  <a:pt x="1129" y="1475"/>
                  <a:pt x="1085" y="1475"/>
                </a:cubicBezTo>
                <a:cubicBezTo>
                  <a:pt x="1035" y="1475"/>
                  <a:pt x="988" y="1470"/>
                  <a:pt x="947" y="1459"/>
                </a:cubicBezTo>
                <a:cubicBezTo>
                  <a:pt x="907" y="1449"/>
                  <a:pt x="870" y="1433"/>
                  <a:pt x="841" y="1410"/>
                </a:cubicBezTo>
                <a:cubicBezTo>
                  <a:pt x="812" y="1388"/>
                  <a:pt x="789" y="1359"/>
                  <a:pt x="772" y="1323"/>
                </a:cubicBezTo>
                <a:cubicBezTo>
                  <a:pt x="756" y="1287"/>
                  <a:pt x="743" y="1234"/>
                  <a:pt x="743" y="1182"/>
                </a:cubicBezTo>
                <a:cubicBezTo>
                  <a:pt x="397" y="1182"/>
                  <a:pt x="397" y="1182"/>
                  <a:pt x="397" y="1182"/>
                </a:cubicBezTo>
                <a:cubicBezTo>
                  <a:pt x="397" y="1246"/>
                  <a:pt x="406" y="1314"/>
                  <a:pt x="425" y="1366"/>
                </a:cubicBezTo>
                <a:cubicBezTo>
                  <a:pt x="443" y="1419"/>
                  <a:pt x="468" y="1465"/>
                  <a:pt x="501" y="1507"/>
                </a:cubicBezTo>
                <a:cubicBezTo>
                  <a:pt x="533" y="1548"/>
                  <a:pt x="571" y="1584"/>
                  <a:pt x="615" y="1615"/>
                </a:cubicBezTo>
                <a:cubicBezTo>
                  <a:pt x="658" y="1645"/>
                  <a:pt x="706" y="1671"/>
                  <a:pt x="757" y="1691"/>
                </a:cubicBezTo>
                <a:cubicBezTo>
                  <a:pt x="809" y="1710"/>
                  <a:pt x="862" y="1726"/>
                  <a:pt x="918" y="1736"/>
                </a:cubicBezTo>
                <a:cubicBezTo>
                  <a:pt x="974" y="1745"/>
                  <a:pt x="1030" y="1751"/>
                  <a:pt x="1086" y="1751"/>
                </a:cubicBezTo>
                <a:cubicBezTo>
                  <a:pt x="1179" y="1751"/>
                  <a:pt x="1265" y="1741"/>
                  <a:pt x="1341" y="1719"/>
                </a:cubicBezTo>
                <a:cubicBezTo>
                  <a:pt x="1416" y="1696"/>
                  <a:pt x="1482" y="1666"/>
                  <a:pt x="1535" y="1626"/>
                </a:cubicBezTo>
                <a:cubicBezTo>
                  <a:pt x="1589" y="1587"/>
                  <a:pt x="1631" y="1536"/>
                  <a:pt x="1660" y="1478"/>
                </a:cubicBezTo>
                <a:cubicBezTo>
                  <a:pt x="1689" y="1420"/>
                  <a:pt x="1704" y="1353"/>
                  <a:pt x="1704" y="1279"/>
                </a:cubicBezTo>
                <a:cubicBezTo>
                  <a:pt x="1704" y="1209"/>
                  <a:pt x="1693" y="1146"/>
                  <a:pt x="1668" y="1091"/>
                </a:cubicBezTo>
                <a:cubicBezTo>
                  <a:pt x="1663" y="1078"/>
                  <a:pt x="1655" y="1064"/>
                  <a:pt x="1648" y="1052"/>
                </a:cubicBezTo>
                <a:cubicBezTo>
                  <a:pt x="2100" y="1052"/>
                  <a:pt x="2100" y="1052"/>
                  <a:pt x="2100" y="1052"/>
                </a:cubicBezTo>
                <a:lnTo>
                  <a:pt x="2100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Field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22088"/>
          </a:xfrm>
          <a:custGeom>
            <a:avLst/>
            <a:gdLst>
              <a:gd name="T0" fmla="*/ 0 w 5235"/>
              <a:gd name="T1" fmla="*/ 0 h 4134"/>
              <a:gd name="T2" fmla="*/ 0 w 5235"/>
              <a:gd name="T3" fmla="*/ 827 h 4134"/>
              <a:gd name="T4" fmla="*/ 1378 w 5235"/>
              <a:gd name="T5" fmla="*/ 827 h 4134"/>
              <a:gd name="T6" fmla="*/ 1378 w 5235"/>
              <a:gd name="T7" fmla="*/ 4134 h 4134"/>
              <a:gd name="T8" fmla="*/ 2204 w 5235"/>
              <a:gd name="T9" fmla="*/ 4134 h 4134"/>
              <a:gd name="T10" fmla="*/ 2204 w 5235"/>
              <a:gd name="T11" fmla="*/ 827 h 4134"/>
              <a:gd name="T12" fmla="*/ 3582 w 5235"/>
              <a:gd name="T13" fmla="*/ 827 h 4134"/>
              <a:gd name="T14" fmla="*/ 3582 w 5235"/>
              <a:gd name="T15" fmla="*/ 0 h 4134"/>
              <a:gd name="T16" fmla="*/ 0 w 5235"/>
              <a:gd name="T17" fmla="*/ 0 h 4134"/>
              <a:gd name="T18" fmla="*/ 5235 w 5235"/>
              <a:gd name="T19" fmla="*/ 1377 h 4134"/>
              <a:gd name="T20" fmla="*/ 2755 w 5235"/>
              <a:gd name="T21" fmla="*/ 1377 h 4134"/>
              <a:gd name="T22" fmla="*/ 2755 w 5235"/>
              <a:gd name="T23" fmla="*/ 2204 h 4134"/>
              <a:gd name="T24" fmla="*/ 3582 w 5235"/>
              <a:gd name="T25" fmla="*/ 2204 h 4134"/>
              <a:gd name="T26" fmla="*/ 3582 w 5235"/>
              <a:gd name="T27" fmla="*/ 4134 h 4134"/>
              <a:gd name="T28" fmla="*/ 4408 w 5235"/>
              <a:gd name="T29" fmla="*/ 4134 h 4134"/>
              <a:gd name="T30" fmla="*/ 4408 w 5235"/>
              <a:gd name="T31" fmla="*/ 2204 h 4134"/>
              <a:gd name="T32" fmla="*/ 5235 w 5235"/>
              <a:gd name="T33" fmla="*/ 2204 h 4134"/>
              <a:gd name="T34" fmla="*/ 5235 w 5235"/>
              <a:gd name="T35" fmla="*/ 1377 h 41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235" h="4134">
                <a:moveTo>
                  <a:pt x="0" y="0"/>
                </a:moveTo>
                <a:lnTo>
                  <a:pt x="0" y="827"/>
                </a:lnTo>
                <a:lnTo>
                  <a:pt x="1378" y="827"/>
                </a:lnTo>
                <a:lnTo>
                  <a:pt x="1378" y="4134"/>
                </a:lnTo>
                <a:lnTo>
                  <a:pt x="2204" y="4134"/>
                </a:lnTo>
                <a:lnTo>
                  <a:pt x="2204" y="827"/>
                </a:lnTo>
                <a:lnTo>
                  <a:pt x="3582" y="827"/>
                </a:lnTo>
                <a:lnTo>
                  <a:pt x="3582" y="0"/>
                </a:lnTo>
                <a:lnTo>
                  <a:pt x="0" y="0"/>
                </a:lnTo>
                <a:close/>
                <a:moveTo>
                  <a:pt x="5235" y="1377"/>
                </a:moveTo>
                <a:lnTo>
                  <a:pt x="2755" y="1377"/>
                </a:lnTo>
                <a:lnTo>
                  <a:pt x="2755" y="2204"/>
                </a:lnTo>
                <a:lnTo>
                  <a:pt x="3582" y="2204"/>
                </a:lnTo>
                <a:lnTo>
                  <a:pt x="3582" y="4134"/>
                </a:lnTo>
                <a:lnTo>
                  <a:pt x="4408" y="4134"/>
                </a:lnTo>
                <a:lnTo>
                  <a:pt x="4408" y="2204"/>
                </a:lnTo>
                <a:lnTo>
                  <a:pt x="5235" y="2204"/>
                </a:lnTo>
                <a:lnTo>
                  <a:pt x="5235" y="13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Align Botto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12472" cy="914400"/>
          </a:xfrm>
          <a:custGeom>
            <a:avLst/>
            <a:gdLst>
              <a:gd name="T0" fmla="*/ 3307 w 4408"/>
              <a:gd name="T1" fmla="*/ 2757 h 4961"/>
              <a:gd name="T2" fmla="*/ 2480 w 4408"/>
              <a:gd name="T3" fmla="*/ 2757 h 4961"/>
              <a:gd name="T4" fmla="*/ 2480 w 4408"/>
              <a:gd name="T5" fmla="*/ 0 h 4961"/>
              <a:gd name="T6" fmla="*/ 1927 w 4408"/>
              <a:gd name="T7" fmla="*/ 0 h 4961"/>
              <a:gd name="T8" fmla="*/ 1927 w 4408"/>
              <a:gd name="T9" fmla="*/ 2757 h 4961"/>
              <a:gd name="T10" fmla="*/ 1101 w 4408"/>
              <a:gd name="T11" fmla="*/ 2757 h 4961"/>
              <a:gd name="T12" fmla="*/ 2204 w 4408"/>
              <a:gd name="T13" fmla="*/ 3857 h 4961"/>
              <a:gd name="T14" fmla="*/ 3307 w 4408"/>
              <a:gd name="T15" fmla="*/ 2757 h 4961"/>
              <a:gd name="T16" fmla="*/ 0 w 4408"/>
              <a:gd name="T17" fmla="*/ 4410 h 4961"/>
              <a:gd name="T18" fmla="*/ 0 w 4408"/>
              <a:gd name="T19" fmla="*/ 4961 h 4961"/>
              <a:gd name="T20" fmla="*/ 4408 w 4408"/>
              <a:gd name="T21" fmla="*/ 4961 h 4961"/>
              <a:gd name="T22" fmla="*/ 4408 w 4408"/>
              <a:gd name="T23" fmla="*/ 4410 h 4961"/>
              <a:gd name="T24" fmla="*/ 0 w 4408"/>
              <a:gd name="T25" fmla="*/ 4410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408" h="4961">
                <a:moveTo>
                  <a:pt x="3307" y="2757"/>
                </a:moveTo>
                <a:lnTo>
                  <a:pt x="2480" y="2757"/>
                </a:lnTo>
                <a:lnTo>
                  <a:pt x="2480" y="0"/>
                </a:lnTo>
                <a:lnTo>
                  <a:pt x="1927" y="0"/>
                </a:lnTo>
                <a:lnTo>
                  <a:pt x="1927" y="2757"/>
                </a:lnTo>
                <a:lnTo>
                  <a:pt x="1101" y="2757"/>
                </a:lnTo>
                <a:lnTo>
                  <a:pt x="2204" y="3857"/>
                </a:lnTo>
                <a:lnTo>
                  <a:pt x="3307" y="2757"/>
                </a:lnTo>
                <a:close/>
                <a:moveTo>
                  <a:pt x="0" y="4410"/>
                </a:moveTo>
                <a:lnTo>
                  <a:pt x="0" y="4961"/>
                </a:lnTo>
                <a:lnTo>
                  <a:pt x="4408" y="4961"/>
                </a:lnTo>
                <a:lnTo>
                  <a:pt x="4408" y="4410"/>
                </a:lnTo>
                <a:lnTo>
                  <a:pt x="0" y="441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Align Cent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65018" cy="914400"/>
          </a:xfrm>
          <a:custGeom>
            <a:avLst/>
            <a:gdLst>
              <a:gd name="T0" fmla="*/ 1101 w 4408"/>
              <a:gd name="T1" fmla="*/ 4960 h 6061"/>
              <a:gd name="T2" fmla="*/ 1927 w 4408"/>
              <a:gd name="T3" fmla="*/ 4960 h 6061"/>
              <a:gd name="T4" fmla="*/ 1927 w 4408"/>
              <a:gd name="T5" fmla="*/ 6061 h 6061"/>
              <a:gd name="T6" fmla="*/ 2480 w 4408"/>
              <a:gd name="T7" fmla="*/ 6061 h 6061"/>
              <a:gd name="T8" fmla="*/ 2480 w 4408"/>
              <a:gd name="T9" fmla="*/ 4960 h 6061"/>
              <a:gd name="T10" fmla="*/ 3307 w 4408"/>
              <a:gd name="T11" fmla="*/ 4960 h 6061"/>
              <a:gd name="T12" fmla="*/ 2204 w 4408"/>
              <a:gd name="T13" fmla="*/ 3857 h 6061"/>
              <a:gd name="T14" fmla="*/ 1101 w 4408"/>
              <a:gd name="T15" fmla="*/ 4960 h 6061"/>
              <a:gd name="T16" fmla="*/ 3307 w 4408"/>
              <a:gd name="T17" fmla="*/ 1100 h 6061"/>
              <a:gd name="T18" fmla="*/ 2480 w 4408"/>
              <a:gd name="T19" fmla="*/ 1100 h 6061"/>
              <a:gd name="T20" fmla="*/ 2480 w 4408"/>
              <a:gd name="T21" fmla="*/ 0 h 6061"/>
              <a:gd name="T22" fmla="*/ 1927 w 4408"/>
              <a:gd name="T23" fmla="*/ 0 h 6061"/>
              <a:gd name="T24" fmla="*/ 1927 w 4408"/>
              <a:gd name="T25" fmla="*/ 1100 h 6061"/>
              <a:gd name="T26" fmla="*/ 1101 w 4408"/>
              <a:gd name="T27" fmla="*/ 1100 h 6061"/>
              <a:gd name="T28" fmla="*/ 2204 w 4408"/>
              <a:gd name="T29" fmla="*/ 2203 h 6061"/>
              <a:gd name="T30" fmla="*/ 3307 w 4408"/>
              <a:gd name="T31" fmla="*/ 1100 h 6061"/>
              <a:gd name="T32" fmla="*/ 0 w 4408"/>
              <a:gd name="T33" fmla="*/ 2754 h 6061"/>
              <a:gd name="T34" fmla="*/ 0 w 4408"/>
              <a:gd name="T35" fmla="*/ 3307 h 6061"/>
              <a:gd name="T36" fmla="*/ 4408 w 4408"/>
              <a:gd name="T37" fmla="*/ 3307 h 6061"/>
              <a:gd name="T38" fmla="*/ 4408 w 4408"/>
              <a:gd name="T39" fmla="*/ 2754 h 6061"/>
              <a:gd name="T40" fmla="*/ 0 w 4408"/>
              <a:gd name="T41" fmla="*/ 2754 h 60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408" h="6061">
                <a:moveTo>
                  <a:pt x="1101" y="4960"/>
                </a:moveTo>
                <a:lnTo>
                  <a:pt x="1927" y="4960"/>
                </a:lnTo>
                <a:lnTo>
                  <a:pt x="1927" y="6061"/>
                </a:lnTo>
                <a:lnTo>
                  <a:pt x="2480" y="6061"/>
                </a:lnTo>
                <a:lnTo>
                  <a:pt x="2480" y="4960"/>
                </a:lnTo>
                <a:lnTo>
                  <a:pt x="3307" y="4960"/>
                </a:lnTo>
                <a:lnTo>
                  <a:pt x="2204" y="3857"/>
                </a:lnTo>
                <a:lnTo>
                  <a:pt x="1101" y="4960"/>
                </a:lnTo>
                <a:close/>
                <a:moveTo>
                  <a:pt x="3307" y="1100"/>
                </a:moveTo>
                <a:lnTo>
                  <a:pt x="2480" y="1100"/>
                </a:lnTo>
                <a:lnTo>
                  <a:pt x="2480" y="0"/>
                </a:lnTo>
                <a:lnTo>
                  <a:pt x="1927" y="0"/>
                </a:lnTo>
                <a:lnTo>
                  <a:pt x="1927" y="1100"/>
                </a:lnTo>
                <a:lnTo>
                  <a:pt x="1101" y="1100"/>
                </a:lnTo>
                <a:lnTo>
                  <a:pt x="2204" y="2203"/>
                </a:lnTo>
                <a:lnTo>
                  <a:pt x="3307" y="1100"/>
                </a:lnTo>
                <a:close/>
                <a:moveTo>
                  <a:pt x="0" y="2754"/>
                </a:moveTo>
                <a:lnTo>
                  <a:pt x="0" y="3307"/>
                </a:lnTo>
                <a:lnTo>
                  <a:pt x="4408" y="3307"/>
                </a:lnTo>
                <a:lnTo>
                  <a:pt x="4408" y="2754"/>
                </a:lnTo>
                <a:lnTo>
                  <a:pt x="0" y="27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Align To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83416" cy="914400"/>
          </a:xfrm>
          <a:custGeom>
            <a:avLst/>
            <a:gdLst>
              <a:gd name="T0" fmla="*/ 0 w 4408"/>
              <a:gd name="T1" fmla="*/ 0 h 5145"/>
              <a:gd name="T2" fmla="*/ 0 w 4408"/>
              <a:gd name="T3" fmla="*/ 734 h 5145"/>
              <a:gd name="T4" fmla="*/ 4408 w 4408"/>
              <a:gd name="T5" fmla="*/ 734 h 5145"/>
              <a:gd name="T6" fmla="*/ 4408 w 4408"/>
              <a:gd name="T7" fmla="*/ 0 h 5145"/>
              <a:gd name="T8" fmla="*/ 0 w 4408"/>
              <a:gd name="T9" fmla="*/ 0 h 5145"/>
              <a:gd name="T10" fmla="*/ 919 w 4408"/>
              <a:gd name="T11" fmla="*/ 2572 h 5145"/>
              <a:gd name="T12" fmla="*/ 1835 w 4408"/>
              <a:gd name="T13" fmla="*/ 2572 h 5145"/>
              <a:gd name="T14" fmla="*/ 1835 w 4408"/>
              <a:gd name="T15" fmla="*/ 5145 h 5145"/>
              <a:gd name="T16" fmla="*/ 2572 w 4408"/>
              <a:gd name="T17" fmla="*/ 5145 h 5145"/>
              <a:gd name="T18" fmla="*/ 2572 w 4408"/>
              <a:gd name="T19" fmla="*/ 2572 h 5145"/>
              <a:gd name="T20" fmla="*/ 3489 w 4408"/>
              <a:gd name="T21" fmla="*/ 2572 h 5145"/>
              <a:gd name="T22" fmla="*/ 2204 w 4408"/>
              <a:gd name="T23" fmla="*/ 1287 h 5145"/>
              <a:gd name="T24" fmla="*/ 919 w 4408"/>
              <a:gd name="T25" fmla="*/ 2572 h 5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408" h="5145">
                <a:moveTo>
                  <a:pt x="0" y="0"/>
                </a:moveTo>
                <a:lnTo>
                  <a:pt x="0" y="734"/>
                </a:lnTo>
                <a:lnTo>
                  <a:pt x="4408" y="734"/>
                </a:lnTo>
                <a:lnTo>
                  <a:pt x="4408" y="0"/>
                </a:lnTo>
                <a:lnTo>
                  <a:pt x="0" y="0"/>
                </a:lnTo>
                <a:close/>
                <a:moveTo>
                  <a:pt x="919" y="2572"/>
                </a:moveTo>
                <a:lnTo>
                  <a:pt x="1835" y="2572"/>
                </a:lnTo>
                <a:lnTo>
                  <a:pt x="1835" y="5145"/>
                </a:lnTo>
                <a:lnTo>
                  <a:pt x="2572" y="5145"/>
                </a:lnTo>
                <a:lnTo>
                  <a:pt x="2572" y="2572"/>
                </a:lnTo>
                <a:lnTo>
                  <a:pt x="3489" y="2572"/>
                </a:lnTo>
                <a:lnTo>
                  <a:pt x="2204" y="1287"/>
                </a:lnTo>
                <a:lnTo>
                  <a:pt x="919" y="257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rap Tex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53340"/>
          </a:xfrm>
          <a:custGeom>
            <a:avLst/>
            <a:gdLst>
              <a:gd name="T0" fmla="*/ 2178 w 2333"/>
              <a:gd name="T1" fmla="*/ 0 h 2177"/>
              <a:gd name="T2" fmla="*/ 0 w 2333"/>
              <a:gd name="T3" fmla="*/ 0 h 2177"/>
              <a:gd name="T4" fmla="*/ 0 w 2333"/>
              <a:gd name="T5" fmla="*/ 311 h 2177"/>
              <a:gd name="T6" fmla="*/ 2178 w 2333"/>
              <a:gd name="T7" fmla="*/ 311 h 2177"/>
              <a:gd name="T8" fmla="*/ 2178 w 2333"/>
              <a:gd name="T9" fmla="*/ 0 h 2177"/>
              <a:gd name="T10" fmla="*/ 0 w 2333"/>
              <a:gd name="T11" fmla="*/ 1866 h 2177"/>
              <a:gd name="T12" fmla="*/ 622 w 2333"/>
              <a:gd name="T13" fmla="*/ 1866 h 2177"/>
              <a:gd name="T14" fmla="*/ 622 w 2333"/>
              <a:gd name="T15" fmla="*/ 1555 h 2177"/>
              <a:gd name="T16" fmla="*/ 0 w 2333"/>
              <a:gd name="T17" fmla="*/ 1555 h 2177"/>
              <a:gd name="T18" fmla="*/ 0 w 2333"/>
              <a:gd name="T19" fmla="*/ 1866 h 2177"/>
              <a:gd name="T20" fmla="*/ 1789 w 2333"/>
              <a:gd name="T21" fmla="*/ 777 h 2177"/>
              <a:gd name="T22" fmla="*/ 0 w 2333"/>
              <a:gd name="T23" fmla="*/ 777 h 2177"/>
              <a:gd name="T24" fmla="*/ 0 w 2333"/>
              <a:gd name="T25" fmla="*/ 1089 h 2177"/>
              <a:gd name="T26" fmla="*/ 1828 w 2333"/>
              <a:gd name="T27" fmla="*/ 1089 h 2177"/>
              <a:gd name="T28" fmla="*/ 2061 w 2333"/>
              <a:gd name="T29" fmla="*/ 1322 h 2177"/>
              <a:gd name="T30" fmla="*/ 1828 w 2333"/>
              <a:gd name="T31" fmla="*/ 1555 h 2177"/>
              <a:gd name="T32" fmla="*/ 1400 w 2333"/>
              <a:gd name="T33" fmla="*/ 1555 h 2177"/>
              <a:gd name="T34" fmla="*/ 1400 w 2333"/>
              <a:gd name="T35" fmla="*/ 1244 h 2177"/>
              <a:gd name="T36" fmla="*/ 933 w 2333"/>
              <a:gd name="T37" fmla="*/ 1711 h 2177"/>
              <a:gd name="T38" fmla="*/ 1400 w 2333"/>
              <a:gd name="T39" fmla="*/ 2177 h 2177"/>
              <a:gd name="T40" fmla="*/ 1400 w 2333"/>
              <a:gd name="T41" fmla="*/ 1866 h 2177"/>
              <a:gd name="T42" fmla="*/ 1789 w 2333"/>
              <a:gd name="T43" fmla="*/ 1866 h 2177"/>
              <a:gd name="T44" fmla="*/ 2333 w 2333"/>
              <a:gd name="T45" fmla="*/ 1322 h 2177"/>
              <a:gd name="T46" fmla="*/ 1789 w 2333"/>
              <a:gd name="T47" fmla="*/ 777 h 2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3" h="2177">
                <a:moveTo>
                  <a:pt x="217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11"/>
                  <a:pt x="0" y="311"/>
                  <a:pt x="0" y="311"/>
                </a:cubicBezTo>
                <a:cubicBezTo>
                  <a:pt x="2178" y="311"/>
                  <a:pt x="2178" y="311"/>
                  <a:pt x="2178" y="311"/>
                </a:cubicBezTo>
                <a:lnTo>
                  <a:pt x="2178" y="0"/>
                </a:lnTo>
                <a:close/>
                <a:moveTo>
                  <a:pt x="0" y="1866"/>
                </a:moveTo>
                <a:cubicBezTo>
                  <a:pt x="622" y="1866"/>
                  <a:pt x="622" y="1866"/>
                  <a:pt x="622" y="1866"/>
                </a:cubicBezTo>
                <a:cubicBezTo>
                  <a:pt x="622" y="1555"/>
                  <a:pt x="622" y="1555"/>
                  <a:pt x="622" y="1555"/>
                </a:cubicBezTo>
                <a:cubicBezTo>
                  <a:pt x="0" y="1555"/>
                  <a:pt x="0" y="1555"/>
                  <a:pt x="0" y="1555"/>
                </a:cubicBezTo>
                <a:lnTo>
                  <a:pt x="0" y="1866"/>
                </a:lnTo>
                <a:close/>
                <a:moveTo>
                  <a:pt x="1789" y="777"/>
                </a:moveTo>
                <a:cubicBezTo>
                  <a:pt x="0" y="777"/>
                  <a:pt x="0" y="777"/>
                  <a:pt x="0" y="777"/>
                </a:cubicBezTo>
                <a:cubicBezTo>
                  <a:pt x="0" y="1089"/>
                  <a:pt x="0" y="1089"/>
                  <a:pt x="0" y="1089"/>
                </a:cubicBezTo>
                <a:cubicBezTo>
                  <a:pt x="1828" y="1089"/>
                  <a:pt x="1828" y="1089"/>
                  <a:pt x="1828" y="1089"/>
                </a:cubicBezTo>
                <a:cubicBezTo>
                  <a:pt x="1957" y="1089"/>
                  <a:pt x="2061" y="1193"/>
                  <a:pt x="2061" y="1322"/>
                </a:cubicBezTo>
                <a:cubicBezTo>
                  <a:pt x="2061" y="1451"/>
                  <a:pt x="1957" y="1555"/>
                  <a:pt x="1828" y="1555"/>
                </a:cubicBezTo>
                <a:cubicBezTo>
                  <a:pt x="1400" y="1555"/>
                  <a:pt x="1400" y="1555"/>
                  <a:pt x="1400" y="1555"/>
                </a:cubicBezTo>
                <a:cubicBezTo>
                  <a:pt x="1400" y="1244"/>
                  <a:pt x="1400" y="1244"/>
                  <a:pt x="1400" y="1244"/>
                </a:cubicBezTo>
                <a:cubicBezTo>
                  <a:pt x="933" y="1711"/>
                  <a:pt x="933" y="1711"/>
                  <a:pt x="933" y="1711"/>
                </a:cubicBezTo>
                <a:cubicBezTo>
                  <a:pt x="1400" y="2177"/>
                  <a:pt x="1400" y="2177"/>
                  <a:pt x="1400" y="2177"/>
                </a:cubicBezTo>
                <a:cubicBezTo>
                  <a:pt x="1400" y="1866"/>
                  <a:pt x="1400" y="1866"/>
                  <a:pt x="1400" y="1866"/>
                </a:cubicBezTo>
                <a:cubicBezTo>
                  <a:pt x="1789" y="1866"/>
                  <a:pt x="1789" y="1866"/>
                  <a:pt x="1789" y="1866"/>
                </a:cubicBezTo>
                <a:cubicBezTo>
                  <a:pt x="2089" y="1866"/>
                  <a:pt x="2333" y="1622"/>
                  <a:pt x="2333" y="1322"/>
                </a:cubicBezTo>
                <a:cubicBezTo>
                  <a:pt x="2333" y="1022"/>
                  <a:pt x="2089" y="777"/>
                  <a:pt x="1789" y="7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ttachment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02638"/>
          </a:xfrm>
          <a:custGeom>
            <a:avLst/>
            <a:gdLst>
              <a:gd name="T0" fmla="*/ 0 w 2334"/>
              <a:gd name="T1" fmla="*/ 641 h 1283"/>
              <a:gd name="T2" fmla="*/ 642 w 2334"/>
              <a:gd name="T3" fmla="*/ 0 h 1283"/>
              <a:gd name="T4" fmla="*/ 1867 w 2334"/>
              <a:gd name="T5" fmla="*/ 0 h 1283"/>
              <a:gd name="T6" fmla="*/ 2334 w 2334"/>
              <a:gd name="T7" fmla="*/ 466 h 1283"/>
              <a:gd name="T8" fmla="*/ 1867 w 2334"/>
              <a:gd name="T9" fmla="*/ 933 h 1283"/>
              <a:gd name="T10" fmla="*/ 875 w 2334"/>
              <a:gd name="T11" fmla="*/ 933 h 1283"/>
              <a:gd name="T12" fmla="*/ 584 w 2334"/>
              <a:gd name="T13" fmla="*/ 641 h 1283"/>
              <a:gd name="T14" fmla="*/ 875 w 2334"/>
              <a:gd name="T15" fmla="*/ 350 h 1283"/>
              <a:gd name="T16" fmla="*/ 1750 w 2334"/>
              <a:gd name="T17" fmla="*/ 350 h 1283"/>
              <a:gd name="T18" fmla="*/ 1750 w 2334"/>
              <a:gd name="T19" fmla="*/ 583 h 1283"/>
              <a:gd name="T20" fmla="*/ 865 w 2334"/>
              <a:gd name="T21" fmla="*/ 583 h 1283"/>
              <a:gd name="T22" fmla="*/ 865 w 2334"/>
              <a:gd name="T23" fmla="*/ 700 h 1283"/>
              <a:gd name="T24" fmla="*/ 1867 w 2334"/>
              <a:gd name="T25" fmla="*/ 700 h 1283"/>
              <a:gd name="T26" fmla="*/ 2100 w 2334"/>
              <a:gd name="T27" fmla="*/ 466 h 1283"/>
              <a:gd name="T28" fmla="*/ 1867 w 2334"/>
              <a:gd name="T29" fmla="*/ 233 h 1283"/>
              <a:gd name="T30" fmla="*/ 642 w 2334"/>
              <a:gd name="T31" fmla="*/ 233 h 1283"/>
              <a:gd name="T32" fmla="*/ 234 w 2334"/>
              <a:gd name="T33" fmla="*/ 641 h 1283"/>
              <a:gd name="T34" fmla="*/ 642 w 2334"/>
              <a:gd name="T35" fmla="*/ 1050 h 1283"/>
              <a:gd name="T36" fmla="*/ 1750 w 2334"/>
              <a:gd name="T37" fmla="*/ 1050 h 1283"/>
              <a:gd name="T38" fmla="*/ 1750 w 2334"/>
              <a:gd name="T39" fmla="*/ 1283 h 1283"/>
              <a:gd name="T40" fmla="*/ 642 w 2334"/>
              <a:gd name="T41" fmla="*/ 1283 h 1283"/>
              <a:gd name="T42" fmla="*/ 0 w 2334"/>
              <a:gd name="T43" fmla="*/ 641 h 1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334" h="1283">
                <a:moveTo>
                  <a:pt x="0" y="641"/>
                </a:moveTo>
                <a:cubicBezTo>
                  <a:pt x="0" y="287"/>
                  <a:pt x="287" y="0"/>
                  <a:pt x="642" y="0"/>
                </a:cubicBezTo>
                <a:cubicBezTo>
                  <a:pt x="1867" y="0"/>
                  <a:pt x="1867" y="0"/>
                  <a:pt x="1867" y="0"/>
                </a:cubicBezTo>
                <a:cubicBezTo>
                  <a:pt x="2125" y="0"/>
                  <a:pt x="2334" y="209"/>
                  <a:pt x="2334" y="466"/>
                </a:cubicBezTo>
                <a:cubicBezTo>
                  <a:pt x="2334" y="724"/>
                  <a:pt x="2125" y="933"/>
                  <a:pt x="1867" y="933"/>
                </a:cubicBezTo>
                <a:cubicBezTo>
                  <a:pt x="875" y="933"/>
                  <a:pt x="875" y="933"/>
                  <a:pt x="875" y="933"/>
                </a:cubicBezTo>
                <a:cubicBezTo>
                  <a:pt x="714" y="933"/>
                  <a:pt x="584" y="802"/>
                  <a:pt x="584" y="641"/>
                </a:cubicBezTo>
                <a:cubicBezTo>
                  <a:pt x="584" y="480"/>
                  <a:pt x="714" y="350"/>
                  <a:pt x="875" y="350"/>
                </a:cubicBezTo>
                <a:cubicBezTo>
                  <a:pt x="1750" y="350"/>
                  <a:pt x="1750" y="350"/>
                  <a:pt x="1750" y="350"/>
                </a:cubicBezTo>
                <a:cubicBezTo>
                  <a:pt x="1750" y="583"/>
                  <a:pt x="1750" y="583"/>
                  <a:pt x="1750" y="583"/>
                </a:cubicBezTo>
                <a:cubicBezTo>
                  <a:pt x="865" y="583"/>
                  <a:pt x="865" y="583"/>
                  <a:pt x="865" y="583"/>
                </a:cubicBezTo>
                <a:cubicBezTo>
                  <a:pt x="801" y="583"/>
                  <a:pt x="801" y="700"/>
                  <a:pt x="865" y="700"/>
                </a:cubicBezTo>
                <a:cubicBezTo>
                  <a:pt x="1867" y="700"/>
                  <a:pt x="1867" y="700"/>
                  <a:pt x="1867" y="700"/>
                </a:cubicBezTo>
                <a:cubicBezTo>
                  <a:pt x="1995" y="700"/>
                  <a:pt x="2100" y="595"/>
                  <a:pt x="2100" y="466"/>
                </a:cubicBezTo>
                <a:cubicBezTo>
                  <a:pt x="2100" y="338"/>
                  <a:pt x="1995" y="233"/>
                  <a:pt x="1867" y="233"/>
                </a:cubicBezTo>
                <a:cubicBezTo>
                  <a:pt x="642" y="233"/>
                  <a:pt x="642" y="233"/>
                  <a:pt x="642" y="233"/>
                </a:cubicBezTo>
                <a:cubicBezTo>
                  <a:pt x="417" y="233"/>
                  <a:pt x="234" y="416"/>
                  <a:pt x="234" y="641"/>
                </a:cubicBezTo>
                <a:cubicBezTo>
                  <a:pt x="234" y="866"/>
                  <a:pt x="417" y="1050"/>
                  <a:pt x="642" y="1050"/>
                </a:cubicBezTo>
                <a:cubicBezTo>
                  <a:pt x="1750" y="1050"/>
                  <a:pt x="1750" y="1050"/>
                  <a:pt x="1750" y="1050"/>
                </a:cubicBezTo>
                <a:cubicBezTo>
                  <a:pt x="1750" y="1283"/>
                  <a:pt x="1750" y="1283"/>
                  <a:pt x="1750" y="1283"/>
                </a:cubicBezTo>
                <a:cubicBezTo>
                  <a:pt x="642" y="1283"/>
                  <a:pt x="642" y="1283"/>
                  <a:pt x="642" y="1283"/>
                </a:cubicBezTo>
                <a:cubicBezTo>
                  <a:pt x="287" y="1283"/>
                  <a:pt x="0" y="996"/>
                  <a:pt x="0" y="6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418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416"/>
          </a:xfrm>
          <a:custGeom>
            <a:avLst/>
            <a:gdLst>
              <a:gd name="T0" fmla="*/ 2257 w 2800"/>
              <a:gd name="T1" fmla="*/ 704 h 1866"/>
              <a:gd name="T2" fmla="*/ 1400 w 2800"/>
              <a:gd name="T3" fmla="*/ 0 h 1866"/>
              <a:gd name="T4" fmla="*/ 624 w 2800"/>
              <a:gd name="T5" fmla="*/ 471 h 1866"/>
              <a:gd name="T6" fmla="*/ 0 w 2800"/>
              <a:gd name="T7" fmla="*/ 1166 h 1866"/>
              <a:gd name="T8" fmla="*/ 700 w 2800"/>
              <a:gd name="T9" fmla="*/ 1866 h 1866"/>
              <a:gd name="T10" fmla="*/ 2217 w 2800"/>
              <a:gd name="T11" fmla="*/ 1866 h 1866"/>
              <a:gd name="T12" fmla="*/ 2800 w 2800"/>
              <a:gd name="T13" fmla="*/ 1283 h 1866"/>
              <a:gd name="T14" fmla="*/ 2257 w 2800"/>
              <a:gd name="T15" fmla="*/ 704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00" h="1866">
                <a:moveTo>
                  <a:pt x="2257" y="704"/>
                </a:moveTo>
                <a:cubicBezTo>
                  <a:pt x="2178" y="302"/>
                  <a:pt x="1825" y="0"/>
                  <a:pt x="1400" y="0"/>
                </a:cubicBezTo>
                <a:cubicBezTo>
                  <a:pt x="1063" y="0"/>
                  <a:pt x="770" y="191"/>
                  <a:pt x="624" y="471"/>
                </a:cubicBezTo>
                <a:cubicBezTo>
                  <a:pt x="273" y="508"/>
                  <a:pt x="0" y="806"/>
                  <a:pt x="0" y="1166"/>
                </a:cubicBezTo>
                <a:cubicBezTo>
                  <a:pt x="0" y="1553"/>
                  <a:pt x="314" y="1866"/>
                  <a:pt x="700" y="1866"/>
                </a:cubicBezTo>
                <a:cubicBezTo>
                  <a:pt x="2217" y="1866"/>
                  <a:pt x="2217" y="1866"/>
                  <a:pt x="2217" y="1866"/>
                </a:cubicBezTo>
                <a:cubicBezTo>
                  <a:pt x="2539" y="1866"/>
                  <a:pt x="2800" y="1605"/>
                  <a:pt x="2800" y="1283"/>
                </a:cubicBezTo>
                <a:cubicBezTo>
                  <a:pt x="2800" y="975"/>
                  <a:pt x="2561" y="725"/>
                  <a:pt x="2257" y="7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95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Circ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167 w 2334"/>
              <a:gd name="T1" fmla="*/ 0 h 2334"/>
              <a:gd name="T2" fmla="*/ 0 w 2334"/>
              <a:gd name="T3" fmla="*/ 1167 h 2334"/>
              <a:gd name="T4" fmla="*/ 1167 w 2334"/>
              <a:gd name="T5" fmla="*/ 2334 h 2334"/>
              <a:gd name="T6" fmla="*/ 2334 w 2334"/>
              <a:gd name="T7" fmla="*/ 1167 h 2334"/>
              <a:gd name="T8" fmla="*/ 1167 w 2334"/>
              <a:gd name="T9" fmla="*/ 0 h 2334"/>
              <a:gd name="T10" fmla="*/ 1692 w 2334"/>
              <a:gd name="T11" fmla="*/ 1634 h 2334"/>
              <a:gd name="T12" fmla="*/ 700 w 2334"/>
              <a:gd name="T13" fmla="*/ 1634 h 2334"/>
              <a:gd name="T14" fmla="*/ 350 w 2334"/>
              <a:gd name="T15" fmla="*/ 1284 h 2334"/>
              <a:gd name="T16" fmla="*/ 700 w 2334"/>
              <a:gd name="T17" fmla="*/ 934 h 2334"/>
              <a:gd name="T18" fmla="*/ 717 w 2334"/>
              <a:gd name="T19" fmla="*/ 935 h 2334"/>
              <a:gd name="T20" fmla="*/ 1167 w 2334"/>
              <a:gd name="T21" fmla="*/ 584 h 2334"/>
              <a:gd name="T22" fmla="*/ 1634 w 2334"/>
              <a:gd name="T23" fmla="*/ 1050 h 2334"/>
              <a:gd name="T24" fmla="*/ 1692 w 2334"/>
              <a:gd name="T25" fmla="*/ 1050 h 2334"/>
              <a:gd name="T26" fmla="*/ 1984 w 2334"/>
              <a:gd name="T27" fmla="*/ 1342 h 2334"/>
              <a:gd name="T28" fmla="*/ 1692 w 2334"/>
              <a:gd name="T29" fmla="*/ 16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334" h="2334"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692" y="1634"/>
                </a:moveTo>
                <a:cubicBezTo>
                  <a:pt x="700" y="1634"/>
                  <a:pt x="700" y="1634"/>
                  <a:pt x="700" y="1634"/>
                </a:cubicBezTo>
                <a:cubicBezTo>
                  <a:pt x="507" y="1634"/>
                  <a:pt x="350" y="1477"/>
                  <a:pt x="350" y="1284"/>
                </a:cubicBezTo>
                <a:cubicBezTo>
                  <a:pt x="350" y="1090"/>
                  <a:pt x="507" y="934"/>
                  <a:pt x="700" y="934"/>
                </a:cubicBezTo>
                <a:cubicBezTo>
                  <a:pt x="717" y="935"/>
                  <a:pt x="717" y="935"/>
                  <a:pt x="717" y="935"/>
                </a:cubicBezTo>
                <a:cubicBezTo>
                  <a:pt x="768" y="733"/>
                  <a:pt x="949" y="584"/>
                  <a:pt x="1167" y="584"/>
                </a:cubicBezTo>
                <a:cubicBezTo>
                  <a:pt x="1425" y="584"/>
                  <a:pt x="1634" y="793"/>
                  <a:pt x="1634" y="1050"/>
                </a:cubicBezTo>
                <a:cubicBezTo>
                  <a:pt x="1692" y="1050"/>
                  <a:pt x="1692" y="1050"/>
                  <a:pt x="1692" y="1050"/>
                </a:cubicBezTo>
                <a:cubicBezTo>
                  <a:pt x="1853" y="1050"/>
                  <a:pt x="1984" y="1181"/>
                  <a:pt x="1984" y="1342"/>
                </a:cubicBezTo>
                <a:cubicBezTo>
                  <a:pt x="1984" y="1503"/>
                  <a:pt x="1853" y="1634"/>
                  <a:pt x="1692" y="16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13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Do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416"/>
          </a:xfrm>
          <a:custGeom>
            <a:avLst/>
            <a:gdLst>
              <a:gd name="T0" fmla="*/ 2257 w 2800"/>
              <a:gd name="T1" fmla="*/ 704 h 1866"/>
              <a:gd name="T2" fmla="*/ 1400 w 2800"/>
              <a:gd name="T3" fmla="*/ 0 h 1866"/>
              <a:gd name="T4" fmla="*/ 624 w 2800"/>
              <a:gd name="T5" fmla="*/ 471 h 1866"/>
              <a:gd name="T6" fmla="*/ 0 w 2800"/>
              <a:gd name="T7" fmla="*/ 1166 h 1866"/>
              <a:gd name="T8" fmla="*/ 700 w 2800"/>
              <a:gd name="T9" fmla="*/ 1866 h 1866"/>
              <a:gd name="T10" fmla="*/ 2217 w 2800"/>
              <a:gd name="T11" fmla="*/ 1866 h 1866"/>
              <a:gd name="T12" fmla="*/ 2800 w 2800"/>
              <a:gd name="T13" fmla="*/ 1283 h 1866"/>
              <a:gd name="T14" fmla="*/ 2257 w 2800"/>
              <a:gd name="T15" fmla="*/ 704 h 1866"/>
              <a:gd name="T16" fmla="*/ 1167 w 2800"/>
              <a:gd name="T17" fmla="*/ 1516 h 1866"/>
              <a:gd name="T18" fmla="*/ 758 w 2800"/>
              <a:gd name="T19" fmla="*/ 1108 h 1866"/>
              <a:gd name="T20" fmla="*/ 923 w 2800"/>
              <a:gd name="T21" fmla="*/ 943 h 1866"/>
              <a:gd name="T22" fmla="*/ 1167 w 2800"/>
              <a:gd name="T23" fmla="*/ 1186 h 1866"/>
              <a:gd name="T24" fmla="*/ 1771 w 2800"/>
              <a:gd name="T25" fmla="*/ 583 h 1866"/>
              <a:gd name="T26" fmla="*/ 1935 w 2800"/>
              <a:gd name="T27" fmla="*/ 748 h 1866"/>
              <a:gd name="T28" fmla="*/ 1167 w 2800"/>
              <a:gd name="T29" fmla="*/ 1516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800" h="1866">
                <a:moveTo>
                  <a:pt x="2257" y="704"/>
                </a:moveTo>
                <a:cubicBezTo>
                  <a:pt x="2178" y="302"/>
                  <a:pt x="1825" y="0"/>
                  <a:pt x="1400" y="0"/>
                </a:cubicBezTo>
                <a:cubicBezTo>
                  <a:pt x="1063" y="0"/>
                  <a:pt x="770" y="191"/>
                  <a:pt x="624" y="471"/>
                </a:cubicBezTo>
                <a:cubicBezTo>
                  <a:pt x="273" y="508"/>
                  <a:pt x="0" y="806"/>
                  <a:pt x="0" y="1166"/>
                </a:cubicBezTo>
                <a:cubicBezTo>
                  <a:pt x="0" y="1553"/>
                  <a:pt x="314" y="1866"/>
                  <a:pt x="700" y="1866"/>
                </a:cubicBezTo>
                <a:cubicBezTo>
                  <a:pt x="2217" y="1866"/>
                  <a:pt x="2217" y="1866"/>
                  <a:pt x="2217" y="1866"/>
                </a:cubicBezTo>
                <a:cubicBezTo>
                  <a:pt x="2539" y="1866"/>
                  <a:pt x="2800" y="1605"/>
                  <a:pt x="2800" y="1283"/>
                </a:cubicBezTo>
                <a:cubicBezTo>
                  <a:pt x="2800" y="975"/>
                  <a:pt x="2561" y="725"/>
                  <a:pt x="2257" y="704"/>
                </a:cubicBezTo>
                <a:close/>
                <a:moveTo>
                  <a:pt x="1167" y="1516"/>
                </a:moveTo>
                <a:cubicBezTo>
                  <a:pt x="758" y="1108"/>
                  <a:pt x="758" y="1108"/>
                  <a:pt x="758" y="1108"/>
                </a:cubicBezTo>
                <a:cubicBezTo>
                  <a:pt x="923" y="943"/>
                  <a:pt x="923" y="943"/>
                  <a:pt x="923" y="943"/>
                </a:cubicBezTo>
                <a:cubicBezTo>
                  <a:pt x="1167" y="1186"/>
                  <a:pt x="1167" y="1186"/>
                  <a:pt x="1167" y="1186"/>
                </a:cubicBezTo>
                <a:cubicBezTo>
                  <a:pt x="1771" y="583"/>
                  <a:pt x="1771" y="583"/>
                  <a:pt x="1771" y="583"/>
                </a:cubicBezTo>
                <a:cubicBezTo>
                  <a:pt x="1935" y="748"/>
                  <a:pt x="1935" y="748"/>
                  <a:pt x="1935" y="748"/>
                </a:cubicBezTo>
                <a:lnTo>
                  <a:pt x="1167" y="15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75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Downloa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416"/>
          </a:xfrm>
          <a:custGeom>
            <a:avLst/>
            <a:gdLst>
              <a:gd name="T0" fmla="*/ 2257 w 2800"/>
              <a:gd name="T1" fmla="*/ 704 h 1866"/>
              <a:gd name="T2" fmla="*/ 1400 w 2800"/>
              <a:gd name="T3" fmla="*/ 0 h 1866"/>
              <a:gd name="T4" fmla="*/ 624 w 2800"/>
              <a:gd name="T5" fmla="*/ 471 h 1866"/>
              <a:gd name="T6" fmla="*/ 0 w 2800"/>
              <a:gd name="T7" fmla="*/ 1166 h 1866"/>
              <a:gd name="T8" fmla="*/ 700 w 2800"/>
              <a:gd name="T9" fmla="*/ 1866 h 1866"/>
              <a:gd name="T10" fmla="*/ 2217 w 2800"/>
              <a:gd name="T11" fmla="*/ 1866 h 1866"/>
              <a:gd name="T12" fmla="*/ 2800 w 2800"/>
              <a:gd name="T13" fmla="*/ 1283 h 1866"/>
              <a:gd name="T14" fmla="*/ 2257 w 2800"/>
              <a:gd name="T15" fmla="*/ 704 h 1866"/>
              <a:gd name="T16" fmla="*/ 1983 w 2800"/>
              <a:gd name="T17" fmla="*/ 1050 h 1866"/>
              <a:gd name="T18" fmla="*/ 1400 w 2800"/>
              <a:gd name="T19" fmla="*/ 1633 h 1866"/>
              <a:gd name="T20" fmla="*/ 817 w 2800"/>
              <a:gd name="T21" fmla="*/ 1050 h 1866"/>
              <a:gd name="T22" fmla="*/ 1167 w 2800"/>
              <a:gd name="T23" fmla="*/ 1050 h 1866"/>
              <a:gd name="T24" fmla="*/ 1167 w 2800"/>
              <a:gd name="T25" fmla="*/ 583 h 1866"/>
              <a:gd name="T26" fmla="*/ 1633 w 2800"/>
              <a:gd name="T27" fmla="*/ 583 h 1866"/>
              <a:gd name="T28" fmla="*/ 1633 w 2800"/>
              <a:gd name="T29" fmla="*/ 1050 h 1866"/>
              <a:gd name="T30" fmla="*/ 1983 w 2800"/>
              <a:gd name="T31" fmla="*/ 1050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800" h="1866">
                <a:moveTo>
                  <a:pt x="2257" y="704"/>
                </a:moveTo>
                <a:cubicBezTo>
                  <a:pt x="2178" y="302"/>
                  <a:pt x="1825" y="0"/>
                  <a:pt x="1400" y="0"/>
                </a:cubicBezTo>
                <a:cubicBezTo>
                  <a:pt x="1063" y="0"/>
                  <a:pt x="770" y="191"/>
                  <a:pt x="624" y="471"/>
                </a:cubicBezTo>
                <a:cubicBezTo>
                  <a:pt x="273" y="508"/>
                  <a:pt x="0" y="806"/>
                  <a:pt x="0" y="1166"/>
                </a:cubicBezTo>
                <a:cubicBezTo>
                  <a:pt x="0" y="1553"/>
                  <a:pt x="314" y="1866"/>
                  <a:pt x="700" y="1866"/>
                </a:cubicBezTo>
                <a:cubicBezTo>
                  <a:pt x="2217" y="1866"/>
                  <a:pt x="2217" y="1866"/>
                  <a:pt x="2217" y="1866"/>
                </a:cubicBezTo>
                <a:cubicBezTo>
                  <a:pt x="2539" y="1866"/>
                  <a:pt x="2800" y="1605"/>
                  <a:pt x="2800" y="1283"/>
                </a:cubicBezTo>
                <a:cubicBezTo>
                  <a:pt x="2800" y="975"/>
                  <a:pt x="2561" y="725"/>
                  <a:pt x="2257" y="704"/>
                </a:cubicBezTo>
                <a:close/>
                <a:moveTo>
                  <a:pt x="1983" y="1050"/>
                </a:moveTo>
                <a:cubicBezTo>
                  <a:pt x="1400" y="1633"/>
                  <a:pt x="1400" y="1633"/>
                  <a:pt x="1400" y="1633"/>
                </a:cubicBezTo>
                <a:cubicBezTo>
                  <a:pt x="817" y="1050"/>
                  <a:pt x="817" y="1050"/>
                  <a:pt x="817" y="1050"/>
                </a:cubicBezTo>
                <a:cubicBezTo>
                  <a:pt x="1167" y="1050"/>
                  <a:pt x="1167" y="1050"/>
                  <a:pt x="1167" y="1050"/>
                </a:cubicBezTo>
                <a:cubicBezTo>
                  <a:pt x="1167" y="583"/>
                  <a:pt x="1167" y="583"/>
                  <a:pt x="1167" y="583"/>
                </a:cubicBezTo>
                <a:cubicBezTo>
                  <a:pt x="1633" y="583"/>
                  <a:pt x="1633" y="583"/>
                  <a:pt x="1633" y="583"/>
                </a:cubicBezTo>
                <a:cubicBezTo>
                  <a:pt x="1633" y="1050"/>
                  <a:pt x="1633" y="1050"/>
                  <a:pt x="1633" y="1050"/>
                </a:cubicBezTo>
                <a:lnTo>
                  <a:pt x="1983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481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85869"/>
          </a:xfrm>
          <a:custGeom>
            <a:avLst/>
            <a:gdLst>
              <a:gd name="T0" fmla="*/ 2257 w 2800"/>
              <a:gd name="T1" fmla="*/ 704 h 2100"/>
              <a:gd name="T2" fmla="*/ 1400 w 2800"/>
              <a:gd name="T3" fmla="*/ 0 h 2100"/>
              <a:gd name="T4" fmla="*/ 932 w 2800"/>
              <a:gd name="T5" fmla="*/ 136 h 2100"/>
              <a:gd name="T6" fmla="*/ 1103 w 2800"/>
              <a:gd name="T7" fmla="*/ 306 h 2100"/>
              <a:gd name="T8" fmla="*/ 1400 w 2800"/>
              <a:gd name="T9" fmla="*/ 233 h 2100"/>
              <a:gd name="T10" fmla="*/ 2042 w 2800"/>
              <a:gd name="T11" fmla="*/ 875 h 2100"/>
              <a:gd name="T12" fmla="*/ 2042 w 2800"/>
              <a:gd name="T13" fmla="*/ 933 h 2100"/>
              <a:gd name="T14" fmla="*/ 2217 w 2800"/>
              <a:gd name="T15" fmla="*/ 933 h 2100"/>
              <a:gd name="T16" fmla="*/ 2567 w 2800"/>
              <a:gd name="T17" fmla="*/ 1283 h 2100"/>
              <a:gd name="T18" fmla="*/ 2385 w 2800"/>
              <a:gd name="T19" fmla="*/ 1589 h 2100"/>
              <a:gd name="T20" fmla="*/ 2554 w 2800"/>
              <a:gd name="T21" fmla="*/ 1758 h 2100"/>
              <a:gd name="T22" fmla="*/ 2800 w 2800"/>
              <a:gd name="T23" fmla="*/ 1283 h 2100"/>
              <a:gd name="T24" fmla="*/ 2257 w 2800"/>
              <a:gd name="T25" fmla="*/ 704 h 2100"/>
              <a:gd name="T26" fmla="*/ 350 w 2800"/>
              <a:gd name="T27" fmla="*/ 148 h 2100"/>
              <a:gd name="T28" fmla="*/ 671 w 2800"/>
              <a:gd name="T29" fmla="*/ 467 h 2100"/>
              <a:gd name="T30" fmla="*/ 0 w 2800"/>
              <a:gd name="T31" fmla="*/ 1166 h 2100"/>
              <a:gd name="T32" fmla="*/ 700 w 2800"/>
              <a:gd name="T33" fmla="*/ 1866 h 2100"/>
              <a:gd name="T34" fmla="*/ 2069 w 2800"/>
              <a:gd name="T35" fmla="*/ 1866 h 2100"/>
              <a:gd name="T36" fmla="*/ 2302 w 2800"/>
              <a:gd name="T37" fmla="*/ 2100 h 2100"/>
              <a:gd name="T38" fmla="*/ 2450 w 2800"/>
              <a:gd name="T39" fmla="*/ 1952 h 2100"/>
              <a:gd name="T40" fmla="*/ 498 w 2800"/>
              <a:gd name="T41" fmla="*/ 0 h 2100"/>
              <a:gd name="T42" fmla="*/ 350 w 2800"/>
              <a:gd name="T43" fmla="*/ 148 h 2100"/>
              <a:gd name="T44" fmla="*/ 902 w 2800"/>
              <a:gd name="T45" fmla="*/ 700 h 2100"/>
              <a:gd name="T46" fmla="*/ 1835 w 2800"/>
              <a:gd name="T47" fmla="*/ 1633 h 2100"/>
              <a:gd name="T48" fmla="*/ 700 w 2800"/>
              <a:gd name="T49" fmla="*/ 1633 h 2100"/>
              <a:gd name="T50" fmla="*/ 233 w 2800"/>
              <a:gd name="T51" fmla="*/ 1166 h 2100"/>
              <a:gd name="T52" fmla="*/ 700 w 2800"/>
              <a:gd name="T53" fmla="*/ 700 h 2100"/>
              <a:gd name="T54" fmla="*/ 902 w 2800"/>
              <a:gd name="T55" fmla="*/ 70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800" h="2100">
                <a:moveTo>
                  <a:pt x="2257" y="704"/>
                </a:moveTo>
                <a:cubicBezTo>
                  <a:pt x="2178" y="302"/>
                  <a:pt x="1825" y="0"/>
                  <a:pt x="1400" y="0"/>
                </a:cubicBezTo>
                <a:cubicBezTo>
                  <a:pt x="1227" y="0"/>
                  <a:pt x="1067" y="50"/>
                  <a:pt x="932" y="136"/>
                </a:cubicBezTo>
                <a:cubicBezTo>
                  <a:pt x="1103" y="306"/>
                  <a:pt x="1103" y="306"/>
                  <a:pt x="1103" y="306"/>
                </a:cubicBezTo>
                <a:cubicBezTo>
                  <a:pt x="1191" y="260"/>
                  <a:pt x="1293" y="233"/>
                  <a:pt x="1400" y="233"/>
                </a:cubicBezTo>
                <a:cubicBezTo>
                  <a:pt x="1755" y="233"/>
                  <a:pt x="2042" y="520"/>
                  <a:pt x="2042" y="875"/>
                </a:cubicBezTo>
                <a:cubicBezTo>
                  <a:pt x="2042" y="933"/>
                  <a:pt x="2042" y="933"/>
                  <a:pt x="2042" y="933"/>
                </a:cubicBezTo>
                <a:cubicBezTo>
                  <a:pt x="2217" y="933"/>
                  <a:pt x="2217" y="933"/>
                  <a:pt x="2217" y="933"/>
                </a:cubicBezTo>
                <a:cubicBezTo>
                  <a:pt x="2410" y="933"/>
                  <a:pt x="2567" y="1089"/>
                  <a:pt x="2567" y="1283"/>
                </a:cubicBezTo>
                <a:cubicBezTo>
                  <a:pt x="2567" y="1415"/>
                  <a:pt x="2492" y="1529"/>
                  <a:pt x="2385" y="1589"/>
                </a:cubicBezTo>
                <a:cubicBezTo>
                  <a:pt x="2554" y="1758"/>
                  <a:pt x="2554" y="1758"/>
                  <a:pt x="2554" y="1758"/>
                </a:cubicBezTo>
                <a:cubicBezTo>
                  <a:pt x="2702" y="1652"/>
                  <a:pt x="2800" y="1479"/>
                  <a:pt x="2800" y="1283"/>
                </a:cubicBezTo>
                <a:cubicBezTo>
                  <a:pt x="2800" y="975"/>
                  <a:pt x="2561" y="725"/>
                  <a:pt x="2257" y="704"/>
                </a:cubicBezTo>
                <a:close/>
                <a:moveTo>
                  <a:pt x="350" y="148"/>
                </a:moveTo>
                <a:cubicBezTo>
                  <a:pt x="671" y="467"/>
                  <a:pt x="671" y="467"/>
                  <a:pt x="671" y="467"/>
                </a:cubicBezTo>
                <a:cubicBezTo>
                  <a:pt x="299" y="484"/>
                  <a:pt x="0" y="789"/>
                  <a:pt x="0" y="1166"/>
                </a:cubicBezTo>
                <a:cubicBezTo>
                  <a:pt x="0" y="1553"/>
                  <a:pt x="314" y="1866"/>
                  <a:pt x="700" y="1866"/>
                </a:cubicBezTo>
                <a:cubicBezTo>
                  <a:pt x="2069" y="1866"/>
                  <a:pt x="2069" y="1866"/>
                  <a:pt x="2069" y="1866"/>
                </a:cubicBezTo>
                <a:cubicBezTo>
                  <a:pt x="2302" y="2100"/>
                  <a:pt x="2302" y="2100"/>
                  <a:pt x="2302" y="2100"/>
                </a:cubicBezTo>
                <a:cubicBezTo>
                  <a:pt x="2450" y="1952"/>
                  <a:pt x="2450" y="1952"/>
                  <a:pt x="2450" y="1952"/>
                </a:cubicBezTo>
                <a:cubicBezTo>
                  <a:pt x="498" y="0"/>
                  <a:pt x="498" y="0"/>
                  <a:pt x="498" y="0"/>
                </a:cubicBezTo>
                <a:lnTo>
                  <a:pt x="350" y="148"/>
                </a:lnTo>
                <a:close/>
                <a:moveTo>
                  <a:pt x="902" y="700"/>
                </a:moveTo>
                <a:cubicBezTo>
                  <a:pt x="1835" y="1633"/>
                  <a:pt x="1835" y="1633"/>
                  <a:pt x="1835" y="1633"/>
                </a:cubicBezTo>
                <a:cubicBezTo>
                  <a:pt x="700" y="1633"/>
                  <a:pt x="700" y="1633"/>
                  <a:pt x="700" y="1633"/>
                </a:cubicBezTo>
                <a:cubicBezTo>
                  <a:pt x="442" y="1633"/>
                  <a:pt x="233" y="1424"/>
                  <a:pt x="233" y="1166"/>
                </a:cubicBezTo>
                <a:cubicBezTo>
                  <a:pt x="233" y="909"/>
                  <a:pt x="442" y="700"/>
                  <a:pt x="700" y="700"/>
                </a:cubicBezTo>
                <a:lnTo>
                  <a:pt x="902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9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Queu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416"/>
          </a:xfrm>
          <a:custGeom>
            <a:avLst/>
            <a:gdLst>
              <a:gd name="T0" fmla="*/ 2257 w 2800"/>
              <a:gd name="T1" fmla="*/ 704 h 1866"/>
              <a:gd name="T2" fmla="*/ 1400 w 2800"/>
              <a:gd name="T3" fmla="*/ 0 h 1866"/>
              <a:gd name="T4" fmla="*/ 624 w 2800"/>
              <a:gd name="T5" fmla="*/ 471 h 1866"/>
              <a:gd name="T6" fmla="*/ 0 w 2800"/>
              <a:gd name="T7" fmla="*/ 1166 h 1866"/>
              <a:gd name="T8" fmla="*/ 700 w 2800"/>
              <a:gd name="T9" fmla="*/ 1866 h 1866"/>
              <a:gd name="T10" fmla="*/ 2217 w 2800"/>
              <a:gd name="T11" fmla="*/ 1866 h 1866"/>
              <a:gd name="T12" fmla="*/ 2800 w 2800"/>
              <a:gd name="T13" fmla="*/ 1283 h 1866"/>
              <a:gd name="T14" fmla="*/ 2257 w 2800"/>
              <a:gd name="T15" fmla="*/ 704 h 1866"/>
              <a:gd name="T16" fmla="*/ 2217 w 2800"/>
              <a:gd name="T17" fmla="*/ 1633 h 1866"/>
              <a:gd name="T18" fmla="*/ 700 w 2800"/>
              <a:gd name="T19" fmla="*/ 1633 h 1866"/>
              <a:gd name="T20" fmla="*/ 233 w 2800"/>
              <a:gd name="T21" fmla="*/ 1166 h 1866"/>
              <a:gd name="T22" fmla="*/ 700 w 2800"/>
              <a:gd name="T23" fmla="*/ 700 h 1866"/>
              <a:gd name="T24" fmla="*/ 783 w 2800"/>
              <a:gd name="T25" fmla="*/ 700 h 1866"/>
              <a:gd name="T26" fmla="*/ 1400 w 2800"/>
              <a:gd name="T27" fmla="*/ 233 h 1866"/>
              <a:gd name="T28" fmla="*/ 2042 w 2800"/>
              <a:gd name="T29" fmla="*/ 875 h 1866"/>
              <a:gd name="T30" fmla="*/ 2042 w 2800"/>
              <a:gd name="T31" fmla="*/ 933 h 1866"/>
              <a:gd name="T32" fmla="*/ 2217 w 2800"/>
              <a:gd name="T33" fmla="*/ 933 h 1866"/>
              <a:gd name="T34" fmla="*/ 2567 w 2800"/>
              <a:gd name="T35" fmla="*/ 1283 h 1866"/>
              <a:gd name="T36" fmla="*/ 2217 w 2800"/>
              <a:gd name="T37" fmla="*/ 163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800" h="1866">
                <a:moveTo>
                  <a:pt x="2257" y="704"/>
                </a:moveTo>
                <a:cubicBezTo>
                  <a:pt x="2178" y="302"/>
                  <a:pt x="1825" y="0"/>
                  <a:pt x="1400" y="0"/>
                </a:cubicBezTo>
                <a:cubicBezTo>
                  <a:pt x="1063" y="0"/>
                  <a:pt x="770" y="191"/>
                  <a:pt x="624" y="471"/>
                </a:cubicBezTo>
                <a:cubicBezTo>
                  <a:pt x="273" y="508"/>
                  <a:pt x="0" y="806"/>
                  <a:pt x="0" y="1166"/>
                </a:cubicBezTo>
                <a:cubicBezTo>
                  <a:pt x="0" y="1553"/>
                  <a:pt x="314" y="1866"/>
                  <a:pt x="700" y="1866"/>
                </a:cubicBezTo>
                <a:cubicBezTo>
                  <a:pt x="2217" y="1866"/>
                  <a:pt x="2217" y="1866"/>
                  <a:pt x="2217" y="1866"/>
                </a:cubicBezTo>
                <a:cubicBezTo>
                  <a:pt x="2539" y="1866"/>
                  <a:pt x="2800" y="1605"/>
                  <a:pt x="2800" y="1283"/>
                </a:cubicBezTo>
                <a:cubicBezTo>
                  <a:pt x="2800" y="975"/>
                  <a:pt x="2561" y="725"/>
                  <a:pt x="2257" y="704"/>
                </a:cubicBezTo>
                <a:close/>
                <a:moveTo>
                  <a:pt x="2217" y="1633"/>
                </a:moveTo>
                <a:cubicBezTo>
                  <a:pt x="700" y="1633"/>
                  <a:pt x="700" y="1633"/>
                  <a:pt x="700" y="1633"/>
                </a:cubicBezTo>
                <a:cubicBezTo>
                  <a:pt x="442" y="1633"/>
                  <a:pt x="233" y="1424"/>
                  <a:pt x="233" y="1166"/>
                </a:cubicBezTo>
                <a:cubicBezTo>
                  <a:pt x="233" y="909"/>
                  <a:pt x="442" y="700"/>
                  <a:pt x="700" y="700"/>
                </a:cubicBezTo>
                <a:cubicBezTo>
                  <a:pt x="783" y="700"/>
                  <a:pt x="783" y="700"/>
                  <a:pt x="783" y="700"/>
                </a:cubicBezTo>
                <a:cubicBezTo>
                  <a:pt x="860" y="430"/>
                  <a:pt x="1106" y="233"/>
                  <a:pt x="1400" y="233"/>
                </a:cubicBezTo>
                <a:cubicBezTo>
                  <a:pt x="1755" y="233"/>
                  <a:pt x="2042" y="520"/>
                  <a:pt x="2042" y="875"/>
                </a:cubicBezTo>
                <a:cubicBezTo>
                  <a:pt x="2042" y="933"/>
                  <a:pt x="2042" y="933"/>
                  <a:pt x="2042" y="933"/>
                </a:cubicBezTo>
                <a:cubicBezTo>
                  <a:pt x="2217" y="933"/>
                  <a:pt x="2217" y="933"/>
                  <a:pt x="2217" y="933"/>
                </a:cubicBezTo>
                <a:cubicBezTo>
                  <a:pt x="2410" y="933"/>
                  <a:pt x="2567" y="1089"/>
                  <a:pt x="2567" y="1283"/>
                </a:cubicBezTo>
                <a:cubicBezTo>
                  <a:pt x="2567" y="1477"/>
                  <a:pt x="2410" y="1633"/>
                  <a:pt x="2217" y="16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464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Uploa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416"/>
          </a:xfrm>
          <a:custGeom>
            <a:avLst/>
            <a:gdLst>
              <a:gd name="T0" fmla="*/ 2257 w 2800"/>
              <a:gd name="T1" fmla="*/ 704 h 1866"/>
              <a:gd name="T2" fmla="*/ 1400 w 2800"/>
              <a:gd name="T3" fmla="*/ 0 h 1866"/>
              <a:gd name="T4" fmla="*/ 624 w 2800"/>
              <a:gd name="T5" fmla="*/ 471 h 1866"/>
              <a:gd name="T6" fmla="*/ 0 w 2800"/>
              <a:gd name="T7" fmla="*/ 1166 h 1866"/>
              <a:gd name="T8" fmla="*/ 700 w 2800"/>
              <a:gd name="T9" fmla="*/ 1866 h 1866"/>
              <a:gd name="T10" fmla="*/ 2217 w 2800"/>
              <a:gd name="T11" fmla="*/ 1866 h 1866"/>
              <a:gd name="T12" fmla="*/ 2800 w 2800"/>
              <a:gd name="T13" fmla="*/ 1283 h 1866"/>
              <a:gd name="T14" fmla="*/ 2257 w 2800"/>
              <a:gd name="T15" fmla="*/ 704 h 1866"/>
              <a:gd name="T16" fmla="*/ 1633 w 2800"/>
              <a:gd name="T17" fmla="*/ 1050 h 1866"/>
              <a:gd name="T18" fmla="*/ 1633 w 2800"/>
              <a:gd name="T19" fmla="*/ 1516 h 1866"/>
              <a:gd name="T20" fmla="*/ 1167 w 2800"/>
              <a:gd name="T21" fmla="*/ 1516 h 1866"/>
              <a:gd name="T22" fmla="*/ 1167 w 2800"/>
              <a:gd name="T23" fmla="*/ 1050 h 1866"/>
              <a:gd name="T24" fmla="*/ 817 w 2800"/>
              <a:gd name="T25" fmla="*/ 1050 h 1866"/>
              <a:gd name="T26" fmla="*/ 1400 w 2800"/>
              <a:gd name="T27" fmla="*/ 466 h 1866"/>
              <a:gd name="T28" fmla="*/ 1983 w 2800"/>
              <a:gd name="T29" fmla="*/ 1050 h 1866"/>
              <a:gd name="T30" fmla="*/ 1633 w 2800"/>
              <a:gd name="T31" fmla="*/ 1050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800" h="1866">
                <a:moveTo>
                  <a:pt x="2257" y="704"/>
                </a:moveTo>
                <a:cubicBezTo>
                  <a:pt x="2178" y="302"/>
                  <a:pt x="1825" y="0"/>
                  <a:pt x="1400" y="0"/>
                </a:cubicBezTo>
                <a:cubicBezTo>
                  <a:pt x="1063" y="0"/>
                  <a:pt x="770" y="191"/>
                  <a:pt x="624" y="471"/>
                </a:cubicBezTo>
                <a:cubicBezTo>
                  <a:pt x="273" y="508"/>
                  <a:pt x="0" y="806"/>
                  <a:pt x="0" y="1166"/>
                </a:cubicBezTo>
                <a:cubicBezTo>
                  <a:pt x="0" y="1553"/>
                  <a:pt x="314" y="1866"/>
                  <a:pt x="700" y="1866"/>
                </a:cubicBezTo>
                <a:cubicBezTo>
                  <a:pt x="2217" y="1866"/>
                  <a:pt x="2217" y="1866"/>
                  <a:pt x="2217" y="1866"/>
                </a:cubicBezTo>
                <a:cubicBezTo>
                  <a:pt x="2539" y="1866"/>
                  <a:pt x="2800" y="1605"/>
                  <a:pt x="2800" y="1283"/>
                </a:cubicBezTo>
                <a:cubicBezTo>
                  <a:pt x="2800" y="975"/>
                  <a:pt x="2561" y="725"/>
                  <a:pt x="2257" y="704"/>
                </a:cubicBezTo>
                <a:close/>
                <a:moveTo>
                  <a:pt x="1633" y="1050"/>
                </a:moveTo>
                <a:cubicBezTo>
                  <a:pt x="1633" y="1516"/>
                  <a:pt x="1633" y="1516"/>
                  <a:pt x="1633" y="1516"/>
                </a:cubicBezTo>
                <a:cubicBezTo>
                  <a:pt x="1167" y="1516"/>
                  <a:pt x="1167" y="1516"/>
                  <a:pt x="1167" y="1516"/>
                </a:cubicBezTo>
                <a:cubicBezTo>
                  <a:pt x="1167" y="1050"/>
                  <a:pt x="1167" y="1050"/>
                  <a:pt x="1167" y="1050"/>
                </a:cubicBezTo>
                <a:cubicBezTo>
                  <a:pt x="817" y="1050"/>
                  <a:pt x="817" y="1050"/>
                  <a:pt x="817" y="1050"/>
                </a:cubicBezTo>
                <a:cubicBezTo>
                  <a:pt x="1400" y="466"/>
                  <a:pt x="1400" y="466"/>
                  <a:pt x="1400" y="466"/>
                </a:cubicBezTo>
                <a:cubicBezTo>
                  <a:pt x="1983" y="1050"/>
                  <a:pt x="1983" y="1050"/>
                  <a:pt x="1983" y="1050"/>
                </a:cubicBezTo>
                <a:lnTo>
                  <a:pt x="1633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50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eate New Fold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1143830" cy="914400"/>
          </a:xfrm>
          <a:custGeom>
            <a:avLst/>
            <a:gdLst>
              <a:gd name="T0" fmla="*/ 2100 w 2334"/>
              <a:gd name="T1" fmla="*/ 233 h 1866"/>
              <a:gd name="T2" fmla="*/ 1167 w 2334"/>
              <a:gd name="T3" fmla="*/ 233 h 1866"/>
              <a:gd name="T4" fmla="*/ 934 w 2334"/>
              <a:gd name="T5" fmla="*/ 0 h 1866"/>
              <a:gd name="T6" fmla="*/ 234 w 2334"/>
              <a:gd name="T7" fmla="*/ 0 h 1866"/>
              <a:gd name="T8" fmla="*/ 1 w 2334"/>
              <a:gd name="T9" fmla="*/ 233 h 1866"/>
              <a:gd name="T10" fmla="*/ 0 w 2334"/>
              <a:gd name="T11" fmla="*/ 1633 h 1866"/>
              <a:gd name="T12" fmla="*/ 234 w 2334"/>
              <a:gd name="T13" fmla="*/ 1866 h 1866"/>
              <a:gd name="T14" fmla="*/ 2100 w 2334"/>
              <a:gd name="T15" fmla="*/ 1866 h 1866"/>
              <a:gd name="T16" fmla="*/ 2334 w 2334"/>
              <a:gd name="T17" fmla="*/ 1633 h 1866"/>
              <a:gd name="T18" fmla="*/ 2334 w 2334"/>
              <a:gd name="T19" fmla="*/ 466 h 1866"/>
              <a:gd name="T20" fmla="*/ 2100 w 2334"/>
              <a:gd name="T21" fmla="*/ 233 h 1866"/>
              <a:gd name="T22" fmla="*/ 1984 w 2334"/>
              <a:gd name="T23" fmla="*/ 1166 h 1866"/>
              <a:gd name="T24" fmla="*/ 1634 w 2334"/>
              <a:gd name="T25" fmla="*/ 1166 h 1866"/>
              <a:gd name="T26" fmla="*/ 1634 w 2334"/>
              <a:gd name="T27" fmla="*/ 1516 h 1866"/>
              <a:gd name="T28" fmla="*/ 1400 w 2334"/>
              <a:gd name="T29" fmla="*/ 1516 h 1866"/>
              <a:gd name="T30" fmla="*/ 1400 w 2334"/>
              <a:gd name="T31" fmla="*/ 1166 h 1866"/>
              <a:gd name="T32" fmla="*/ 1050 w 2334"/>
              <a:gd name="T33" fmla="*/ 1166 h 1866"/>
              <a:gd name="T34" fmla="*/ 1050 w 2334"/>
              <a:gd name="T35" fmla="*/ 933 h 1866"/>
              <a:gd name="T36" fmla="*/ 1400 w 2334"/>
              <a:gd name="T37" fmla="*/ 933 h 1866"/>
              <a:gd name="T38" fmla="*/ 1400 w 2334"/>
              <a:gd name="T39" fmla="*/ 583 h 1866"/>
              <a:gd name="T40" fmla="*/ 1634 w 2334"/>
              <a:gd name="T41" fmla="*/ 583 h 1866"/>
              <a:gd name="T42" fmla="*/ 1634 w 2334"/>
              <a:gd name="T43" fmla="*/ 933 h 1866"/>
              <a:gd name="T44" fmla="*/ 1984 w 2334"/>
              <a:gd name="T45" fmla="*/ 933 h 1866"/>
              <a:gd name="T46" fmla="*/ 1984 w 2334"/>
              <a:gd name="T47" fmla="*/ 1166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4" h="1866">
                <a:moveTo>
                  <a:pt x="2100" y="233"/>
                </a:moveTo>
                <a:cubicBezTo>
                  <a:pt x="1167" y="233"/>
                  <a:pt x="1167" y="233"/>
                  <a:pt x="1167" y="233"/>
                </a:cubicBezTo>
                <a:cubicBezTo>
                  <a:pt x="934" y="0"/>
                  <a:pt x="934" y="0"/>
                  <a:pt x="934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4" y="0"/>
                  <a:pt x="1" y="104"/>
                  <a:pt x="1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2"/>
                  <a:pt x="104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30" y="1866"/>
                  <a:pt x="2334" y="1762"/>
                  <a:pt x="2334" y="1633"/>
                </a:cubicBezTo>
                <a:cubicBezTo>
                  <a:pt x="2334" y="466"/>
                  <a:pt x="2334" y="466"/>
                  <a:pt x="2334" y="466"/>
                </a:cubicBezTo>
                <a:cubicBezTo>
                  <a:pt x="2334" y="337"/>
                  <a:pt x="2230" y="233"/>
                  <a:pt x="2100" y="233"/>
                </a:cubicBezTo>
                <a:close/>
                <a:moveTo>
                  <a:pt x="1984" y="1166"/>
                </a:moveTo>
                <a:cubicBezTo>
                  <a:pt x="1634" y="1166"/>
                  <a:pt x="1634" y="1166"/>
                  <a:pt x="1634" y="1166"/>
                </a:cubicBezTo>
                <a:cubicBezTo>
                  <a:pt x="1634" y="1516"/>
                  <a:pt x="1634" y="1516"/>
                  <a:pt x="1634" y="1516"/>
                </a:cubicBezTo>
                <a:cubicBezTo>
                  <a:pt x="1400" y="1516"/>
                  <a:pt x="1400" y="1516"/>
                  <a:pt x="1400" y="1516"/>
                </a:cubicBezTo>
                <a:cubicBezTo>
                  <a:pt x="1400" y="1166"/>
                  <a:pt x="1400" y="1166"/>
                  <a:pt x="1400" y="1166"/>
                </a:cubicBezTo>
                <a:cubicBezTo>
                  <a:pt x="1050" y="1166"/>
                  <a:pt x="1050" y="1166"/>
                  <a:pt x="1050" y="1166"/>
                </a:cubicBezTo>
                <a:cubicBezTo>
                  <a:pt x="1050" y="933"/>
                  <a:pt x="1050" y="933"/>
                  <a:pt x="1050" y="933"/>
                </a:cubicBezTo>
                <a:cubicBezTo>
                  <a:pt x="1400" y="933"/>
                  <a:pt x="1400" y="933"/>
                  <a:pt x="1400" y="933"/>
                </a:cubicBezTo>
                <a:cubicBezTo>
                  <a:pt x="1400" y="583"/>
                  <a:pt x="1400" y="583"/>
                  <a:pt x="1400" y="583"/>
                </a:cubicBezTo>
                <a:cubicBezTo>
                  <a:pt x="1634" y="583"/>
                  <a:pt x="1634" y="583"/>
                  <a:pt x="1634" y="583"/>
                </a:cubicBezTo>
                <a:cubicBezTo>
                  <a:pt x="1634" y="933"/>
                  <a:pt x="1634" y="933"/>
                  <a:pt x="1634" y="933"/>
                </a:cubicBezTo>
                <a:cubicBezTo>
                  <a:pt x="1984" y="933"/>
                  <a:pt x="1984" y="933"/>
                  <a:pt x="1984" y="933"/>
                </a:cubicBezTo>
                <a:lnTo>
                  <a:pt x="1984" y="1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2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e Downloa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53541" cy="914400"/>
          </a:xfrm>
          <a:custGeom>
            <a:avLst/>
            <a:gdLst>
              <a:gd name="T0" fmla="*/ 3860 w 3860"/>
              <a:gd name="T1" fmla="*/ 1653 h 4684"/>
              <a:gd name="T2" fmla="*/ 2757 w 3860"/>
              <a:gd name="T3" fmla="*/ 1653 h 4684"/>
              <a:gd name="T4" fmla="*/ 2757 w 3860"/>
              <a:gd name="T5" fmla="*/ 0 h 4684"/>
              <a:gd name="T6" fmla="*/ 1103 w 3860"/>
              <a:gd name="T7" fmla="*/ 0 h 4684"/>
              <a:gd name="T8" fmla="*/ 1103 w 3860"/>
              <a:gd name="T9" fmla="*/ 1653 h 4684"/>
              <a:gd name="T10" fmla="*/ 0 w 3860"/>
              <a:gd name="T11" fmla="*/ 1653 h 4684"/>
              <a:gd name="T12" fmla="*/ 1930 w 3860"/>
              <a:gd name="T13" fmla="*/ 3583 h 4684"/>
              <a:gd name="T14" fmla="*/ 3860 w 3860"/>
              <a:gd name="T15" fmla="*/ 1653 h 4684"/>
              <a:gd name="T16" fmla="*/ 0 w 3860"/>
              <a:gd name="T17" fmla="*/ 4134 h 4684"/>
              <a:gd name="T18" fmla="*/ 0 w 3860"/>
              <a:gd name="T19" fmla="*/ 4684 h 4684"/>
              <a:gd name="T20" fmla="*/ 3860 w 3860"/>
              <a:gd name="T21" fmla="*/ 4684 h 4684"/>
              <a:gd name="T22" fmla="*/ 3860 w 3860"/>
              <a:gd name="T23" fmla="*/ 4134 h 4684"/>
              <a:gd name="T24" fmla="*/ 0 w 3860"/>
              <a:gd name="T25" fmla="*/ 4134 h 46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60" h="4684">
                <a:moveTo>
                  <a:pt x="3860" y="1653"/>
                </a:moveTo>
                <a:lnTo>
                  <a:pt x="2757" y="1653"/>
                </a:lnTo>
                <a:lnTo>
                  <a:pt x="2757" y="0"/>
                </a:lnTo>
                <a:lnTo>
                  <a:pt x="1103" y="0"/>
                </a:lnTo>
                <a:lnTo>
                  <a:pt x="1103" y="1653"/>
                </a:lnTo>
                <a:lnTo>
                  <a:pt x="0" y="1653"/>
                </a:lnTo>
                <a:lnTo>
                  <a:pt x="1930" y="3583"/>
                </a:lnTo>
                <a:lnTo>
                  <a:pt x="3860" y="1653"/>
                </a:lnTo>
                <a:close/>
                <a:moveTo>
                  <a:pt x="0" y="4134"/>
                </a:moveTo>
                <a:lnTo>
                  <a:pt x="0" y="4684"/>
                </a:lnTo>
                <a:lnTo>
                  <a:pt x="3860" y="4684"/>
                </a:lnTo>
                <a:lnTo>
                  <a:pt x="3860" y="4134"/>
                </a:lnTo>
                <a:lnTo>
                  <a:pt x="0" y="41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6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e Uploa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53541" cy="914400"/>
          </a:xfrm>
          <a:custGeom>
            <a:avLst/>
            <a:gdLst>
              <a:gd name="T0" fmla="*/ 1103 w 3860"/>
              <a:gd name="T1" fmla="*/ 3583 h 4684"/>
              <a:gd name="T2" fmla="*/ 2757 w 3860"/>
              <a:gd name="T3" fmla="*/ 3583 h 4684"/>
              <a:gd name="T4" fmla="*/ 2757 w 3860"/>
              <a:gd name="T5" fmla="*/ 1930 h 4684"/>
              <a:gd name="T6" fmla="*/ 3860 w 3860"/>
              <a:gd name="T7" fmla="*/ 1930 h 4684"/>
              <a:gd name="T8" fmla="*/ 1930 w 3860"/>
              <a:gd name="T9" fmla="*/ 0 h 4684"/>
              <a:gd name="T10" fmla="*/ 0 w 3860"/>
              <a:gd name="T11" fmla="*/ 1930 h 4684"/>
              <a:gd name="T12" fmla="*/ 1103 w 3860"/>
              <a:gd name="T13" fmla="*/ 1930 h 4684"/>
              <a:gd name="T14" fmla="*/ 1103 w 3860"/>
              <a:gd name="T15" fmla="*/ 3583 h 4684"/>
              <a:gd name="T16" fmla="*/ 0 w 3860"/>
              <a:gd name="T17" fmla="*/ 4134 h 4684"/>
              <a:gd name="T18" fmla="*/ 3860 w 3860"/>
              <a:gd name="T19" fmla="*/ 4134 h 4684"/>
              <a:gd name="T20" fmla="*/ 3860 w 3860"/>
              <a:gd name="T21" fmla="*/ 4684 h 4684"/>
              <a:gd name="T22" fmla="*/ 0 w 3860"/>
              <a:gd name="T23" fmla="*/ 4684 h 4684"/>
              <a:gd name="T24" fmla="*/ 0 w 3860"/>
              <a:gd name="T25" fmla="*/ 4134 h 46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3860" h="4684">
                <a:moveTo>
                  <a:pt x="1103" y="3583"/>
                </a:moveTo>
                <a:lnTo>
                  <a:pt x="2757" y="3583"/>
                </a:lnTo>
                <a:lnTo>
                  <a:pt x="2757" y="1930"/>
                </a:lnTo>
                <a:lnTo>
                  <a:pt x="3860" y="1930"/>
                </a:lnTo>
                <a:lnTo>
                  <a:pt x="1930" y="0"/>
                </a:lnTo>
                <a:lnTo>
                  <a:pt x="0" y="1930"/>
                </a:lnTo>
                <a:lnTo>
                  <a:pt x="1103" y="1930"/>
                </a:lnTo>
                <a:lnTo>
                  <a:pt x="1103" y="3583"/>
                </a:lnTo>
                <a:close/>
                <a:moveTo>
                  <a:pt x="0" y="4134"/>
                </a:moveTo>
                <a:lnTo>
                  <a:pt x="3860" y="4134"/>
                </a:lnTo>
                <a:lnTo>
                  <a:pt x="3860" y="4684"/>
                </a:lnTo>
                <a:lnTo>
                  <a:pt x="0" y="4684"/>
                </a:lnTo>
                <a:lnTo>
                  <a:pt x="0" y="41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183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der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83416"/>
          </a:xfrm>
          <a:custGeom>
            <a:avLst/>
            <a:gdLst>
              <a:gd name="T0" fmla="*/ 1245 w 2178"/>
              <a:gd name="T1" fmla="*/ 311 h 1866"/>
              <a:gd name="T2" fmla="*/ 933 w 2178"/>
              <a:gd name="T3" fmla="*/ 0 h 1866"/>
              <a:gd name="T4" fmla="*/ 156 w 2178"/>
              <a:gd name="T5" fmla="*/ 0 h 1866"/>
              <a:gd name="T6" fmla="*/ 0 w 2178"/>
              <a:gd name="T7" fmla="*/ 155 h 1866"/>
              <a:gd name="T8" fmla="*/ 0 w 2178"/>
              <a:gd name="T9" fmla="*/ 1711 h 1866"/>
              <a:gd name="T10" fmla="*/ 156 w 2178"/>
              <a:gd name="T11" fmla="*/ 1866 h 1866"/>
              <a:gd name="T12" fmla="*/ 2022 w 2178"/>
              <a:gd name="T13" fmla="*/ 1866 h 1866"/>
              <a:gd name="T14" fmla="*/ 2178 w 2178"/>
              <a:gd name="T15" fmla="*/ 1711 h 1866"/>
              <a:gd name="T16" fmla="*/ 2178 w 2178"/>
              <a:gd name="T17" fmla="*/ 466 h 1866"/>
              <a:gd name="T18" fmla="*/ 2022 w 2178"/>
              <a:gd name="T19" fmla="*/ 311 h 1866"/>
              <a:gd name="T20" fmla="*/ 1245 w 2178"/>
              <a:gd name="T21" fmla="*/ 311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178" h="1866">
                <a:moveTo>
                  <a:pt x="1245" y="311"/>
                </a:moveTo>
                <a:cubicBezTo>
                  <a:pt x="933" y="0"/>
                  <a:pt x="933" y="0"/>
                  <a:pt x="933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70" y="0"/>
                  <a:pt x="0" y="70"/>
                  <a:pt x="0" y="155"/>
                </a:cubicBezTo>
                <a:cubicBezTo>
                  <a:pt x="0" y="1711"/>
                  <a:pt x="0" y="1711"/>
                  <a:pt x="0" y="1711"/>
                </a:cubicBezTo>
                <a:cubicBezTo>
                  <a:pt x="0" y="1796"/>
                  <a:pt x="70" y="1866"/>
                  <a:pt x="156" y="1866"/>
                </a:cubicBezTo>
                <a:cubicBezTo>
                  <a:pt x="2022" y="1866"/>
                  <a:pt x="2022" y="1866"/>
                  <a:pt x="2022" y="1866"/>
                </a:cubicBezTo>
                <a:cubicBezTo>
                  <a:pt x="2108" y="1866"/>
                  <a:pt x="2178" y="1796"/>
                  <a:pt x="2178" y="1711"/>
                </a:cubicBezTo>
                <a:cubicBezTo>
                  <a:pt x="2178" y="466"/>
                  <a:pt x="2178" y="466"/>
                  <a:pt x="2178" y="466"/>
                </a:cubicBezTo>
                <a:cubicBezTo>
                  <a:pt x="2178" y="381"/>
                  <a:pt x="2108" y="311"/>
                  <a:pt x="2022" y="311"/>
                </a:cubicBezTo>
                <a:lnTo>
                  <a:pt x="1245" y="3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8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der Ope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233 h 1866"/>
              <a:gd name="T2" fmla="*/ 1167 w 2334"/>
              <a:gd name="T3" fmla="*/ 233 h 1866"/>
              <a:gd name="T4" fmla="*/ 934 w 2334"/>
              <a:gd name="T5" fmla="*/ 0 h 1866"/>
              <a:gd name="T6" fmla="*/ 234 w 2334"/>
              <a:gd name="T7" fmla="*/ 0 h 1866"/>
              <a:gd name="T8" fmla="*/ 1 w 2334"/>
              <a:gd name="T9" fmla="*/ 233 h 1866"/>
              <a:gd name="T10" fmla="*/ 0 w 2334"/>
              <a:gd name="T11" fmla="*/ 1633 h 1866"/>
              <a:gd name="T12" fmla="*/ 234 w 2334"/>
              <a:gd name="T13" fmla="*/ 1866 h 1866"/>
              <a:gd name="T14" fmla="*/ 2100 w 2334"/>
              <a:gd name="T15" fmla="*/ 1866 h 1866"/>
              <a:gd name="T16" fmla="*/ 2334 w 2334"/>
              <a:gd name="T17" fmla="*/ 1633 h 1866"/>
              <a:gd name="T18" fmla="*/ 2334 w 2334"/>
              <a:gd name="T19" fmla="*/ 466 h 1866"/>
              <a:gd name="T20" fmla="*/ 2100 w 2334"/>
              <a:gd name="T21" fmla="*/ 233 h 1866"/>
              <a:gd name="T22" fmla="*/ 2100 w 2334"/>
              <a:gd name="T23" fmla="*/ 1633 h 1866"/>
              <a:gd name="T24" fmla="*/ 234 w 2334"/>
              <a:gd name="T25" fmla="*/ 1633 h 1866"/>
              <a:gd name="T26" fmla="*/ 234 w 2334"/>
              <a:gd name="T27" fmla="*/ 466 h 1866"/>
              <a:gd name="T28" fmla="*/ 2100 w 2334"/>
              <a:gd name="T29" fmla="*/ 466 h 1866"/>
              <a:gd name="T30" fmla="*/ 2100 w 2334"/>
              <a:gd name="T31" fmla="*/ 163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334" h="1866">
                <a:moveTo>
                  <a:pt x="2100" y="233"/>
                </a:moveTo>
                <a:cubicBezTo>
                  <a:pt x="1167" y="233"/>
                  <a:pt x="1167" y="233"/>
                  <a:pt x="1167" y="233"/>
                </a:cubicBezTo>
                <a:cubicBezTo>
                  <a:pt x="934" y="0"/>
                  <a:pt x="934" y="0"/>
                  <a:pt x="934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466"/>
                  <a:pt x="2334" y="466"/>
                  <a:pt x="2334" y="466"/>
                </a:cubicBezTo>
                <a:cubicBezTo>
                  <a:pt x="2334" y="338"/>
                  <a:pt x="2229" y="233"/>
                  <a:pt x="2100" y="233"/>
                </a:cubicBezTo>
                <a:close/>
                <a:moveTo>
                  <a:pt x="2100" y="1633"/>
                </a:moveTo>
                <a:cubicBezTo>
                  <a:pt x="234" y="1633"/>
                  <a:pt x="234" y="1633"/>
                  <a:pt x="234" y="1633"/>
                </a:cubicBezTo>
                <a:cubicBezTo>
                  <a:pt x="234" y="466"/>
                  <a:pt x="234" y="466"/>
                  <a:pt x="234" y="466"/>
                </a:cubicBezTo>
                <a:cubicBezTo>
                  <a:pt x="2100" y="466"/>
                  <a:pt x="2100" y="466"/>
                  <a:pt x="2100" y="466"/>
                </a:cubicBezTo>
                <a:lnTo>
                  <a:pt x="2100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485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der Shar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233 h 1866"/>
              <a:gd name="T2" fmla="*/ 1167 w 2334"/>
              <a:gd name="T3" fmla="*/ 233 h 1866"/>
              <a:gd name="T4" fmla="*/ 934 w 2334"/>
              <a:gd name="T5" fmla="*/ 0 h 1866"/>
              <a:gd name="T6" fmla="*/ 234 w 2334"/>
              <a:gd name="T7" fmla="*/ 0 h 1866"/>
              <a:gd name="T8" fmla="*/ 1 w 2334"/>
              <a:gd name="T9" fmla="*/ 233 h 1866"/>
              <a:gd name="T10" fmla="*/ 0 w 2334"/>
              <a:gd name="T11" fmla="*/ 1633 h 1866"/>
              <a:gd name="T12" fmla="*/ 234 w 2334"/>
              <a:gd name="T13" fmla="*/ 1866 h 1866"/>
              <a:gd name="T14" fmla="*/ 2100 w 2334"/>
              <a:gd name="T15" fmla="*/ 1866 h 1866"/>
              <a:gd name="T16" fmla="*/ 2334 w 2334"/>
              <a:gd name="T17" fmla="*/ 1633 h 1866"/>
              <a:gd name="T18" fmla="*/ 2334 w 2334"/>
              <a:gd name="T19" fmla="*/ 466 h 1866"/>
              <a:gd name="T20" fmla="*/ 2100 w 2334"/>
              <a:gd name="T21" fmla="*/ 233 h 1866"/>
              <a:gd name="T22" fmla="*/ 1517 w 2334"/>
              <a:gd name="T23" fmla="*/ 583 h 1866"/>
              <a:gd name="T24" fmla="*/ 1750 w 2334"/>
              <a:gd name="T25" fmla="*/ 816 h 1866"/>
              <a:gd name="T26" fmla="*/ 1517 w 2334"/>
              <a:gd name="T27" fmla="*/ 1050 h 1866"/>
              <a:gd name="T28" fmla="*/ 1284 w 2334"/>
              <a:gd name="T29" fmla="*/ 816 h 1866"/>
              <a:gd name="T30" fmla="*/ 1517 w 2334"/>
              <a:gd name="T31" fmla="*/ 583 h 1866"/>
              <a:gd name="T32" fmla="*/ 1984 w 2334"/>
              <a:gd name="T33" fmla="*/ 1516 h 1866"/>
              <a:gd name="T34" fmla="*/ 1050 w 2334"/>
              <a:gd name="T35" fmla="*/ 1516 h 1866"/>
              <a:gd name="T36" fmla="*/ 1050 w 2334"/>
              <a:gd name="T37" fmla="*/ 1400 h 1866"/>
              <a:gd name="T38" fmla="*/ 1517 w 2334"/>
              <a:gd name="T39" fmla="*/ 1166 h 1866"/>
              <a:gd name="T40" fmla="*/ 1984 w 2334"/>
              <a:gd name="T41" fmla="*/ 1400 h 1866"/>
              <a:gd name="T42" fmla="*/ 1984 w 2334"/>
              <a:gd name="T43" fmla="*/ 1516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334" h="1866">
                <a:moveTo>
                  <a:pt x="2100" y="233"/>
                </a:moveTo>
                <a:cubicBezTo>
                  <a:pt x="1167" y="233"/>
                  <a:pt x="1167" y="233"/>
                  <a:pt x="1167" y="233"/>
                </a:cubicBezTo>
                <a:cubicBezTo>
                  <a:pt x="934" y="0"/>
                  <a:pt x="934" y="0"/>
                  <a:pt x="934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466"/>
                  <a:pt x="2334" y="466"/>
                  <a:pt x="2334" y="466"/>
                </a:cubicBezTo>
                <a:cubicBezTo>
                  <a:pt x="2334" y="338"/>
                  <a:pt x="2229" y="233"/>
                  <a:pt x="2100" y="233"/>
                </a:cubicBezTo>
                <a:close/>
                <a:moveTo>
                  <a:pt x="1517" y="583"/>
                </a:moveTo>
                <a:cubicBezTo>
                  <a:pt x="1645" y="583"/>
                  <a:pt x="1750" y="688"/>
                  <a:pt x="1750" y="816"/>
                </a:cubicBezTo>
                <a:cubicBezTo>
                  <a:pt x="1750" y="945"/>
                  <a:pt x="1645" y="1050"/>
                  <a:pt x="1517" y="1050"/>
                </a:cubicBezTo>
                <a:cubicBezTo>
                  <a:pt x="1389" y="1050"/>
                  <a:pt x="1284" y="945"/>
                  <a:pt x="1284" y="816"/>
                </a:cubicBezTo>
                <a:cubicBezTo>
                  <a:pt x="1284" y="688"/>
                  <a:pt x="1389" y="583"/>
                  <a:pt x="1517" y="583"/>
                </a:cubicBezTo>
                <a:close/>
                <a:moveTo>
                  <a:pt x="1984" y="1516"/>
                </a:moveTo>
                <a:cubicBezTo>
                  <a:pt x="1050" y="1516"/>
                  <a:pt x="1050" y="1516"/>
                  <a:pt x="1050" y="1516"/>
                </a:cubicBezTo>
                <a:cubicBezTo>
                  <a:pt x="1050" y="1400"/>
                  <a:pt x="1050" y="1400"/>
                  <a:pt x="1050" y="1400"/>
                </a:cubicBezTo>
                <a:cubicBezTo>
                  <a:pt x="1050" y="1244"/>
                  <a:pt x="1362" y="1166"/>
                  <a:pt x="1517" y="1166"/>
                </a:cubicBezTo>
                <a:cubicBezTo>
                  <a:pt x="1672" y="1166"/>
                  <a:pt x="1984" y="1244"/>
                  <a:pt x="1984" y="1400"/>
                </a:cubicBezTo>
                <a:lnTo>
                  <a:pt x="1984" y="15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893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2333 w 2566"/>
              <a:gd name="T1" fmla="*/ 0 h 2100"/>
              <a:gd name="T2" fmla="*/ 233 w 2566"/>
              <a:gd name="T3" fmla="*/ 0 h 2100"/>
              <a:gd name="T4" fmla="*/ 0 w 2566"/>
              <a:gd name="T5" fmla="*/ 233 h 2100"/>
              <a:gd name="T6" fmla="*/ 0 w 2566"/>
              <a:gd name="T7" fmla="*/ 583 h 2100"/>
              <a:gd name="T8" fmla="*/ 233 w 2566"/>
              <a:gd name="T9" fmla="*/ 583 h 2100"/>
              <a:gd name="T10" fmla="*/ 233 w 2566"/>
              <a:gd name="T11" fmla="*/ 233 h 2100"/>
              <a:gd name="T12" fmla="*/ 2333 w 2566"/>
              <a:gd name="T13" fmla="*/ 233 h 2100"/>
              <a:gd name="T14" fmla="*/ 2333 w 2566"/>
              <a:gd name="T15" fmla="*/ 1867 h 2100"/>
              <a:gd name="T16" fmla="*/ 1516 w 2566"/>
              <a:gd name="T17" fmla="*/ 1867 h 2100"/>
              <a:gd name="T18" fmla="*/ 1516 w 2566"/>
              <a:gd name="T19" fmla="*/ 2100 h 2100"/>
              <a:gd name="T20" fmla="*/ 2333 w 2566"/>
              <a:gd name="T21" fmla="*/ 2100 h 2100"/>
              <a:gd name="T22" fmla="*/ 2566 w 2566"/>
              <a:gd name="T23" fmla="*/ 1867 h 2100"/>
              <a:gd name="T24" fmla="*/ 2566 w 2566"/>
              <a:gd name="T25" fmla="*/ 233 h 2100"/>
              <a:gd name="T26" fmla="*/ 2333 w 2566"/>
              <a:gd name="T27" fmla="*/ 0 h 2100"/>
              <a:gd name="T28" fmla="*/ 0 w 2566"/>
              <a:gd name="T29" fmla="*/ 1750 h 2100"/>
              <a:gd name="T30" fmla="*/ 0 w 2566"/>
              <a:gd name="T31" fmla="*/ 2100 h 2100"/>
              <a:gd name="T32" fmla="*/ 350 w 2566"/>
              <a:gd name="T33" fmla="*/ 2100 h 2100"/>
              <a:gd name="T34" fmla="*/ 0 w 2566"/>
              <a:gd name="T35" fmla="*/ 1750 h 2100"/>
              <a:gd name="T36" fmla="*/ 0 w 2566"/>
              <a:gd name="T37" fmla="*/ 1283 h 2100"/>
              <a:gd name="T38" fmla="*/ 0 w 2566"/>
              <a:gd name="T39" fmla="*/ 1517 h 2100"/>
              <a:gd name="T40" fmla="*/ 583 w 2566"/>
              <a:gd name="T41" fmla="*/ 2100 h 2100"/>
              <a:gd name="T42" fmla="*/ 816 w 2566"/>
              <a:gd name="T43" fmla="*/ 2100 h 2100"/>
              <a:gd name="T44" fmla="*/ 0 w 2566"/>
              <a:gd name="T45" fmla="*/ 1283 h 2100"/>
              <a:gd name="T46" fmla="*/ 0 w 2566"/>
              <a:gd name="T47" fmla="*/ 817 h 2100"/>
              <a:gd name="T48" fmla="*/ 0 w 2566"/>
              <a:gd name="T49" fmla="*/ 1050 h 2100"/>
              <a:gd name="T50" fmla="*/ 1050 w 2566"/>
              <a:gd name="T51" fmla="*/ 2100 h 2100"/>
              <a:gd name="T52" fmla="*/ 1283 w 2566"/>
              <a:gd name="T53" fmla="*/ 2100 h 2100"/>
              <a:gd name="T54" fmla="*/ 0 w 2566"/>
              <a:gd name="T55" fmla="*/ 81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566" h="2100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583"/>
                  <a:pt x="0" y="583"/>
                  <a:pt x="0" y="583"/>
                </a:cubicBezTo>
                <a:cubicBezTo>
                  <a:pt x="233" y="583"/>
                  <a:pt x="233" y="583"/>
                  <a:pt x="233" y="58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2333" y="233"/>
                  <a:pt x="2333" y="233"/>
                  <a:pt x="2333" y="233"/>
                </a:cubicBezTo>
                <a:cubicBezTo>
                  <a:pt x="2333" y="1867"/>
                  <a:pt x="2333" y="1867"/>
                  <a:pt x="2333" y="1867"/>
                </a:cubicBezTo>
                <a:cubicBezTo>
                  <a:pt x="1516" y="1867"/>
                  <a:pt x="1516" y="1867"/>
                  <a:pt x="1516" y="1867"/>
                </a:cubicBezTo>
                <a:cubicBezTo>
                  <a:pt x="1516" y="2100"/>
                  <a:pt x="1516" y="2100"/>
                  <a:pt x="1516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7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0" y="1750"/>
                </a:moveTo>
                <a:cubicBezTo>
                  <a:pt x="0" y="2100"/>
                  <a:pt x="0" y="2100"/>
                  <a:pt x="0" y="2100"/>
                </a:cubicBezTo>
                <a:cubicBezTo>
                  <a:pt x="350" y="2100"/>
                  <a:pt x="350" y="2100"/>
                  <a:pt x="350" y="2100"/>
                </a:cubicBezTo>
                <a:cubicBezTo>
                  <a:pt x="350" y="1906"/>
                  <a:pt x="193" y="1750"/>
                  <a:pt x="0" y="1750"/>
                </a:cubicBezTo>
                <a:close/>
                <a:moveTo>
                  <a:pt x="0" y="1283"/>
                </a:moveTo>
                <a:cubicBezTo>
                  <a:pt x="0" y="1517"/>
                  <a:pt x="0" y="1517"/>
                  <a:pt x="0" y="1517"/>
                </a:cubicBezTo>
                <a:cubicBezTo>
                  <a:pt x="322" y="1517"/>
                  <a:pt x="583" y="1778"/>
                  <a:pt x="583" y="2100"/>
                </a:cubicBezTo>
                <a:cubicBezTo>
                  <a:pt x="816" y="2100"/>
                  <a:pt x="816" y="2100"/>
                  <a:pt x="816" y="2100"/>
                </a:cubicBezTo>
                <a:cubicBezTo>
                  <a:pt x="816" y="1648"/>
                  <a:pt x="451" y="1283"/>
                  <a:pt x="0" y="1283"/>
                </a:cubicBezTo>
                <a:close/>
                <a:moveTo>
                  <a:pt x="0" y="817"/>
                </a:moveTo>
                <a:cubicBezTo>
                  <a:pt x="0" y="1050"/>
                  <a:pt x="0" y="1050"/>
                  <a:pt x="0" y="1050"/>
                </a:cubicBezTo>
                <a:cubicBezTo>
                  <a:pt x="580" y="1050"/>
                  <a:pt x="1050" y="1520"/>
                  <a:pt x="1050" y="2100"/>
                </a:cubicBezTo>
                <a:cubicBezTo>
                  <a:pt x="1283" y="2100"/>
                  <a:pt x="1283" y="2100"/>
                  <a:pt x="1283" y="2100"/>
                </a:cubicBezTo>
                <a:cubicBezTo>
                  <a:pt x="1283" y="1391"/>
                  <a:pt x="708" y="817"/>
                  <a:pt x="0" y="8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01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t Connect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0 w 2566"/>
              <a:gd name="T1" fmla="*/ 1750 h 2100"/>
              <a:gd name="T2" fmla="*/ 0 w 2566"/>
              <a:gd name="T3" fmla="*/ 2100 h 2100"/>
              <a:gd name="T4" fmla="*/ 350 w 2566"/>
              <a:gd name="T5" fmla="*/ 2100 h 2100"/>
              <a:gd name="T6" fmla="*/ 0 w 2566"/>
              <a:gd name="T7" fmla="*/ 1750 h 2100"/>
              <a:gd name="T8" fmla="*/ 0 w 2566"/>
              <a:gd name="T9" fmla="*/ 1283 h 2100"/>
              <a:gd name="T10" fmla="*/ 0 w 2566"/>
              <a:gd name="T11" fmla="*/ 1517 h 2100"/>
              <a:gd name="T12" fmla="*/ 583 w 2566"/>
              <a:gd name="T13" fmla="*/ 2100 h 2100"/>
              <a:gd name="T14" fmla="*/ 816 w 2566"/>
              <a:gd name="T15" fmla="*/ 2100 h 2100"/>
              <a:gd name="T16" fmla="*/ 0 w 2566"/>
              <a:gd name="T17" fmla="*/ 1283 h 2100"/>
              <a:gd name="T18" fmla="*/ 2100 w 2566"/>
              <a:gd name="T19" fmla="*/ 467 h 2100"/>
              <a:gd name="T20" fmla="*/ 466 w 2566"/>
              <a:gd name="T21" fmla="*/ 467 h 2100"/>
              <a:gd name="T22" fmla="*/ 466 w 2566"/>
              <a:gd name="T23" fmla="*/ 657 h 2100"/>
              <a:gd name="T24" fmla="*/ 1443 w 2566"/>
              <a:gd name="T25" fmla="*/ 1633 h 2100"/>
              <a:gd name="T26" fmla="*/ 2100 w 2566"/>
              <a:gd name="T27" fmla="*/ 1633 h 2100"/>
              <a:gd name="T28" fmla="*/ 2100 w 2566"/>
              <a:gd name="T29" fmla="*/ 467 h 2100"/>
              <a:gd name="T30" fmla="*/ 0 w 2566"/>
              <a:gd name="T31" fmla="*/ 817 h 2100"/>
              <a:gd name="T32" fmla="*/ 0 w 2566"/>
              <a:gd name="T33" fmla="*/ 1050 h 2100"/>
              <a:gd name="T34" fmla="*/ 1050 w 2566"/>
              <a:gd name="T35" fmla="*/ 2100 h 2100"/>
              <a:gd name="T36" fmla="*/ 1283 w 2566"/>
              <a:gd name="T37" fmla="*/ 2100 h 2100"/>
              <a:gd name="T38" fmla="*/ 0 w 2566"/>
              <a:gd name="T39" fmla="*/ 817 h 2100"/>
              <a:gd name="T40" fmla="*/ 2333 w 2566"/>
              <a:gd name="T41" fmla="*/ 0 h 2100"/>
              <a:gd name="T42" fmla="*/ 233 w 2566"/>
              <a:gd name="T43" fmla="*/ 0 h 2100"/>
              <a:gd name="T44" fmla="*/ 0 w 2566"/>
              <a:gd name="T45" fmla="*/ 233 h 2100"/>
              <a:gd name="T46" fmla="*/ 0 w 2566"/>
              <a:gd name="T47" fmla="*/ 583 h 2100"/>
              <a:gd name="T48" fmla="*/ 233 w 2566"/>
              <a:gd name="T49" fmla="*/ 583 h 2100"/>
              <a:gd name="T50" fmla="*/ 233 w 2566"/>
              <a:gd name="T51" fmla="*/ 233 h 2100"/>
              <a:gd name="T52" fmla="*/ 2333 w 2566"/>
              <a:gd name="T53" fmla="*/ 233 h 2100"/>
              <a:gd name="T54" fmla="*/ 2333 w 2566"/>
              <a:gd name="T55" fmla="*/ 1867 h 2100"/>
              <a:gd name="T56" fmla="*/ 1516 w 2566"/>
              <a:gd name="T57" fmla="*/ 1867 h 2100"/>
              <a:gd name="T58" fmla="*/ 1516 w 2566"/>
              <a:gd name="T59" fmla="*/ 2100 h 2100"/>
              <a:gd name="T60" fmla="*/ 2333 w 2566"/>
              <a:gd name="T61" fmla="*/ 2100 h 2100"/>
              <a:gd name="T62" fmla="*/ 2566 w 2566"/>
              <a:gd name="T63" fmla="*/ 1867 h 2100"/>
              <a:gd name="T64" fmla="*/ 2566 w 2566"/>
              <a:gd name="T65" fmla="*/ 233 h 2100"/>
              <a:gd name="T66" fmla="*/ 2333 w 2566"/>
              <a:gd name="T67" fmla="*/ 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66" h="2100">
                <a:moveTo>
                  <a:pt x="0" y="1750"/>
                </a:moveTo>
                <a:cubicBezTo>
                  <a:pt x="0" y="2100"/>
                  <a:pt x="0" y="2100"/>
                  <a:pt x="0" y="2100"/>
                </a:cubicBezTo>
                <a:cubicBezTo>
                  <a:pt x="350" y="2100"/>
                  <a:pt x="350" y="2100"/>
                  <a:pt x="350" y="2100"/>
                </a:cubicBezTo>
                <a:cubicBezTo>
                  <a:pt x="350" y="1906"/>
                  <a:pt x="193" y="1750"/>
                  <a:pt x="0" y="1750"/>
                </a:cubicBezTo>
                <a:close/>
                <a:moveTo>
                  <a:pt x="0" y="1283"/>
                </a:moveTo>
                <a:cubicBezTo>
                  <a:pt x="0" y="1517"/>
                  <a:pt x="0" y="1517"/>
                  <a:pt x="0" y="1517"/>
                </a:cubicBezTo>
                <a:cubicBezTo>
                  <a:pt x="322" y="1517"/>
                  <a:pt x="583" y="1778"/>
                  <a:pt x="583" y="2100"/>
                </a:cubicBezTo>
                <a:cubicBezTo>
                  <a:pt x="816" y="2100"/>
                  <a:pt x="816" y="2100"/>
                  <a:pt x="816" y="2100"/>
                </a:cubicBezTo>
                <a:cubicBezTo>
                  <a:pt x="816" y="1648"/>
                  <a:pt x="451" y="1283"/>
                  <a:pt x="0" y="1283"/>
                </a:cubicBezTo>
                <a:close/>
                <a:moveTo>
                  <a:pt x="2100" y="467"/>
                </a:moveTo>
                <a:cubicBezTo>
                  <a:pt x="466" y="467"/>
                  <a:pt x="466" y="467"/>
                  <a:pt x="466" y="467"/>
                </a:cubicBezTo>
                <a:cubicBezTo>
                  <a:pt x="466" y="657"/>
                  <a:pt x="466" y="657"/>
                  <a:pt x="466" y="657"/>
                </a:cubicBezTo>
                <a:cubicBezTo>
                  <a:pt x="928" y="806"/>
                  <a:pt x="1293" y="1171"/>
                  <a:pt x="1443" y="1633"/>
                </a:cubicBezTo>
                <a:cubicBezTo>
                  <a:pt x="2100" y="1633"/>
                  <a:pt x="2100" y="1633"/>
                  <a:pt x="2100" y="1633"/>
                </a:cubicBezTo>
                <a:lnTo>
                  <a:pt x="2100" y="467"/>
                </a:lnTo>
                <a:close/>
                <a:moveTo>
                  <a:pt x="0" y="817"/>
                </a:moveTo>
                <a:cubicBezTo>
                  <a:pt x="0" y="1050"/>
                  <a:pt x="0" y="1050"/>
                  <a:pt x="0" y="1050"/>
                </a:cubicBezTo>
                <a:cubicBezTo>
                  <a:pt x="580" y="1050"/>
                  <a:pt x="1050" y="1520"/>
                  <a:pt x="1050" y="2100"/>
                </a:cubicBezTo>
                <a:cubicBezTo>
                  <a:pt x="1283" y="2100"/>
                  <a:pt x="1283" y="2100"/>
                  <a:pt x="1283" y="2100"/>
                </a:cubicBezTo>
                <a:cubicBezTo>
                  <a:pt x="1283" y="1391"/>
                  <a:pt x="708" y="817"/>
                  <a:pt x="0" y="817"/>
                </a:cubicBezTo>
                <a:close/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583"/>
                  <a:pt x="0" y="583"/>
                  <a:pt x="0" y="583"/>
                </a:cubicBezTo>
                <a:cubicBezTo>
                  <a:pt x="233" y="583"/>
                  <a:pt x="233" y="583"/>
                  <a:pt x="233" y="58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2333" y="233"/>
                  <a:pt x="2333" y="233"/>
                  <a:pt x="2333" y="233"/>
                </a:cubicBezTo>
                <a:cubicBezTo>
                  <a:pt x="2333" y="1867"/>
                  <a:pt x="2333" y="1867"/>
                  <a:pt x="2333" y="1867"/>
                </a:cubicBezTo>
                <a:cubicBezTo>
                  <a:pt x="1516" y="1867"/>
                  <a:pt x="1516" y="1867"/>
                  <a:pt x="1516" y="1867"/>
                </a:cubicBezTo>
                <a:cubicBezTo>
                  <a:pt x="1516" y="2100"/>
                  <a:pt x="1516" y="2100"/>
                  <a:pt x="1516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7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819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mput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416"/>
          </a:xfrm>
          <a:custGeom>
            <a:avLst/>
            <a:gdLst>
              <a:gd name="T0" fmla="*/ 2333 w 2800"/>
              <a:gd name="T1" fmla="*/ 1633 h 1866"/>
              <a:gd name="T2" fmla="*/ 2566 w 2800"/>
              <a:gd name="T3" fmla="*/ 1400 h 1866"/>
              <a:gd name="T4" fmla="*/ 2567 w 2800"/>
              <a:gd name="T5" fmla="*/ 233 h 1866"/>
              <a:gd name="T6" fmla="*/ 2333 w 2800"/>
              <a:gd name="T7" fmla="*/ 0 h 1866"/>
              <a:gd name="T8" fmla="*/ 467 w 2800"/>
              <a:gd name="T9" fmla="*/ 0 h 1866"/>
              <a:gd name="T10" fmla="*/ 233 w 2800"/>
              <a:gd name="T11" fmla="*/ 233 h 1866"/>
              <a:gd name="T12" fmla="*/ 233 w 2800"/>
              <a:gd name="T13" fmla="*/ 1400 h 1866"/>
              <a:gd name="T14" fmla="*/ 467 w 2800"/>
              <a:gd name="T15" fmla="*/ 1633 h 1866"/>
              <a:gd name="T16" fmla="*/ 0 w 2800"/>
              <a:gd name="T17" fmla="*/ 1633 h 1866"/>
              <a:gd name="T18" fmla="*/ 0 w 2800"/>
              <a:gd name="T19" fmla="*/ 1866 h 1866"/>
              <a:gd name="T20" fmla="*/ 2800 w 2800"/>
              <a:gd name="T21" fmla="*/ 1866 h 1866"/>
              <a:gd name="T22" fmla="*/ 2800 w 2800"/>
              <a:gd name="T23" fmla="*/ 1633 h 1866"/>
              <a:gd name="T24" fmla="*/ 2333 w 2800"/>
              <a:gd name="T25" fmla="*/ 1633 h 1866"/>
              <a:gd name="T26" fmla="*/ 467 w 2800"/>
              <a:gd name="T27" fmla="*/ 233 h 1866"/>
              <a:gd name="T28" fmla="*/ 2333 w 2800"/>
              <a:gd name="T29" fmla="*/ 233 h 1866"/>
              <a:gd name="T30" fmla="*/ 2333 w 2800"/>
              <a:gd name="T31" fmla="*/ 1400 h 1866"/>
              <a:gd name="T32" fmla="*/ 467 w 2800"/>
              <a:gd name="T33" fmla="*/ 1400 h 1866"/>
              <a:gd name="T34" fmla="*/ 467 w 2800"/>
              <a:gd name="T35" fmla="*/ 23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800" h="1866">
                <a:moveTo>
                  <a:pt x="2333" y="1633"/>
                </a:moveTo>
                <a:cubicBezTo>
                  <a:pt x="2462" y="1633"/>
                  <a:pt x="2566" y="1528"/>
                  <a:pt x="2566" y="1400"/>
                </a:cubicBezTo>
                <a:cubicBezTo>
                  <a:pt x="2567" y="233"/>
                  <a:pt x="2567" y="233"/>
                  <a:pt x="2567" y="233"/>
                </a:cubicBezTo>
                <a:cubicBezTo>
                  <a:pt x="2567" y="105"/>
                  <a:pt x="2462" y="0"/>
                  <a:pt x="2333" y="0"/>
                </a:cubicBezTo>
                <a:cubicBezTo>
                  <a:pt x="467" y="0"/>
                  <a:pt x="467" y="0"/>
                  <a:pt x="467" y="0"/>
                </a:cubicBezTo>
                <a:cubicBezTo>
                  <a:pt x="338" y="0"/>
                  <a:pt x="233" y="105"/>
                  <a:pt x="233" y="233"/>
                </a:cubicBezTo>
                <a:cubicBezTo>
                  <a:pt x="233" y="1400"/>
                  <a:pt x="233" y="1400"/>
                  <a:pt x="233" y="1400"/>
                </a:cubicBezTo>
                <a:cubicBezTo>
                  <a:pt x="233" y="1528"/>
                  <a:pt x="338" y="1633"/>
                  <a:pt x="467" y="16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866"/>
                  <a:pt x="0" y="1866"/>
                  <a:pt x="0" y="1866"/>
                </a:cubicBezTo>
                <a:cubicBezTo>
                  <a:pt x="2800" y="1866"/>
                  <a:pt x="2800" y="1866"/>
                  <a:pt x="2800" y="1866"/>
                </a:cubicBezTo>
                <a:cubicBezTo>
                  <a:pt x="2800" y="1633"/>
                  <a:pt x="2800" y="1633"/>
                  <a:pt x="2800" y="1633"/>
                </a:cubicBezTo>
                <a:lnTo>
                  <a:pt x="2333" y="1633"/>
                </a:lnTo>
                <a:close/>
                <a:moveTo>
                  <a:pt x="467" y="233"/>
                </a:moveTo>
                <a:cubicBezTo>
                  <a:pt x="2333" y="233"/>
                  <a:pt x="2333" y="233"/>
                  <a:pt x="2333" y="233"/>
                </a:cubicBezTo>
                <a:cubicBezTo>
                  <a:pt x="2333" y="1400"/>
                  <a:pt x="2333" y="1400"/>
                  <a:pt x="2333" y="1400"/>
                </a:cubicBezTo>
                <a:cubicBezTo>
                  <a:pt x="467" y="1400"/>
                  <a:pt x="467" y="1400"/>
                  <a:pt x="467" y="1400"/>
                </a:cubicBezTo>
                <a:lnTo>
                  <a:pt x="467" y="2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90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sktop Mac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31588"/>
          </a:xfrm>
          <a:custGeom>
            <a:avLst/>
            <a:gdLst>
              <a:gd name="T0" fmla="*/ 2333 w 2566"/>
              <a:gd name="T1" fmla="*/ 0 h 2334"/>
              <a:gd name="T2" fmla="*/ 233 w 2566"/>
              <a:gd name="T3" fmla="*/ 0 h 2334"/>
              <a:gd name="T4" fmla="*/ 0 w 2566"/>
              <a:gd name="T5" fmla="*/ 234 h 2334"/>
              <a:gd name="T6" fmla="*/ 0 w 2566"/>
              <a:gd name="T7" fmla="*/ 1634 h 2334"/>
              <a:gd name="T8" fmla="*/ 233 w 2566"/>
              <a:gd name="T9" fmla="*/ 1867 h 2334"/>
              <a:gd name="T10" fmla="*/ 1050 w 2566"/>
              <a:gd name="T11" fmla="*/ 1867 h 2334"/>
              <a:gd name="T12" fmla="*/ 816 w 2566"/>
              <a:gd name="T13" fmla="*/ 2217 h 2334"/>
              <a:gd name="T14" fmla="*/ 816 w 2566"/>
              <a:gd name="T15" fmla="*/ 2334 h 2334"/>
              <a:gd name="T16" fmla="*/ 1750 w 2566"/>
              <a:gd name="T17" fmla="*/ 2334 h 2334"/>
              <a:gd name="T18" fmla="*/ 1750 w 2566"/>
              <a:gd name="T19" fmla="*/ 2217 h 2334"/>
              <a:gd name="T20" fmla="*/ 1516 w 2566"/>
              <a:gd name="T21" fmla="*/ 1867 h 2334"/>
              <a:gd name="T22" fmla="*/ 2333 w 2566"/>
              <a:gd name="T23" fmla="*/ 1867 h 2334"/>
              <a:gd name="T24" fmla="*/ 2566 w 2566"/>
              <a:gd name="T25" fmla="*/ 1634 h 2334"/>
              <a:gd name="T26" fmla="*/ 2566 w 2566"/>
              <a:gd name="T27" fmla="*/ 234 h 2334"/>
              <a:gd name="T28" fmla="*/ 2333 w 2566"/>
              <a:gd name="T29" fmla="*/ 0 h 2334"/>
              <a:gd name="T30" fmla="*/ 2333 w 2566"/>
              <a:gd name="T31" fmla="*/ 1400 h 2334"/>
              <a:gd name="T32" fmla="*/ 233 w 2566"/>
              <a:gd name="T33" fmla="*/ 1400 h 2334"/>
              <a:gd name="T34" fmla="*/ 233 w 2566"/>
              <a:gd name="T35" fmla="*/ 234 h 2334"/>
              <a:gd name="T36" fmla="*/ 2333 w 2566"/>
              <a:gd name="T37" fmla="*/ 234 h 2334"/>
              <a:gd name="T38" fmla="*/ 2333 w 2566"/>
              <a:gd name="T39" fmla="*/ 14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566" h="2334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1634"/>
                  <a:pt x="0" y="1634"/>
                  <a:pt x="0" y="1634"/>
                </a:cubicBezTo>
                <a:cubicBezTo>
                  <a:pt x="0" y="1762"/>
                  <a:pt x="105" y="1867"/>
                  <a:pt x="233" y="1867"/>
                </a:cubicBezTo>
                <a:cubicBezTo>
                  <a:pt x="1050" y="1867"/>
                  <a:pt x="1050" y="1867"/>
                  <a:pt x="1050" y="1867"/>
                </a:cubicBezTo>
                <a:cubicBezTo>
                  <a:pt x="816" y="2217"/>
                  <a:pt x="816" y="2217"/>
                  <a:pt x="816" y="2217"/>
                </a:cubicBezTo>
                <a:cubicBezTo>
                  <a:pt x="816" y="2334"/>
                  <a:pt x="816" y="2334"/>
                  <a:pt x="816" y="2334"/>
                </a:cubicBezTo>
                <a:cubicBezTo>
                  <a:pt x="1750" y="2334"/>
                  <a:pt x="1750" y="2334"/>
                  <a:pt x="1750" y="2334"/>
                </a:cubicBezTo>
                <a:cubicBezTo>
                  <a:pt x="1750" y="2217"/>
                  <a:pt x="1750" y="2217"/>
                  <a:pt x="1750" y="2217"/>
                </a:cubicBezTo>
                <a:cubicBezTo>
                  <a:pt x="1516" y="1867"/>
                  <a:pt x="1516" y="1867"/>
                  <a:pt x="1516" y="1867"/>
                </a:cubicBezTo>
                <a:cubicBezTo>
                  <a:pt x="2333" y="1867"/>
                  <a:pt x="2333" y="1867"/>
                  <a:pt x="2333" y="1867"/>
                </a:cubicBezTo>
                <a:cubicBezTo>
                  <a:pt x="2461" y="1867"/>
                  <a:pt x="2566" y="1762"/>
                  <a:pt x="2566" y="1634"/>
                </a:cubicBezTo>
                <a:cubicBezTo>
                  <a:pt x="2566" y="234"/>
                  <a:pt x="2566" y="234"/>
                  <a:pt x="2566" y="234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400"/>
                </a:moveTo>
                <a:cubicBezTo>
                  <a:pt x="233" y="1400"/>
                  <a:pt x="233" y="1400"/>
                  <a:pt x="233" y="1400"/>
                </a:cubicBezTo>
                <a:cubicBezTo>
                  <a:pt x="233" y="234"/>
                  <a:pt x="233" y="234"/>
                  <a:pt x="233" y="234"/>
                </a:cubicBezTo>
                <a:cubicBezTo>
                  <a:pt x="2333" y="234"/>
                  <a:pt x="2333" y="234"/>
                  <a:pt x="2333" y="234"/>
                </a:cubicBezTo>
                <a:lnTo>
                  <a:pt x="2333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488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sktop Window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31588"/>
          </a:xfrm>
          <a:custGeom>
            <a:avLst/>
            <a:gdLst>
              <a:gd name="T0" fmla="*/ 2333 w 2566"/>
              <a:gd name="T1" fmla="*/ 0 h 2334"/>
              <a:gd name="T2" fmla="*/ 233 w 2566"/>
              <a:gd name="T3" fmla="*/ 0 h 2334"/>
              <a:gd name="T4" fmla="*/ 0 w 2566"/>
              <a:gd name="T5" fmla="*/ 234 h 2334"/>
              <a:gd name="T6" fmla="*/ 0 w 2566"/>
              <a:gd name="T7" fmla="*/ 1634 h 2334"/>
              <a:gd name="T8" fmla="*/ 233 w 2566"/>
              <a:gd name="T9" fmla="*/ 1867 h 2334"/>
              <a:gd name="T10" fmla="*/ 1050 w 2566"/>
              <a:gd name="T11" fmla="*/ 1867 h 2334"/>
              <a:gd name="T12" fmla="*/ 1050 w 2566"/>
              <a:gd name="T13" fmla="*/ 2100 h 2334"/>
              <a:gd name="T14" fmla="*/ 816 w 2566"/>
              <a:gd name="T15" fmla="*/ 2100 h 2334"/>
              <a:gd name="T16" fmla="*/ 816 w 2566"/>
              <a:gd name="T17" fmla="*/ 2334 h 2334"/>
              <a:gd name="T18" fmla="*/ 1750 w 2566"/>
              <a:gd name="T19" fmla="*/ 2334 h 2334"/>
              <a:gd name="T20" fmla="*/ 1750 w 2566"/>
              <a:gd name="T21" fmla="*/ 2100 h 2334"/>
              <a:gd name="T22" fmla="*/ 1516 w 2566"/>
              <a:gd name="T23" fmla="*/ 2100 h 2334"/>
              <a:gd name="T24" fmla="*/ 1516 w 2566"/>
              <a:gd name="T25" fmla="*/ 1867 h 2334"/>
              <a:gd name="T26" fmla="*/ 2333 w 2566"/>
              <a:gd name="T27" fmla="*/ 1867 h 2334"/>
              <a:gd name="T28" fmla="*/ 2566 w 2566"/>
              <a:gd name="T29" fmla="*/ 1634 h 2334"/>
              <a:gd name="T30" fmla="*/ 2566 w 2566"/>
              <a:gd name="T31" fmla="*/ 234 h 2334"/>
              <a:gd name="T32" fmla="*/ 2333 w 2566"/>
              <a:gd name="T33" fmla="*/ 0 h 2334"/>
              <a:gd name="T34" fmla="*/ 2333 w 2566"/>
              <a:gd name="T35" fmla="*/ 1634 h 2334"/>
              <a:gd name="T36" fmla="*/ 233 w 2566"/>
              <a:gd name="T37" fmla="*/ 1634 h 2334"/>
              <a:gd name="T38" fmla="*/ 233 w 2566"/>
              <a:gd name="T39" fmla="*/ 234 h 2334"/>
              <a:gd name="T40" fmla="*/ 2333 w 2566"/>
              <a:gd name="T41" fmla="*/ 234 h 2334"/>
              <a:gd name="T42" fmla="*/ 2333 w 2566"/>
              <a:gd name="T43" fmla="*/ 16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66" h="2334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1634"/>
                  <a:pt x="0" y="1634"/>
                  <a:pt x="0" y="1634"/>
                </a:cubicBezTo>
                <a:cubicBezTo>
                  <a:pt x="0" y="1762"/>
                  <a:pt x="105" y="1867"/>
                  <a:pt x="233" y="1867"/>
                </a:cubicBezTo>
                <a:cubicBezTo>
                  <a:pt x="1050" y="1867"/>
                  <a:pt x="1050" y="1867"/>
                  <a:pt x="1050" y="1867"/>
                </a:cubicBezTo>
                <a:cubicBezTo>
                  <a:pt x="1050" y="2100"/>
                  <a:pt x="1050" y="2100"/>
                  <a:pt x="1050" y="2100"/>
                </a:cubicBezTo>
                <a:cubicBezTo>
                  <a:pt x="816" y="2100"/>
                  <a:pt x="816" y="2100"/>
                  <a:pt x="816" y="2100"/>
                </a:cubicBezTo>
                <a:cubicBezTo>
                  <a:pt x="816" y="2334"/>
                  <a:pt x="816" y="2334"/>
                  <a:pt x="816" y="2334"/>
                </a:cubicBezTo>
                <a:cubicBezTo>
                  <a:pt x="1750" y="2334"/>
                  <a:pt x="1750" y="2334"/>
                  <a:pt x="1750" y="2334"/>
                </a:cubicBezTo>
                <a:cubicBezTo>
                  <a:pt x="1750" y="2100"/>
                  <a:pt x="1750" y="2100"/>
                  <a:pt x="1750" y="2100"/>
                </a:cubicBezTo>
                <a:cubicBezTo>
                  <a:pt x="1516" y="2100"/>
                  <a:pt x="1516" y="2100"/>
                  <a:pt x="1516" y="2100"/>
                </a:cubicBezTo>
                <a:cubicBezTo>
                  <a:pt x="1516" y="1867"/>
                  <a:pt x="1516" y="1867"/>
                  <a:pt x="1516" y="1867"/>
                </a:cubicBezTo>
                <a:cubicBezTo>
                  <a:pt x="2333" y="1867"/>
                  <a:pt x="2333" y="1867"/>
                  <a:pt x="2333" y="1867"/>
                </a:cubicBezTo>
                <a:cubicBezTo>
                  <a:pt x="2461" y="1867"/>
                  <a:pt x="2566" y="1762"/>
                  <a:pt x="2566" y="1634"/>
                </a:cubicBezTo>
                <a:cubicBezTo>
                  <a:pt x="2566" y="234"/>
                  <a:pt x="2566" y="234"/>
                  <a:pt x="2566" y="234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634"/>
                </a:moveTo>
                <a:cubicBezTo>
                  <a:pt x="233" y="1634"/>
                  <a:pt x="233" y="1634"/>
                  <a:pt x="233" y="1634"/>
                </a:cubicBezTo>
                <a:cubicBezTo>
                  <a:pt x="233" y="234"/>
                  <a:pt x="233" y="234"/>
                  <a:pt x="233" y="234"/>
                </a:cubicBezTo>
                <a:cubicBezTo>
                  <a:pt x="2333" y="234"/>
                  <a:pt x="2333" y="234"/>
                  <a:pt x="2333" y="234"/>
                </a:cubicBezTo>
                <a:lnTo>
                  <a:pt x="2333" y="16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5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veloper Boar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695"/>
          </a:xfrm>
          <a:custGeom>
            <a:avLst/>
            <a:gdLst>
              <a:gd name="T0" fmla="*/ 2334 w 2334"/>
              <a:gd name="T1" fmla="*/ 700 h 2100"/>
              <a:gd name="T2" fmla="*/ 2334 w 2334"/>
              <a:gd name="T3" fmla="*/ 467 h 2100"/>
              <a:gd name="T4" fmla="*/ 2100 w 2334"/>
              <a:gd name="T5" fmla="*/ 467 h 2100"/>
              <a:gd name="T6" fmla="*/ 2100 w 2334"/>
              <a:gd name="T7" fmla="*/ 233 h 2100"/>
              <a:gd name="T8" fmla="*/ 1867 w 2334"/>
              <a:gd name="T9" fmla="*/ 0 h 2100"/>
              <a:gd name="T10" fmla="*/ 234 w 2334"/>
              <a:gd name="T11" fmla="*/ 0 h 2100"/>
              <a:gd name="T12" fmla="*/ 0 w 2334"/>
              <a:gd name="T13" fmla="*/ 233 h 2100"/>
              <a:gd name="T14" fmla="*/ 0 w 2334"/>
              <a:gd name="T15" fmla="*/ 1867 h 2100"/>
              <a:gd name="T16" fmla="*/ 234 w 2334"/>
              <a:gd name="T17" fmla="*/ 2100 h 2100"/>
              <a:gd name="T18" fmla="*/ 1867 w 2334"/>
              <a:gd name="T19" fmla="*/ 2100 h 2100"/>
              <a:gd name="T20" fmla="*/ 2100 w 2334"/>
              <a:gd name="T21" fmla="*/ 1867 h 2100"/>
              <a:gd name="T22" fmla="*/ 2100 w 2334"/>
              <a:gd name="T23" fmla="*/ 1633 h 2100"/>
              <a:gd name="T24" fmla="*/ 2334 w 2334"/>
              <a:gd name="T25" fmla="*/ 1633 h 2100"/>
              <a:gd name="T26" fmla="*/ 2334 w 2334"/>
              <a:gd name="T27" fmla="*/ 1400 h 2100"/>
              <a:gd name="T28" fmla="*/ 2100 w 2334"/>
              <a:gd name="T29" fmla="*/ 1400 h 2100"/>
              <a:gd name="T30" fmla="*/ 2100 w 2334"/>
              <a:gd name="T31" fmla="*/ 1167 h 2100"/>
              <a:gd name="T32" fmla="*/ 2334 w 2334"/>
              <a:gd name="T33" fmla="*/ 1167 h 2100"/>
              <a:gd name="T34" fmla="*/ 2334 w 2334"/>
              <a:gd name="T35" fmla="*/ 933 h 2100"/>
              <a:gd name="T36" fmla="*/ 2100 w 2334"/>
              <a:gd name="T37" fmla="*/ 933 h 2100"/>
              <a:gd name="T38" fmla="*/ 2100 w 2334"/>
              <a:gd name="T39" fmla="*/ 700 h 2100"/>
              <a:gd name="T40" fmla="*/ 2334 w 2334"/>
              <a:gd name="T41" fmla="*/ 700 h 2100"/>
              <a:gd name="T42" fmla="*/ 1867 w 2334"/>
              <a:gd name="T43" fmla="*/ 1867 h 2100"/>
              <a:gd name="T44" fmla="*/ 234 w 2334"/>
              <a:gd name="T45" fmla="*/ 1867 h 2100"/>
              <a:gd name="T46" fmla="*/ 234 w 2334"/>
              <a:gd name="T47" fmla="*/ 233 h 2100"/>
              <a:gd name="T48" fmla="*/ 1867 w 2334"/>
              <a:gd name="T49" fmla="*/ 233 h 2100"/>
              <a:gd name="T50" fmla="*/ 1867 w 2334"/>
              <a:gd name="T51" fmla="*/ 1867 h 2100"/>
              <a:gd name="T52" fmla="*/ 467 w 2334"/>
              <a:gd name="T53" fmla="*/ 1167 h 2100"/>
              <a:gd name="T54" fmla="*/ 1050 w 2334"/>
              <a:gd name="T55" fmla="*/ 1167 h 2100"/>
              <a:gd name="T56" fmla="*/ 1050 w 2334"/>
              <a:gd name="T57" fmla="*/ 1633 h 2100"/>
              <a:gd name="T58" fmla="*/ 467 w 2334"/>
              <a:gd name="T59" fmla="*/ 1633 h 2100"/>
              <a:gd name="T60" fmla="*/ 467 w 2334"/>
              <a:gd name="T61" fmla="*/ 1167 h 2100"/>
              <a:gd name="T62" fmla="*/ 1167 w 2334"/>
              <a:gd name="T63" fmla="*/ 467 h 2100"/>
              <a:gd name="T64" fmla="*/ 1634 w 2334"/>
              <a:gd name="T65" fmla="*/ 467 h 2100"/>
              <a:gd name="T66" fmla="*/ 1634 w 2334"/>
              <a:gd name="T67" fmla="*/ 817 h 2100"/>
              <a:gd name="T68" fmla="*/ 1167 w 2334"/>
              <a:gd name="T69" fmla="*/ 817 h 2100"/>
              <a:gd name="T70" fmla="*/ 1167 w 2334"/>
              <a:gd name="T71" fmla="*/ 467 h 2100"/>
              <a:gd name="T72" fmla="*/ 467 w 2334"/>
              <a:gd name="T73" fmla="*/ 467 h 2100"/>
              <a:gd name="T74" fmla="*/ 1050 w 2334"/>
              <a:gd name="T75" fmla="*/ 467 h 2100"/>
              <a:gd name="T76" fmla="*/ 1050 w 2334"/>
              <a:gd name="T77" fmla="*/ 1050 h 2100"/>
              <a:gd name="T78" fmla="*/ 467 w 2334"/>
              <a:gd name="T79" fmla="*/ 1050 h 2100"/>
              <a:gd name="T80" fmla="*/ 467 w 2334"/>
              <a:gd name="T81" fmla="*/ 467 h 2100"/>
              <a:gd name="T82" fmla="*/ 1167 w 2334"/>
              <a:gd name="T83" fmla="*/ 933 h 2100"/>
              <a:gd name="T84" fmla="*/ 1634 w 2334"/>
              <a:gd name="T85" fmla="*/ 933 h 2100"/>
              <a:gd name="T86" fmla="*/ 1634 w 2334"/>
              <a:gd name="T87" fmla="*/ 1633 h 2100"/>
              <a:gd name="T88" fmla="*/ 1167 w 2334"/>
              <a:gd name="T89" fmla="*/ 1633 h 2100"/>
              <a:gd name="T90" fmla="*/ 1167 w 2334"/>
              <a:gd name="T91" fmla="*/ 9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34" h="2100">
                <a:moveTo>
                  <a:pt x="2334" y="700"/>
                </a:moveTo>
                <a:cubicBezTo>
                  <a:pt x="2334" y="467"/>
                  <a:pt x="2334" y="467"/>
                  <a:pt x="2334" y="467"/>
                </a:cubicBezTo>
                <a:cubicBezTo>
                  <a:pt x="2100" y="467"/>
                  <a:pt x="2100" y="467"/>
                  <a:pt x="2100" y="4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4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1633"/>
                  <a:pt x="2100" y="1633"/>
                  <a:pt x="2100" y="1633"/>
                </a:cubicBezTo>
                <a:cubicBezTo>
                  <a:pt x="2334" y="1633"/>
                  <a:pt x="2334" y="1633"/>
                  <a:pt x="2334" y="1633"/>
                </a:cubicBezTo>
                <a:cubicBezTo>
                  <a:pt x="2334" y="1400"/>
                  <a:pt x="2334" y="1400"/>
                  <a:pt x="2334" y="1400"/>
                </a:cubicBezTo>
                <a:cubicBezTo>
                  <a:pt x="2100" y="1400"/>
                  <a:pt x="2100" y="1400"/>
                  <a:pt x="2100" y="1400"/>
                </a:cubicBezTo>
                <a:cubicBezTo>
                  <a:pt x="2100" y="1167"/>
                  <a:pt x="2100" y="1167"/>
                  <a:pt x="2100" y="1167"/>
                </a:cubicBezTo>
                <a:cubicBezTo>
                  <a:pt x="2334" y="1167"/>
                  <a:pt x="2334" y="1167"/>
                  <a:pt x="2334" y="1167"/>
                </a:cubicBezTo>
                <a:cubicBezTo>
                  <a:pt x="2334" y="933"/>
                  <a:pt x="2334" y="933"/>
                  <a:pt x="2334" y="933"/>
                </a:cubicBezTo>
                <a:cubicBezTo>
                  <a:pt x="2100" y="933"/>
                  <a:pt x="2100" y="933"/>
                  <a:pt x="2100" y="933"/>
                </a:cubicBezTo>
                <a:cubicBezTo>
                  <a:pt x="2100" y="700"/>
                  <a:pt x="2100" y="700"/>
                  <a:pt x="2100" y="700"/>
                </a:cubicBezTo>
                <a:lnTo>
                  <a:pt x="2334" y="700"/>
                </a:lnTo>
                <a:close/>
                <a:moveTo>
                  <a:pt x="1867" y="1867"/>
                </a:moveTo>
                <a:cubicBezTo>
                  <a:pt x="234" y="1867"/>
                  <a:pt x="234" y="1867"/>
                  <a:pt x="234" y="1867"/>
                </a:cubicBezTo>
                <a:cubicBezTo>
                  <a:pt x="234" y="233"/>
                  <a:pt x="234" y="233"/>
                  <a:pt x="234" y="233"/>
                </a:cubicBezTo>
                <a:cubicBezTo>
                  <a:pt x="1867" y="233"/>
                  <a:pt x="1867" y="233"/>
                  <a:pt x="1867" y="233"/>
                </a:cubicBezTo>
                <a:lnTo>
                  <a:pt x="1867" y="1867"/>
                </a:lnTo>
                <a:close/>
                <a:moveTo>
                  <a:pt x="467" y="1167"/>
                </a:moveTo>
                <a:cubicBezTo>
                  <a:pt x="1050" y="1167"/>
                  <a:pt x="1050" y="1167"/>
                  <a:pt x="1050" y="1167"/>
                </a:cubicBezTo>
                <a:cubicBezTo>
                  <a:pt x="1050" y="1633"/>
                  <a:pt x="1050" y="1633"/>
                  <a:pt x="1050" y="1633"/>
                </a:cubicBezTo>
                <a:cubicBezTo>
                  <a:pt x="467" y="1633"/>
                  <a:pt x="467" y="1633"/>
                  <a:pt x="467" y="1633"/>
                </a:cubicBezTo>
                <a:lnTo>
                  <a:pt x="467" y="1167"/>
                </a:lnTo>
                <a:close/>
                <a:moveTo>
                  <a:pt x="1167" y="467"/>
                </a:moveTo>
                <a:cubicBezTo>
                  <a:pt x="1634" y="467"/>
                  <a:pt x="1634" y="467"/>
                  <a:pt x="1634" y="467"/>
                </a:cubicBezTo>
                <a:cubicBezTo>
                  <a:pt x="1634" y="817"/>
                  <a:pt x="1634" y="817"/>
                  <a:pt x="1634" y="817"/>
                </a:cubicBezTo>
                <a:cubicBezTo>
                  <a:pt x="1167" y="817"/>
                  <a:pt x="1167" y="817"/>
                  <a:pt x="1167" y="817"/>
                </a:cubicBezTo>
                <a:lnTo>
                  <a:pt x="1167" y="467"/>
                </a:lnTo>
                <a:close/>
                <a:moveTo>
                  <a:pt x="467" y="467"/>
                </a:moveTo>
                <a:cubicBezTo>
                  <a:pt x="1050" y="467"/>
                  <a:pt x="1050" y="467"/>
                  <a:pt x="1050" y="467"/>
                </a:cubicBezTo>
                <a:cubicBezTo>
                  <a:pt x="1050" y="1050"/>
                  <a:pt x="1050" y="1050"/>
                  <a:pt x="1050" y="1050"/>
                </a:cubicBezTo>
                <a:cubicBezTo>
                  <a:pt x="467" y="1050"/>
                  <a:pt x="467" y="1050"/>
                  <a:pt x="467" y="1050"/>
                </a:cubicBezTo>
                <a:lnTo>
                  <a:pt x="467" y="467"/>
                </a:lnTo>
                <a:close/>
                <a:moveTo>
                  <a:pt x="1167" y="933"/>
                </a:moveTo>
                <a:cubicBezTo>
                  <a:pt x="1634" y="933"/>
                  <a:pt x="1634" y="933"/>
                  <a:pt x="1634" y="933"/>
                </a:cubicBezTo>
                <a:cubicBezTo>
                  <a:pt x="1634" y="1633"/>
                  <a:pt x="1634" y="1633"/>
                  <a:pt x="1634" y="1633"/>
                </a:cubicBezTo>
                <a:cubicBezTo>
                  <a:pt x="1167" y="1633"/>
                  <a:pt x="1167" y="1633"/>
                  <a:pt x="1167" y="1633"/>
                </a:cubicBezTo>
                <a:lnTo>
                  <a:pt x="1167" y="9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32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vice Hub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633 w 2100"/>
              <a:gd name="T1" fmla="*/ 1517 h 2100"/>
              <a:gd name="T2" fmla="*/ 1167 w 2100"/>
              <a:gd name="T3" fmla="*/ 1050 h 2100"/>
              <a:gd name="T4" fmla="*/ 1167 w 2100"/>
              <a:gd name="T5" fmla="*/ 679 h 2100"/>
              <a:gd name="T6" fmla="*/ 1400 w 2100"/>
              <a:gd name="T7" fmla="*/ 350 h 2100"/>
              <a:gd name="T8" fmla="*/ 1050 w 2100"/>
              <a:gd name="T9" fmla="*/ 0 h 2100"/>
              <a:gd name="T10" fmla="*/ 700 w 2100"/>
              <a:gd name="T11" fmla="*/ 350 h 2100"/>
              <a:gd name="T12" fmla="*/ 933 w 2100"/>
              <a:gd name="T13" fmla="*/ 679 h 2100"/>
              <a:gd name="T14" fmla="*/ 933 w 2100"/>
              <a:gd name="T15" fmla="*/ 1050 h 2100"/>
              <a:gd name="T16" fmla="*/ 467 w 2100"/>
              <a:gd name="T17" fmla="*/ 1517 h 2100"/>
              <a:gd name="T18" fmla="*/ 0 w 2100"/>
              <a:gd name="T19" fmla="*/ 1517 h 2100"/>
              <a:gd name="T20" fmla="*/ 0 w 2100"/>
              <a:gd name="T21" fmla="*/ 2100 h 2100"/>
              <a:gd name="T22" fmla="*/ 583 w 2100"/>
              <a:gd name="T23" fmla="*/ 2100 h 2100"/>
              <a:gd name="T24" fmla="*/ 583 w 2100"/>
              <a:gd name="T25" fmla="*/ 1744 h 2100"/>
              <a:gd name="T26" fmla="*/ 1050 w 2100"/>
              <a:gd name="T27" fmla="*/ 1254 h 2100"/>
              <a:gd name="T28" fmla="*/ 1517 w 2100"/>
              <a:gd name="T29" fmla="*/ 1744 h 2100"/>
              <a:gd name="T30" fmla="*/ 1517 w 2100"/>
              <a:gd name="T31" fmla="*/ 2100 h 2100"/>
              <a:gd name="T32" fmla="*/ 2100 w 2100"/>
              <a:gd name="T33" fmla="*/ 2100 h 2100"/>
              <a:gd name="T34" fmla="*/ 2100 w 2100"/>
              <a:gd name="T35" fmla="*/ 1517 h 2100"/>
              <a:gd name="T36" fmla="*/ 1633 w 2100"/>
              <a:gd name="T37" fmla="*/ 151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100" h="2100">
                <a:moveTo>
                  <a:pt x="1633" y="1517"/>
                </a:moveTo>
                <a:cubicBezTo>
                  <a:pt x="1167" y="1050"/>
                  <a:pt x="1167" y="1050"/>
                  <a:pt x="1167" y="1050"/>
                </a:cubicBezTo>
                <a:cubicBezTo>
                  <a:pt x="1167" y="679"/>
                  <a:pt x="1167" y="679"/>
                  <a:pt x="1167" y="679"/>
                </a:cubicBezTo>
                <a:cubicBezTo>
                  <a:pt x="1302" y="630"/>
                  <a:pt x="1400" y="502"/>
                  <a:pt x="1400" y="350"/>
                </a:cubicBezTo>
                <a:cubicBezTo>
                  <a:pt x="1400" y="156"/>
                  <a:pt x="1244" y="0"/>
                  <a:pt x="1050" y="0"/>
                </a:cubicBezTo>
                <a:cubicBezTo>
                  <a:pt x="856" y="0"/>
                  <a:pt x="700" y="156"/>
                  <a:pt x="700" y="350"/>
                </a:cubicBezTo>
                <a:cubicBezTo>
                  <a:pt x="700" y="502"/>
                  <a:pt x="798" y="630"/>
                  <a:pt x="933" y="679"/>
                </a:cubicBezTo>
                <a:cubicBezTo>
                  <a:pt x="933" y="1050"/>
                  <a:pt x="933" y="1050"/>
                  <a:pt x="933" y="1050"/>
                </a:cubicBezTo>
                <a:cubicBezTo>
                  <a:pt x="467" y="1517"/>
                  <a:pt x="467" y="1517"/>
                  <a:pt x="467" y="1517"/>
                </a:cubicBezTo>
                <a:cubicBezTo>
                  <a:pt x="0" y="1517"/>
                  <a:pt x="0" y="1517"/>
                  <a:pt x="0" y="1517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583" y="2100"/>
                  <a:pt x="583" y="2100"/>
                  <a:pt x="583" y="2100"/>
                </a:cubicBezTo>
                <a:cubicBezTo>
                  <a:pt x="583" y="1744"/>
                  <a:pt x="583" y="1744"/>
                  <a:pt x="583" y="1744"/>
                </a:cubicBezTo>
                <a:cubicBezTo>
                  <a:pt x="1050" y="1254"/>
                  <a:pt x="1050" y="1254"/>
                  <a:pt x="1050" y="1254"/>
                </a:cubicBezTo>
                <a:cubicBezTo>
                  <a:pt x="1517" y="1744"/>
                  <a:pt x="1517" y="1744"/>
                  <a:pt x="1517" y="1744"/>
                </a:cubicBezTo>
                <a:cubicBezTo>
                  <a:pt x="1517" y="2100"/>
                  <a:pt x="1517" y="2100"/>
                  <a:pt x="1517" y="2100"/>
                </a:cubicBezTo>
                <a:cubicBezTo>
                  <a:pt x="2100" y="2100"/>
                  <a:pt x="2100" y="2100"/>
                  <a:pt x="2100" y="2100"/>
                </a:cubicBezTo>
                <a:cubicBezTo>
                  <a:pt x="2100" y="1517"/>
                  <a:pt x="2100" y="1517"/>
                  <a:pt x="2100" y="1517"/>
                </a:cubicBezTo>
                <a:lnTo>
                  <a:pt x="1633" y="15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676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vices Oth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64908"/>
          </a:xfrm>
          <a:custGeom>
            <a:avLst/>
            <a:gdLst>
              <a:gd name="T0" fmla="*/ 233 w 2566"/>
              <a:gd name="T1" fmla="*/ 233 h 1866"/>
              <a:gd name="T2" fmla="*/ 2333 w 2566"/>
              <a:gd name="T3" fmla="*/ 233 h 1866"/>
              <a:gd name="T4" fmla="*/ 2333 w 2566"/>
              <a:gd name="T5" fmla="*/ 0 h 1866"/>
              <a:gd name="T6" fmla="*/ 233 w 2566"/>
              <a:gd name="T7" fmla="*/ 0 h 1866"/>
              <a:gd name="T8" fmla="*/ 0 w 2566"/>
              <a:gd name="T9" fmla="*/ 233 h 1866"/>
              <a:gd name="T10" fmla="*/ 0 w 2566"/>
              <a:gd name="T11" fmla="*/ 1633 h 1866"/>
              <a:gd name="T12" fmla="*/ 233 w 2566"/>
              <a:gd name="T13" fmla="*/ 1866 h 1866"/>
              <a:gd name="T14" fmla="*/ 700 w 2566"/>
              <a:gd name="T15" fmla="*/ 1866 h 1866"/>
              <a:gd name="T16" fmla="*/ 700 w 2566"/>
              <a:gd name="T17" fmla="*/ 1633 h 1866"/>
              <a:gd name="T18" fmla="*/ 233 w 2566"/>
              <a:gd name="T19" fmla="*/ 1633 h 1866"/>
              <a:gd name="T20" fmla="*/ 233 w 2566"/>
              <a:gd name="T21" fmla="*/ 233 h 1866"/>
              <a:gd name="T22" fmla="*/ 1400 w 2566"/>
              <a:gd name="T23" fmla="*/ 933 h 1866"/>
              <a:gd name="T24" fmla="*/ 933 w 2566"/>
              <a:gd name="T25" fmla="*/ 933 h 1866"/>
              <a:gd name="T26" fmla="*/ 933 w 2566"/>
              <a:gd name="T27" fmla="*/ 1141 h 1866"/>
              <a:gd name="T28" fmla="*/ 816 w 2566"/>
              <a:gd name="T29" fmla="*/ 1400 h 1866"/>
              <a:gd name="T30" fmla="*/ 933 w 2566"/>
              <a:gd name="T31" fmla="*/ 1659 h 1866"/>
              <a:gd name="T32" fmla="*/ 933 w 2566"/>
              <a:gd name="T33" fmla="*/ 1866 h 1866"/>
              <a:gd name="T34" fmla="*/ 1400 w 2566"/>
              <a:gd name="T35" fmla="*/ 1866 h 1866"/>
              <a:gd name="T36" fmla="*/ 1400 w 2566"/>
              <a:gd name="T37" fmla="*/ 1659 h 1866"/>
              <a:gd name="T38" fmla="*/ 1516 w 2566"/>
              <a:gd name="T39" fmla="*/ 1400 h 1866"/>
              <a:gd name="T40" fmla="*/ 1400 w 2566"/>
              <a:gd name="T41" fmla="*/ 1141 h 1866"/>
              <a:gd name="T42" fmla="*/ 1400 w 2566"/>
              <a:gd name="T43" fmla="*/ 933 h 1866"/>
              <a:gd name="T44" fmla="*/ 1166 w 2566"/>
              <a:gd name="T45" fmla="*/ 1575 h 1866"/>
              <a:gd name="T46" fmla="*/ 991 w 2566"/>
              <a:gd name="T47" fmla="*/ 1400 h 1866"/>
              <a:gd name="T48" fmla="*/ 1166 w 2566"/>
              <a:gd name="T49" fmla="*/ 1225 h 1866"/>
              <a:gd name="T50" fmla="*/ 1341 w 2566"/>
              <a:gd name="T51" fmla="*/ 1400 h 1866"/>
              <a:gd name="T52" fmla="*/ 1166 w 2566"/>
              <a:gd name="T53" fmla="*/ 1575 h 1866"/>
              <a:gd name="T54" fmla="*/ 2450 w 2566"/>
              <a:gd name="T55" fmla="*/ 466 h 1866"/>
              <a:gd name="T56" fmla="*/ 1750 w 2566"/>
              <a:gd name="T57" fmla="*/ 466 h 1866"/>
              <a:gd name="T58" fmla="*/ 1633 w 2566"/>
              <a:gd name="T59" fmla="*/ 583 h 1866"/>
              <a:gd name="T60" fmla="*/ 1633 w 2566"/>
              <a:gd name="T61" fmla="*/ 1750 h 1866"/>
              <a:gd name="T62" fmla="*/ 1750 w 2566"/>
              <a:gd name="T63" fmla="*/ 1866 h 1866"/>
              <a:gd name="T64" fmla="*/ 2450 w 2566"/>
              <a:gd name="T65" fmla="*/ 1866 h 1866"/>
              <a:gd name="T66" fmla="*/ 2566 w 2566"/>
              <a:gd name="T67" fmla="*/ 1750 h 1866"/>
              <a:gd name="T68" fmla="*/ 2566 w 2566"/>
              <a:gd name="T69" fmla="*/ 583 h 1866"/>
              <a:gd name="T70" fmla="*/ 2450 w 2566"/>
              <a:gd name="T71" fmla="*/ 466 h 1866"/>
              <a:gd name="T72" fmla="*/ 2333 w 2566"/>
              <a:gd name="T73" fmla="*/ 1633 h 1866"/>
              <a:gd name="T74" fmla="*/ 1866 w 2566"/>
              <a:gd name="T75" fmla="*/ 1633 h 1866"/>
              <a:gd name="T76" fmla="*/ 1866 w 2566"/>
              <a:gd name="T77" fmla="*/ 700 h 1866"/>
              <a:gd name="T78" fmla="*/ 2333 w 2566"/>
              <a:gd name="T79" fmla="*/ 700 h 1866"/>
              <a:gd name="T80" fmla="*/ 2333 w 2566"/>
              <a:gd name="T81" fmla="*/ 163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66" h="1866">
                <a:moveTo>
                  <a:pt x="233" y="233"/>
                </a:moveTo>
                <a:cubicBezTo>
                  <a:pt x="2333" y="233"/>
                  <a:pt x="2333" y="233"/>
                  <a:pt x="2333" y="233"/>
                </a:cubicBezTo>
                <a:cubicBezTo>
                  <a:pt x="2333" y="0"/>
                  <a:pt x="2333" y="0"/>
                  <a:pt x="2333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3" y="1866"/>
                </a:cubicBezTo>
                <a:cubicBezTo>
                  <a:pt x="700" y="1866"/>
                  <a:pt x="700" y="1866"/>
                  <a:pt x="700" y="1866"/>
                </a:cubicBezTo>
                <a:cubicBezTo>
                  <a:pt x="700" y="1633"/>
                  <a:pt x="700" y="1633"/>
                  <a:pt x="700" y="1633"/>
                </a:cubicBezTo>
                <a:cubicBezTo>
                  <a:pt x="233" y="1633"/>
                  <a:pt x="233" y="1633"/>
                  <a:pt x="233" y="1633"/>
                </a:cubicBezTo>
                <a:lnTo>
                  <a:pt x="233" y="233"/>
                </a:lnTo>
                <a:close/>
                <a:moveTo>
                  <a:pt x="1400" y="933"/>
                </a:moveTo>
                <a:cubicBezTo>
                  <a:pt x="933" y="933"/>
                  <a:pt x="933" y="933"/>
                  <a:pt x="933" y="933"/>
                </a:cubicBezTo>
                <a:cubicBezTo>
                  <a:pt x="933" y="1141"/>
                  <a:pt x="933" y="1141"/>
                  <a:pt x="933" y="1141"/>
                </a:cubicBezTo>
                <a:cubicBezTo>
                  <a:pt x="862" y="1205"/>
                  <a:pt x="816" y="1296"/>
                  <a:pt x="816" y="1400"/>
                </a:cubicBezTo>
                <a:cubicBezTo>
                  <a:pt x="816" y="1504"/>
                  <a:pt x="862" y="1594"/>
                  <a:pt x="933" y="1659"/>
                </a:cubicBezTo>
                <a:cubicBezTo>
                  <a:pt x="933" y="1866"/>
                  <a:pt x="933" y="1866"/>
                  <a:pt x="933" y="1866"/>
                </a:cubicBezTo>
                <a:cubicBezTo>
                  <a:pt x="1400" y="1866"/>
                  <a:pt x="1400" y="1866"/>
                  <a:pt x="1400" y="1866"/>
                </a:cubicBezTo>
                <a:cubicBezTo>
                  <a:pt x="1400" y="1659"/>
                  <a:pt x="1400" y="1659"/>
                  <a:pt x="1400" y="1659"/>
                </a:cubicBezTo>
                <a:cubicBezTo>
                  <a:pt x="1471" y="1594"/>
                  <a:pt x="1516" y="1502"/>
                  <a:pt x="1516" y="1400"/>
                </a:cubicBezTo>
                <a:cubicBezTo>
                  <a:pt x="1516" y="1297"/>
                  <a:pt x="1471" y="1205"/>
                  <a:pt x="1400" y="1141"/>
                </a:cubicBezTo>
                <a:lnTo>
                  <a:pt x="1400" y="933"/>
                </a:lnTo>
                <a:close/>
                <a:moveTo>
                  <a:pt x="1166" y="1575"/>
                </a:moveTo>
                <a:cubicBezTo>
                  <a:pt x="1069" y="1575"/>
                  <a:pt x="991" y="1497"/>
                  <a:pt x="991" y="1400"/>
                </a:cubicBezTo>
                <a:cubicBezTo>
                  <a:pt x="991" y="1303"/>
                  <a:pt x="1069" y="1225"/>
                  <a:pt x="1166" y="1225"/>
                </a:cubicBezTo>
                <a:cubicBezTo>
                  <a:pt x="1263" y="1225"/>
                  <a:pt x="1341" y="1303"/>
                  <a:pt x="1341" y="1400"/>
                </a:cubicBezTo>
                <a:cubicBezTo>
                  <a:pt x="1341" y="1497"/>
                  <a:pt x="1263" y="1575"/>
                  <a:pt x="1166" y="1575"/>
                </a:cubicBezTo>
                <a:close/>
                <a:moveTo>
                  <a:pt x="2450" y="466"/>
                </a:moveTo>
                <a:cubicBezTo>
                  <a:pt x="1750" y="466"/>
                  <a:pt x="1750" y="466"/>
                  <a:pt x="1750" y="466"/>
                </a:cubicBezTo>
                <a:cubicBezTo>
                  <a:pt x="1691" y="466"/>
                  <a:pt x="1633" y="525"/>
                  <a:pt x="1633" y="583"/>
                </a:cubicBezTo>
                <a:cubicBezTo>
                  <a:pt x="1633" y="1750"/>
                  <a:pt x="1633" y="1750"/>
                  <a:pt x="1633" y="1750"/>
                </a:cubicBezTo>
                <a:cubicBezTo>
                  <a:pt x="1633" y="1808"/>
                  <a:pt x="1691" y="1866"/>
                  <a:pt x="1750" y="1866"/>
                </a:cubicBezTo>
                <a:cubicBezTo>
                  <a:pt x="2450" y="1866"/>
                  <a:pt x="2450" y="1866"/>
                  <a:pt x="2450" y="1866"/>
                </a:cubicBezTo>
                <a:cubicBezTo>
                  <a:pt x="2508" y="1866"/>
                  <a:pt x="2566" y="1808"/>
                  <a:pt x="2566" y="1750"/>
                </a:cubicBezTo>
                <a:cubicBezTo>
                  <a:pt x="2566" y="583"/>
                  <a:pt x="2566" y="583"/>
                  <a:pt x="2566" y="583"/>
                </a:cubicBezTo>
                <a:cubicBezTo>
                  <a:pt x="2566" y="525"/>
                  <a:pt x="2508" y="466"/>
                  <a:pt x="2450" y="466"/>
                </a:cubicBezTo>
                <a:close/>
                <a:moveTo>
                  <a:pt x="2333" y="1633"/>
                </a:moveTo>
                <a:cubicBezTo>
                  <a:pt x="1866" y="1633"/>
                  <a:pt x="1866" y="1633"/>
                  <a:pt x="1866" y="1633"/>
                </a:cubicBezTo>
                <a:cubicBezTo>
                  <a:pt x="1866" y="700"/>
                  <a:pt x="1866" y="700"/>
                  <a:pt x="1866" y="700"/>
                </a:cubicBezTo>
                <a:cubicBezTo>
                  <a:pt x="2333" y="700"/>
                  <a:pt x="2333" y="700"/>
                  <a:pt x="2333" y="700"/>
                </a:cubicBezTo>
                <a:lnTo>
                  <a:pt x="2333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334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c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498915" cy="914400"/>
          </a:xfrm>
          <a:custGeom>
            <a:avLst/>
            <a:gdLst>
              <a:gd name="T0" fmla="*/ 233 w 1400"/>
              <a:gd name="T1" fmla="*/ 2566 h 2566"/>
              <a:gd name="T2" fmla="*/ 1167 w 1400"/>
              <a:gd name="T3" fmla="*/ 2566 h 2566"/>
              <a:gd name="T4" fmla="*/ 1167 w 1400"/>
              <a:gd name="T5" fmla="*/ 2333 h 2566"/>
              <a:gd name="T6" fmla="*/ 233 w 1400"/>
              <a:gd name="T7" fmla="*/ 2333 h 2566"/>
              <a:gd name="T8" fmla="*/ 233 w 1400"/>
              <a:gd name="T9" fmla="*/ 2566 h 2566"/>
              <a:gd name="T10" fmla="*/ 1167 w 1400"/>
              <a:gd name="T11" fmla="*/ 1 h 2566"/>
              <a:gd name="T12" fmla="*/ 233 w 1400"/>
              <a:gd name="T13" fmla="*/ 0 h 2566"/>
              <a:gd name="T14" fmla="*/ 0 w 1400"/>
              <a:gd name="T15" fmla="*/ 233 h 2566"/>
              <a:gd name="T16" fmla="*/ 0 w 1400"/>
              <a:gd name="T17" fmla="*/ 1866 h 2566"/>
              <a:gd name="T18" fmla="*/ 233 w 1400"/>
              <a:gd name="T19" fmla="*/ 2100 h 2566"/>
              <a:gd name="T20" fmla="*/ 1167 w 1400"/>
              <a:gd name="T21" fmla="*/ 2100 h 2566"/>
              <a:gd name="T22" fmla="*/ 1400 w 1400"/>
              <a:gd name="T23" fmla="*/ 1866 h 2566"/>
              <a:gd name="T24" fmla="*/ 1400 w 1400"/>
              <a:gd name="T25" fmla="*/ 233 h 2566"/>
              <a:gd name="T26" fmla="*/ 1167 w 1400"/>
              <a:gd name="T27" fmla="*/ 1 h 2566"/>
              <a:gd name="T28" fmla="*/ 1167 w 1400"/>
              <a:gd name="T29" fmla="*/ 1633 h 2566"/>
              <a:gd name="T30" fmla="*/ 233 w 1400"/>
              <a:gd name="T31" fmla="*/ 1633 h 2566"/>
              <a:gd name="T32" fmla="*/ 233 w 1400"/>
              <a:gd name="T33" fmla="*/ 466 h 2566"/>
              <a:gd name="T34" fmla="*/ 1167 w 1400"/>
              <a:gd name="T35" fmla="*/ 466 h 2566"/>
              <a:gd name="T36" fmla="*/ 1167 w 1400"/>
              <a:gd name="T37" fmla="*/ 1633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400" h="2566">
                <a:moveTo>
                  <a:pt x="233" y="2566"/>
                </a:moveTo>
                <a:cubicBezTo>
                  <a:pt x="1167" y="2566"/>
                  <a:pt x="1167" y="2566"/>
                  <a:pt x="1167" y="2566"/>
                </a:cubicBezTo>
                <a:cubicBezTo>
                  <a:pt x="1167" y="2333"/>
                  <a:pt x="1167" y="2333"/>
                  <a:pt x="1167" y="2333"/>
                </a:cubicBezTo>
                <a:cubicBezTo>
                  <a:pt x="233" y="2333"/>
                  <a:pt x="233" y="2333"/>
                  <a:pt x="233" y="2333"/>
                </a:cubicBezTo>
                <a:lnTo>
                  <a:pt x="233" y="2566"/>
                </a:lnTo>
                <a:close/>
                <a:moveTo>
                  <a:pt x="1167" y="1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6"/>
                  <a:pt x="0" y="1866"/>
                  <a:pt x="0" y="1866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167" y="2100"/>
                  <a:pt x="1167" y="2100"/>
                  <a:pt x="1167" y="2100"/>
                </a:cubicBezTo>
                <a:cubicBezTo>
                  <a:pt x="1295" y="2100"/>
                  <a:pt x="1400" y="1995"/>
                  <a:pt x="1400" y="1866"/>
                </a:cubicBezTo>
                <a:cubicBezTo>
                  <a:pt x="1400" y="233"/>
                  <a:pt x="1400" y="233"/>
                  <a:pt x="1400" y="233"/>
                </a:cubicBezTo>
                <a:cubicBezTo>
                  <a:pt x="1400" y="105"/>
                  <a:pt x="1295" y="1"/>
                  <a:pt x="1167" y="1"/>
                </a:cubicBezTo>
                <a:close/>
                <a:moveTo>
                  <a:pt x="1167" y="1633"/>
                </a:moveTo>
                <a:cubicBezTo>
                  <a:pt x="233" y="1633"/>
                  <a:pt x="233" y="1633"/>
                  <a:pt x="233" y="1633"/>
                </a:cubicBezTo>
                <a:cubicBezTo>
                  <a:pt x="233" y="466"/>
                  <a:pt x="233" y="466"/>
                  <a:pt x="233" y="466"/>
                </a:cubicBezTo>
                <a:cubicBezTo>
                  <a:pt x="1167" y="466"/>
                  <a:pt x="1167" y="466"/>
                  <a:pt x="1167" y="466"/>
                </a:cubicBezTo>
                <a:lnTo>
                  <a:pt x="1167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13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amepa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3584 w 5514"/>
              <a:gd name="T1" fmla="*/ 1516 h 5513"/>
              <a:gd name="T2" fmla="*/ 3584 w 5514"/>
              <a:gd name="T3" fmla="*/ 0 h 5513"/>
              <a:gd name="T4" fmla="*/ 1930 w 5514"/>
              <a:gd name="T5" fmla="*/ 0 h 5513"/>
              <a:gd name="T6" fmla="*/ 1930 w 5514"/>
              <a:gd name="T7" fmla="*/ 1516 h 5513"/>
              <a:gd name="T8" fmla="*/ 2757 w 5514"/>
              <a:gd name="T9" fmla="*/ 2343 h 5513"/>
              <a:gd name="T10" fmla="*/ 3584 w 5514"/>
              <a:gd name="T11" fmla="*/ 1516 h 5513"/>
              <a:gd name="T12" fmla="*/ 1517 w 5514"/>
              <a:gd name="T13" fmla="*/ 1929 h 5513"/>
              <a:gd name="T14" fmla="*/ 0 w 5514"/>
              <a:gd name="T15" fmla="*/ 1929 h 5513"/>
              <a:gd name="T16" fmla="*/ 0 w 5514"/>
              <a:gd name="T17" fmla="*/ 3583 h 5513"/>
              <a:gd name="T18" fmla="*/ 1517 w 5514"/>
              <a:gd name="T19" fmla="*/ 3583 h 5513"/>
              <a:gd name="T20" fmla="*/ 2343 w 5514"/>
              <a:gd name="T21" fmla="*/ 2756 h 5513"/>
              <a:gd name="T22" fmla="*/ 1517 w 5514"/>
              <a:gd name="T23" fmla="*/ 1929 h 5513"/>
              <a:gd name="T24" fmla="*/ 1930 w 5514"/>
              <a:gd name="T25" fmla="*/ 3996 h 5513"/>
              <a:gd name="T26" fmla="*/ 1930 w 5514"/>
              <a:gd name="T27" fmla="*/ 5513 h 5513"/>
              <a:gd name="T28" fmla="*/ 3584 w 5514"/>
              <a:gd name="T29" fmla="*/ 5513 h 5513"/>
              <a:gd name="T30" fmla="*/ 3584 w 5514"/>
              <a:gd name="T31" fmla="*/ 3996 h 5513"/>
              <a:gd name="T32" fmla="*/ 2757 w 5514"/>
              <a:gd name="T33" fmla="*/ 3170 h 5513"/>
              <a:gd name="T34" fmla="*/ 1930 w 5514"/>
              <a:gd name="T35" fmla="*/ 3996 h 5513"/>
              <a:gd name="T36" fmla="*/ 3997 w 5514"/>
              <a:gd name="T37" fmla="*/ 1929 h 5513"/>
              <a:gd name="T38" fmla="*/ 3170 w 5514"/>
              <a:gd name="T39" fmla="*/ 2756 h 5513"/>
              <a:gd name="T40" fmla="*/ 3997 w 5514"/>
              <a:gd name="T41" fmla="*/ 3583 h 5513"/>
              <a:gd name="T42" fmla="*/ 5514 w 5514"/>
              <a:gd name="T43" fmla="*/ 3583 h 5513"/>
              <a:gd name="T44" fmla="*/ 5514 w 5514"/>
              <a:gd name="T45" fmla="*/ 1929 h 5513"/>
              <a:gd name="T46" fmla="*/ 3997 w 5514"/>
              <a:gd name="T47" fmla="*/ 1929 h 5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514" h="5513">
                <a:moveTo>
                  <a:pt x="3584" y="1516"/>
                </a:moveTo>
                <a:lnTo>
                  <a:pt x="3584" y="0"/>
                </a:lnTo>
                <a:lnTo>
                  <a:pt x="1930" y="0"/>
                </a:lnTo>
                <a:lnTo>
                  <a:pt x="1930" y="1516"/>
                </a:lnTo>
                <a:lnTo>
                  <a:pt x="2757" y="2343"/>
                </a:lnTo>
                <a:lnTo>
                  <a:pt x="3584" y="1516"/>
                </a:lnTo>
                <a:close/>
                <a:moveTo>
                  <a:pt x="1517" y="1929"/>
                </a:moveTo>
                <a:lnTo>
                  <a:pt x="0" y="1929"/>
                </a:lnTo>
                <a:lnTo>
                  <a:pt x="0" y="3583"/>
                </a:lnTo>
                <a:lnTo>
                  <a:pt x="1517" y="3583"/>
                </a:lnTo>
                <a:lnTo>
                  <a:pt x="2343" y="2756"/>
                </a:lnTo>
                <a:lnTo>
                  <a:pt x="1517" y="1929"/>
                </a:lnTo>
                <a:close/>
                <a:moveTo>
                  <a:pt x="1930" y="3996"/>
                </a:moveTo>
                <a:lnTo>
                  <a:pt x="1930" y="5513"/>
                </a:lnTo>
                <a:lnTo>
                  <a:pt x="3584" y="5513"/>
                </a:lnTo>
                <a:lnTo>
                  <a:pt x="3584" y="3996"/>
                </a:lnTo>
                <a:lnTo>
                  <a:pt x="2757" y="3170"/>
                </a:lnTo>
                <a:lnTo>
                  <a:pt x="1930" y="3996"/>
                </a:lnTo>
                <a:close/>
                <a:moveTo>
                  <a:pt x="3997" y="1929"/>
                </a:moveTo>
                <a:lnTo>
                  <a:pt x="3170" y="2756"/>
                </a:lnTo>
                <a:lnTo>
                  <a:pt x="3997" y="3583"/>
                </a:lnTo>
                <a:lnTo>
                  <a:pt x="5514" y="3583"/>
                </a:lnTo>
                <a:lnTo>
                  <a:pt x="5514" y="1929"/>
                </a:lnTo>
                <a:lnTo>
                  <a:pt x="3997" y="192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set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66706" cy="914400"/>
          </a:xfrm>
          <a:custGeom>
            <a:avLst/>
            <a:gdLst>
              <a:gd name="T0" fmla="*/ 1050 w 2100"/>
              <a:gd name="T1" fmla="*/ 0 h 2216"/>
              <a:gd name="T2" fmla="*/ 0 w 2100"/>
              <a:gd name="T3" fmla="*/ 1050 h 2216"/>
              <a:gd name="T4" fmla="*/ 0 w 2100"/>
              <a:gd name="T5" fmla="*/ 1866 h 2216"/>
              <a:gd name="T6" fmla="*/ 350 w 2100"/>
              <a:gd name="T7" fmla="*/ 2216 h 2216"/>
              <a:gd name="T8" fmla="*/ 700 w 2100"/>
              <a:gd name="T9" fmla="*/ 2216 h 2216"/>
              <a:gd name="T10" fmla="*/ 700 w 2100"/>
              <a:gd name="T11" fmla="*/ 1283 h 2216"/>
              <a:gd name="T12" fmla="*/ 233 w 2100"/>
              <a:gd name="T13" fmla="*/ 1283 h 2216"/>
              <a:gd name="T14" fmla="*/ 233 w 2100"/>
              <a:gd name="T15" fmla="*/ 1050 h 2216"/>
              <a:gd name="T16" fmla="*/ 1050 w 2100"/>
              <a:gd name="T17" fmla="*/ 233 h 2216"/>
              <a:gd name="T18" fmla="*/ 1867 w 2100"/>
              <a:gd name="T19" fmla="*/ 1050 h 2216"/>
              <a:gd name="T20" fmla="*/ 1867 w 2100"/>
              <a:gd name="T21" fmla="*/ 1283 h 2216"/>
              <a:gd name="T22" fmla="*/ 1400 w 2100"/>
              <a:gd name="T23" fmla="*/ 1283 h 2216"/>
              <a:gd name="T24" fmla="*/ 1400 w 2100"/>
              <a:gd name="T25" fmla="*/ 2216 h 2216"/>
              <a:gd name="T26" fmla="*/ 1750 w 2100"/>
              <a:gd name="T27" fmla="*/ 2216 h 2216"/>
              <a:gd name="T28" fmla="*/ 2100 w 2100"/>
              <a:gd name="T29" fmla="*/ 1866 h 2216"/>
              <a:gd name="T30" fmla="*/ 2100 w 2100"/>
              <a:gd name="T31" fmla="*/ 1050 h 2216"/>
              <a:gd name="T32" fmla="*/ 1050 w 2100"/>
              <a:gd name="T33" fmla="*/ 0 h 2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100" h="2216">
                <a:moveTo>
                  <a:pt x="1050" y="0"/>
                </a:moveTo>
                <a:cubicBezTo>
                  <a:pt x="470" y="0"/>
                  <a:pt x="0" y="470"/>
                  <a:pt x="0" y="1050"/>
                </a:cubicBezTo>
                <a:cubicBezTo>
                  <a:pt x="0" y="1866"/>
                  <a:pt x="0" y="1866"/>
                  <a:pt x="0" y="1866"/>
                </a:cubicBezTo>
                <a:cubicBezTo>
                  <a:pt x="0" y="2060"/>
                  <a:pt x="156" y="2216"/>
                  <a:pt x="350" y="2216"/>
                </a:cubicBezTo>
                <a:cubicBezTo>
                  <a:pt x="700" y="2216"/>
                  <a:pt x="700" y="2216"/>
                  <a:pt x="700" y="2216"/>
                </a:cubicBezTo>
                <a:cubicBezTo>
                  <a:pt x="700" y="1283"/>
                  <a:pt x="700" y="1283"/>
                  <a:pt x="700" y="1283"/>
                </a:cubicBezTo>
                <a:cubicBezTo>
                  <a:pt x="233" y="1283"/>
                  <a:pt x="233" y="1283"/>
                  <a:pt x="233" y="1283"/>
                </a:cubicBezTo>
                <a:cubicBezTo>
                  <a:pt x="233" y="1050"/>
                  <a:pt x="233" y="1050"/>
                  <a:pt x="233" y="1050"/>
                </a:cubicBezTo>
                <a:cubicBezTo>
                  <a:pt x="233" y="598"/>
                  <a:pt x="598" y="233"/>
                  <a:pt x="1050" y="233"/>
                </a:cubicBezTo>
                <a:cubicBezTo>
                  <a:pt x="1502" y="233"/>
                  <a:pt x="1867" y="598"/>
                  <a:pt x="1867" y="1050"/>
                </a:cubicBezTo>
                <a:cubicBezTo>
                  <a:pt x="1867" y="1283"/>
                  <a:pt x="1867" y="1283"/>
                  <a:pt x="1867" y="1283"/>
                </a:cubicBezTo>
                <a:cubicBezTo>
                  <a:pt x="1400" y="1283"/>
                  <a:pt x="1400" y="1283"/>
                  <a:pt x="1400" y="1283"/>
                </a:cubicBezTo>
                <a:cubicBezTo>
                  <a:pt x="1400" y="2216"/>
                  <a:pt x="1400" y="2216"/>
                  <a:pt x="1400" y="2216"/>
                </a:cubicBezTo>
                <a:cubicBezTo>
                  <a:pt x="1750" y="2216"/>
                  <a:pt x="1750" y="2216"/>
                  <a:pt x="1750" y="2216"/>
                </a:cubicBezTo>
                <a:cubicBezTo>
                  <a:pt x="1944" y="2216"/>
                  <a:pt x="2100" y="2060"/>
                  <a:pt x="2100" y="1866"/>
                </a:cubicBezTo>
                <a:cubicBezTo>
                  <a:pt x="2100" y="1050"/>
                  <a:pt x="2100" y="1050"/>
                  <a:pt x="2100" y="1050"/>
                </a:cubicBezTo>
                <a:cubicBezTo>
                  <a:pt x="2100" y="470"/>
                  <a:pt x="1630" y="0"/>
                  <a:pt x="10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dset Mic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48447" cy="914400"/>
          </a:xfrm>
          <a:custGeom>
            <a:avLst/>
            <a:gdLst>
              <a:gd name="T0" fmla="*/ 1050 w 2100"/>
              <a:gd name="T1" fmla="*/ 0 h 2566"/>
              <a:gd name="T2" fmla="*/ 0 w 2100"/>
              <a:gd name="T3" fmla="*/ 1050 h 2566"/>
              <a:gd name="T4" fmla="*/ 0 w 2100"/>
              <a:gd name="T5" fmla="*/ 1866 h 2566"/>
              <a:gd name="T6" fmla="*/ 350 w 2100"/>
              <a:gd name="T7" fmla="*/ 2216 h 2566"/>
              <a:gd name="T8" fmla="*/ 700 w 2100"/>
              <a:gd name="T9" fmla="*/ 2216 h 2566"/>
              <a:gd name="T10" fmla="*/ 700 w 2100"/>
              <a:gd name="T11" fmla="*/ 1283 h 2566"/>
              <a:gd name="T12" fmla="*/ 233 w 2100"/>
              <a:gd name="T13" fmla="*/ 1283 h 2566"/>
              <a:gd name="T14" fmla="*/ 233 w 2100"/>
              <a:gd name="T15" fmla="*/ 1050 h 2566"/>
              <a:gd name="T16" fmla="*/ 1050 w 2100"/>
              <a:gd name="T17" fmla="*/ 233 h 2566"/>
              <a:gd name="T18" fmla="*/ 1867 w 2100"/>
              <a:gd name="T19" fmla="*/ 1050 h 2566"/>
              <a:gd name="T20" fmla="*/ 1867 w 2100"/>
              <a:gd name="T21" fmla="*/ 1283 h 2566"/>
              <a:gd name="T22" fmla="*/ 1400 w 2100"/>
              <a:gd name="T23" fmla="*/ 1283 h 2566"/>
              <a:gd name="T24" fmla="*/ 1400 w 2100"/>
              <a:gd name="T25" fmla="*/ 2216 h 2566"/>
              <a:gd name="T26" fmla="*/ 1867 w 2100"/>
              <a:gd name="T27" fmla="*/ 2216 h 2566"/>
              <a:gd name="T28" fmla="*/ 1867 w 2100"/>
              <a:gd name="T29" fmla="*/ 2333 h 2566"/>
              <a:gd name="T30" fmla="*/ 1050 w 2100"/>
              <a:gd name="T31" fmla="*/ 2333 h 2566"/>
              <a:gd name="T32" fmla="*/ 1050 w 2100"/>
              <a:gd name="T33" fmla="*/ 2566 h 2566"/>
              <a:gd name="T34" fmla="*/ 1750 w 2100"/>
              <a:gd name="T35" fmla="*/ 2566 h 2566"/>
              <a:gd name="T36" fmla="*/ 2100 w 2100"/>
              <a:gd name="T37" fmla="*/ 2216 h 2566"/>
              <a:gd name="T38" fmla="*/ 2100 w 2100"/>
              <a:gd name="T39" fmla="*/ 1050 h 2566"/>
              <a:gd name="T40" fmla="*/ 1050 w 2100"/>
              <a:gd name="T41" fmla="*/ 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00" h="2566">
                <a:moveTo>
                  <a:pt x="1050" y="0"/>
                </a:moveTo>
                <a:cubicBezTo>
                  <a:pt x="470" y="0"/>
                  <a:pt x="0" y="470"/>
                  <a:pt x="0" y="1050"/>
                </a:cubicBezTo>
                <a:cubicBezTo>
                  <a:pt x="0" y="1866"/>
                  <a:pt x="0" y="1866"/>
                  <a:pt x="0" y="1866"/>
                </a:cubicBezTo>
                <a:cubicBezTo>
                  <a:pt x="0" y="2060"/>
                  <a:pt x="156" y="2216"/>
                  <a:pt x="350" y="2216"/>
                </a:cubicBezTo>
                <a:cubicBezTo>
                  <a:pt x="700" y="2216"/>
                  <a:pt x="700" y="2216"/>
                  <a:pt x="700" y="2216"/>
                </a:cubicBezTo>
                <a:cubicBezTo>
                  <a:pt x="700" y="1283"/>
                  <a:pt x="700" y="1283"/>
                  <a:pt x="700" y="1283"/>
                </a:cubicBezTo>
                <a:cubicBezTo>
                  <a:pt x="233" y="1283"/>
                  <a:pt x="233" y="1283"/>
                  <a:pt x="233" y="1283"/>
                </a:cubicBezTo>
                <a:cubicBezTo>
                  <a:pt x="233" y="1050"/>
                  <a:pt x="233" y="1050"/>
                  <a:pt x="233" y="1050"/>
                </a:cubicBezTo>
                <a:cubicBezTo>
                  <a:pt x="233" y="598"/>
                  <a:pt x="598" y="233"/>
                  <a:pt x="1050" y="233"/>
                </a:cubicBezTo>
                <a:cubicBezTo>
                  <a:pt x="1502" y="233"/>
                  <a:pt x="1867" y="598"/>
                  <a:pt x="1867" y="1050"/>
                </a:cubicBezTo>
                <a:cubicBezTo>
                  <a:pt x="1867" y="1283"/>
                  <a:pt x="1867" y="1283"/>
                  <a:pt x="1867" y="1283"/>
                </a:cubicBezTo>
                <a:cubicBezTo>
                  <a:pt x="1400" y="1283"/>
                  <a:pt x="1400" y="1283"/>
                  <a:pt x="1400" y="1283"/>
                </a:cubicBezTo>
                <a:cubicBezTo>
                  <a:pt x="1400" y="2216"/>
                  <a:pt x="1400" y="2216"/>
                  <a:pt x="1400" y="2216"/>
                </a:cubicBezTo>
                <a:cubicBezTo>
                  <a:pt x="1867" y="2216"/>
                  <a:pt x="1867" y="2216"/>
                  <a:pt x="1867" y="2216"/>
                </a:cubicBezTo>
                <a:cubicBezTo>
                  <a:pt x="1867" y="2333"/>
                  <a:pt x="1867" y="2333"/>
                  <a:pt x="1867" y="2333"/>
                </a:cubicBezTo>
                <a:cubicBezTo>
                  <a:pt x="1050" y="2333"/>
                  <a:pt x="1050" y="2333"/>
                  <a:pt x="1050" y="2333"/>
                </a:cubicBezTo>
                <a:cubicBezTo>
                  <a:pt x="1050" y="2566"/>
                  <a:pt x="1050" y="2566"/>
                  <a:pt x="1050" y="2566"/>
                </a:cubicBezTo>
                <a:cubicBezTo>
                  <a:pt x="1750" y="2566"/>
                  <a:pt x="1750" y="2566"/>
                  <a:pt x="1750" y="2566"/>
                </a:cubicBezTo>
                <a:cubicBezTo>
                  <a:pt x="1944" y="2566"/>
                  <a:pt x="2100" y="2410"/>
                  <a:pt x="2100" y="2216"/>
                </a:cubicBezTo>
                <a:cubicBezTo>
                  <a:pt x="2100" y="1050"/>
                  <a:pt x="2100" y="1050"/>
                  <a:pt x="2100" y="1050"/>
                </a:cubicBezTo>
                <a:cubicBezTo>
                  <a:pt x="2100" y="470"/>
                  <a:pt x="1630" y="0"/>
                  <a:pt x="10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eyboar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40113"/>
          </a:xfrm>
          <a:custGeom>
            <a:avLst/>
            <a:gdLst>
              <a:gd name="T0" fmla="*/ 234 w 2334"/>
              <a:gd name="T1" fmla="*/ 0 h 1634"/>
              <a:gd name="T2" fmla="*/ 0 w 2334"/>
              <a:gd name="T3" fmla="*/ 1400 h 1634"/>
              <a:gd name="T4" fmla="*/ 2100 w 2334"/>
              <a:gd name="T5" fmla="*/ 1634 h 1634"/>
              <a:gd name="T6" fmla="*/ 2334 w 2334"/>
              <a:gd name="T7" fmla="*/ 234 h 1634"/>
              <a:gd name="T8" fmla="*/ 1050 w 2334"/>
              <a:gd name="T9" fmla="*/ 350 h 1634"/>
              <a:gd name="T10" fmla="*/ 1284 w 2334"/>
              <a:gd name="T11" fmla="*/ 584 h 1634"/>
              <a:gd name="T12" fmla="*/ 1050 w 2334"/>
              <a:gd name="T13" fmla="*/ 350 h 1634"/>
              <a:gd name="T14" fmla="*/ 1284 w 2334"/>
              <a:gd name="T15" fmla="*/ 700 h 1634"/>
              <a:gd name="T16" fmla="*/ 1050 w 2334"/>
              <a:gd name="T17" fmla="*/ 934 h 1634"/>
              <a:gd name="T18" fmla="*/ 700 w 2334"/>
              <a:gd name="T19" fmla="*/ 350 h 1634"/>
              <a:gd name="T20" fmla="*/ 934 w 2334"/>
              <a:gd name="T21" fmla="*/ 584 h 1634"/>
              <a:gd name="T22" fmla="*/ 700 w 2334"/>
              <a:gd name="T23" fmla="*/ 350 h 1634"/>
              <a:gd name="T24" fmla="*/ 934 w 2334"/>
              <a:gd name="T25" fmla="*/ 700 h 1634"/>
              <a:gd name="T26" fmla="*/ 700 w 2334"/>
              <a:gd name="T27" fmla="*/ 934 h 1634"/>
              <a:gd name="T28" fmla="*/ 584 w 2334"/>
              <a:gd name="T29" fmla="*/ 934 h 1634"/>
              <a:gd name="T30" fmla="*/ 350 w 2334"/>
              <a:gd name="T31" fmla="*/ 700 h 1634"/>
              <a:gd name="T32" fmla="*/ 584 w 2334"/>
              <a:gd name="T33" fmla="*/ 934 h 1634"/>
              <a:gd name="T34" fmla="*/ 350 w 2334"/>
              <a:gd name="T35" fmla="*/ 584 h 1634"/>
              <a:gd name="T36" fmla="*/ 584 w 2334"/>
              <a:gd name="T37" fmla="*/ 350 h 1634"/>
              <a:gd name="T38" fmla="*/ 1634 w 2334"/>
              <a:gd name="T39" fmla="*/ 1400 h 1634"/>
              <a:gd name="T40" fmla="*/ 700 w 2334"/>
              <a:gd name="T41" fmla="*/ 1167 h 1634"/>
              <a:gd name="T42" fmla="*/ 1634 w 2334"/>
              <a:gd name="T43" fmla="*/ 1400 h 1634"/>
              <a:gd name="T44" fmla="*/ 1400 w 2334"/>
              <a:gd name="T45" fmla="*/ 934 h 1634"/>
              <a:gd name="T46" fmla="*/ 1634 w 2334"/>
              <a:gd name="T47" fmla="*/ 700 h 1634"/>
              <a:gd name="T48" fmla="*/ 1634 w 2334"/>
              <a:gd name="T49" fmla="*/ 584 h 1634"/>
              <a:gd name="T50" fmla="*/ 1400 w 2334"/>
              <a:gd name="T51" fmla="*/ 350 h 1634"/>
              <a:gd name="T52" fmla="*/ 1634 w 2334"/>
              <a:gd name="T53" fmla="*/ 584 h 1634"/>
              <a:gd name="T54" fmla="*/ 1750 w 2334"/>
              <a:gd name="T55" fmla="*/ 934 h 1634"/>
              <a:gd name="T56" fmla="*/ 1984 w 2334"/>
              <a:gd name="T57" fmla="*/ 700 h 1634"/>
              <a:gd name="T58" fmla="*/ 1984 w 2334"/>
              <a:gd name="T59" fmla="*/ 584 h 1634"/>
              <a:gd name="T60" fmla="*/ 1750 w 2334"/>
              <a:gd name="T61" fmla="*/ 350 h 1634"/>
              <a:gd name="T62" fmla="*/ 1984 w 2334"/>
              <a:gd name="T63" fmla="*/ 584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334" h="1634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4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0" y="1529"/>
                  <a:pt x="105" y="1634"/>
                  <a:pt x="234" y="1634"/>
                </a:cubicBezTo>
                <a:cubicBezTo>
                  <a:pt x="2100" y="1634"/>
                  <a:pt x="2100" y="1634"/>
                  <a:pt x="2100" y="1634"/>
                </a:cubicBezTo>
                <a:cubicBezTo>
                  <a:pt x="2229" y="1634"/>
                  <a:pt x="2334" y="1529"/>
                  <a:pt x="2334" y="1400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050" y="350"/>
                </a:moveTo>
                <a:cubicBezTo>
                  <a:pt x="1284" y="350"/>
                  <a:pt x="1284" y="350"/>
                  <a:pt x="1284" y="350"/>
                </a:cubicBezTo>
                <a:cubicBezTo>
                  <a:pt x="1284" y="584"/>
                  <a:pt x="1284" y="584"/>
                  <a:pt x="1284" y="584"/>
                </a:cubicBezTo>
                <a:cubicBezTo>
                  <a:pt x="1050" y="584"/>
                  <a:pt x="1050" y="584"/>
                  <a:pt x="1050" y="584"/>
                </a:cubicBezTo>
                <a:lnTo>
                  <a:pt x="1050" y="350"/>
                </a:lnTo>
                <a:close/>
                <a:moveTo>
                  <a:pt x="1050" y="700"/>
                </a:moveTo>
                <a:cubicBezTo>
                  <a:pt x="1284" y="700"/>
                  <a:pt x="1284" y="700"/>
                  <a:pt x="1284" y="700"/>
                </a:cubicBezTo>
                <a:cubicBezTo>
                  <a:pt x="1284" y="934"/>
                  <a:pt x="1284" y="934"/>
                  <a:pt x="1284" y="934"/>
                </a:cubicBezTo>
                <a:cubicBezTo>
                  <a:pt x="1050" y="934"/>
                  <a:pt x="1050" y="934"/>
                  <a:pt x="1050" y="934"/>
                </a:cubicBezTo>
                <a:lnTo>
                  <a:pt x="1050" y="700"/>
                </a:lnTo>
                <a:close/>
                <a:moveTo>
                  <a:pt x="700" y="350"/>
                </a:moveTo>
                <a:cubicBezTo>
                  <a:pt x="934" y="350"/>
                  <a:pt x="934" y="350"/>
                  <a:pt x="934" y="350"/>
                </a:cubicBezTo>
                <a:cubicBezTo>
                  <a:pt x="934" y="584"/>
                  <a:pt x="934" y="584"/>
                  <a:pt x="934" y="584"/>
                </a:cubicBezTo>
                <a:cubicBezTo>
                  <a:pt x="700" y="584"/>
                  <a:pt x="700" y="584"/>
                  <a:pt x="700" y="584"/>
                </a:cubicBezTo>
                <a:lnTo>
                  <a:pt x="700" y="350"/>
                </a:lnTo>
                <a:close/>
                <a:moveTo>
                  <a:pt x="700" y="700"/>
                </a:moveTo>
                <a:cubicBezTo>
                  <a:pt x="934" y="700"/>
                  <a:pt x="934" y="700"/>
                  <a:pt x="934" y="700"/>
                </a:cubicBezTo>
                <a:cubicBezTo>
                  <a:pt x="934" y="934"/>
                  <a:pt x="934" y="934"/>
                  <a:pt x="934" y="934"/>
                </a:cubicBezTo>
                <a:cubicBezTo>
                  <a:pt x="700" y="934"/>
                  <a:pt x="700" y="934"/>
                  <a:pt x="700" y="934"/>
                </a:cubicBezTo>
                <a:lnTo>
                  <a:pt x="700" y="700"/>
                </a:lnTo>
                <a:close/>
                <a:moveTo>
                  <a:pt x="584" y="934"/>
                </a:moveTo>
                <a:cubicBezTo>
                  <a:pt x="350" y="934"/>
                  <a:pt x="350" y="934"/>
                  <a:pt x="350" y="934"/>
                </a:cubicBezTo>
                <a:cubicBezTo>
                  <a:pt x="350" y="700"/>
                  <a:pt x="350" y="700"/>
                  <a:pt x="350" y="700"/>
                </a:cubicBezTo>
                <a:cubicBezTo>
                  <a:pt x="584" y="700"/>
                  <a:pt x="584" y="700"/>
                  <a:pt x="584" y="700"/>
                </a:cubicBezTo>
                <a:lnTo>
                  <a:pt x="584" y="934"/>
                </a:lnTo>
                <a:close/>
                <a:moveTo>
                  <a:pt x="584" y="584"/>
                </a:moveTo>
                <a:cubicBezTo>
                  <a:pt x="350" y="584"/>
                  <a:pt x="350" y="584"/>
                  <a:pt x="350" y="584"/>
                </a:cubicBezTo>
                <a:cubicBezTo>
                  <a:pt x="350" y="350"/>
                  <a:pt x="350" y="350"/>
                  <a:pt x="350" y="350"/>
                </a:cubicBezTo>
                <a:cubicBezTo>
                  <a:pt x="584" y="350"/>
                  <a:pt x="584" y="350"/>
                  <a:pt x="584" y="350"/>
                </a:cubicBezTo>
                <a:lnTo>
                  <a:pt x="584" y="584"/>
                </a:lnTo>
                <a:close/>
                <a:moveTo>
                  <a:pt x="1634" y="1400"/>
                </a:moveTo>
                <a:cubicBezTo>
                  <a:pt x="700" y="1400"/>
                  <a:pt x="700" y="1400"/>
                  <a:pt x="700" y="1400"/>
                </a:cubicBezTo>
                <a:cubicBezTo>
                  <a:pt x="700" y="1167"/>
                  <a:pt x="700" y="1167"/>
                  <a:pt x="700" y="1167"/>
                </a:cubicBezTo>
                <a:cubicBezTo>
                  <a:pt x="1634" y="1167"/>
                  <a:pt x="1634" y="1167"/>
                  <a:pt x="1634" y="1167"/>
                </a:cubicBezTo>
                <a:lnTo>
                  <a:pt x="1634" y="1400"/>
                </a:lnTo>
                <a:close/>
                <a:moveTo>
                  <a:pt x="1634" y="934"/>
                </a:moveTo>
                <a:cubicBezTo>
                  <a:pt x="1400" y="934"/>
                  <a:pt x="1400" y="934"/>
                  <a:pt x="1400" y="934"/>
                </a:cubicBezTo>
                <a:cubicBezTo>
                  <a:pt x="1400" y="700"/>
                  <a:pt x="1400" y="700"/>
                  <a:pt x="1400" y="700"/>
                </a:cubicBezTo>
                <a:cubicBezTo>
                  <a:pt x="1634" y="700"/>
                  <a:pt x="1634" y="700"/>
                  <a:pt x="1634" y="700"/>
                </a:cubicBezTo>
                <a:lnTo>
                  <a:pt x="1634" y="934"/>
                </a:lnTo>
                <a:close/>
                <a:moveTo>
                  <a:pt x="1634" y="584"/>
                </a:moveTo>
                <a:cubicBezTo>
                  <a:pt x="1400" y="584"/>
                  <a:pt x="1400" y="584"/>
                  <a:pt x="1400" y="584"/>
                </a:cubicBezTo>
                <a:cubicBezTo>
                  <a:pt x="1400" y="350"/>
                  <a:pt x="1400" y="350"/>
                  <a:pt x="1400" y="350"/>
                </a:cubicBezTo>
                <a:cubicBezTo>
                  <a:pt x="1634" y="350"/>
                  <a:pt x="1634" y="350"/>
                  <a:pt x="1634" y="350"/>
                </a:cubicBezTo>
                <a:lnTo>
                  <a:pt x="1634" y="584"/>
                </a:lnTo>
                <a:close/>
                <a:moveTo>
                  <a:pt x="1984" y="934"/>
                </a:moveTo>
                <a:cubicBezTo>
                  <a:pt x="1750" y="934"/>
                  <a:pt x="1750" y="934"/>
                  <a:pt x="1750" y="934"/>
                </a:cubicBezTo>
                <a:cubicBezTo>
                  <a:pt x="1750" y="700"/>
                  <a:pt x="1750" y="700"/>
                  <a:pt x="1750" y="700"/>
                </a:cubicBezTo>
                <a:cubicBezTo>
                  <a:pt x="1984" y="700"/>
                  <a:pt x="1984" y="700"/>
                  <a:pt x="1984" y="700"/>
                </a:cubicBezTo>
                <a:lnTo>
                  <a:pt x="1984" y="934"/>
                </a:lnTo>
                <a:close/>
                <a:moveTo>
                  <a:pt x="1984" y="584"/>
                </a:moveTo>
                <a:cubicBezTo>
                  <a:pt x="1750" y="584"/>
                  <a:pt x="1750" y="584"/>
                  <a:pt x="1750" y="584"/>
                </a:cubicBezTo>
                <a:cubicBezTo>
                  <a:pt x="1750" y="350"/>
                  <a:pt x="1750" y="350"/>
                  <a:pt x="1750" y="350"/>
                </a:cubicBezTo>
                <a:cubicBezTo>
                  <a:pt x="1984" y="350"/>
                  <a:pt x="1984" y="350"/>
                  <a:pt x="1984" y="350"/>
                </a:cubicBezTo>
                <a:lnTo>
                  <a:pt x="1984" y="58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eyboard Arrow Down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64898"/>
          </a:xfrm>
          <a:custGeom>
            <a:avLst/>
            <a:gdLst>
              <a:gd name="T0" fmla="*/ 390 w 3307"/>
              <a:gd name="T1" fmla="*/ 0 h 2043"/>
              <a:gd name="T2" fmla="*/ 1654 w 3307"/>
              <a:gd name="T3" fmla="*/ 1262 h 2043"/>
              <a:gd name="T4" fmla="*/ 2918 w 3307"/>
              <a:gd name="T5" fmla="*/ 0 h 2043"/>
              <a:gd name="T6" fmla="*/ 3307 w 3307"/>
              <a:gd name="T7" fmla="*/ 390 h 2043"/>
              <a:gd name="T8" fmla="*/ 1654 w 3307"/>
              <a:gd name="T9" fmla="*/ 2043 h 2043"/>
              <a:gd name="T10" fmla="*/ 0 w 3307"/>
              <a:gd name="T11" fmla="*/ 390 h 2043"/>
              <a:gd name="T12" fmla="*/ 390 w 3307"/>
              <a:gd name="T13" fmla="*/ 0 h 20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307" h="2043">
                <a:moveTo>
                  <a:pt x="390" y="0"/>
                </a:moveTo>
                <a:lnTo>
                  <a:pt x="1654" y="1262"/>
                </a:lnTo>
                <a:lnTo>
                  <a:pt x="2918" y="0"/>
                </a:lnTo>
                <a:lnTo>
                  <a:pt x="3307" y="390"/>
                </a:lnTo>
                <a:lnTo>
                  <a:pt x="1654" y="2043"/>
                </a:lnTo>
                <a:lnTo>
                  <a:pt x="0" y="390"/>
                </a:lnTo>
                <a:lnTo>
                  <a:pt x="3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eyboard Arrow Left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64898" cy="914400"/>
          </a:xfrm>
          <a:custGeom>
            <a:avLst/>
            <a:gdLst>
              <a:gd name="T0" fmla="*/ 2043 w 2043"/>
              <a:gd name="T1" fmla="*/ 2917 h 3307"/>
              <a:gd name="T2" fmla="*/ 782 w 2043"/>
              <a:gd name="T3" fmla="*/ 1654 h 3307"/>
              <a:gd name="T4" fmla="*/ 2043 w 2043"/>
              <a:gd name="T5" fmla="*/ 390 h 3307"/>
              <a:gd name="T6" fmla="*/ 1653 w 2043"/>
              <a:gd name="T7" fmla="*/ 0 h 3307"/>
              <a:gd name="T8" fmla="*/ 0 w 2043"/>
              <a:gd name="T9" fmla="*/ 1654 h 3307"/>
              <a:gd name="T10" fmla="*/ 1653 w 2043"/>
              <a:gd name="T11" fmla="*/ 3307 h 3307"/>
              <a:gd name="T12" fmla="*/ 2043 w 2043"/>
              <a:gd name="T13" fmla="*/ 2917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43" h="3307">
                <a:moveTo>
                  <a:pt x="2043" y="2917"/>
                </a:moveTo>
                <a:lnTo>
                  <a:pt x="782" y="1654"/>
                </a:lnTo>
                <a:lnTo>
                  <a:pt x="2043" y="390"/>
                </a:lnTo>
                <a:lnTo>
                  <a:pt x="1653" y="0"/>
                </a:lnTo>
                <a:lnTo>
                  <a:pt x="0" y="1654"/>
                </a:lnTo>
                <a:lnTo>
                  <a:pt x="1653" y="3307"/>
                </a:lnTo>
                <a:lnTo>
                  <a:pt x="2043" y="29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eyboard Arrow Right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64898" cy="914400"/>
          </a:xfrm>
          <a:custGeom>
            <a:avLst/>
            <a:gdLst>
              <a:gd name="T0" fmla="*/ 0 w 2043"/>
              <a:gd name="T1" fmla="*/ 2918 h 3307"/>
              <a:gd name="T2" fmla="*/ 1261 w 2043"/>
              <a:gd name="T3" fmla="*/ 1654 h 3307"/>
              <a:gd name="T4" fmla="*/ 0 w 2043"/>
              <a:gd name="T5" fmla="*/ 390 h 3307"/>
              <a:gd name="T6" fmla="*/ 389 w 2043"/>
              <a:gd name="T7" fmla="*/ 0 h 3307"/>
              <a:gd name="T8" fmla="*/ 2043 w 2043"/>
              <a:gd name="T9" fmla="*/ 1654 h 3307"/>
              <a:gd name="T10" fmla="*/ 389 w 2043"/>
              <a:gd name="T11" fmla="*/ 3307 h 3307"/>
              <a:gd name="T12" fmla="*/ 0 w 2043"/>
              <a:gd name="T13" fmla="*/ 2918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43" h="3307">
                <a:moveTo>
                  <a:pt x="0" y="2918"/>
                </a:moveTo>
                <a:lnTo>
                  <a:pt x="1261" y="1654"/>
                </a:lnTo>
                <a:lnTo>
                  <a:pt x="0" y="390"/>
                </a:lnTo>
                <a:lnTo>
                  <a:pt x="389" y="0"/>
                </a:lnTo>
                <a:lnTo>
                  <a:pt x="2043" y="1654"/>
                </a:lnTo>
                <a:lnTo>
                  <a:pt x="389" y="3307"/>
                </a:lnTo>
                <a:lnTo>
                  <a:pt x="0" y="29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eyboard Arrow Up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64898"/>
          </a:xfrm>
          <a:custGeom>
            <a:avLst/>
            <a:gdLst>
              <a:gd name="T0" fmla="*/ 390 w 3307"/>
              <a:gd name="T1" fmla="*/ 2043 h 2043"/>
              <a:gd name="T2" fmla="*/ 1654 w 3307"/>
              <a:gd name="T3" fmla="*/ 782 h 2043"/>
              <a:gd name="T4" fmla="*/ 2918 w 3307"/>
              <a:gd name="T5" fmla="*/ 2043 h 2043"/>
              <a:gd name="T6" fmla="*/ 3307 w 3307"/>
              <a:gd name="T7" fmla="*/ 1654 h 2043"/>
              <a:gd name="T8" fmla="*/ 1654 w 3307"/>
              <a:gd name="T9" fmla="*/ 0 h 2043"/>
              <a:gd name="T10" fmla="*/ 0 w 3307"/>
              <a:gd name="T11" fmla="*/ 1654 h 2043"/>
              <a:gd name="T12" fmla="*/ 390 w 3307"/>
              <a:gd name="T13" fmla="*/ 2043 h 20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307" h="2043">
                <a:moveTo>
                  <a:pt x="390" y="2043"/>
                </a:moveTo>
                <a:lnTo>
                  <a:pt x="1654" y="782"/>
                </a:lnTo>
                <a:lnTo>
                  <a:pt x="2918" y="2043"/>
                </a:lnTo>
                <a:lnTo>
                  <a:pt x="3307" y="1654"/>
                </a:lnTo>
                <a:lnTo>
                  <a:pt x="1654" y="0"/>
                </a:lnTo>
                <a:lnTo>
                  <a:pt x="0" y="1654"/>
                </a:lnTo>
                <a:lnTo>
                  <a:pt x="390" y="204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eyboard Backspac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539"/>
          </a:xfrm>
          <a:custGeom>
            <a:avLst/>
            <a:gdLst>
              <a:gd name="T0" fmla="*/ 4961 w 4961"/>
              <a:gd name="T1" fmla="*/ 1377 h 3307"/>
              <a:gd name="T2" fmla="*/ 1056 w 4961"/>
              <a:gd name="T3" fmla="*/ 1377 h 3307"/>
              <a:gd name="T4" fmla="*/ 2044 w 4961"/>
              <a:gd name="T5" fmla="*/ 389 h 3307"/>
              <a:gd name="T6" fmla="*/ 1654 w 4961"/>
              <a:gd name="T7" fmla="*/ 0 h 3307"/>
              <a:gd name="T8" fmla="*/ 0 w 4961"/>
              <a:gd name="T9" fmla="*/ 1653 h 3307"/>
              <a:gd name="T10" fmla="*/ 1654 w 4961"/>
              <a:gd name="T11" fmla="*/ 3307 h 3307"/>
              <a:gd name="T12" fmla="*/ 2044 w 4961"/>
              <a:gd name="T13" fmla="*/ 2917 h 3307"/>
              <a:gd name="T14" fmla="*/ 1056 w 4961"/>
              <a:gd name="T15" fmla="*/ 1930 h 3307"/>
              <a:gd name="T16" fmla="*/ 4961 w 4961"/>
              <a:gd name="T17" fmla="*/ 1930 h 3307"/>
              <a:gd name="T18" fmla="*/ 4961 w 4961"/>
              <a:gd name="T19" fmla="*/ 1377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961" h="3307">
                <a:moveTo>
                  <a:pt x="4961" y="1377"/>
                </a:moveTo>
                <a:lnTo>
                  <a:pt x="1056" y="1377"/>
                </a:lnTo>
                <a:lnTo>
                  <a:pt x="2044" y="389"/>
                </a:lnTo>
                <a:lnTo>
                  <a:pt x="1654" y="0"/>
                </a:lnTo>
                <a:lnTo>
                  <a:pt x="0" y="1653"/>
                </a:lnTo>
                <a:lnTo>
                  <a:pt x="1654" y="3307"/>
                </a:lnTo>
                <a:lnTo>
                  <a:pt x="2044" y="2917"/>
                </a:lnTo>
                <a:lnTo>
                  <a:pt x="1056" y="1930"/>
                </a:lnTo>
                <a:lnTo>
                  <a:pt x="4961" y="1930"/>
                </a:lnTo>
                <a:lnTo>
                  <a:pt x="4961" y="13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eyboard Caps Loc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83929" cy="914400"/>
          </a:xfrm>
          <a:custGeom>
            <a:avLst/>
            <a:gdLst>
              <a:gd name="T0" fmla="*/ 1654 w 3307"/>
              <a:gd name="T1" fmla="*/ 777 h 3421"/>
              <a:gd name="T2" fmla="*/ 2918 w 3307"/>
              <a:gd name="T3" fmla="*/ 2044 h 3421"/>
              <a:gd name="T4" fmla="*/ 3307 w 3307"/>
              <a:gd name="T5" fmla="*/ 1654 h 3421"/>
              <a:gd name="T6" fmla="*/ 1654 w 3307"/>
              <a:gd name="T7" fmla="*/ 0 h 3421"/>
              <a:gd name="T8" fmla="*/ 0 w 3307"/>
              <a:gd name="T9" fmla="*/ 1654 h 3421"/>
              <a:gd name="T10" fmla="*/ 390 w 3307"/>
              <a:gd name="T11" fmla="*/ 2044 h 3421"/>
              <a:gd name="T12" fmla="*/ 1654 w 3307"/>
              <a:gd name="T13" fmla="*/ 777 h 3421"/>
              <a:gd name="T14" fmla="*/ 0 w 3307"/>
              <a:gd name="T15" fmla="*/ 3421 h 3421"/>
              <a:gd name="T16" fmla="*/ 3307 w 3307"/>
              <a:gd name="T17" fmla="*/ 3421 h 3421"/>
              <a:gd name="T18" fmla="*/ 3307 w 3307"/>
              <a:gd name="T19" fmla="*/ 2870 h 3421"/>
              <a:gd name="T20" fmla="*/ 0 w 3307"/>
              <a:gd name="T21" fmla="*/ 2870 h 3421"/>
              <a:gd name="T22" fmla="*/ 0 w 3307"/>
              <a:gd name="T23" fmla="*/ 3421 h 34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307" h="3421">
                <a:moveTo>
                  <a:pt x="1654" y="777"/>
                </a:moveTo>
                <a:lnTo>
                  <a:pt x="2918" y="2044"/>
                </a:lnTo>
                <a:lnTo>
                  <a:pt x="3307" y="1654"/>
                </a:lnTo>
                <a:lnTo>
                  <a:pt x="1654" y="0"/>
                </a:lnTo>
                <a:lnTo>
                  <a:pt x="0" y="1654"/>
                </a:lnTo>
                <a:lnTo>
                  <a:pt x="390" y="2044"/>
                </a:lnTo>
                <a:lnTo>
                  <a:pt x="1654" y="777"/>
                </a:lnTo>
                <a:close/>
                <a:moveTo>
                  <a:pt x="0" y="3421"/>
                </a:moveTo>
                <a:lnTo>
                  <a:pt x="3307" y="3421"/>
                </a:lnTo>
                <a:lnTo>
                  <a:pt x="3307" y="2870"/>
                </a:lnTo>
                <a:lnTo>
                  <a:pt x="0" y="2870"/>
                </a:lnTo>
                <a:lnTo>
                  <a:pt x="0" y="34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eyboard Hid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898" cy="914400"/>
          </a:xfrm>
          <a:custGeom>
            <a:avLst/>
            <a:gdLst>
              <a:gd name="T0" fmla="*/ 234 w 2334"/>
              <a:gd name="T1" fmla="*/ 0 h 2333"/>
              <a:gd name="T2" fmla="*/ 0 w 2334"/>
              <a:gd name="T3" fmla="*/ 1400 h 2333"/>
              <a:gd name="T4" fmla="*/ 2100 w 2334"/>
              <a:gd name="T5" fmla="*/ 1633 h 2333"/>
              <a:gd name="T6" fmla="*/ 2334 w 2334"/>
              <a:gd name="T7" fmla="*/ 233 h 2333"/>
              <a:gd name="T8" fmla="*/ 1050 w 2334"/>
              <a:gd name="T9" fmla="*/ 350 h 2333"/>
              <a:gd name="T10" fmla="*/ 1284 w 2334"/>
              <a:gd name="T11" fmla="*/ 583 h 2333"/>
              <a:gd name="T12" fmla="*/ 1050 w 2334"/>
              <a:gd name="T13" fmla="*/ 350 h 2333"/>
              <a:gd name="T14" fmla="*/ 1284 w 2334"/>
              <a:gd name="T15" fmla="*/ 700 h 2333"/>
              <a:gd name="T16" fmla="*/ 1050 w 2334"/>
              <a:gd name="T17" fmla="*/ 933 h 2333"/>
              <a:gd name="T18" fmla="*/ 700 w 2334"/>
              <a:gd name="T19" fmla="*/ 350 h 2333"/>
              <a:gd name="T20" fmla="*/ 934 w 2334"/>
              <a:gd name="T21" fmla="*/ 583 h 2333"/>
              <a:gd name="T22" fmla="*/ 700 w 2334"/>
              <a:gd name="T23" fmla="*/ 350 h 2333"/>
              <a:gd name="T24" fmla="*/ 934 w 2334"/>
              <a:gd name="T25" fmla="*/ 700 h 2333"/>
              <a:gd name="T26" fmla="*/ 700 w 2334"/>
              <a:gd name="T27" fmla="*/ 933 h 2333"/>
              <a:gd name="T28" fmla="*/ 584 w 2334"/>
              <a:gd name="T29" fmla="*/ 933 h 2333"/>
              <a:gd name="T30" fmla="*/ 350 w 2334"/>
              <a:gd name="T31" fmla="*/ 700 h 2333"/>
              <a:gd name="T32" fmla="*/ 584 w 2334"/>
              <a:gd name="T33" fmla="*/ 933 h 2333"/>
              <a:gd name="T34" fmla="*/ 350 w 2334"/>
              <a:gd name="T35" fmla="*/ 583 h 2333"/>
              <a:gd name="T36" fmla="*/ 584 w 2334"/>
              <a:gd name="T37" fmla="*/ 350 h 2333"/>
              <a:gd name="T38" fmla="*/ 1634 w 2334"/>
              <a:gd name="T39" fmla="*/ 1400 h 2333"/>
              <a:gd name="T40" fmla="*/ 700 w 2334"/>
              <a:gd name="T41" fmla="*/ 1167 h 2333"/>
              <a:gd name="T42" fmla="*/ 1634 w 2334"/>
              <a:gd name="T43" fmla="*/ 1400 h 2333"/>
              <a:gd name="T44" fmla="*/ 1400 w 2334"/>
              <a:gd name="T45" fmla="*/ 933 h 2333"/>
              <a:gd name="T46" fmla="*/ 1634 w 2334"/>
              <a:gd name="T47" fmla="*/ 700 h 2333"/>
              <a:gd name="T48" fmla="*/ 1634 w 2334"/>
              <a:gd name="T49" fmla="*/ 583 h 2333"/>
              <a:gd name="T50" fmla="*/ 1400 w 2334"/>
              <a:gd name="T51" fmla="*/ 350 h 2333"/>
              <a:gd name="T52" fmla="*/ 1634 w 2334"/>
              <a:gd name="T53" fmla="*/ 583 h 2333"/>
              <a:gd name="T54" fmla="*/ 1750 w 2334"/>
              <a:gd name="T55" fmla="*/ 933 h 2333"/>
              <a:gd name="T56" fmla="*/ 1984 w 2334"/>
              <a:gd name="T57" fmla="*/ 700 h 2333"/>
              <a:gd name="T58" fmla="*/ 1984 w 2334"/>
              <a:gd name="T59" fmla="*/ 583 h 2333"/>
              <a:gd name="T60" fmla="*/ 1750 w 2334"/>
              <a:gd name="T61" fmla="*/ 350 h 2333"/>
              <a:gd name="T62" fmla="*/ 1984 w 2334"/>
              <a:gd name="T63" fmla="*/ 583 h 2333"/>
              <a:gd name="T64" fmla="*/ 1634 w 2334"/>
              <a:gd name="T65" fmla="*/ 1867 h 2333"/>
              <a:gd name="T66" fmla="*/ 1167 w 2334"/>
              <a:gd name="T67" fmla="*/ 2333 h 2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334" h="2333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0" y="1528"/>
                  <a:pt x="105" y="1633"/>
                  <a:pt x="234" y="1633"/>
                </a:cubicBezTo>
                <a:cubicBezTo>
                  <a:pt x="2100" y="1633"/>
                  <a:pt x="2100" y="1633"/>
                  <a:pt x="2100" y="1633"/>
                </a:cubicBezTo>
                <a:cubicBezTo>
                  <a:pt x="2229" y="1633"/>
                  <a:pt x="2334" y="1528"/>
                  <a:pt x="2334" y="1400"/>
                </a:cubicBezTo>
                <a:cubicBezTo>
                  <a:pt x="2334" y="233"/>
                  <a:pt x="2334" y="233"/>
                  <a:pt x="2334" y="233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050" y="350"/>
                </a:moveTo>
                <a:cubicBezTo>
                  <a:pt x="1284" y="350"/>
                  <a:pt x="1284" y="350"/>
                  <a:pt x="1284" y="350"/>
                </a:cubicBezTo>
                <a:cubicBezTo>
                  <a:pt x="1284" y="583"/>
                  <a:pt x="1284" y="583"/>
                  <a:pt x="1284" y="583"/>
                </a:cubicBezTo>
                <a:cubicBezTo>
                  <a:pt x="1050" y="583"/>
                  <a:pt x="1050" y="583"/>
                  <a:pt x="1050" y="583"/>
                </a:cubicBezTo>
                <a:lnTo>
                  <a:pt x="1050" y="350"/>
                </a:lnTo>
                <a:close/>
                <a:moveTo>
                  <a:pt x="1050" y="700"/>
                </a:moveTo>
                <a:cubicBezTo>
                  <a:pt x="1284" y="700"/>
                  <a:pt x="1284" y="700"/>
                  <a:pt x="1284" y="700"/>
                </a:cubicBezTo>
                <a:cubicBezTo>
                  <a:pt x="1284" y="933"/>
                  <a:pt x="1284" y="933"/>
                  <a:pt x="1284" y="933"/>
                </a:cubicBezTo>
                <a:cubicBezTo>
                  <a:pt x="1050" y="933"/>
                  <a:pt x="1050" y="933"/>
                  <a:pt x="1050" y="933"/>
                </a:cubicBezTo>
                <a:lnTo>
                  <a:pt x="1050" y="700"/>
                </a:lnTo>
                <a:close/>
                <a:moveTo>
                  <a:pt x="700" y="350"/>
                </a:moveTo>
                <a:cubicBezTo>
                  <a:pt x="934" y="350"/>
                  <a:pt x="934" y="350"/>
                  <a:pt x="934" y="350"/>
                </a:cubicBezTo>
                <a:cubicBezTo>
                  <a:pt x="934" y="583"/>
                  <a:pt x="934" y="583"/>
                  <a:pt x="934" y="583"/>
                </a:cubicBezTo>
                <a:cubicBezTo>
                  <a:pt x="700" y="583"/>
                  <a:pt x="700" y="583"/>
                  <a:pt x="700" y="583"/>
                </a:cubicBezTo>
                <a:lnTo>
                  <a:pt x="700" y="350"/>
                </a:lnTo>
                <a:close/>
                <a:moveTo>
                  <a:pt x="700" y="700"/>
                </a:moveTo>
                <a:cubicBezTo>
                  <a:pt x="934" y="700"/>
                  <a:pt x="934" y="700"/>
                  <a:pt x="934" y="700"/>
                </a:cubicBezTo>
                <a:cubicBezTo>
                  <a:pt x="934" y="933"/>
                  <a:pt x="934" y="933"/>
                  <a:pt x="934" y="933"/>
                </a:cubicBezTo>
                <a:cubicBezTo>
                  <a:pt x="700" y="933"/>
                  <a:pt x="700" y="933"/>
                  <a:pt x="700" y="933"/>
                </a:cubicBezTo>
                <a:lnTo>
                  <a:pt x="700" y="700"/>
                </a:lnTo>
                <a:close/>
                <a:moveTo>
                  <a:pt x="584" y="933"/>
                </a:moveTo>
                <a:cubicBezTo>
                  <a:pt x="350" y="933"/>
                  <a:pt x="350" y="933"/>
                  <a:pt x="350" y="933"/>
                </a:cubicBezTo>
                <a:cubicBezTo>
                  <a:pt x="350" y="700"/>
                  <a:pt x="350" y="700"/>
                  <a:pt x="350" y="700"/>
                </a:cubicBezTo>
                <a:cubicBezTo>
                  <a:pt x="584" y="700"/>
                  <a:pt x="584" y="700"/>
                  <a:pt x="584" y="700"/>
                </a:cubicBezTo>
                <a:lnTo>
                  <a:pt x="584" y="933"/>
                </a:lnTo>
                <a:close/>
                <a:moveTo>
                  <a:pt x="584" y="583"/>
                </a:moveTo>
                <a:cubicBezTo>
                  <a:pt x="350" y="583"/>
                  <a:pt x="350" y="583"/>
                  <a:pt x="350" y="583"/>
                </a:cubicBezTo>
                <a:cubicBezTo>
                  <a:pt x="350" y="350"/>
                  <a:pt x="350" y="350"/>
                  <a:pt x="350" y="350"/>
                </a:cubicBezTo>
                <a:cubicBezTo>
                  <a:pt x="584" y="350"/>
                  <a:pt x="584" y="350"/>
                  <a:pt x="584" y="350"/>
                </a:cubicBezTo>
                <a:lnTo>
                  <a:pt x="584" y="583"/>
                </a:lnTo>
                <a:close/>
                <a:moveTo>
                  <a:pt x="1634" y="1400"/>
                </a:moveTo>
                <a:cubicBezTo>
                  <a:pt x="700" y="1400"/>
                  <a:pt x="700" y="1400"/>
                  <a:pt x="700" y="1400"/>
                </a:cubicBezTo>
                <a:cubicBezTo>
                  <a:pt x="700" y="1167"/>
                  <a:pt x="700" y="1167"/>
                  <a:pt x="700" y="1167"/>
                </a:cubicBezTo>
                <a:cubicBezTo>
                  <a:pt x="1634" y="1167"/>
                  <a:pt x="1634" y="1167"/>
                  <a:pt x="1634" y="1167"/>
                </a:cubicBezTo>
                <a:lnTo>
                  <a:pt x="1634" y="1400"/>
                </a:lnTo>
                <a:close/>
                <a:moveTo>
                  <a:pt x="1634" y="933"/>
                </a:moveTo>
                <a:cubicBezTo>
                  <a:pt x="1400" y="933"/>
                  <a:pt x="1400" y="933"/>
                  <a:pt x="1400" y="933"/>
                </a:cubicBezTo>
                <a:cubicBezTo>
                  <a:pt x="1400" y="700"/>
                  <a:pt x="1400" y="700"/>
                  <a:pt x="1400" y="700"/>
                </a:cubicBezTo>
                <a:cubicBezTo>
                  <a:pt x="1634" y="700"/>
                  <a:pt x="1634" y="700"/>
                  <a:pt x="1634" y="700"/>
                </a:cubicBezTo>
                <a:lnTo>
                  <a:pt x="1634" y="933"/>
                </a:lnTo>
                <a:close/>
                <a:moveTo>
                  <a:pt x="1634" y="583"/>
                </a:moveTo>
                <a:cubicBezTo>
                  <a:pt x="1400" y="583"/>
                  <a:pt x="1400" y="583"/>
                  <a:pt x="1400" y="583"/>
                </a:cubicBezTo>
                <a:cubicBezTo>
                  <a:pt x="1400" y="350"/>
                  <a:pt x="1400" y="350"/>
                  <a:pt x="1400" y="350"/>
                </a:cubicBezTo>
                <a:cubicBezTo>
                  <a:pt x="1634" y="350"/>
                  <a:pt x="1634" y="350"/>
                  <a:pt x="1634" y="350"/>
                </a:cubicBezTo>
                <a:lnTo>
                  <a:pt x="1634" y="583"/>
                </a:lnTo>
                <a:close/>
                <a:moveTo>
                  <a:pt x="1984" y="933"/>
                </a:moveTo>
                <a:cubicBezTo>
                  <a:pt x="1750" y="933"/>
                  <a:pt x="1750" y="933"/>
                  <a:pt x="1750" y="933"/>
                </a:cubicBezTo>
                <a:cubicBezTo>
                  <a:pt x="1750" y="700"/>
                  <a:pt x="1750" y="700"/>
                  <a:pt x="1750" y="700"/>
                </a:cubicBezTo>
                <a:cubicBezTo>
                  <a:pt x="1984" y="700"/>
                  <a:pt x="1984" y="700"/>
                  <a:pt x="1984" y="700"/>
                </a:cubicBezTo>
                <a:lnTo>
                  <a:pt x="1984" y="933"/>
                </a:lnTo>
                <a:close/>
                <a:moveTo>
                  <a:pt x="1984" y="583"/>
                </a:moveTo>
                <a:cubicBezTo>
                  <a:pt x="1750" y="583"/>
                  <a:pt x="1750" y="583"/>
                  <a:pt x="1750" y="583"/>
                </a:cubicBezTo>
                <a:cubicBezTo>
                  <a:pt x="1750" y="350"/>
                  <a:pt x="1750" y="350"/>
                  <a:pt x="1750" y="350"/>
                </a:cubicBezTo>
                <a:cubicBezTo>
                  <a:pt x="1984" y="350"/>
                  <a:pt x="1984" y="350"/>
                  <a:pt x="1984" y="350"/>
                </a:cubicBezTo>
                <a:lnTo>
                  <a:pt x="1984" y="583"/>
                </a:lnTo>
                <a:close/>
                <a:moveTo>
                  <a:pt x="1167" y="2333"/>
                </a:moveTo>
                <a:cubicBezTo>
                  <a:pt x="1634" y="1867"/>
                  <a:pt x="1634" y="1867"/>
                  <a:pt x="1634" y="1867"/>
                </a:cubicBezTo>
                <a:cubicBezTo>
                  <a:pt x="700" y="1867"/>
                  <a:pt x="700" y="1867"/>
                  <a:pt x="700" y="1867"/>
                </a:cubicBezTo>
                <a:lnTo>
                  <a:pt x="1167" y="23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eyboard Return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77415"/>
          </a:xfrm>
          <a:custGeom>
            <a:avLst/>
            <a:gdLst>
              <a:gd name="T0" fmla="*/ 4687 w 5237"/>
              <a:gd name="T1" fmla="*/ 276 h 3307"/>
              <a:gd name="T2" fmla="*/ 4687 w 5237"/>
              <a:gd name="T3" fmla="*/ 1377 h 3307"/>
              <a:gd name="T4" fmla="*/ 1056 w 5237"/>
              <a:gd name="T5" fmla="*/ 1377 h 3307"/>
              <a:gd name="T6" fmla="*/ 2043 w 5237"/>
              <a:gd name="T7" fmla="*/ 389 h 3307"/>
              <a:gd name="T8" fmla="*/ 1654 w 5237"/>
              <a:gd name="T9" fmla="*/ 0 h 3307"/>
              <a:gd name="T10" fmla="*/ 0 w 5237"/>
              <a:gd name="T11" fmla="*/ 1653 h 3307"/>
              <a:gd name="T12" fmla="*/ 1654 w 5237"/>
              <a:gd name="T13" fmla="*/ 3307 h 3307"/>
              <a:gd name="T14" fmla="*/ 2043 w 5237"/>
              <a:gd name="T15" fmla="*/ 2917 h 3307"/>
              <a:gd name="T16" fmla="*/ 1056 w 5237"/>
              <a:gd name="T17" fmla="*/ 1930 h 3307"/>
              <a:gd name="T18" fmla="*/ 5237 w 5237"/>
              <a:gd name="T19" fmla="*/ 1930 h 3307"/>
              <a:gd name="T20" fmla="*/ 5237 w 5237"/>
              <a:gd name="T21" fmla="*/ 276 h 3307"/>
              <a:gd name="T22" fmla="*/ 4687 w 5237"/>
              <a:gd name="T23" fmla="*/ 276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5237" h="3307">
                <a:moveTo>
                  <a:pt x="4687" y="276"/>
                </a:moveTo>
                <a:lnTo>
                  <a:pt x="4687" y="1377"/>
                </a:lnTo>
                <a:lnTo>
                  <a:pt x="1056" y="1377"/>
                </a:lnTo>
                <a:lnTo>
                  <a:pt x="2043" y="389"/>
                </a:lnTo>
                <a:lnTo>
                  <a:pt x="1654" y="0"/>
                </a:lnTo>
                <a:lnTo>
                  <a:pt x="0" y="1653"/>
                </a:lnTo>
                <a:lnTo>
                  <a:pt x="1654" y="3307"/>
                </a:lnTo>
                <a:lnTo>
                  <a:pt x="2043" y="2917"/>
                </a:lnTo>
                <a:lnTo>
                  <a:pt x="1056" y="1930"/>
                </a:lnTo>
                <a:lnTo>
                  <a:pt x="5237" y="1930"/>
                </a:lnTo>
                <a:lnTo>
                  <a:pt x="5237" y="276"/>
                </a:lnTo>
                <a:lnTo>
                  <a:pt x="4687" y="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eyboard Tab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22447"/>
          </a:xfrm>
          <a:custGeom>
            <a:avLst/>
            <a:gdLst>
              <a:gd name="T0" fmla="*/ 2917 w 5788"/>
              <a:gd name="T1" fmla="*/ 389 h 3307"/>
              <a:gd name="T2" fmla="*/ 3905 w 5788"/>
              <a:gd name="T3" fmla="*/ 1377 h 3307"/>
              <a:gd name="T4" fmla="*/ 0 w 5788"/>
              <a:gd name="T5" fmla="*/ 1377 h 3307"/>
              <a:gd name="T6" fmla="*/ 0 w 5788"/>
              <a:gd name="T7" fmla="*/ 1930 h 3307"/>
              <a:gd name="T8" fmla="*/ 3905 w 5788"/>
              <a:gd name="T9" fmla="*/ 1930 h 3307"/>
              <a:gd name="T10" fmla="*/ 2915 w 5788"/>
              <a:gd name="T11" fmla="*/ 2917 h 3307"/>
              <a:gd name="T12" fmla="*/ 3307 w 5788"/>
              <a:gd name="T13" fmla="*/ 3307 h 3307"/>
              <a:gd name="T14" fmla="*/ 4961 w 5788"/>
              <a:gd name="T15" fmla="*/ 1653 h 3307"/>
              <a:gd name="T16" fmla="*/ 3307 w 5788"/>
              <a:gd name="T17" fmla="*/ 0 h 3307"/>
              <a:gd name="T18" fmla="*/ 2917 w 5788"/>
              <a:gd name="T19" fmla="*/ 389 h 3307"/>
              <a:gd name="T20" fmla="*/ 5235 w 5788"/>
              <a:gd name="T21" fmla="*/ 0 h 3307"/>
              <a:gd name="T22" fmla="*/ 5235 w 5788"/>
              <a:gd name="T23" fmla="*/ 3307 h 3307"/>
              <a:gd name="T24" fmla="*/ 5788 w 5788"/>
              <a:gd name="T25" fmla="*/ 3307 h 3307"/>
              <a:gd name="T26" fmla="*/ 5788 w 5788"/>
              <a:gd name="T27" fmla="*/ 0 h 3307"/>
              <a:gd name="T28" fmla="*/ 5235 w 5788"/>
              <a:gd name="T29" fmla="*/ 0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788" h="3307">
                <a:moveTo>
                  <a:pt x="2917" y="389"/>
                </a:moveTo>
                <a:lnTo>
                  <a:pt x="3905" y="1377"/>
                </a:lnTo>
                <a:lnTo>
                  <a:pt x="0" y="1377"/>
                </a:lnTo>
                <a:lnTo>
                  <a:pt x="0" y="1930"/>
                </a:lnTo>
                <a:lnTo>
                  <a:pt x="3905" y="1930"/>
                </a:lnTo>
                <a:lnTo>
                  <a:pt x="2915" y="2917"/>
                </a:lnTo>
                <a:lnTo>
                  <a:pt x="3307" y="3307"/>
                </a:lnTo>
                <a:lnTo>
                  <a:pt x="4961" y="1653"/>
                </a:lnTo>
                <a:lnTo>
                  <a:pt x="3307" y="0"/>
                </a:lnTo>
                <a:lnTo>
                  <a:pt x="2917" y="389"/>
                </a:lnTo>
                <a:close/>
                <a:moveTo>
                  <a:pt x="5235" y="0"/>
                </a:moveTo>
                <a:lnTo>
                  <a:pt x="5235" y="3307"/>
                </a:lnTo>
                <a:lnTo>
                  <a:pt x="5788" y="3307"/>
                </a:lnTo>
                <a:lnTo>
                  <a:pt x="5788" y="0"/>
                </a:lnTo>
                <a:lnTo>
                  <a:pt x="523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eyboard Voic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73971" cy="914400"/>
          </a:xfrm>
          <a:custGeom>
            <a:avLst/>
            <a:gdLst>
              <a:gd name="T0" fmla="*/ 817 w 1634"/>
              <a:gd name="T1" fmla="*/ 1400 h 2217"/>
              <a:gd name="T2" fmla="*/ 1166 w 1634"/>
              <a:gd name="T3" fmla="*/ 1050 h 2217"/>
              <a:gd name="T4" fmla="*/ 1167 w 1634"/>
              <a:gd name="T5" fmla="*/ 350 h 2217"/>
              <a:gd name="T6" fmla="*/ 817 w 1634"/>
              <a:gd name="T7" fmla="*/ 0 h 2217"/>
              <a:gd name="T8" fmla="*/ 467 w 1634"/>
              <a:gd name="T9" fmla="*/ 350 h 2217"/>
              <a:gd name="T10" fmla="*/ 467 w 1634"/>
              <a:gd name="T11" fmla="*/ 1050 h 2217"/>
              <a:gd name="T12" fmla="*/ 817 w 1634"/>
              <a:gd name="T13" fmla="*/ 1400 h 2217"/>
              <a:gd name="T14" fmla="*/ 1435 w 1634"/>
              <a:gd name="T15" fmla="*/ 1050 h 2217"/>
              <a:gd name="T16" fmla="*/ 817 w 1634"/>
              <a:gd name="T17" fmla="*/ 1645 h 2217"/>
              <a:gd name="T18" fmla="*/ 199 w 1634"/>
              <a:gd name="T19" fmla="*/ 1050 h 2217"/>
              <a:gd name="T20" fmla="*/ 0 w 1634"/>
              <a:gd name="T21" fmla="*/ 1050 h 2217"/>
              <a:gd name="T22" fmla="*/ 700 w 1634"/>
              <a:gd name="T23" fmla="*/ 1834 h 2217"/>
              <a:gd name="T24" fmla="*/ 700 w 1634"/>
              <a:gd name="T25" fmla="*/ 2217 h 2217"/>
              <a:gd name="T26" fmla="*/ 934 w 1634"/>
              <a:gd name="T27" fmla="*/ 2217 h 2217"/>
              <a:gd name="T28" fmla="*/ 934 w 1634"/>
              <a:gd name="T29" fmla="*/ 1834 h 2217"/>
              <a:gd name="T30" fmla="*/ 1634 w 1634"/>
              <a:gd name="T31" fmla="*/ 1050 h 2217"/>
              <a:gd name="T32" fmla="*/ 1435 w 1634"/>
              <a:gd name="T33" fmla="*/ 1050 h 2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634" h="2217">
                <a:moveTo>
                  <a:pt x="817" y="1400"/>
                </a:moveTo>
                <a:cubicBezTo>
                  <a:pt x="1011" y="1400"/>
                  <a:pt x="1166" y="1244"/>
                  <a:pt x="1166" y="1050"/>
                </a:cubicBezTo>
                <a:cubicBezTo>
                  <a:pt x="1167" y="350"/>
                  <a:pt x="1167" y="350"/>
                  <a:pt x="1167" y="350"/>
                </a:cubicBezTo>
                <a:cubicBezTo>
                  <a:pt x="1167" y="156"/>
                  <a:pt x="1011" y="0"/>
                  <a:pt x="817" y="0"/>
                </a:cubicBezTo>
                <a:cubicBezTo>
                  <a:pt x="623" y="0"/>
                  <a:pt x="467" y="156"/>
                  <a:pt x="467" y="350"/>
                </a:cubicBezTo>
                <a:cubicBezTo>
                  <a:pt x="467" y="1050"/>
                  <a:pt x="467" y="1050"/>
                  <a:pt x="467" y="1050"/>
                </a:cubicBezTo>
                <a:cubicBezTo>
                  <a:pt x="467" y="1244"/>
                  <a:pt x="623" y="1400"/>
                  <a:pt x="817" y="1400"/>
                </a:cubicBezTo>
                <a:close/>
                <a:moveTo>
                  <a:pt x="1435" y="1050"/>
                </a:moveTo>
                <a:cubicBezTo>
                  <a:pt x="1435" y="1400"/>
                  <a:pt x="1139" y="1645"/>
                  <a:pt x="817" y="1645"/>
                </a:cubicBezTo>
                <a:cubicBezTo>
                  <a:pt x="495" y="1645"/>
                  <a:pt x="199" y="1400"/>
                  <a:pt x="199" y="1050"/>
                </a:cubicBezTo>
                <a:cubicBezTo>
                  <a:pt x="0" y="1050"/>
                  <a:pt x="0" y="1050"/>
                  <a:pt x="0" y="1050"/>
                </a:cubicBezTo>
                <a:cubicBezTo>
                  <a:pt x="0" y="1449"/>
                  <a:pt x="318" y="1777"/>
                  <a:pt x="700" y="1834"/>
                </a:cubicBezTo>
                <a:cubicBezTo>
                  <a:pt x="700" y="2217"/>
                  <a:pt x="700" y="2217"/>
                  <a:pt x="700" y="2217"/>
                </a:cubicBezTo>
                <a:cubicBezTo>
                  <a:pt x="934" y="2217"/>
                  <a:pt x="934" y="2217"/>
                  <a:pt x="934" y="2217"/>
                </a:cubicBezTo>
                <a:cubicBezTo>
                  <a:pt x="934" y="1834"/>
                  <a:pt x="934" y="1834"/>
                  <a:pt x="934" y="1834"/>
                </a:cubicBezTo>
                <a:cubicBezTo>
                  <a:pt x="1316" y="1778"/>
                  <a:pt x="1634" y="1449"/>
                  <a:pt x="1634" y="1050"/>
                </a:cubicBezTo>
                <a:lnTo>
                  <a:pt x="1435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apto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416"/>
          </a:xfrm>
          <a:custGeom>
            <a:avLst/>
            <a:gdLst>
              <a:gd name="T0" fmla="*/ 2333 w 2800"/>
              <a:gd name="T1" fmla="*/ 1633 h 1866"/>
              <a:gd name="T2" fmla="*/ 2567 w 2800"/>
              <a:gd name="T3" fmla="*/ 1400 h 1866"/>
              <a:gd name="T4" fmla="*/ 2567 w 2800"/>
              <a:gd name="T5" fmla="*/ 233 h 1866"/>
              <a:gd name="T6" fmla="*/ 2333 w 2800"/>
              <a:gd name="T7" fmla="*/ 0 h 1866"/>
              <a:gd name="T8" fmla="*/ 467 w 2800"/>
              <a:gd name="T9" fmla="*/ 0 h 1866"/>
              <a:gd name="T10" fmla="*/ 233 w 2800"/>
              <a:gd name="T11" fmla="*/ 233 h 1866"/>
              <a:gd name="T12" fmla="*/ 233 w 2800"/>
              <a:gd name="T13" fmla="*/ 1400 h 1866"/>
              <a:gd name="T14" fmla="*/ 467 w 2800"/>
              <a:gd name="T15" fmla="*/ 1633 h 1866"/>
              <a:gd name="T16" fmla="*/ 0 w 2800"/>
              <a:gd name="T17" fmla="*/ 1633 h 1866"/>
              <a:gd name="T18" fmla="*/ 0 w 2800"/>
              <a:gd name="T19" fmla="*/ 1866 h 1866"/>
              <a:gd name="T20" fmla="*/ 2800 w 2800"/>
              <a:gd name="T21" fmla="*/ 1866 h 1866"/>
              <a:gd name="T22" fmla="*/ 2800 w 2800"/>
              <a:gd name="T23" fmla="*/ 1633 h 1866"/>
              <a:gd name="T24" fmla="*/ 2333 w 2800"/>
              <a:gd name="T25" fmla="*/ 1633 h 1866"/>
              <a:gd name="T26" fmla="*/ 467 w 2800"/>
              <a:gd name="T27" fmla="*/ 233 h 1866"/>
              <a:gd name="T28" fmla="*/ 2333 w 2800"/>
              <a:gd name="T29" fmla="*/ 233 h 1866"/>
              <a:gd name="T30" fmla="*/ 2333 w 2800"/>
              <a:gd name="T31" fmla="*/ 1400 h 1866"/>
              <a:gd name="T32" fmla="*/ 467 w 2800"/>
              <a:gd name="T33" fmla="*/ 1400 h 1866"/>
              <a:gd name="T34" fmla="*/ 467 w 2800"/>
              <a:gd name="T35" fmla="*/ 23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800" h="1866">
                <a:moveTo>
                  <a:pt x="2333" y="1633"/>
                </a:moveTo>
                <a:cubicBezTo>
                  <a:pt x="2462" y="1633"/>
                  <a:pt x="2567" y="1528"/>
                  <a:pt x="2567" y="1400"/>
                </a:cubicBezTo>
                <a:cubicBezTo>
                  <a:pt x="2567" y="233"/>
                  <a:pt x="2567" y="233"/>
                  <a:pt x="2567" y="233"/>
                </a:cubicBezTo>
                <a:cubicBezTo>
                  <a:pt x="2567" y="105"/>
                  <a:pt x="2462" y="0"/>
                  <a:pt x="2333" y="0"/>
                </a:cubicBezTo>
                <a:cubicBezTo>
                  <a:pt x="467" y="0"/>
                  <a:pt x="467" y="0"/>
                  <a:pt x="467" y="0"/>
                </a:cubicBezTo>
                <a:cubicBezTo>
                  <a:pt x="338" y="0"/>
                  <a:pt x="233" y="105"/>
                  <a:pt x="233" y="233"/>
                </a:cubicBezTo>
                <a:cubicBezTo>
                  <a:pt x="233" y="1400"/>
                  <a:pt x="233" y="1400"/>
                  <a:pt x="233" y="1400"/>
                </a:cubicBezTo>
                <a:cubicBezTo>
                  <a:pt x="233" y="1528"/>
                  <a:pt x="338" y="1633"/>
                  <a:pt x="467" y="16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866"/>
                  <a:pt x="0" y="1866"/>
                  <a:pt x="0" y="1866"/>
                </a:cubicBezTo>
                <a:cubicBezTo>
                  <a:pt x="2800" y="1866"/>
                  <a:pt x="2800" y="1866"/>
                  <a:pt x="2800" y="1866"/>
                </a:cubicBezTo>
                <a:cubicBezTo>
                  <a:pt x="2800" y="1633"/>
                  <a:pt x="2800" y="1633"/>
                  <a:pt x="2800" y="1633"/>
                </a:cubicBezTo>
                <a:lnTo>
                  <a:pt x="2333" y="1633"/>
                </a:lnTo>
                <a:close/>
                <a:moveTo>
                  <a:pt x="467" y="233"/>
                </a:moveTo>
                <a:cubicBezTo>
                  <a:pt x="2333" y="233"/>
                  <a:pt x="2333" y="233"/>
                  <a:pt x="2333" y="233"/>
                </a:cubicBezTo>
                <a:cubicBezTo>
                  <a:pt x="2333" y="1400"/>
                  <a:pt x="2333" y="1400"/>
                  <a:pt x="2333" y="1400"/>
                </a:cubicBezTo>
                <a:cubicBezTo>
                  <a:pt x="467" y="1400"/>
                  <a:pt x="467" y="1400"/>
                  <a:pt x="467" y="1400"/>
                </a:cubicBezTo>
                <a:lnTo>
                  <a:pt x="467" y="2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aptop Chromeboo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47573"/>
          </a:xfrm>
          <a:custGeom>
            <a:avLst/>
            <a:gdLst>
              <a:gd name="T0" fmla="*/ 6064 w 6614"/>
              <a:gd name="T1" fmla="*/ 4134 h 4684"/>
              <a:gd name="T2" fmla="*/ 6064 w 6614"/>
              <a:gd name="T3" fmla="*/ 0 h 4684"/>
              <a:gd name="T4" fmla="*/ 550 w 6614"/>
              <a:gd name="T5" fmla="*/ 0 h 4684"/>
              <a:gd name="T6" fmla="*/ 550 w 6614"/>
              <a:gd name="T7" fmla="*/ 4134 h 4684"/>
              <a:gd name="T8" fmla="*/ 0 w 6614"/>
              <a:gd name="T9" fmla="*/ 4134 h 4684"/>
              <a:gd name="T10" fmla="*/ 0 w 6614"/>
              <a:gd name="T11" fmla="*/ 4684 h 4684"/>
              <a:gd name="T12" fmla="*/ 6614 w 6614"/>
              <a:gd name="T13" fmla="*/ 4684 h 4684"/>
              <a:gd name="T14" fmla="*/ 6614 w 6614"/>
              <a:gd name="T15" fmla="*/ 4134 h 4684"/>
              <a:gd name="T16" fmla="*/ 6064 w 6614"/>
              <a:gd name="T17" fmla="*/ 4134 h 4684"/>
              <a:gd name="T18" fmla="*/ 3857 w 6614"/>
              <a:gd name="T19" fmla="*/ 4134 h 4684"/>
              <a:gd name="T20" fmla="*/ 2756 w 6614"/>
              <a:gd name="T21" fmla="*/ 4134 h 4684"/>
              <a:gd name="T22" fmla="*/ 2756 w 6614"/>
              <a:gd name="T23" fmla="*/ 3857 h 4684"/>
              <a:gd name="T24" fmla="*/ 3857 w 6614"/>
              <a:gd name="T25" fmla="*/ 3857 h 4684"/>
              <a:gd name="T26" fmla="*/ 3857 w 6614"/>
              <a:gd name="T27" fmla="*/ 4134 h 4684"/>
              <a:gd name="T28" fmla="*/ 5511 w 6614"/>
              <a:gd name="T29" fmla="*/ 3307 h 4684"/>
              <a:gd name="T30" fmla="*/ 1103 w 6614"/>
              <a:gd name="T31" fmla="*/ 3307 h 4684"/>
              <a:gd name="T32" fmla="*/ 1103 w 6614"/>
              <a:gd name="T33" fmla="*/ 550 h 4684"/>
              <a:gd name="T34" fmla="*/ 5511 w 6614"/>
              <a:gd name="T35" fmla="*/ 550 h 4684"/>
              <a:gd name="T36" fmla="*/ 5511 w 6614"/>
              <a:gd name="T37" fmla="*/ 3307 h 46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614" h="4684">
                <a:moveTo>
                  <a:pt x="6064" y="4134"/>
                </a:moveTo>
                <a:lnTo>
                  <a:pt x="6064" y="0"/>
                </a:lnTo>
                <a:lnTo>
                  <a:pt x="550" y="0"/>
                </a:lnTo>
                <a:lnTo>
                  <a:pt x="550" y="4134"/>
                </a:lnTo>
                <a:lnTo>
                  <a:pt x="0" y="4134"/>
                </a:lnTo>
                <a:lnTo>
                  <a:pt x="0" y="4684"/>
                </a:lnTo>
                <a:lnTo>
                  <a:pt x="6614" y="4684"/>
                </a:lnTo>
                <a:lnTo>
                  <a:pt x="6614" y="4134"/>
                </a:lnTo>
                <a:lnTo>
                  <a:pt x="6064" y="4134"/>
                </a:lnTo>
                <a:close/>
                <a:moveTo>
                  <a:pt x="3857" y="4134"/>
                </a:moveTo>
                <a:lnTo>
                  <a:pt x="2756" y="4134"/>
                </a:lnTo>
                <a:lnTo>
                  <a:pt x="2756" y="3857"/>
                </a:lnTo>
                <a:lnTo>
                  <a:pt x="3857" y="3857"/>
                </a:lnTo>
                <a:lnTo>
                  <a:pt x="3857" y="4134"/>
                </a:lnTo>
                <a:close/>
                <a:moveTo>
                  <a:pt x="5511" y="3307"/>
                </a:moveTo>
                <a:lnTo>
                  <a:pt x="1103" y="3307"/>
                </a:lnTo>
                <a:lnTo>
                  <a:pt x="1103" y="550"/>
                </a:lnTo>
                <a:lnTo>
                  <a:pt x="5511" y="550"/>
                </a:lnTo>
                <a:lnTo>
                  <a:pt x="5511" y="33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aptop Mac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47573"/>
          </a:xfrm>
          <a:custGeom>
            <a:avLst/>
            <a:gdLst>
              <a:gd name="T0" fmla="*/ 2333 w 2800"/>
              <a:gd name="T1" fmla="*/ 1750 h 1983"/>
              <a:gd name="T2" fmla="*/ 2566 w 2800"/>
              <a:gd name="T3" fmla="*/ 1517 h 1983"/>
              <a:gd name="T4" fmla="*/ 2567 w 2800"/>
              <a:gd name="T5" fmla="*/ 233 h 1983"/>
              <a:gd name="T6" fmla="*/ 2333 w 2800"/>
              <a:gd name="T7" fmla="*/ 0 h 1983"/>
              <a:gd name="T8" fmla="*/ 467 w 2800"/>
              <a:gd name="T9" fmla="*/ 0 h 1983"/>
              <a:gd name="T10" fmla="*/ 233 w 2800"/>
              <a:gd name="T11" fmla="*/ 233 h 1983"/>
              <a:gd name="T12" fmla="*/ 233 w 2800"/>
              <a:gd name="T13" fmla="*/ 1517 h 1983"/>
              <a:gd name="T14" fmla="*/ 467 w 2800"/>
              <a:gd name="T15" fmla="*/ 1750 h 1983"/>
              <a:gd name="T16" fmla="*/ 0 w 2800"/>
              <a:gd name="T17" fmla="*/ 1750 h 1983"/>
              <a:gd name="T18" fmla="*/ 233 w 2800"/>
              <a:gd name="T19" fmla="*/ 1983 h 1983"/>
              <a:gd name="T20" fmla="*/ 2567 w 2800"/>
              <a:gd name="T21" fmla="*/ 1983 h 1983"/>
              <a:gd name="T22" fmla="*/ 2800 w 2800"/>
              <a:gd name="T23" fmla="*/ 1750 h 1983"/>
              <a:gd name="T24" fmla="*/ 2333 w 2800"/>
              <a:gd name="T25" fmla="*/ 1750 h 1983"/>
              <a:gd name="T26" fmla="*/ 467 w 2800"/>
              <a:gd name="T27" fmla="*/ 233 h 1983"/>
              <a:gd name="T28" fmla="*/ 2333 w 2800"/>
              <a:gd name="T29" fmla="*/ 233 h 1983"/>
              <a:gd name="T30" fmla="*/ 2333 w 2800"/>
              <a:gd name="T31" fmla="*/ 1517 h 1983"/>
              <a:gd name="T32" fmla="*/ 467 w 2800"/>
              <a:gd name="T33" fmla="*/ 1517 h 1983"/>
              <a:gd name="T34" fmla="*/ 467 w 2800"/>
              <a:gd name="T35" fmla="*/ 233 h 1983"/>
              <a:gd name="T36" fmla="*/ 1400 w 2800"/>
              <a:gd name="T37" fmla="*/ 1867 h 1983"/>
              <a:gd name="T38" fmla="*/ 1283 w 2800"/>
              <a:gd name="T39" fmla="*/ 1750 h 1983"/>
              <a:gd name="T40" fmla="*/ 1400 w 2800"/>
              <a:gd name="T41" fmla="*/ 1633 h 1983"/>
              <a:gd name="T42" fmla="*/ 1517 w 2800"/>
              <a:gd name="T43" fmla="*/ 1750 h 1983"/>
              <a:gd name="T44" fmla="*/ 1400 w 2800"/>
              <a:gd name="T45" fmla="*/ 1867 h 19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800" h="1983">
                <a:moveTo>
                  <a:pt x="2333" y="1750"/>
                </a:moveTo>
                <a:cubicBezTo>
                  <a:pt x="2462" y="1750"/>
                  <a:pt x="2566" y="1645"/>
                  <a:pt x="2566" y="1517"/>
                </a:cubicBezTo>
                <a:cubicBezTo>
                  <a:pt x="2567" y="233"/>
                  <a:pt x="2567" y="233"/>
                  <a:pt x="2567" y="233"/>
                </a:cubicBezTo>
                <a:cubicBezTo>
                  <a:pt x="2567" y="105"/>
                  <a:pt x="2462" y="0"/>
                  <a:pt x="2333" y="0"/>
                </a:cubicBezTo>
                <a:cubicBezTo>
                  <a:pt x="467" y="0"/>
                  <a:pt x="467" y="0"/>
                  <a:pt x="467" y="0"/>
                </a:cubicBezTo>
                <a:cubicBezTo>
                  <a:pt x="338" y="0"/>
                  <a:pt x="233" y="105"/>
                  <a:pt x="233" y="233"/>
                </a:cubicBezTo>
                <a:cubicBezTo>
                  <a:pt x="233" y="1517"/>
                  <a:pt x="233" y="1517"/>
                  <a:pt x="233" y="1517"/>
                </a:cubicBezTo>
                <a:cubicBezTo>
                  <a:pt x="233" y="1645"/>
                  <a:pt x="338" y="1750"/>
                  <a:pt x="467" y="1750"/>
                </a:cubicBezTo>
                <a:cubicBezTo>
                  <a:pt x="0" y="1750"/>
                  <a:pt x="0" y="1750"/>
                  <a:pt x="0" y="1750"/>
                </a:cubicBezTo>
                <a:cubicBezTo>
                  <a:pt x="0" y="1878"/>
                  <a:pt x="105" y="1983"/>
                  <a:pt x="233" y="1983"/>
                </a:cubicBezTo>
                <a:cubicBezTo>
                  <a:pt x="2567" y="1983"/>
                  <a:pt x="2567" y="1983"/>
                  <a:pt x="2567" y="1983"/>
                </a:cubicBezTo>
                <a:cubicBezTo>
                  <a:pt x="2695" y="1983"/>
                  <a:pt x="2800" y="1878"/>
                  <a:pt x="2800" y="1750"/>
                </a:cubicBezTo>
                <a:lnTo>
                  <a:pt x="2333" y="1750"/>
                </a:lnTo>
                <a:close/>
                <a:moveTo>
                  <a:pt x="467" y="233"/>
                </a:moveTo>
                <a:cubicBezTo>
                  <a:pt x="2333" y="233"/>
                  <a:pt x="2333" y="233"/>
                  <a:pt x="2333" y="233"/>
                </a:cubicBezTo>
                <a:cubicBezTo>
                  <a:pt x="2333" y="1517"/>
                  <a:pt x="2333" y="1517"/>
                  <a:pt x="2333" y="1517"/>
                </a:cubicBezTo>
                <a:cubicBezTo>
                  <a:pt x="467" y="1517"/>
                  <a:pt x="467" y="1517"/>
                  <a:pt x="467" y="1517"/>
                </a:cubicBezTo>
                <a:lnTo>
                  <a:pt x="467" y="233"/>
                </a:lnTo>
                <a:close/>
                <a:moveTo>
                  <a:pt x="1400" y="1867"/>
                </a:moveTo>
                <a:cubicBezTo>
                  <a:pt x="1336" y="1867"/>
                  <a:pt x="1283" y="1814"/>
                  <a:pt x="1283" y="1750"/>
                </a:cubicBezTo>
                <a:cubicBezTo>
                  <a:pt x="1283" y="1686"/>
                  <a:pt x="1336" y="1633"/>
                  <a:pt x="1400" y="1633"/>
                </a:cubicBezTo>
                <a:cubicBezTo>
                  <a:pt x="1464" y="1633"/>
                  <a:pt x="1517" y="1686"/>
                  <a:pt x="1517" y="1750"/>
                </a:cubicBezTo>
                <a:cubicBezTo>
                  <a:pt x="1517" y="1814"/>
                  <a:pt x="1464" y="1867"/>
                  <a:pt x="1400" y="18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aptop Window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47573"/>
          </a:xfrm>
          <a:custGeom>
            <a:avLst/>
            <a:gdLst>
              <a:gd name="T0" fmla="*/ 2333 w 2800"/>
              <a:gd name="T1" fmla="*/ 1750 h 1983"/>
              <a:gd name="T2" fmla="*/ 2333 w 2800"/>
              <a:gd name="T3" fmla="*/ 1633 h 1983"/>
              <a:gd name="T4" fmla="*/ 2566 w 2800"/>
              <a:gd name="T5" fmla="*/ 1400 h 1983"/>
              <a:gd name="T6" fmla="*/ 2567 w 2800"/>
              <a:gd name="T7" fmla="*/ 233 h 1983"/>
              <a:gd name="T8" fmla="*/ 2333 w 2800"/>
              <a:gd name="T9" fmla="*/ 0 h 1983"/>
              <a:gd name="T10" fmla="*/ 467 w 2800"/>
              <a:gd name="T11" fmla="*/ 0 h 1983"/>
              <a:gd name="T12" fmla="*/ 233 w 2800"/>
              <a:gd name="T13" fmla="*/ 233 h 1983"/>
              <a:gd name="T14" fmla="*/ 233 w 2800"/>
              <a:gd name="T15" fmla="*/ 1400 h 1983"/>
              <a:gd name="T16" fmla="*/ 467 w 2800"/>
              <a:gd name="T17" fmla="*/ 1633 h 1983"/>
              <a:gd name="T18" fmla="*/ 467 w 2800"/>
              <a:gd name="T19" fmla="*/ 1750 h 1983"/>
              <a:gd name="T20" fmla="*/ 0 w 2800"/>
              <a:gd name="T21" fmla="*/ 1750 h 1983"/>
              <a:gd name="T22" fmla="*/ 0 w 2800"/>
              <a:gd name="T23" fmla="*/ 1983 h 1983"/>
              <a:gd name="T24" fmla="*/ 2800 w 2800"/>
              <a:gd name="T25" fmla="*/ 1983 h 1983"/>
              <a:gd name="T26" fmla="*/ 2800 w 2800"/>
              <a:gd name="T27" fmla="*/ 1750 h 1983"/>
              <a:gd name="T28" fmla="*/ 2333 w 2800"/>
              <a:gd name="T29" fmla="*/ 1750 h 1983"/>
              <a:gd name="T30" fmla="*/ 467 w 2800"/>
              <a:gd name="T31" fmla="*/ 233 h 1983"/>
              <a:gd name="T32" fmla="*/ 2333 w 2800"/>
              <a:gd name="T33" fmla="*/ 233 h 1983"/>
              <a:gd name="T34" fmla="*/ 2333 w 2800"/>
              <a:gd name="T35" fmla="*/ 1400 h 1983"/>
              <a:gd name="T36" fmla="*/ 467 w 2800"/>
              <a:gd name="T37" fmla="*/ 1400 h 1983"/>
              <a:gd name="T38" fmla="*/ 467 w 2800"/>
              <a:gd name="T39" fmla="*/ 233 h 19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800" h="1983">
                <a:moveTo>
                  <a:pt x="2333" y="1750"/>
                </a:moveTo>
                <a:cubicBezTo>
                  <a:pt x="2333" y="1633"/>
                  <a:pt x="2333" y="1633"/>
                  <a:pt x="2333" y="1633"/>
                </a:cubicBezTo>
                <a:cubicBezTo>
                  <a:pt x="2462" y="1633"/>
                  <a:pt x="2566" y="1528"/>
                  <a:pt x="2566" y="1400"/>
                </a:cubicBezTo>
                <a:cubicBezTo>
                  <a:pt x="2567" y="233"/>
                  <a:pt x="2567" y="233"/>
                  <a:pt x="2567" y="233"/>
                </a:cubicBezTo>
                <a:cubicBezTo>
                  <a:pt x="2567" y="105"/>
                  <a:pt x="2462" y="0"/>
                  <a:pt x="2333" y="0"/>
                </a:cubicBezTo>
                <a:cubicBezTo>
                  <a:pt x="467" y="0"/>
                  <a:pt x="467" y="0"/>
                  <a:pt x="467" y="0"/>
                </a:cubicBezTo>
                <a:cubicBezTo>
                  <a:pt x="338" y="0"/>
                  <a:pt x="233" y="105"/>
                  <a:pt x="233" y="233"/>
                </a:cubicBezTo>
                <a:cubicBezTo>
                  <a:pt x="233" y="1400"/>
                  <a:pt x="233" y="1400"/>
                  <a:pt x="233" y="1400"/>
                </a:cubicBezTo>
                <a:cubicBezTo>
                  <a:pt x="233" y="1528"/>
                  <a:pt x="338" y="1633"/>
                  <a:pt x="467" y="1633"/>
                </a:cubicBezTo>
                <a:cubicBezTo>
                  <a:pt x="467" y="1750"/>
                  <a:pt x="467" y="1750"/>
                  <a:pt x="467" y="1750"/>
                </a:cubicBezTo>
                <a:cubicBezTo>
                  <a:pt x="0" y="1750"/>
                  <a:pt x="0" y="1750"/>
                  <a:pt x="0" y="1750"/>
                </a:cubicBezTo>
                <a:cubicBezTo>
                  <a:pt x="0" y="1983"/>
                  <a:pt x="0" y="1983"/>
                  <a:pt x="0" y="1983"/>
                </a:cubicBezTo>
                <a:cubicBezTo>
                  <a:pt x="2800" y="1983"/>
                  <a:pt x="2800" y="1983"/>
                  <a:pt x="2800" y="1983"/>
                </a:cubicBezTo>
                <a:cubicBezTo>
                  <a:pt x="2800" y="1750"/>
                  <a:pt x="2800" y="1750"/>
                  <a:pt x="2800" y="1750"/>
                </a:cubicBezTo>
                <a:lnTo>
                  <a:pt x="2333" y="1750"/>
                </a:lnTo>
                <a:close/>
                <a:moveTo>
                  <a:pt x="467" y="233"/>
                </a:moveTo>
                <a:cubicBezTo>
                  <a:pt x="2333" y="233"/>
                  <a:pt x="2333" y="233"/>
                  <a:pt x="2333" y="233"/>
                </a:cubicBezTo>
                <a:cubicBezTo>
                  <a:pt x="2333" y="1400"/>
                  <a:pt x="2333" y="1400"/>
                  <a:pt x="2333" y="1400"/>
                </a:cubicBezTo>
                <a:cubicBezTo>
                  <a:pt x="467" y="1400"/>
                  <a:pt x="467" y="1400"/>
                  <a:pt x="467" y="1400"/>
                </a:cubicBezTo>
                <a:lnTo>
                  <a:pt x="467" y="2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mor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400 w 2100"/>
              <a:gd name="T1" fmla="*/ 700 h 2100"/>
              <a:gd name="T2" fmla="*/ 700 w 2100"/>
              <a:gd name="T3" fmla="*/ 700 h 2100"/>
              <a:gd name="T4" fmla="*/ 700 w 2100"/>
              <a:gd name="T5" fmla="*/ 1400 h 2100"/>
              <a:gd name="T6" fmla="*/ 1400 w 2100"/>
              <a:gd name="T7" fmla="*/ 1400 h 2100"/>
              <a:gd name="T8" fmla="*/ 1400 w 2100"/>
              <a:gd name="T9" fmla="*/ 700 h 2100"/>
              <a:gd name="T10" fmla="*/ 1167 w 2100"/>
              <a:gd name="T11" fmla="*/ 1167 h 2100"/>
              <a:gd name="T12" fmla="*/ 933 w 2100"/>
              <a:gd name="T13" fmla="*/ 1167 h 2100"/>
              <a:gd name="T14" fmla="*/ 933 w 2100"/>
              <a:gd name="T15" fmla="*/ 933 h 2100"/>
              <a:gd name="T16" fmla="*/ 1167 w 2100"/>
              <a:gd name="T17" fmla="*/ 933 h 2100"/>
              <a:gd name="T18" fmla="*/ 1167 w 2100"/>
              <a:gd name="T19" fmla="*/ 1167 h 2100"/>
              <a:gd name="T20" fmla="*/ 2100 w 2100"/>
              <a:gd name="T21" fmla="*/ 933 h 2100"/>
              <a:gd name="T22" fmla="*/ 2100 w 2100"/>
              <a:gd name="T23" fmla="*/ 700 h 2100"/>
              <a:gd name="T24" fmla="*/ 1867 w 2100"/>
              <a:gd name="T25" fmla="*/ 700 h 2100"/>
              <a:gd name="T26" fmla="*/ 1867 w 2100"/>
              <a:gd name="T27" fmla="*/ 467 h 2100"/>
              <a:gd name="T28" fmla="*/ 1633 w 2100"/>
              <a:gd name="T29" fmla="*/ 233 h 2100"/>
              <a:gd name="T30" fmla="*/ 1400 w 2100"/>
              <a:gd name="T31" fmla="*/ 233 h 2100"/>
              <a:gd name="T32" fmla="*/ 1400 w 2100"/>
              <a:gd name="T33" fmla="*/ 0 h 2100"/>
              <a:gd name="T34" fmla="*/ 1167 w 2100"/>
              <a:gd name="T35" fmla="*/ 0 h 2100"/>
              <a:gd name="T36" fmla="*/ 1167 w 2100"/>
              <a:gd name="T37" fmla="*/ 233 h 2100"/>
              <a:gd name="T38" fmla="*/ 933 w 2100"/>
              <a:gd name="T39" fmla="*/ 233 h 2100"/>
              <a:gd name="T40" fmla="*/ 933 w 2100"/>
              <a:gd name="T41" fmla="*/ 0 h 2100"/>
              <a:gd name="T42" fmla="*/ 700 w 2100"/>
              <a:gd name="T43" fmla="*/ 0 h 2100"/>
              <a:gd name="T44" fmla="*/ 700 w 2100"/>
              <a:gd name="T45" fmla="*/ 233 h 2100"/>
              <a:gd name="T46" fmla="*/ 467 w 2100"/>
              <a:gd name="T47" fmla="*/ 233 h 2100"/>
              <a:gd name="T48" fmla="*/ 233 w 2100"/>
              <a:gd name="T49" fmla="*/ 467 h 2100"/>
              <a:gd name="T50" fmla="*/ 233 w 2100"/>
              <a:gd name="T51" fmla="*/ 700 h 2100"/>
              <a:gd name="T52" fmla="*/ 0 w 2100"/>
              <a:gd name="T53" fmla="*/ 700 h 2100"/>
              <a:gd name="T54" fmla="*/ 0 w 2100"/>
              <a:gd name="T55" fmla="*/ 933 h 2100"/>
              <a:gd name="T56" fmla="*/ 233 w 2100"/>
              <a:gd name="T57" fmla="*/ 933 h 2100"/>
              <a:gd name="T58" fmla="*/ 233 w 2100"/>
              <a:gd name="T59" fmla="*/ 1167 h 2100"/>
              <a:gd name="T60" fmla="*/ 0 w 2100"/>
              <a:gd name="T61" fmla="*/ 1167 h 2100"/>
              <a:gd name="T62" fmla="*/ 0 w 2100"/>
              <a:gd name="T63" fmla="*/ 1400 h 2100"/>
              <a:gd name="T64" fmla="*/ 233 w 2100"/>
              <a:gd name="T65" fmla="*/ 1400 h 2100"/>
              <a:gd name="T66" fmla="*/ 233 w 2100"/>
              <a:gd name="T67" fmla="*/ 1633 h 2100"/>
              <a:gd name="T68" fmla="*/ 467 w 2100"/>
              <a:gd name="T69" fmla="*/ 1867 h 2100"/>
              <a:gd name="T70" fmla="*/ 700 w 2100"/>
              <a:gd name="T71" fmla="*/ 1867 h 2100"/>
              <a:gd name="T72" fmla="*/ 700 w 2100"/>
              <a:gd name="T73" fmla="*/ 2100 h 2100"/>
              <a:gd name="T74" fmla="*/ 933 w 2100"/>
              <a:gd name="T75" fmla="*/ 2100 h 2100"/>
              <a:gd name="T76" fmla="*/ 933 w 2100"/>
              <a:gd name="T77" fmla="*/ 1867 h 2100"/>
              <a:gd name="T78" fmla="*/ 1167 w 2100"/>
              <a:gd name="T79" fmla="*/ 1867 h 2100"/>
              <a:gd name="T80" fmla="*/ 1167 w 2100"/>
              <a:gd name="T81" fmla="*/ 2100 h 2100"/>
              <a:gd name="T82" fmla="*/ 1400 w 2100"/>
              <a:gd name="T83" fmla="*/ 2100 h 2100"/>
              <a:gd name="T84" fmla="*/ 1400 w 2100"/>
              <a:gd name="T85" fmla="*/ 1867 h 2100"/>
              <a:gd name="T86" fmla="*/ 1633 w 2100"/>
              <a:gd name="T87" fmla="*/ 1867 h 2100"/>
              <a:gd name="T88" fmla="*/ 1867 w 2100"/>
              <a:gd name="T89" fmla="*/ 1633 h 2100"/>
              <a:gd name="T90" fmla="*/ 1867 w 2100"/>
              <a:gd name="T91" fmla="*/ 1400 h 2100"/>
              <a:gd name="T92" fmla="*/ 2100 w 2100"/>
              <a:gd name="T93" fmla="*/ 1400 h 2100"/>
              <a:gd name="T94" fmla="*/ 2100 w 2100"/>
              <a:gd name="T95" fmla="*/ 1167 h 2100"/>
              <a:gd name="T96" fmla="*/ 1867 w 2100"/>
              <a:gd name="T97" fmla="*/ 1167 h 2100"/>
              <a:gd name="T98" fmla="*/ 1867 w 2100"/>
              <a:gd name="T99" fmla="*/ 933 h 2100"/>
              <a:gd name="T100" fmla="*/ 2100 w 2100"/>
              <a:gd name="T101" fmla="*/ 933 h 2100"/>
              <a:gd name="T102" fmla="*/ 1633 w 2100"/>
              <a:gd name="T103" fmla="*/ 1633 h 2100"/>
              <a:gd name="T104" fmla="*/ 467 w 2100"/>
              <a:gd name="T105" fmla="*/ 1633 h 2100"/>
              <a:gd name="T106" fmla="*/ 467 w 2100"/>
              <a:gd name="T107" fmla="*/ 467 h 2100"/>
              <a:gd name="T108" fmla="*/ 1633 w 2100"/>
              <a:gd name="T109" fmla="*/ 467 h 2100"/>
              <a:gd name="T110" fmla="*/ 1633 w 2100"/>
              <a:gd name="T111" fmla="*/ 16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100" h="2100">
                <a:moveTo>
                  <a:pt x="1400" y="700"/>
                </a:moveTo>
                <a:cubicBezTo>
                  <a:pt x="700" y="700"/>
                  <a:pt x="700" y="700"/>
                  <a:pt x="700" y="700"/>
                </a:cubicBezTo>
                <a:cubicBezTo>
                  <a:pt x="700" y="1400"/>
                  <a:pt x="700" y="1400"/>
                  <a:pt x="700" y="1400"/>
                </a:cubicBezTo>
                <a:cubicBezTo>
                  <a:pt x="1400" y="1400"/>
                  <a:pt x="1400" y="1400"/>
                  <a:pt x="1400" y="1400"/>
                </a:cubicBezTo>
                <a:lnTo>
                  <a:pt x="1400" y="700"/>
                </a:lnTo>
                <a:close/>
                <a:moveTo>
                  <a:pt x="1167" y="1167"/>
                </a:moveTo>
                <a:cubicBezTo>
                  <a:pt x="933" y="1167"/>
                  <a:pt x="933" y="1167"/>
                  <a:pt x="933" y="1167"/>
                </a:cubicBezTo>
                <a:cubicBezTo>
                  <a:pt x="933" y="933"/>
                  <a:pt x="933" y="933"/>
                  <a:pt x="933" y="933"/>
                </a:cubicBezTo>
                <a:cubicBezTo>
                  <a:pt x="1167" y="933"/>
                  <a:pt x="1167" y="933"/>
                  <a:pt x="1167" y="933"/>
                </a:cubicBezTo>
                <a:lnTo>
                  <a:pt x="1167" y="1167"/>
                </a:lnTo>
                <a:close/>
                <a:moveTo>
                  <a:pt x="2100" y="933"/>
                </a:moveTo>
                <a:cubicBezTo>
                  <a:pt x="2100" y="700"/>
                  <a:pt x="2100" y="700"/>
                  <a:pt x="2100" y="700"/>
                </a:cubicBezTo>
                <a:cubicBezTo>
                  <a:pt x="1867" y="700"/>
                  <a:pt x="1867" y="700"/>
                  <a:pt x="1867" y="700"/>
                </a:cubicBezTo>
                <a:cubicBezTo>
                  <a:pt x="1867" y="467"/>
                  <a:pt x="1867" y="467"/>
                  <a:pt x="1867" y="467"/>
                </a:cubicBezTo>
                <a:cubicBezTo>
                  <a:pt x="1867" y="338"/>
                  <a:pt x="1762" y="233"/>
                  <a:pt x="1633" y="233"/>
                </a:cubicBezTo>
                <a:cubicBezTo>
                  <a:pt x="1400" y="233"/>
                  <a:pt x="1400" y="233"/>
                  <a:pt x="1400" y="233"/>
                </a:cubicBezTo>
                <a:cubicBezTo>
                  <a:pt x="1400" y="0"/>
                  <a:pt x="1400" y="0"/>
                  <a:pt x="1400" y="0"/>
                </a:cubicBezTo>
                <a:cubicBezTo>
                  <a:pt x="1167" y="0"/>
                  <a:pt x="1167" y="0"/>
                  <a:pt x="1167" y="0"/>
                </a:cubicBezTo>
                <a:cubicBezTo>
                  <a:pt x="1167" y="233"/>
                  <a:pt x="1167" y="233"/>
                  <a:pt x="1167" y="233"/>
                </a:cubicBezTo>
                <a:cubicBezTo>
                  <a:pt x="933" y="233"/>
                  <a:pt x="933" y="233"/>
                  <a:pt x="933" y="233"/>
                </a:cubicBezTo>
                <a:cubicBezTo>
                  <a:pt x="933" y="0"/>
                  <a:pt x="933" y="0"/>
                  <a:pt x="933" y="0"/>
                </a:cubicBezTo>
                <a:cubicBezTo>
                  <a:pt x="700" y="0"/>
                  <a:pt x="700" y="0"/>
                  <a:pt x="700" y="0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467" y="233"/>
                  <a:pt x="467" y="233"/>
                  <a:pt x="467" y="233"/>
                </a:cubicBezTo>
                <a:cubicBezTo>
                  <a:pt x="338" y="233"/>
                  <a:pt x="233" y="338"/>
                  <a:pt x="233" y="467"/>
                </a:cubicBezTo>
                <a:cubicBezTo>
                  <a:pt x="233" y="700"/>
                  <a:pt x="233" y="700"/>
                  <a:pt x="233" y="700"/>
                </a:cubicBezTo>
                <a:cubicBezTo>
                  <a:pt x="0" y="700"/>
                  <a:pt x="0" y="700"/>
                  <a:pt x="0" y="700"/>
                </a:cubicBezTo>
                <a:cubicBezTo>
                  <a:pt x="0" y="933"/>
                  <a:pt x="0" y="933"/>
                  <a:pt x="0" y="933"/>
                </a:cubicBezTo>
                <a:cubicBezTo>
                  <a:pt x="233" y="933"/>
                  <a:pt x="233" y="933"/>
                  <a:pt x="233" y="933"/>
                </a:cubicBezTo>
                <a:cubicBezTo>
                  <a:pt x="233" y="1167"/>
                  <a:pt x="233" y="1167"/>
                  <a:pt x="233" y="1167"/>
                </a:cubicBezTo>
                <a:cubicBezTo>
                  <a:pt x="0" y="1167"/>
                  <a:pt x="0" y="1167"/>
                  <a:pt x="0" y="1167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233" y="1400"/>
                  <a:pt x="233" y="1400"/>
                  <a:pt x="233" y="1400"/>
                </a:cubicBezTo>
                <a:cubicBezTo>
                  <a:pt x="233" y="1633"/>
                  <a:pt x="233" y="1633"/>
                  <a:pt x="233" y="1633"/>
                </a:cubicBezTo>
                <a:cubicBezTo>
                  <a:pt x="233" y="1762"/>
                  <a:pt x="338" y="1867"/>
                  <a:pt x="467" y="1867"/>
                </a:cubicBezTo>
                <a:cubicBezTo>
                  <a:pt x="700" y="1867"/>
                  <a:pt x="700" y="1867"/>
                  <a:pt x="700" y="1867"/>
                </a:cubicBezTo>
                <a:cubicBezTo>
                  <a:pt x="700" y="2100"/>
                  <a:pt x="700" y="2100"/>
                  <a:pt x="700" y="2100"/>
                </a:cubicBezTo>
                <a:cubicBezTo>
                  <a:pt x="933" y="2100"/>
                  <a:pt x="933" y="2100"/>
                  <a:pt x="933" y="2100"/>
                </a:cubicBezTo>
                <a:cubicBezTo>
                  <a:pt x="933" y="1867"/>
                  <a:pt x="933" y="1867"/>
                  <a:pt x="933" y="1867"/>
                </a:cubicBezTo>
                <a:cubicBezTo>
                  <a:pt x="1167" y="1867"/>
                  <a:pt x="1167" y="1867"/>
                  <a:pt x="1167" y="1867"/>
                </a:cubicBezTo>
                <a:cubicBezTo>
                  <a:pt x="1167" y="2100"/>
                  <a:pt x="1167" y="2100"/>
                  <a:pt x="1167" y="2100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400" y="1867"/>
                  <a:pt x="1400" y="1867"/>
                  <a:pt x="1400" y="1867"/>
                </a:cubicBezTo>
                <a:cubicBezTo>
                  <a:pt x="1633" y="1867"/>
                  <a:pt x="1633" y="1867"/>
                  <a:pt x="1633" y="1867"/>
                </a:cubicBezTo>
                <a:cubicBezTo>
                  <a:pt x="1762" y="1867"/>
                  <a:pt x="1867" y="1762"/>
                  <a:pt x="1867" y="1633"/>
                </a:cubicBezTo>
                <a:cubicBezTo>
                  <a:pt x="1867" y="1400"/>
                  <a:pt x="1867" y="1400"/>
                  <a:pt x="1867" y="1400"/>
                </a:cubicBezTo>
                <a:cubicBezTo>
                  <a:pt x="2100" y="1400"/>
                  <a:pt x="2100" y="1400"/>
                  <a:pt x="2100" y="1400"/>
                </a:cubicBezTo>
                <a:cubicBezTo>
                  <a:pt x="2100" y="1167"/>
                  <a:pt x="2100" y="1167"/>
                  <a:pt x="2100" y="1167"/>
                </a:cubicBezTo>
                <a:cubicBezTo>
                  <a:pt x="1867" y="1167"/>
                  <a:pt x="1867" y="1167"/>
                  <a:pt x="1867" y="1167"/>
                </a:cubicBezTo>
                <a:cubicBezTo>
                  <a:pt x="1867" y="933"/>
                  <a:pt x="1867" y="933"/>
                  <a:pt x="1867" y="933"/>
                </a:cubicBezTo>
                <a:lnTo>
                  <a:pt x="2100" y="933"/>
                </a:lnTo>
                <a:close/>
                <a:moveTo>
                  <a:pt x="1633" y="1633"/>
                </a:moveTo>
                <a:cubicBezTo>
                  <a:pt x="467" y="1633"/>
                  <a:pt x="467" y="1633"/>
                  <a:pt x="467" y="1633"/>
                </a:cubicBezTo>
                <a:cubicBezTo>
                  <a:pt x="467" y="467"/>
                  <a:pt x="467" y="467"/>
                  <a:pt x="467" y="467"/>
                </a:cubicBezTo>
                <a:cubicBezTo>
                  <a:pt x="1633" y="467"/>
                  <a:pt x="1633" y="467"/>
                  <a:pt x="1633" y="467"/>
                </a:cubicBezTo>
                <a:lnTo>
                  <a:pt x="1633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us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66999" cy="914400"/>
          </a:xfrm>
          <a:custGeom>
            <a:avLst/>
            <a:gdLst>
              <a:gd name="T0" fmla="*/ 1050 w 1866"/>
              <a:gd name="T1" fmla="*/ 0 h 2558"/>
              <a:gd name="T2" fmla="*/ 1050 w 1866"/>
              <a:gd name="T3" fmla="*/ 925 h 2558"/>
              <a:gd name="T4" fmla="*/ 1866 w 1866"/>
              <a:gd name="T5" fmla="*/ 925 h 2558"/>
              <a:gd name="T6" fmla="*/ 1050 w 1866"/>
              <a:gd name="T7" fmla="*/ 0 h 2558"/>
              <a:gd name="T8" fmla="*/ 0 w 1866"/>
              <a:gd name="T9" fmla="*/ 1625 h 2558"/>
              <a:gd name="T10" fmla="*/ 933 w 1866"/>
              <a:gd name="T11" fmla="*/ 2558 h 2558"/>
              <a:gd name="T12" fmla="*/ 1866 w 1866"/>
              <a:gd name="T13" fmla="*/ 1625 h 2558"/>
              <a:gd name="T14" fmla="*/ 1866 w 1866"/>
              <a:gd name="T15" fmla="*/ 1158 h 2558"/>
              <a:gd name="T16" fmla="*/ 0 w 1866"/>
              <a:gd name="T17" fmla="*/ 1158 h 2558"/>
              <a:gd name="T18" fmla="*/ 0 w 1866"/>
              <a:gd name="T19" fmla="*/ 1625 h 2558"/>
              <a:gd name="T20" fmla="*/ 816 w 1866"/>
              <a:gd name="T21" fmla="*/ 0 h 2558"/>
              <a:gd name="T22" fmla="*/ 0 w 1866"/>
              <a:gd name="T23" fmla="*/ 925 h 2558"/>
              <a:gd name="T24" fmla="*/ 816 w 1866"/>
              <a:gd name="T25" fmla="*/ 925 h 2558"/>
              <a:gd name="T26" fmla="*/ 816 w 1866"/>
              <a:gd name="T27" fmla="*/ 0 h 25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866" h="2558">
                <a:moveTo>
                  <a:pt x="1050" y="0"/>
                </a:moveTo>
                <a:cubicBezTo>
                  <a:pt x="1050" y="925"/>
                  <a:pt x="1050" y="925"/>
                  <a:pt x="1050" y="925"/>
                </a:cubicBezTo>
                <a:cubicBezTo>
                  <a:pt x="1866" y="925"/>
                  <a:pt x="1866" y="925"/>
                  <a:pt x="1866" y="925"/>
                </a:cubicBezTo>
                <a:cubicBezTo>
                  <a:pt x="1866" y="449"/>
                  <a:pt x="1510" y="57"/>
                  <a:pt x="1050" y="0"/>
                </a:cubicBezTo>
                <a:close/>
                <a:moveTo>
                  <a:pt x="0" y="1625"/>
                </a:moveTo>
                <a:cubicBezTo>
                  <a:pt x="0" y="2141"/>
                  <a:pt x="417" y="2558"/>
                  <a:pt x="933" y="2558"/>
                </a:cubicBezTo>
                <a:cubicBezTo>
                  <a:pt x="1449" y="2558"/>
                  <a:pt x="1866" y="2141"/>
                  <a:pt x="1866" y="1625"/>
                </a:cubicBezTo>
                <a:cubicBezTo>
                  <a:pt x="1866" y="1158"/>
                  <a:pt x="1866" y="1158"/>
                  <a:pt x="1866" y="1158"/>
                </a:cubicBezTo>
                <a:cubicBezTo>
                  <a:pt x="0" y="1158"/>
                  <a:pt x="0" y="1158"/>
                  <a:pt x="0" y="1158"/>
                </a:cubicBezTo>
                <a:lnTo>
                  <a:pt x="0" y="1625"/>
                </a:lnTo>
                <a:close/>
                <a:moveTo>
                  <a:pt x="816" y="0"/>
                </a:moveTo>
                <a:cubicBezTo>
                  <a:pt x="356" y="57"/>
                  <a:pt x="0" y="449"/>
                  <a:pt x="0" y="925"/>
                </a:cubicBezTo>
                <a:cubicBezTo>
                  <a:pt x="816" y="925"/>
                  <a:pt x="816" y="925"/>
                  <a:pt x="816" y="925"/>
                </a:cubicBezTo>
                <a:lnTo>
                  <a:pt x="81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ne Androi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82343" cy="914400"/>
          </a:xfrm>
          <a:custGeom>
            <a:avLst/>
            <a:gdLst>
              <a:gd name="T0" fmla="*/ 1284 w 1634"/>
              <a:gd name="T1" fmla="*/ 0 h 2566"/>
              <a:gd name="T2" fmla="*/ 350 w 1634"/>
              <a:gd name="T3" fmla="*/ 0 h 2566"/>
              <a:gd name="T4" fmla="*/ 0 w 1634"/>
              <a:gd name="T5" fmla="*/ 350 h 2566"/>
              <a:gd name="T6" fmla="*/ 0 w 1634"/>
              <a:gd name="T7" fmla="*/ 2216 h 2566"/>
              <a:gd name="T8" fmla="*/ 350 w 1634"/>
              <a:gd name="T9" fmla="*/ 2566 h 2566"/>
              <a:gd name="T10" fmla="*/ 1284 w 1634"/>
              <a:gd name="T11" fmla="*/ 2566 h 2566"/>
              <a:gd name="T12" fmla="*/ 1634 w 1634"/>
              <a:gd name="T13" fmla="*/ 2216 h 2566"/>
              <a:gd name="T14" fmla="*/ 1634 w 1634"/>
              <a:gd name="T15" fmla="*/ 350 h 2566"/>
              <a:gd name="T16" fmla="*/ 1284 w 1634"/>
              <a:gd name="T17" fmla="*/ 0 h 2566"/>
              <a:gd name="T18" fmla="*/ 1050 w 1634"/>
              <a:gd name="T19" fmla="*/ 2333 h 2566"/>
              <a:gd name="T20" fmla="*/ 584 w 1634"/>
              <a:gd name="T21" fmla="*/ 2333 h 2566"/>
              <a:gd name="T22" fmla="*/ 584 w 1634"/>
              <a:gd name="T23" fmla="*/ 2216 h 2566"/>
              <a:gd name="T24" fmla="*/ 1050 w 1634"/>
              <a:gd name="T25" fmla="*/ 2216 h 2566"/>
              <a:gd name="T26" fmla="*/ 1050 w 1634"/>
              <a:gd name="T27" fmla="*/ 2333 h 2566"/>
              <a:gd name="T28" fmla="*/ 1430 w 1634"/>
              <a:gd name="T29" fmla="*/ 1983 h 2566"/>
              <a:gd name="T30" fmla="*/ 205 w 1634"/>
              <a:gd name="T31" fmla="*/ 1983 h 2566"/>
              <a:gd name="T32" fmla="*/ 205 w 1634"/>
              <a:gd name="T33" fmla="*/ 350 h 2566"/>
              <a:gd name="T34" fmla="*/ 1430 w 1634"/>
              <a:gd name="T35" fmla="*/ 350 h 2566"/>
              <a:gd name="T36" fmla="*/ 1430 w 1634"/>
              <a:gd name="T37" fmla="*/ 1983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634" h="2566">
                <a:moveTo>
                  <a:pt x="1284" y="0"/>
                </a:moveTo>
                <a:cubicBezTo>
                  <a:pt x="350" y="0"/>
                  <a:pt x="350" y="0"/>
                  <a:pt x="350" y="0"/>
                </a:cubicBezTo>
                <a:cubicBezTo>
                  <a:pt x="157" y="0"/>
                  <a:pt x="0" y="156"/>
                  <a:pt x="0" y="350"/>
                </a:cubicBezTo>
                <a:cubicBezTo>
                  <a:pt x="0" y="2216"/>
                  <a:pt x="0" y="2216"/>
                  <a:pt x="0" y="2216"/>
                </a:cubicBezTo>
                <a:cubicBezTo>
                  <a:pt x="0" y="2410"/>
                  <a:pt x="157" y="2566"/>
                  <a:pt x="350" y="2566"/>
                </a:cubicBezTo>
                <a:cubicBezTo>
                  <a:pt x="1284" y="2566"/>
                  <a:pt x="1284" y="2566"/>
                  <a:pt x="1284" y="2566"/>
                </a:cubicBezTo>
                <a:cubicBezTo>
                  <a:pt x="1477" y="2566"/>
                  <a:pt x="1634" y="2410"/>
                  <a:pt x="1634" y="2216"/>
                </a:cubicBezTo>
                <a:cubicBezTo>
                  <a:pt x="1634" y="350"/>
                  <a:pt x="1634" y="350"/>
                  <a:pt x="1634" y="350"/>
                </a:cubicBezTo>
                <a:cubicBezTo>
                  <a:pt x="1634" y="156"/>
                  <a:pt x="1477" y="0"/>
                  <a:pt x="1284" y="0"/>
                </a:cubicBezTo>
                <a:close/>
                <a:moveTo>
                  <a:pt x="1050" y="2333"/>
                </a:moveTo>
                <a:cubicBezTo>
                  <a:pt x="584" y="2333"/>
                  <a:pt x="584" y="2333"/>
                  <a:pt x="584" y="2333"/>
                </a:cubicBezTo>
                <a:cubicBezTo>
                  <a:pt x="584" y="2216"/>
                  <a:pt x="584" y="2216"/>
                  <a:pt x="584" y="2216"/>
                </a:cubicBezTo>
                <a:cubicBezTo>
                  <a:pt x="1050" y="2216"/>
                  <a:pt x="1050" y="2216"/>
                  <a:pt x="1050" y="2216"/>
                </a:cubicBezTo>
                <a:lnTo>
                  <a:pt x="1050" y="2333"/>
                </a:lnTo>
                <a:close/>
                <a:moveTo>
                  <a:pt x="1430" y="1983"/>
                </a:moveTo>
                <a:cubicBezTo>
                  <a:pt x="205" y="1983"/>
                  <a:pt x="205" y="1983"/>
                  <a:pt x="205" y="1983"/>
                </a:cubicBezTo>
                <a:cubicBezTo>
                  <a:pt x="205" y="350"/>
                  <a:pt x="205" y="350"/>
                  <a:pt x="205" y="350"/>
                </a:cubicBezTo>
                <a:cubicBezTo>
                  <a:pt x="1430" y="350"/>
                  <a:pt x="1430" y="350"/>
                  <a:pt x="1430" y="350"/>
                </a:cubicBezTo>
                <a:lnTo>
                  <a:pt x="1430" y="19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ne iPho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40554" cy="914400"/>
          </a:xfrm>
          <a:custGeom>
            <a:avLst/>
            <a:gdLst>
              <a:gd name="T0" fmla="*/ 1225 w 1517"/>
              <a:gd name="T1" fmla="*/ 0 h 2566"/>
              <a:gd name="T2" fmla="*/ 292 w 1517"/>
              <a:gd name="T3" fmla="*/ 0 h 2566"/>
              <a:gd name="T4" fmla="*/ 0 w 1517"/>
              <a:gd name="T5" fmla="*/ 291 h 2566"/>
              <a:gd name="T6" fmla="*/ 0 w 1517"/>
              <a:gd name="T7" fmla="*/ 2275 h 2566"/>
              <a:gd name="T8" fmla="*/ 292 w 1517"/>
              <a:gd name="T9" fmla="*/ 2566 h 2566"/>
              <a:gd name="T10" fmla="*/ 1225 w 1517"/>
              <a:gd name="T11" fmla="*/ 2566 h 2566"/>
              <a:gd name="T12" fmla="*/ 1517 w 1517"/>
              <a:gd name="T13" fmla="*/ 2275 h 2566"/>
              <a:gd name="T14" fmla="*/ 1517 w 1517"/>
              <a:gd name="T15" fmla="*/ 291 h 2566"/>
              <a:gd name="T16" fmla="*/ 1225 w 1517"/>
              <a:gd name="T17" fmla="*/ 0 h 2566"/>
              <a:gd name="T18" fmla="*/ 759 w 1517"/>
              <a:gd name="T19" fmla="*/ 2450 h 2566"/>
              <a:gd name="T20" fmla="*/ 584 w 1517"/>
              <a:gd name="T21" fmla="*/ 2275 h 2566"/>
              <a:gd name="T22" fmla="*/ 759 w 1517"/>
              <a:gd name="T23" fmla="*/ 2100 h 2566"/>
              <a:gd name="T24" fmla="*/ 934 w 1517"/>
              <a:gd name="T25" fmla="*/ 2275 h 2566"/>
              <a:gd name="T26" fmla="*/ 759 w 1517"/>
              <a:gd name="T27" fmla="*/ 2450 h 2566"/>
              <a:gd name="T28" fmla="*/ 1284 w 1517"/>
              <a:gd name="T29" fmla="*/ 1983 h 2566"/>
              <a:gd name="T30" fmla="*/ 234 w 1517"/>
              <a:gd name="T31" fmla="*/ 1983 h 2566"/>
              <a:gd name="T32" fmla="*/ 234 w 1517"/>
              <a:gd name="T33" fmla="*/ 350 h 2566"/>
              <a:gd name="T34" fmla="*/ 1284 w 1517"/>
              <a:gd name="T35" fmla="*/ 350 h 2566"/>
              <a:gd name="T36" fmla="*/ 1284 w 1517"/>
              <a:gd name="T37" fmla="*/ 1983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517" h="2566">
                <a:moveTo>
                  <a:pt x="1225" y="0"/>
                </a:moveTo>
                <a:cubicBezTo>
                  <a:pt x="292" y="0"/>
                  <a:pt x="292" y="0"/>
                  <a:pt x="292" y="0"/>
                </a:cubicBezTo>
                <a:cubicBezTo>
                  <a:pt x="131" y="0"/>
                  <a:pt x="0" y="130"/>
                  <a:pt x="0" y="291"/>
                </a:cubicBezTo>
                <a:cubicBezTo>
                  <a:pt x="0" y="2275"/>
                  <a:pt x="0" y="2275"/>
                  <a:pt x="0" y="2275"/>
                </a:cubicBezTo>
                <a:cubicBezTo>
                  <a:pt x="0" y="2436"/>
                  <a:pt x="131" y="2566"/>
                  <a:pt x="292" y="2566"/>
                </a:cubicBezTo>
                <a:cubicBezTo>
                  <a:pt x="1225" y="2566"/>
                  <a:pt x="1225" y="2566"/>
                  <a:pt x="1225" y="2566"/>
                </a:cubicBezTo>
                <a:cubicBezTo>
                  <a:pt x="1386" y="2566"/>
                  <a:pt x="1517" y="2436"/>
                  <a:pt x="1517" y="2275"/>
                </a:cubicBezTo>
                <a:cubicBezTo>
                  <a:pt x="1517" y="291"/>
                  <a:pt x="1517" y="291"/>
                  <a:pt x="1517" y="291"/>
                </a:cubicBezTo>
                <a:cubicBezTo>
                  <a:pt x="1517" y="130"/>
                  <a:pt x="1386" y="0"/>
                  <a:pt x="1225" y="0"/>
                </a:cubicBezTo>
                <a:close/>
                <a:moveTo>
                  <a:pt x="759" y="2450"/>
                </a:moveTo>
                <a:cubicBezTo>
                  <a:pt x="662" y="2450"/>
                  <a:pt x="584" y="2372"/>
                  <a:pt x="584" y="2275"/>
                </a:cubicBezTo>
                <a:cubicBezTo>
                  <a:pt x="584" y="2178"/>
                  <a:pt x="662" y="2100"/>
                  <a:pt x="759" y="2100"/>
                </a:cubicBezTo>
                <a:cubicBezTo>
                  <a:pt x="856" y="2100"/>
                  <a:pt x="934" y="2178"/>
                  <a:pt x="934" y="2275"/>
                </a:cubicBezTo>
                <a:cubicBezTo>
                  <a:pt x="934" y="2372"/>
                  <a:pt x="856" y="2450"/>
                  <a:pt x="759" y="2450"/>
                </a:cubicBezTo>
                <a:close/>
                <a:moveTo>
                  <a:pt x="1284" y="1983"/>
                </a:moveTo>
                <a:cubicBezTo>
                  <a:pt x="234" y="1983"/>
                  <a:pt x="234" y="1983"/>
                  <a:pt x="234" y="1983"/>
                </a:cubicBezTo>
                <a:cubicBezTo>
                  <a:pt x="234" y="350"/>
                  <a:pt x="234" y="350"/>
                  <a:pt x="234" y="350"/>
                </a:cubicBezTo>
                <a:cubicBezTo>
                  <a:pt x="1284" y="350"/>
                  <a:pt x="1284" y="350"/>
                  <a:pt x="1284" y="350"/>
                </a:cubicBezTo>
                <a:lnTo>
                  <a:pt x="1284" y="19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nelin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416"/>
          </a:xfrm>
          <a:custGeom>
            <a:avLst/>
            <a:gdLst>
              <a:gd name="T0" fmla="*/ 467 w 2800"/>
              <a:gd name="T1" fmla="*/ 233 h 1866"/>
              <a:gd name="T2" fmla="*/ 2567 w 2800"/>
              <a:gd name="T3" fmla="*/ 233 h 1866"/>
              <a:gd name="T4" fmla="*/ 2567 w 2800"/>
              <a:gd name="T5" fmla="*/ 0 h 1866"/>
              <a:gd name="T6" fmla="*/ 467 w 2800"/>
              <a:gd name="T7" fmla="*/ 0 h 1866"/>
              <a:gd name="T8" fmla="*/ 233 w 2800"/>
              <a:gd name="T9" fmla="*/ 233 h 1866"/>
              <a:gd name="T10" fmla="*/ 233 w 2800"/>
              <a:gd name="T11" fmla="*/ 1516 h 1866"/>
              <a:gd name="T12" fmla="*/ 0 w 2800"/>
              <a:gd name="T13" fmla="*/ 1516 h 1866"/>
              <a:gd name="T14" fmla="*/ 0 w 2800"/>
              <a:gd name="T15" fmla="*/ 1866 h 1866"/>
              <a:gd name="T16" fmla="*/ 1633 w 2800"/>
              <a:gd name="T17" fmla="*/ 1866 h 1866"/>
              <a:gd name="T18" fmla="*/ 1633 w 2800"/>
              <a:gd name="T19" fmla="*/ 1516 h 1866"/>
              <a:gd name="T20" fmla="*/ 467 w 2800"/>
              <a:gd name="T21" fmla="*/ 1516 h 1866"/>
              <a:gd name="T22" fmla="*/ 467 w 2800"/>
              <a:gd name="T23" fmla="*/ 233 h 1866"/>
              <a:gd name="T24" fmla="*/ 2683 w 2800"/>
              <a:gd name="T25" fmla="*/ 466 h 1866"/>
              <a:gd name="T26" fmla="*/ 1983 w 2800"/>
              <a:gd name="T27" fmla="*/ 466 h 1866"/>
              <a:gd name="T28" fmla="*/ 1867 w 2800"/>
              <a:gd name="T29" fmla="*/ 583 h 1866"/>
              <a:gd name="T30" fmla="*/ 1867 w 2800"/>
              <a:gd name="T31" fmla="*/ 1750 h 1866"/>
              <a:gd name="T32" fmla="*/ 1983 w 2800"/>
              <a:gd name="T33" fmla="*/ 1866 h 1866"/>
              <a:gd name="T34" fmla="*/ 2683 w 2800"/>
              <a:gd name="T35" fmla="*/ 1866 h 1866"/>
              <a:gd name="T36" fmla="*/ 2800 w 2800"/>
              <a:gd name="T37" fmla="*/ 1750 h 1866"/>
              <a:gd name="T38" fmla="*/ 2800 w 2800"/>
              <a:gd name="T39" fmla="*/ 583 h 1866"/>
              <a:gd name="T40" fmla="*/ 2683 w 2800"/>
              <a:gd name="T41" fmla="*/ 466 h 1866"/>
              <a:gd name="T42" fmla="*/ 2567 w 2800"/>
              <a:gd name="T43" fmla="*/ 1516 h 1866"/>
              <a:gd name="T44" fmla="*/ 2100 w 2800"/>
              <a:gd name="T45" fmla="*/ 1516 h 1866"/>
              <a:gd name="T46" fmla="*/ 2100 w 2800"/>
              <a:gd name="T47" fmla="*/ 700 h 1866"/>
              <a:gd name="T48" fmla="*/ 2567 w 2800"/>
              <a:gd name="T49" fmla="*/ 700 h 1866"/>
              <a:gd name="T50" fmla="*/ 2567 w 2800"/>
              <a:gd name="T51" fmla="*/ 1516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800" h="1866">
                <a:moveTo>
                  <a:pt x="467" y="233"/>
                </a:moveTo>
                <a:cubicBezTo>
                  <a:pt x="2567" y="233"/>
                  <a:pt x="2567" y="233"/>
                  <a:pt x="2567" y="233"/>
                </a:cubicBezTo>
                <a:cubicBezTo>
                  <a:pt x="2567" y="0"/>
                  <a:pt x="2567" y="0"/>
                  <a:pt x="2567" y="0"/>
                </a:cubicBezTo>
                <a:cubicBezTo>
                  <a:pt x="467" y="0"/>
                  <a:pt x="467" y="0"/>
                  <a:pt x="467" y="0"/>
                </a:cubicBezTo>
                <a:cubicBezTo>
                  <a:pt x="338" y="0"/>
                  <a:pt x="233" y="105"/>
                  <a:pt x="233" y="233"/>
                </a:cubicBezTo>
                <a:cubicBezTo>
                  <a:pt x="233" y="1516"/>
                  <a:pt x="233" y="1516"/>
                  <a:pt x="233" y="1516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0" y="1866"/>
                  <a:pt x="0" y="1866"/>
                  <a:pt x="0" y="1866"/>
                </a:cubicBezTo>
                <a:cubicBezTo>
                  <a:pt x="1633" y="1866"/>
                  <a:pt x="1633" y="1866"/>
                  <a:pt x="1633" y="1866"/>
                </a:cubicBezTo>
                <a:cubicBezTo>
                  <a:pt x="1633" y="1516"/>
                  <a:pt x="1633" y="1516"/>
                  <a:pt x="1633" y="1516"/>
                </a:cubicBezTo>
                <a:cubicBezTo>
                  <a:pt x="467" y="1516"/>
                  <a:pt x="467" y="1516"/>
                  <a:pt x="467" y="1516"/>
                </a:cubicBezTo>
                <a:lnTo>
                  <a:pt x="467" y="233"/>
                </a:lnTo>
                <a:close/>
                <a:moveTo>
                  <a:pt x="2683" y="466"/>
                </a:moveTo>
                <a:cubicBezTo>
                  <a:pt x="1983" y="466"/>
                  <a:pt x="1983" y="466"/>
                  <a:pt x="1983" y="466"/>
                </a:cubicBezTo>
                <a:cubicBezTo>
                  <a:pt x="1919" y="466"/>
                  <a:pt x="1867" y="519"/>
                  <a:pt x="1867" y="583"/>
                </a:cubicBezTo>
                <a:cubicBezTo>
                  <a:pt x="1867" y="1750"/>
                  <a:pt x="1867" y="1750"/>
                  <a:pt x="1867" y="1750"/>
                </a:cubicBezTo>
                <a:cubicBezTo>
                  <a:pt x="1867" y="1814"/>
                  <a:pt x="1919" y="1866"/>
                  <a:pt x="1983" y="1866"/>
                </a:cubicBezTo>
                <a:cubicBezTo>
                  <a:pt x="2683" y="1866"/>
                  <a:pt x="2683" y="1866"/>
                  <a:pt x="2683" y="1866"/>
                </a:cubicBezTo>
                <a:cubicBezTo>
                  <a:pt x="2747" y="1866"/>
                  <a:pt x="2800" y="1814"/>
                  <a:pt x="2800" y="1750"/>
                </a:cubicBezTo>
                <a:cubicBezTo>
                  <a:pt x="2800" y="583"/>
                  <a:pt x="2800" y="583"/>
                  <a:pt x="2800" y="583"/>
                </a:cubicBezTo>
                <a:cubicBezTo>
                  <a:pt x="2800" y="519"/>
                  <a:pt x="2747" y="466"/>
                  <a:pt x="2683" y="466"/>
                </a:cubicBezTo>
                <a:close/>
                <a:moveTo>
                  <a:pt x="2567" y="1516"/>
                </a:moveTo>
                <a:cubicBezTo>
                  <a:pt x="2100" y="1516"/>
                  <a:pt x="2100" y="1516"/>
                  <a:pt x="2100" y="1516"/>
                </a:cubicBezTo>
                <a:cubicBezTo>
                  <a:pt x="2100" y="700"/>
                  <a:pt x="2100" y="700"/>
                  <a:pt x="2100" y="700"/>
                </a:cubicBezTo>
                <a:cubicBezTo>
                  <a:pt x="2567" y="700"/>
                  <a:pt x="2567" y="700"/>
                  <a:pt x="2567" y="700"/>
                </a:cubicBezTo>
                <a:lnTo>
                  <a:pt x="2567" y="15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nelink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88591"/>
          </a:xfrm>
          <a:custGeom>
            <a:avLst/>
            <a:gdLst>
              <a:gd name="T0" fmla="*/ 2567 w 2800"/>
              <a:gd name="T1" fmla="*/ 508 h 2415"/>
              <a:gd name="T2" fmla="*/ 2567 w 2800"/>
              <a:gd name="T3" fmla="*/ 275 h 2415"/>
              <a:gd name="T4" fmla="*/ 796 w 2800"/>
              <a:gd name="T5" fmla="*/ 275 h 2415"/>
              <a:gd name="T6" fmla="*/ 1029 w 2800"/>
              <a:gd name="T7" fmla="*/ 508 h 2415"/>
              <a:gd name="T8" fmla="*/ 2567 w 2800"/>
              <a:gd name="T9" fmla="*/ 508 h 2415"/>
              <a:gd name="T10" fmla="*/ 224 w 2800"/>
              <a:gd name="T11" fmla="*/ 0 h 2415"/>
              <a:gd name="T12" fmla="*/ 76 w 2800"/>
              <a:gd name="T13" fmla="*/ 149 h 2415"/>
              <a:gd name="T14" fmla="*/ 288 w 2800"/>
              <a:gd name="T15" fmla="*/ 361 h 2415"/>
              <a:gd name="T16" fmla="*/ 233 w 2800"/>
              <a:gd name="T17" fmla="*/ 508 h 2415"/>
              <a:gd name="T18" fmla="*/ 233 w 2800"/>
              <a:gd name="T19" fmla="*/ 1791 h 2415"/>
              <a:gd name="T20" fmla="*/ 0 w 2800"/>
              <a:gd name="T21" fmla="*/ 1791 h 2415"/>
              <a:gd name="T22" fmla="*/ 0 w 2800"/>
              <a:gd name="T23" fmla="*/ 2141 h 2415"/>
              <a:gd name="T24" fmla="*/ 2069 w 2800"/>
              <a:gd name="T25" fmla="*/ 2141 h 2415"/>
              <a:gd name="T26" fmla="*/ 2343 w 2800"/>
              <a:gd name="T27" fmla="*/ 2415 h 2415"/>
              <a:gd name="T28" fmla="*/ 2491 w 2800"/>
              <a:gd name="T29" fmla="*/ 2267 h 2415"/>
              <a:gd name="T30" fmla="*/ 454 w 2800"/>
              <a:gd name="T31" fmla="*/ 230 h 2415"/>
              <a:gd name="T32" fmla="*/ 224 w 2800"/>
              <a:gd name="T33" fmla="*/ 0 h 2415"/>
              <a:gd name="T34" fmla="*/ 467 w 2800"/>
              <a:gd name="T35" fmla="*/ 539 h 2415"/>
              <a:gd name="T36" fmla="*/ 1719 w 2800"/>
              <a:gd name="T37" fmla="*/ 1791 h 2415"/>
              <a:gd name="T38" fmla="*/ 467 w 2800"/>
              <a:gd name="T39" fmla="*/ 1791 h 2415"/>
              <a:gd name="T40" fmla="*/ 467 w 2800"/>
              <a:gd name="T41" fmla="*/ 539 h 2415"/>
              <a:gd name="T42" fmla="*/ 2683 w 2800"/>
              <a:gd name="T43" fmla="*/ 741 h 2415"/>
              <a:gd name="T44" fmla="*/ 1983 w 2800"/>
              <a:gd name="T45" fmla="*/ 741 h 2415"/>
              <a:gd name="T46" fmla="*/ 1867 w 2800"/>
              <a:gd name="T47" fmla="*/ 858 h 2415"/>
              <a:gd name="T48" fmla="*/ 1867 w 2800"/>
              <a:gd name="T49" fmla="*/ 1346 h 2415"/>
              <a:gd name="T50" fmla="*/ 2100 w 2800"/>
              <a:gd name="T51" fmla="*/ 1579 h 2415"/>
              <a:gd name="T52" fmla="*/ 2100 w 2800"/>
              <a:gd name="T53" fmla="*/ 975 h 2415"/>
              <a:gd name="T54" fmla="*/ 2567 w 2800"/>
              <a:gd name="T55" fmla="*/ 975 h 2415"/>
              <a:gd name="T56" fmla="*/ 2567 w 2800"/>
              <a:gd name="T57" fmla="*/ 1791 h 2415"/>
              <a:gd name="T58" fmla="*/ 2312 w 2800"/>
              <a:gd name="T59" fmla="*/ 1791 h 2415"/>
              <a:gd name="T60" fmla="*/ 2662 w 2800"/>
              <a:gd name="T61" fmla="*/ 2141 h 2415"/>
              <a:gd name="T62" fmla="*/ 2683 w 2800"/>
              <a:gd name="T63" fmla="*/ 2141 h 2415"/>
              <a:gd name="T64" fmla="*/ 2800 w 2800"/>
              <a:gd name="T65" fmla="*/ 2025 h 2415"/>
              <a:gd name="T66" fmla="*/ 2800 w 2800"/>
              <a:gd name="T67" fmla="*/ 858 h 2415"/>
              <a:gd name="T68" fmla="*/ 2683 w 2800"/>
              <a:gd name="T69" fmla="*/ 741 h 24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800" h="2415">
                <a:moveTo>
                  <a:pt x="2567" y="508"/>
                </a:moveTo>
                <a:cubicBezTo>
                  <a:pt x="2567" y="275"/>
                  <a:pt x="2567" y="275"/>
                  <a:pt x="2567" y="275"/>
                </a:cubicBezTo>
                <a:cubicBezTo>
                  <a:pt x="796" y="275"/>
                  <a:pt x="796" y="275"/>
                  <a:pt x="796" y="275"/>
                </a:cubicBezTo>
                <a:cubicBezTo>
                  <a:pt x="1029" y="508"/>
                  <a:pt x="1029" y="508"/>
                  <a:pt x="1029" y="508"/>
                </a:cubicBezTo>
                <a:lnTo>
                  <a:pt x="2567" y="508"/>
                </a:lnTo>
                <a:close/>
                <a:moveTo>
                  <a:pt x="224" y="0"/>
                </a:moveTo>
                <a:cubicBezTo>
                  <a:pt x="76" y="149"/>
                  <a:pt x="76" y="149"/>
                  <a:pt x="76" y="149"/>
                </a:cubicBezTo>
                <a:cubicBezTo>
                  <a:pt x="288" y="361"/>
                  <a:pt x="288" y="361"/>
                  <a:pt x="288" y="361"/>
                </a:cubicBezTo>
                <a:cubicBezTo>
                  <a:pt x="254" y="401"/>
                  <a:pt x="233" y="452"/>
                  <a:pt x="233" y="508"/>
                </a:cubicBezTo>
                <a:cubicBezTo>
                  <a:pt x="233" y="1791"/>
                  <a:pt x="233" y="1791"/>
                  <a:pt x="233" y="1791"/>
                </a:cubicBezTo>
                <a:cubicBezTo>
                  <a:pt x="0" y="1791"/>
                  <a:pt x="0" y="1791"/>
                  <a:pt x="0" y="1791"/>
                </a:cubicBezTo>
                <a:cubicBezTo>
                  <a:pt x="0" y="2141"/>
                  <a:pt x="0" y="2141"/>
                  <a:pt x="0" y="2141"/>
                </a:cubicBezTo>
                <a:cubicBezTo>
                  <a:pt x="2069" y="2141"/>
                  <a:pt x="2069" y="2141"/>
                  <a:pt x="2069" y="2141"/>
                </a:cubicBezTo>
                <a:cubicBezTo>
                  <a:pt x="2343" y="2415"/>
                  <a:pt x="2343" y="2415"/>
                  <a:pt x="2343" y="2415"/>
                </a:cubicBezTo>
                <a:cubicBezTo>
                  <a:pt x="2491" y="2267"/>
                  <a:pt x="2491" y="2267"/>
                  <a:pt x="2491" y="2267"/>
                </a:cubicBezTo>
                <a:cubicBezTo>
                  <a:pt x="454" y="230"/>
                  <a:pt x="454" y="230"/>
                  <a:pt x="454" y="230"/>
                </a:cubicBezTo>
                <a:lnTo>
                  <a:pt x="224" y="0"/>
                </a:lnTo>
                <a:close/>
                <a:moveTo>
                  <a:pt x="467" y="539"/>
                </a:moveTo>
                <a:cubicBezTo>
                  <a:pt x="1719" y="1791"/>
                  <a:pt x="1719" y="1791"/>
                  <a:pt x="1719" y="1791"/>
                </a:cubicBezTo>
                <a:cubicBezTo>
                  <a:pt x="467" y="1791"/>
                  <a:pt x="467" y="1791"/>
                  <a:pt x="467" y="1791"/>
                </a:cubicBezTo>
                <a:lnTo>
                  <a:pt x="467" y="539"/>
                </a:lnTo>
                <a:close/>
                <a:moveTo>
                  <a:pt x="2683" y="741"/>
                </a:moveTo>
                <a:cubicBezTo>
                  <a:pt x="1983" y="741"/>
                  <a:pt x="1983" y="741"/>
                  <a:pt x="1983" y="741"/>
                </a:cubicBezTo>
                <a:cubicBezTo>
                  <a:pt x="1919" y="741"/>
                  <a:pt x="1867" y="794"/>
                  <a:pt x="1867" y="858"/>
                </a:cubicBezTo>
                <a:cubicBezTo>
                  <a:pt x="1867" y="1346"/>
                  <a:pt x="1867" y="1346"/>
                  <a:pt x="1867" y="1346"/>
                </a:cubicBezTo>
                <a:cubicBezTo>
                  <a:pt x="2100" y="1579"/>
                  <a:pt x="2100" y="1579"/>
                  <a:pt x="2100" y="1579"/>
                </a:cubicBezTo>
                <a:cubicBezTo>
                  <a:pt x="2100" y="975"/>
                  <a:pt x="2100" y="975"/>
                  <a:pt x="2100" y="975"/>
                </a:cubicBezTo>
                <a:cubicBezTo>
                  <a:pt x="2567" y="975"/>
                  <a:pt x="2567" y="975"/>
                  <a:pt x="2567" y="975"/>
                </a:cubicBezTo>
                <a:cubicBezTo>
                  <a:pt x="2567" y="1791"/>
                  <a:pt x="2567" y="1791"/>
                  <a:pt x="2567" y="1791"/>
                </a:cubicBezTo>
                <a:cubicBezTo>
                  <a:pt x="2312" y="1791"/>
                  <a:pt x="2312" y="1791"/>
                  <a:pt x="2312" y="1791"/>
                </a:cubicBezTo>
                <a:cubicBezTo>
                  <a:pt x="2662" y="2141"/>
                  <a:pt x="2662" y="2141"/>
                  <a:pt x="2662" y="2141"/>
                </a:cubicBezTo>
                <a:cubicBezTo>
                  <a:pt x="2683" y="2141"/>
                  <a:pt x="2683" y="2141"/>
                  <a:pt x="2683" y="2141"/>
                </a:cubicBezTo>
                <a:cubicBezTo>
                  <a:pt x="2747" y="2141"/>
                  <a:pt x="2800" y="2089"/>
                  <a:pt x="2800" y="2025"/>
                </a:cubicBezTo>
                <a:cubicBezTo>
                  <a:pt x="2800" y="858"/>
                  <a:pt x="2800" y="858"/>
                  <a:pt x="2800" y="858"/>
                </a:cubicBezTo>
                <a:cubicBezTo>
                  <a:pt x="2800" y="794"/>
                  <a:pt x="2747" y="741"/>
                  <a:pt x="2683" y="74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 Inpu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288795"/>
          </a:xfrm>
          <a:custGeom>
            <a:avLst/>
            <a:gdLst>
              <a:gd name="T0" fmla="*/ 0 w 5237"/>
              <a:gd name="T1" fmla="*/ 0 h 1654"/>
              <a:gd name="T2" fmla="*/ 0 w 5237"/>
              <a:gd name="T3" fmla="*/ 551 h 1654"/>
              <a:gd name="T4" fmla="*/ 5237 w 5237"/>
              <a:gd name="T5" fmla="*/ 551 h 1654"/>
              <a:gd name="T6" fmla="*/ 5237 w 5237"/>
              <a:gd name="T7" fmla="*/ 0 h 1654"/>
              <a:gd name="T8" fmla="*/ 0 w 5237"/>
              <a:gd name="T9" fmla="*/ 0 h 1654"/>
              <a:gd name="T10" fmla="*/ 0 w 5237"/>
              <a:gd name="T11" fmla="*/ 1654 h 1654"/>
              <a:gd name="T12" fmla="*/ 1380 w 5237"/>
              <a:gd name="T13" fmla="*/ 1654 h 1654"/>
              <a:gd name="T14" fmla="*/ 1380 w 5237"/>
              <a:gd name="T15" fmla="*/ 1104 h 1654"/>
              <a:gd name="T16" fmla="*/ 0 w 5237"/>
              <a:gd name="T17" fmla="*/ 1104 h 1654"/>
              <a:gd name="T18" fmla="*/ 0 w 5237"/>
              <a:gd name="T19" fmla="*/ 1654 h 1654"/>
              <a:gd name="T20" fmla="*/ 1930 w 5237"/>
              <a:gd name="T21" fmla="*/ 1654 h 1654"/>
              <a:gd name="T22" fmla="*/ 3307 w 5237"/>
              <a:gd name="T23" fmla="*/ 1654 h 1654"/>
              <a:gd name="T24" fmla="*/ 3307 w 5237"/>
              <a:gd name="T25" fmla="*/ 1104 h 1654"/>
              <a:gd name="T26" fmla="*/ 1930 w 5237"/>
              <a:gd name="T27" fmla="*/ 1104 h 1654"/>
              <a:gd name="T28" fmla="*/ 1930 w 5237"/>
              <a:gd name="T29" fmla="*/ 1654 h 1654"/>
              <a:gd name="T30" fmla="*/ 3860 w 5237"/>
              <a:gd name="T31" fmla="*/ 1654 h 1654"/>
              <a:gd name="T32" fmla="*/ 5237 w 5237"/>
              <a:gd name="T33" fmla="*/ 1654 h 1654"/>
              <a:gd name="T34" fmla="*/ 5237 w 5237"/>
              <a:gd name="T35" fmla="*/ 1104 h 1654"/>
              <a:gd name="T36" fmla="*/ 3860 w 5237"/>
              <a:gd name="T37" fmla="*/ 1104 h 1654"/>
              <a:gd name="T38" fmla="*/ 3860 w 5237"/>
              <a:gd name="T39" fmla="*/ 1654 h 16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5237" h="1654">
                <a:moveTo>
                  <a:pt x="0" y="0"/>
                </a:moveTo>
                <a:lnTo>
                  <a:pt x="0" y="551"/>
                </a:lnTo>
                <a:lnTo>
                  <a:pt x="5237" y="551"/>
                </a:lnTo>
                <a:lnTo>
                  <a:pt x="5237" y="0"/>
                </a:lnTo>
                <a:lnTo>
                  <a:pt x="0" y="0"/>
                </a:lnTo>
                <a:close/>
                <a:moveTo>
                  <a:pt x="0" y="1654"/>
                </a:moveTo>
                <a:lnTo>
                  <a:pt x="1380" y="1654"/>
                </a:lnTo>
                <a:lnTo>
                  <a:pt x="1380" y="1104"/>
                </a:lnTo>
                <a:lnTo>
                  <a:pt x="0" y="1104"/>
                </a:lnTo>
                <a:lnTo>
                  <a:pt x="0" y="1654"/>
                </a:lnTo>
                <a:close/>
                <a:moveTo>
                  <a:pt x="1930" y="1654"/>
                </a:moveTo>
                <a:lnTo>
                  <a:pt x="3307" y="1654"/>
                </a:lnTo>
                <a:lnTo>
                  <a:pt x="3307" y="1104"/>
                </a:lnTo>
                <a:lnTo>
                  <a:pt x="1930" y="1104"/>
                </a:lnTo>
                <a:lnTo>
                  <a:pt x="1930" y="1654"/>
                </a:lnTo>
                <a:close/>
                <a:moveTo>
                  <a:pt x="3860" y="1654"/>
                </a:moveTo>
                <a:lnTo>
                  <a:pt x="5237" y="1654"/>
                </a:lnTo>
                <a:lnTo>
                  <a:pt x="5237" y="1104"/>
                </a:lnTo>
                <a:lnTo>
                  <a:pt x="3860" y="1104"/>
                </a:lnTo>
                <a:lnTo>
                  <a:pt x="3860" y="165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t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007 w 2100"/>
              <a:gd name="T1" fmla="*/ 338 h 2100"/>
              <a:gd name="T2" fmla="*/ 2100 w 2100"/>
              <a:gd name="T3" fmla="*/ 245 h 2100"/>
              <a:gd name="T4" fmla="*/ 1517 w 2100"/>
              <a:gd name="T5" fmla="*/ 0 h 2100"/>
              <a:gd name="T6" fmla="*/ 933 w 2100"/>
              <a:gd name="T7" fmla="*/ 245 h 2100"/>
              <a:gd name="T8" fmla="*/ 1027 w 2100"/>
              <a:gd name="T9" fmla="*/ 338 h 2100"/>
              <a:gd name="T10" fmla="*/ 1517 w 2100"/>
              <a:gd name="T11" fmla="*/ 140 h 2100"/>
              <a:gd name="T12" fmla="*/ 2007 w 2100"/>
              <a:gd name="T13" fmla="*/ 338 h 2100"/>
              <a:gd name="T14" fmla="*/ 1902 w 2100"/>
              <a:gd name="T15" fmla="*/ 432 h 2100"/>
              <a:gd name="T16" fmla="*/ 1517 w 2100"/>
              <a:gd name="T17" fmla="*/ 268 h 2100"/>
              <a:gd name="T18" fmla="*/ 1132 w 2100"/>
              <a:gd name="T19" fmla="*/ 432 h 2100"/>
              <a:gd name="T20" fmla="*/ 1225 w 2100"/>
              <a:gd name="T21" fmla="*/ 525 h 2100"/>
              <a:gd name="T22" fmla="*/ 1517 w 2100"/>
              <a:gd name="T23" fmla="*/ 408 h 2100"/>
              <a:gd name="T24" fmla="*/ 1808 w 2100"/>
              <a:gd name="T25" fmla="*/ 525 h 2100"/>
              <a:gd name="T26" fmla="*/ 1902 w 2100"/>
              <a:gd name="T27" fmla="*/ 432 h 2100"/>
              <a:gd name="T28" fmla="*/ 1867 w 2100"/>
              <a:gd name="T29" fmla="*/ 1167 h 2100"/>
              <a:gd name="T30" fmla="*/ 1633 w 2100"/>
              <a:gd name="T31" fmla="*/ 1167 h 2100"/>
              <a:gd name="T32" fmla="*/ 1633 w 2100"/>
              <a:gd name="T33" fmla="*/ 700 h 2100"/>
              <a:gd name="T34" fmla="*/ 1400 w 2100"/>
              <a:gd name="T35" fmla="*/ 700 h 2100"/>
              <a:gd name="T36" fmla="*/ 1400 w 2100"/>
              <a:gd name="T37" fmla="*/ 1167 h 2100"/>
              <a:gd name="T38" fmla="*/ 233 w 2100"/>
              <a:gd name="T39" fmla="*/ 1167 h 2100"/>
              <a:gd name="T40" fmla="*/ 0 w 2100"/>
              <a:gd name="T41" fmla="*/ 1400 h 2100"/>
              <a:gd name="T42" fmla="*/ 0 w 2100"/>
              <a:gd name="T43" fmla="*/ 1867 h 2100"/>
              <a:gd name="T44" fmla="*/ 233 w 2100"/>
              <a:gd name="T45" fmla="*/ 2100 h 2100"/>
              <a:gd name="T46" fmla="*/ 1867 w 2100"/>
              <a:gd name="T47" fmla="*/ 2100 h 2100"/>
              <a:gd name="T48" fmla="*/ 2100 w 2100"/>
              <a:gd name="T49" fmla="*/ 1867 h 2100"/>
              <a:gd name="T50" fmla="*/ 2100 w 2100"/>
              <a:gd name="T51" fmla="*/ 1400 h 2100"/>
              <a:gd name="T52" fmla="*/ 1867 w 2100"/>
              <a:gd name="T53" fmla="*/ 1167 h 2100"/>
              <a:gd name="T54" fmla="*/ 583 w 2100"/>
              <a:gd name="T55" fmla="*/ 1750 h 2100"/>
              <a:gd name="T56" fmla="*/ 350 w 2100"/>
              <a:gd name="T57" fmla="*/ 1750 h 2100"/>
              <a:gd name="T58" fmla="*/ 350 w 2100"/>
              <a:gd name="T59" fmla="*/ 1517 h 2100"/>
              <a:gd name="T60" fmla="*/ 583 w 2100"/>
              <a:gd name="T61" fmla="*/ 1517 h 2100"/>
              <a:gd name="T62" fmla="*/ 583 w 2100"/>
              <a:gd name="T63" fmla="*/ 1750 h 2100"/>
              <a:gd name="T64" fmla="*/ 992 w 2100"/>
              <a:gd name="T65" fmla="*/ 1750 h 2100"/>
              <a:gd name="T66" fmla="*/ 758 w 2100"/>
              <a:gd name="T67" fmla="*/ 1750 h 2100"/>
              <a:gd name="T68" fmla="*/ 758 w 2100"/>
              <a:gd name="T69" fmla="*/ 1517 h 2100"/>
              <a:gd name="T70" fmla="*/ 992 w 2100"/>
              <a:gd name="T71" fmla="*/ 1517 h 2100"/>
              <a:gd name="T72" fmla="*/ 992 w 2100"/>
              <a:gd name="T73" fmla="*/ 1750 h 2100"/>
              <a:gd name="T74" fmla="*/ 1400 w 2100"/>
              <a:gd name="T75" fmla="*/ 1750 h 2100"/>
              <a:gd name="T76" fmla="*/ 1167 w 2100"/>
              <a:gd name="T77" fmla="*/ 1750 h 2100"/>
              <a:gd name="T78" fmla="*/ 1167 w 2100"/>
              <a:gd name="T79" fmla="*/ 1517 h 2100"/>
              <a:gd name="T80" fmla="*/ 1400 w 2100"/>
              <a:gd name="T81" fmla="*/ 1517 h 2100"/>
              <a:gd name="T82" fmla="*/ 1400 w 2100"/>
              <a:gd name="T83" fmla="*/ 175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100" h="2100">
                <a:moveTo>
                  <a:pt x="2007" y="338"/>
                </a:moveTo>
                <a:cubicBezTo>
                  <a:pt x="2100" y="245"/>
                  <a:pt x="2100" y="245"/>
                  <a:pt x="2100" y="245"/>
                </a:cubicBezTo>
                <a:cubicBezTo>
                  <a:pt x="1937" y="82"/>
                  <a:pt x="1727" y="0"/>
                  <a:pt x="1517" y="0"/>
                </a:cubicBezTo>
                <a:cubicBezTo>
                  <a:pt x="1307" y="0"/>
                  <a:pt x="1097" y="82"/>
                  <a:pt x="933" y="245"/>
                </a:cubicBezTo>
                <a:cubicBezTo>
                  <a:pt x="1027" y="338"/>
                  <a:pt x="1027" y="338"/>
                  <a:pt x="1027" y="338"/>
                </a:cubicBezTo>
                <a:cubicBezTo>
                  <a:pt x="1167" y="210"/>
                  <a:pt x="1342" y="140"/>
                  <a:pt x="1517" y="140"/>
                </a:cubicBezTo>
                <a:cubicBezTo>
                  <a:pt x="1692" y="140"/>
                  <a:pt x="1867" y="210"/>
                  <a:pt x="2007" y="338"/>
                </a:cubicBezTo>
                <a:close/>
                <a:moveTo>
                  <a:pt x="1902" y="432"/>
                </a:moveTo>
                <a:cubicBezTo>
                  <a:pt x="1797" y="327"/>
                  <a:pt x="1657" y="268"/>
                  <a:pt x="1517" y="268"/>
                </a:cubicBezTo>
                <a:cubicBezTo>
                  <a:pt x="1377" y="268"/>
                  <a:pt x="1237" y="327"/>
                  <a:pt x="1132" y="432"/>
                </a:cubicBezTo>
                <a:cubicBezTo>
                  <a:pt x="1225" y="525"/>
                  <a:pt x="1225" y="525"/>
                  <a:pt x="1225" y="525"/>
                </a:cubicBezTo>
                <a:cubicBezTo>
                  <a:pt x="1307" y="443"/>
                  <a:pt x="1412" y="408"/>
                  <a:pt x="1517" y="408"/>
                </a:cubicBezTo>
                <a:cubicBezTo>
                  <a:pt x="1622" y="408"/>
                  <a:pt x="1727" y="443"/>
                  <a:pt x="1808" y="525"/>
                </a:cubicBezTo>
                <a:lnTo>
                  <a:pt x="1902" y="432"/>
                </a:lnTo>
                <a:close/>
                <a:moveTo>
                  <a:pt x="1867" y="1167"/>
                </a:moveTo>
                <a:cubicBezTo>
                  <a:pt x="1633" y="1167"/>
                  <a:pt x="1633" y="1167"/>
                  <a:pt x="1633" y="1167"/>
                </a:cubicBezTo>
                <a:cubicBezTo>
                  <a:pt x="1633" y="700"/>
                  <a:pt x="1633" y="700"/>
                  <a:pt x="1633" y="700"/>
                </a:cubicBezTo>
                <a:cubicBezTo>
                  <a:pt x="1400" y="700"/>
                  <a:pt x="1400" y="700"/>
                  <a:pt x="1400" y="700"/>
                </a:cubicBezTo>
                <a:cubicBezTo>
                  <a:pt x="1400" y="1167"/>
                  <a:pt x="1400" y="1167"/>
                  <a:pt x="1400" y="1167"/>
                </a:cubicBezTo>
                <a:cubicBezTo>
                  <a:pt x="233" y="1167"/>
                  <a:pt x="233" y="1167"/>
                  <a:pt x="233" y="1167"/>
                </a:cubicBezTo>
                <a:cubicBezTo>
                  <a:pt x="105" y="1167"/>
                  <a:pt x="0" y="1272"/>
                  <a:pt x="0" y="1400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1400"/>
                  <a:pt x="2100" y="1400"/>
                  <a:pt x="2100" y="1400"/>
                </a:cubicBezTo>
                <a:cubicBezTo>
                  <a:pt x="2100" y="1272"/>
                  <a:pt x="1995" y="1167"/>
                  <a:pt x="1867" y="1167"/>
                </a:cubicBezTo>
                <a:close/>
                <a:moveTo>
                  <a:pt x="583" y="1750"/>
                </a:moveTo>
                <a:cubicBezTo>
                  <a:pt x="350" y="1750"/>
                  <a:pt x="350" y="1750"/>
                  <a:pt x="350" y="1750"/>
                </a:cubicBezTo>
                <a:cubicBezTo>
                  <a:pt x="350" y="1517"/>
                  <a:pt x="350" y="1517"/>
                  <a:pt x="350" y="1517"/>
                </a:cubicBezTo>
                <a:cubicBezTo>
                  <a:pt x="583" y="1517"/>
                  <a:pt x="583" y="1517"/>
                  <a:pt x="583" y="1517"/>
                </a:cubicBezTo>
                <a:lnTo>
                  <a:pt x="583" y="1750"/>
                </a:lnTo>
                <a:close/>
                <a:moveTo>
                  <a:pt x="992" y="1750"/>
                </a:moveTo>
                <a:cubicBezTo>
                  <a:pt x="758" y="1750"/>
                  <a:pt x="758" y="1750"/>
                  <a:pt x="758" y="1750"/>
                </a:cubicBezTo>
                <a:cubicBezTo>
                  <a:pt x="758" y="1517"/>
                  <a:pt x="758" y="1517"/>
                  <a:pt x="758" y="1517"/>
                </a:cubicBezTo>
                <a:cubicBezTo>
                  <a:pt x="992" y="1517"/>
                  <a:pt x="992" y="1517"/>
                  <a:pt x="992" y="1517"/>
                </a:cubicBezTo>
                <a:lnTo>
                  <a:pt x="992" y="1750"/>
                </a:lnTo>
                <a:close/>
                <a:moveTo>
                  <a:pt x="1400" y="1750"/>
                </a:moveTo>
                <a:cubicBezTo>
                  <a:pt x="1167" y="1750"/>
                  <a:pt x="1167" y="1750"/>
                  <a:pt x="1167" y="1750"/>
                </a:cubicBezTo>
                <a:cubicBezTo>
                  <a:pt x="1167" y="1517"/>
                  <a:pt x="1167" y="1517"/>
                  <a:pt x="1167" y="1517"/>
                </a:cubicBezTo>
                <a:cubicBezTo>
                  <a:pt x="1400" y="1517"/>
                  <a:pt x="1400" y="1517"/>
                  <a:pt x="1400" y="1517"/>
                </a:cubicBezTo>
                <a:lnTo>
                  <a:pt x="1400" y="17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ann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61969"/>
          </a:xfrm>
          <a:custGeom>
            <a:avLst/>
            <a:gdLst>
              <a:gd name="T0" fmla="*/ 1960 w 2100"/>
              <a:gd name="T1" fmla="*/ 665 h 1750"/>
              <a:gd name="T2" fmla="*/ 140 w 2100"/>
              <a:gd name="T3" fmla="*/ 0 h 1750"/>
              <a:gd name="T4" fmla="*/ 58 w 2100"/>
              <a:gd name="T5" fmla="*/ 222 h 1750"/>
              <a:gd name="T6" fmla="*/ 1703 w 2100"/>
              <a:gd name="T7" fmla="*/ 817 h 1750"/>
              <a:gd name="T8" fmla="*/ 233 w 2100"/>
              <a:gd name="T9" fmla="*/ 817 h 1750"/>
              <a:gd name="T10" fmla="*/ 0 w 2100"/>
              <a:gd name="T11" fmla="*/ 1050 h 1750"/>
              <a:gd name="T12" fmla="*/ 0 w 2100"/>
              <a:gd name="T13" fmla="*/ 1517 h 1750"/>
              <a:gd name="T14" fmla="*/ 233 w 2100"/>
              <a:gd name="T15" fmla="*/ 1750 h 1750"/>
              <a:gd name="T16" fmla="*/ 1867 w 2100"/>
              <a:gd name="T17" fmla="*/ 1750 h 1750"/>
              <a:gd name="T18" fmla="*/ 2100 w 2100"/>
              <a:gd name="T19" fmla="*/ 1517 h 1750"/>
              <a:gd name="T20" fmla="*/ 2100 w 2100"/>
              <a:gd name="T21" fmla="*/ 875 h 1750"/>
              <a:gd name="T22" fmla="*/ 1960 w 2100"/>
              <a:gd name="T23" fmla="*/ 665 h 1750"/>
              <a:gd name="T24" fmla="*/ 467 w 2100"/>
              <a:gd name="T25" fmla="*/ 1400 h 1750"/>
              <a:gd name="T26" fmla="*/ 233 w 2100"/>
              <a:gd name="T27" fmla="*/ 1400 h 1750"/>
              <a:gd name="T28" fmla="*/ 233 w 2100"/>
              <a:gd name="T29" fmla="*/ 1167 h 1750"/>
              <a:gd name="T30" fmla="*/ 467 w 2100"/>
              <a:gd name="T31" fmla="*/ 1167 h 1750"/>
              <a:gd name="T32" fmla="*/ 467 w 2100"/>
              <a:gd name="T33" fmla="*/ 1400 h 1750"/>
              <a:gd name="T34" fmla="*/ 1867 w 2100"/>
              <a:gd name="T35" fmla="*/ 1400 h 1750"/>
              <a:gd name="T36" fmla="*/ 700 w 2100"/>
              <a:gd name="T37" fmla="*/ 1400 h 1750"/>
              <a:gd name="T38" fmla="*/ 700 w 2100"/>
              <a:gd name="T39" fmla="*/ 1167 h 1750"/>
              <a:gd name="T40" fmla="*/ 1867 w 2100"/>
              <a:gd name="T41" fmla="*/ 1167 h 1750"/>
              <a:gd name="T42" fmla="*/ 1867 w 2100"/>
              <a:gd name="T43" fmla="*/ 1400 h 1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100" h="1750">
                <a:moveTo>
                  <a:pt x="1960" y="665"/>
                </a:moveTo>
                <a:cubicBezTo>
                  <a:pt x="140" y="0"/>
                  <a:pt x="140" y="0"/>
                  <a:pt x="140" y="0"/>
                </a:cubicBezTo>
                <a:cubicBezTo>
                  <a:pt x="58" y="222"/>
                  <a:pt x="58" y="222"/>
                  <a:pt x="58" y="222"/>
                </a:cubicBezTo>
                <a:cubicBezTo>
                  <a:pt x="1703" y="817"/>
                  <a:pt x="1703" y="817"/>
                  <a:pt x="1703" y="817"/>
                </a:cubicBezTo>
                <a:cubicBezTo>
                  <a:pt x="233" y="817"/>
                  <a:pt x="233" y="817"/>
                  <a:pt x="233" y="817"/>
                </a:cubicBezTo>
                <a:cubicBezTo>
                  <a:pt x="105" y="817"/>
                  <a:pt x="0" y="922"/>
                  <a:pt x="0" y="1050"/>
                </a:cubicBezTo>
                <a:cubicBezTo>
                  <a:pt x="0" y="1517"/>
                  <a:pt x="0" y="1517"/>
                  <a:pt x="0" y="1517"/>
                </a:cubicBezTo>
                <a:cubicBezTo>
                  <a:pt x="0" y="1645"/>
                  <a:pt x="105" y="1750"/>
                  <a:pt x="233" y="1750"/>
                </a:cubicBezTo>
                <a:cubicBezTo>
                  <a:pt x="1867" y="1750"/>
                  <a:pt x="1867" y="1750"/>
                  <a:pt x="1867" y="1750"/>
                </a:cubicBezTo>
                <a:cubicBezTo>
                  <a:pt x="1995" y="1750"/>
                  <a:pt x="2100" y="1645"/>
                  <a:pt x="2100" y="1517"/>
                </a:cubicBezTo>
                <a:cubicBezTo>
                  <a:pt x="2100" y="875"/>
                  <a:pt x="2100" y="875"/>
                  <a:pt x="2100" y="875"/>
                </a:cubicBezTo>
                <a:cubicBezTo>
                  <a:pt x="2100" y="782"/>
                  <a:pt x="2042" y="689"/>
                  <a:pt x="1960" y="665"/>
                </a:cubicBezTo>
                <a:close/>
                <a:moveTo>
                  <a:pt x="467" y="1400"/>
                </a:moveTo>
                <a:cubicBezTo>
                  <a:pt x="233" y="1400"/>
                  <a:pt x="233" y="1400"/>
                  <a:pt x="233" y="1400"/>
                </a:cubicBezTo>
                <a:cubicBezTo>
                  <a:pt x="233" y="1167"/>
                  <a:pt x="233" y="1167"/>
                  <a:pt x="233" y="1167"/>
                </a:cubicBezTo>
                <a:cubicBezTo>
                  <a:pt x="467" y="1167"/>
                  <a:pt x="467" y="1167"/>
                  <a:pt x="467" y="1167"/>
                </a:cubicBezTo>
                <a:lnTo>
                  <a:pt x="467" y="1400"/>
                </a:lnTo>
                <a:close/>
                <a:moveTo>
                  <a:pt x="1867" y="1400"/>
                </a:moveTo>
                <a:cubicBezTo>
                  <a:pt x="700" y="1400"/>
                  <a:pt x="700" y="1400"/>
                  <a:pt x="700" y="1400"/>
                </a:cubicBezTo>
                <a:cubicBezTo>
                  <a:pt x="700" y="1167"/>
                  <a:pt x="700" y="1167"/>
                  <a:pt x="700" y="1167"/>
                </a:cubicBezTo>
                <a:cubicBezTo>
                  <a:pt x="1867" y="1167"/>
                  <a:pt x="1867" y="1167"/>
                  <a:pt x="1867" y="1167"/>
                </a:cubicBezTo>
                <a:lnTo>
                  <a:pt x="1867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urit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48447" cy="914400"/>
          </a:xfrm>
          <a:custGeom>
            <a:avLst/>
            <a:gdLst>
              <a:gd name="T0" fmla="*/ 1050 w 2100"/>
              <a:gd name="T1" fmla="*/ 0 h 2566"/>
              <a:gd name="T2" fmla="*/ 0 w 2100"/>
              <a:gd name="T3" fmla="*/ 466 h 2566"/>
              <a:gd name="T4" fmla="*/ 0 w 2100"/>
              <a:gd name="T5" fmla="*/ 1166 h 2566"/>
              <a:gd name="T6" fmla="*/ 1050 w 2100"/>
              <a:gd name="T7" fmla="*/ 2566 h 2566"/>
              <a:gd name="T8" fmla="*/ 2100 w 2100"/>
              <a:gd name="T9" fmla="*/ 1166 h 2566"/>
              <a:gd name="T10" fmla="*/ 2100 w 2100"/>
              <a:gd name="T11" fmla="*/ 466 h 2566"/>
              <a:gd name="T12" fmla="*/ 1050 w 2100"/>
              <a:gd name="T13" fmla="*/ 0 h 2566"/>
              <a:gd name="T14" fmla="*/ 1050 w 2100"/>
              <a:gd name="T15" fmla="*/ 1282 h 2566"/>
              <a:gd name="T16" fmla="*/ 1867 w 2100"/>
              <a:gd name="T17" fmla="*/ 1282 h 2566"/>
              <a:gd name="T18" fmla="*/ 1050 w 2100"/>
              <a:gd name="T19" fmla="*/ 2325 h 2566"/>
              <a:gd name="T20" fmla="*/ 1050 w 2100"/>
              <a:gd name="T21" fmla="*/ 1283 h 2566"/>
              <a:gd name="T22" fmla="*/ 233 w 2100"/>
              <a:gd name="T23" fmla="*/ 1283 h 2566"/>
              <a:gd name="T24" fmla="*/ 233 w 2100"/>
              <a:gd name="T25" fmla="*/ 618 h 2566"/>
              <a:gd name="T26" fmla="*/ 1050 w 2100"/>
              <a:gd name="T27" fmla="*/ 255 h 2566"/>
              <a:gd name="T28" fmla="*/ 1050 w 2100"/>
              <a:gd name="T29" fmla="*/ 1282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100" h="2566">
                <a:moveTo>
                  <a:pt x="1050" y="0"/>
                </a:moveTo>
                <a:cubicBezTo>
                  <a:pt x="0" y="466"/>
                  <a:pt x="0" y="466"/>
                  <a:pt x="0" y="466"/>
                </a:cubicBezTo>
                <a:cubicBezTo>
                  <a:pt x="0" y="1166"/>
                  <a:pt x="0" y="1166"/>
                  <a:pt x="0" y="1166"/>
                </a:cubicBezTo>
                <a:cubicBezTo>
                  <a:pt x="0" y="1814"/>
                  <a:pt x="448" y="2419"/>
                  <a:pt x="1050" y="2566"/>
                </a:cubicBezTo>
                <a:cubicBezTo>
                  <a:pt x="1652" y="2419"/>
                  <a:pt x="2100" y="1814"/>
                  <a:pt x="2100" y="1166"/>
                </a:cubicBezTo>
                <a:cubicBezTo>
                  <a:pt x="2100" y="466"/>
                  <a:pt x="2100" y="466"/>
                  <a:pt x="2100" y="466"/>
                </a:cubicBezTo>
                <a:lnTo>
                  <a:pt x="1050" y="0"/>
                </a:lnTo>
                <a:close/>
                <a:moveTo>
                  <a:pt x="1050" y="1282"/>
                </a:moveTo>
                <a:cubicBezTo>
                  <a:pt x="1867" y="1282"/>
                  <a:pt x="1867" y="1282"/>
                  <a:pt x="1867" y="1282"/>
                </a:cubicBezTo>
                <a:cubicBezTo>
                  <a:pt x="1805" y="1762"/>
                  <a:pt x="1484" y="2191"/>
                  <a:pt x="1050" y="2325"/>
                </a:cubicBezTo>
                <a:cubicBezTo>
                  <a:pt x="1050" y="1283"/>
                  <a:pt x="1050" y="1283"/>
                  <a:pt x="1050" y="1283"/>
                </a:cubicBezTo>
                <a:cubicBezTo>
                  <a:pt x="233" y="1283"/>
                  <a:pt x="233" y="1283"/>
                  <a:pt x="233" y="1283"/>
                </a:cubicBezTo>
                <a:cubicBezTo>
                  <a:pt x="233" y="618"/>
                  <a:pt x="233" y="618"/>
                  <a:pt x="233" y="618"/>
                </a:cubicBezTo>
                <a:cubicBezTo>
                  <a:pt x="1050" y="255"/>
                  <a:pt x="1050" y="255"/>
                  <a:pt x="1050" y="255"/>
                </a:cubicBezTo>
                <a:lnTo>
                  <a:pt x="1050" y="12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im Car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122" cy="914400"/>
          </a:xfrm>
          <a:custGeom>
            <a:avLst/>
            <a:gdLst>
              <a:gd name="T0" fmla="*/ 1865 w 1866"/>
              <a:gd name="T1" fmla="*/ 234 h 2334"/>
              <a:gd name="T2" fmla="*/ 1633 w 1866"/>
              <a:gd name="T3" fmla="*/ 0 h 2334"/>
              <a:gd name="T4" fmla="*/ 700 w 1866"/>
              <a:gd name="T5" fmla="*/ 0 h 2334"/>
              <a:gd name="T6" fmla="*/ 0 w 1866"/>
              <a:gd name="T7" fmla="*/ 700 h 2334"/>
              <a:gd name="T8" fmla="*/ 0 w 1866"/>
              <a:gd name="T9" fmla="*/ 2100 h 2334"/>
              <a:gd name="T10" fmla="*/ 233 w 1866"/>
              <a:gd name="T11" fmla="*/ 2334 h 2334"/>
              <a:gd name="T12" fmla="*/ 1634 w 1866"/>
              <a:gd name="T13" fmla="*/ 2334 h 2334"/>
              <a:gd name="T14" fmla="*/ 1866 w 1866"/>
              <a:gd name="T15" fmla="*/ 2100 h 2334"/>
              <a:gd name="T16" fmla="*/ 1865 w 1866"/>
              <a:gd name="T17" fmla="*/ 234 h 2334"/>
              <a:gd name="T18" fmla="*/ 583 w 1866"/>
              <a:gd name="T19" fmla="*/ 1984 h 2334"/>
              <a:gd name="T20" fmla="*/ 350 w 1866"/>
              <a:gd name="T21" fmla="*/ 1984 h 2334"/>
              <a:gd name="T22" fmla="*/ 350 w 1866"/>
              <a:gd name="T23" fmla="*/ 1750 h 2334"/>
              <a:gd name="T24" fmla="*/ 583 w 1866"/>
              <a:gd name="T25" fmla="*/ 1750 h 2334"/>
              <a:gd name="T26" fmla="*/ 583 w 1866"/>
              <a:gd name="T27" fmla="*/ 1984 h 2334"/>
              <a:gd name="T28" fmla="*/ 1516 w 1866"/>
              <a:gd name="T29" fmla="*/ 1984 h 2334"/>
              <a:gd name="T30" fmla="*/ 1283 w 1866"/>
              <a:gd name="T31" fmla="*/ 1984 h 2334"/>
              <a:gd name="T32" fmla="*/ 1283 w 1866"/>
              <a:gd name="T33" fmla="*/ 1750 h 2334"/>
              <a:gd name="T34" fmla="*/ 1516 w 1866"/>
              <a:gd name="T35" fmla="*/ 1750 h 2334"/>
              <a:gd name="T36" fmla="*/ 1516 w 1866"/>
              <a:gd name="T37" fmla="*/ 1984 h 2334"/>
              <a:gd name="T38" fmla="*/ 583 w 1866"/>
              <a:gd name="T39" fmla="*/ 1517 h 2334"/>
              <a:gd name="T40" fmla="*/ 350 w 1866"/>
              <a:gd name="T41" fmla="*/ 1517 h 2334"/>
              <a:gd name="T42" fmla="*/ 350 w 1866"/>
              <a:gd name="T43" fmla="*/ 1050 h 2334"/>
              <a:gd name="T44" fmla="*/ 583 w 1866"/>
              <a:gd name="T45" fmla="*/ 1050 h 2334"/>
              <a:gd name="T46" fmla="*/ 583 w 1866"/>
              <a:gd name="T47" fmla="*/ 1517 h 2334"/>
              <a:gd name="T48" fmla="*/ 1050 w 1866"/>
              <a:gd name="T49" fmla="*/ 1984 h 2334"/>
              <a:gd name="T50" fmla="*/ 816 w 1866"/>
              <a:gd name="T51" fmla="*/ 1984 h 2334"/>
              <a:gd name="T52" fmla="*/ 816 w 1866"/>
              <a:gd name="T53" fmla="*/ 1517 h 2334"/>
              <a:gd name="T54" fmla="*/ 1050 w 1866"/>
              <a:gd name="T55" fmla="*/ 1517 h 2334"/>
              <a:gd name="T56" fmla="*/ 1050 w 1866"/>
              <a:gd name="T57" fmla="*/ 1984 h 2334"/>
              <a:gd name="T58" fmla="*/ 1050 w 1866"/>
              <a:gd name="T59" fmla="*/ 1284 h 2334"/>
              <a:gd name="T60" fmla="*/ 816 w 1866"/>
              <a:gd name="T61" fmla="*/ 1284 h 2334"/>
              <a:gd name="T62" fmla="*/ 816 w 1866"/>
              <a:gd name="T63" fmla="*/ 1050 h 2334"/>
              <a:gd name="T64" fmla="*/ 1050 w 1866"/>
              <a:gd name="T65" fmla="*/ 1050 h 2334"/>
              <a:gd name="T66" fmla="*/ 1050 w 1866"/>
              <a:gd name="T67" fmla="*/ 1284 h 2334"/>
              <a:gd name="T68" fmla="*/ 1516 w 1866"/>
              <a:gd name="T69" fmla="*/ 1517 h 2334"/>
              <a:gd name="T70" fmla="*/ 1283 w 1866"/>
              <a:gd name="T71" fmla="*/ 1517 h 2334"/>
              <a:gd name="T72" fmla="*/ 1283 w 1866"/>
              <a:gd name="T73" fmla="*/ 1050 h 2334"/>
              <a:gd name="T74" fmla="*/ 1516 w 1866"/>
              <a:gd name="T75" fmla="*/ 1050 h 2334"/>
              <a:gd name="T76" fmla="*/ 1516 w 1866"/>
              <a:gd name="T77" fmla="*/ 151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866" h="2334">
                <a:moveTo>
                  <a:pt x="1865" y="234"/>
                </a:moveTo>
                <a:cubicBezTo>
                  <a:pt x="1865" y="105"/>
                  <a:pt x="1761" y="0"/>
                  <a:pt x="1633" y="0"/>
                </a:cubicBezTo>
                <a:cubicBezTo>
                  <a:pt x="700" y="0"/>
                  <a:pt x="700" y="0"/>
                  <a:pt x="700" y="0"/>
                </a:cubicBezTo>
                <a:cubicBezTo>
                  <a:pt x="0" y="700"/>
                  <a:pt x="0" y="700"/>
                  <a:pt x="0" y="700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3" y="2334"/>
                </a:cubicBezTo>
                <a:cubicBezTo>
                  <a:pt x="1634" y="2334"/>
                  <a:pt x="1634" y="2334"/>
                  <a:pt x="1634" y="2334"/>
                </a:cubicBezTo>
                <a:cubicBezTo>
                  <a:pt x="1762" y="2334"/>
                  <a:pt x="1866" y="2229"/>
                  <a:pt x="1866" y="2100"/>
                </a:cubicBezTo>
                <a:lnTo>
                  <a:pt x="1865" y="234"/>
                </a:lnTo>
                <a:close/>
                <a:moveTo>
                  <a:pt x="583" y="1984"/>
                </a:moveTo>
                <a:cubicBezTo>
                  <a:pt x="350" y="1984"/>
                  <a:pt x="350" y="1984"/>
                  <a:pt x="350" y="1984"/>
                </a:cubicBezTo>
                <a:cubicBezTo>
                  <a:pt x="350" y="1750"/>
                  <a:pt x="350" y="1750"/>
                  <a:pt x="350" y="1750"/>
                </a:cubicBezTo>
                <a:cubicBezTo>
                  <a:pt x="583" y="1750"/>
                  <a:pt x="583" y="1750"/>
                  <a:pt x="583" y="1750"/>
                </a:cubicBezTo>
                <a:lnTo>
                  <a:pt x="583" y="1984"/>
                </a:lnTo>
                <a:close/>
                <a:moveTo>
                  <a:pt x="1516" y="1984"/>
                </a:moveTo>
                <a:cubicBezTo>
                  <a:pt x="1283" y="1984"/>
                  <a:pt x="1283" y="1984"/>
                  <a:pt x="1283" y="1984"/>
                </a:cubicBezTo>
                <a:cubicBezTo>
                  <a:pt x="1283" y="1750"/>
                  <a:pt x="1283" y="1750"/>
                  <a:pt x="1283" y="1750"/>
                </a:cubicBezTo>
                <a:cubicBezTo>
                  <a:pt x="1516" y="1750"/>
                  <a:pt x="1516" y="1750"/>
                  <a:pt x="1516" y="1750"/>
                </a:cubicBezTo>
                <a:lnTo>
                  <a:pt x="1516" y="1984"/>
                </a:lnTo>
                <a:close/>
                <a:moveTo>
                  <a:pt x="583" y="1517"/>
                </a:moveTo>
                <a:cubicBezTo>
                  <a:pt x="350" y="1517"/>
                  <a:pt x="350" y="1517"/>
                  <a:pt x="350" y="1517"/>
                </a:cubicBezTo>
                <a:cubicBezTo>
                  <a:pt x="350" y="1050"/>
                  <a:pt x="350" y="1050"/>
                  <a:pt x="350" y="1050"/>
                </a:cubicBezTo>
                <a:cubicBezTo>
                  <a:pt x="583" y="1050"/>
                  <a:pt x="583" y="1050"/>
                  <a:pt x="583" y="1050"/>
                </a:cubicBezTo>
                <a:lnTo>
                  <a:pt x="583" y="1517"/>
                </a:lnTo>
                <a:close/>
                <a:moveTo>
                  <a:pt x="1050" y="1984"/>
                </a:moveTo>
                <a:cubicBezTo>
                  <a:pt x="816" y="1984"/>
                  <a:pt x="816" y="1984"/>
                  <a:pt x="816" y="1984"/>
                </a:cubicBezTo>
                <a:cubicBezTo>
                  <a:pt x="816" y="1517"/>
                  <a:pt x="816" y="1517"/>
                  <a:pt x="816" y="1517"/>
                </a:cubicBezTo>
                <a:cubicBezTo>
                  <a:pt x="1050" y="1517"/>
                  <a:pt x="1050" y="1517"/>
                  <a:pt x="1050" y="1517"/>
                </a:cubicBezTo>
                <a:lnTo>
                  <a:pt x="1050" y="1984"/>
                </a:lnTo>
                <a:close/>
                <a:moveTo>
                  <a:pt x="1050" y="1284"/>
                </a:moveTo>
                <a:cubicBezTo>
                  <a:pt x="816" y="1284"/>
                  <a:pt x="816" y="1284"/>
                  <a:pt x="816" y="1284"/>
                </a:cubicBezTo>
                <a:cubicBezTo>
                  <a:pt x="816" y="1050"/>
                  <a:pt x="816" y="1050"/>
                  <a:pt x="816" y="1050"/>
                </a:cubicBezTo>
                <a:cubicBezTo>
                  <a:pt x="1050" y="1050"/>
                  <a:pt x="1050" y="1050"/>
                  <a:pt x="1050" y="1050"/>
                </a:cubicBezTo>
                <a:lnTo>
                  <a:pt x="1050" y="1284"/>
                </a:lnTo>
                <a:close/>
                <a:moveTo>
                  <a:pt x="1516" y="1517"/>
                </a:moveTo>
                <a:cubicBezTo>
                  <a:pt x="1283" y="1517"/>
                  <a:pt x="1283" y="1517"/>
                  <a:pt x="1283" y="1517"/>
                </a:cubicBezTo>
                <a:cubicBezTo>
                  <a:pt x="1283" y="1050"/>
                  <a:pt x="1283" y="1050"/>
                  <a:pt x="1283" y="1050"/>
                </a:cubicBezTo>
                <a:cubicBezTo>
                  <a:pt x="1516" y="1050"/>
                  <a:pt x="1516" y="1050"/>
                  <a:pt x="1516" y="1050"/>
                </a:cubicBezTo>
                <a:lnTo>
                  <a:pt x="1516" y="15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pho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82343" cy="914400"/>
          </a:xfrm>
          <a:custGeom>
            <a:avLst/>
            <a:gdLst>
              <a:gd name="T0" fmla="*/ 1400 w 1634"/>
              <a:gd name="T1" fmla="*/ 1 h 2566"/>
              <a:gd name="T2" fmla="*/ 234 w 1634"/>
              <a:gd name="T3" fmla="*/ 0 h 2566"/>
              <a:gd name="T4" fmla="*/ 0 w 1634"/>
              <a:gd name="T5" fmla="*/ 233 h 2566"/>
              <a:gd name="T6" fmla="*/ 0 w 1634"/>
              <a:gd name="T7" fmla="*/ 2333 h 2566"/>
              <a:gd name="T8" fmla="*/ 234 w 1634"/>
              <a:gd name="T9" fmla="*/ 2566 h 2566"/>
              <a:gd name="T10" fmla="*/ 1400 w 1634"/>
              <a:gd name="T11" fmla="*/ 2566 h 2566"/>
              <a:gd name="T12" fmla="*/ 1634 w 1634"/>
              <a:gd name="T13" fmla="*/ 2333 h 2566"/>
              <a:gd name="T14" fmla="*/ 1634 w 1634"/>
              <a:gd name="T15" fmla="*/ 233 h 2566"/>
              <a:gd name="T16" fmla="*/ 1400 w 1634"/>
              <a:gd name="T17" fmla="*/ 1 h 2566"/>
              <a:gd name="T18" fmla="*/ 1400 w 1634"/>
              <a:gd name="T19" fmla="*/ 2100 h 2566"/>
              <a:gd name="T20" fmla="*/ 234 w 1634"/>
              <a:gd name="T21" fmla="*/ 2100 h 2566"/>
              <a:gd name="T22" fmla="*/ 234 w 1634"/>
              <a:gd name="T23" fmla="*/ 466 h 2566"/>
              <a:gd name="T24" fmla="*/ 1400 w 1634"/>
              <a:gd name="T25" fmla="*/ 466 h 2566"/>
              <a:gd name="T26" fmla="*/ 1400 w 1634"/>
              <a:gd name="T27" fmla="*/ 210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34" h="2566">
                <a:moveTo>
                  <a:pt x="1400" y="1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4" y="2566"/>
                </a:cubicBezTo>
                <a:cubicBezTo>
                  <a:pt x="1400" y="2566"/>
                  <a:pt x="1400" y="2566"/>
                  <a:pt x="1400" y="2566"/>
                </a:cubicBezTo>
                <a:cubicBezTo>
                  <a:pt x="1529" y="2566"/>
                  <a:pt x="1634" y="2461"/>
                  <a:pt x="1634" y="2333"/>
                </a:cubicBezTo>
                <a:cubicBezTo>
                  <a:pt x="1634" y="233"/>
                  <a:pt x="1634" y="233"/>
                  <a:pt x="1634" y="233"/>
                </a:cubicBezTo>
                <a:cubicBezTo>
                  <a:pt x="1634" y="105"/>
                  <a:pt x="1529" y="1"/>
                  <a:pt x="1400" y="1"/>
                </a:cubicBezTo>
                <a:close/>
                <a:moveTo>
                  <a:pt x="1400" y="2100"/>
                </a:moveTo>
                <a:cubicBezTo>
                  <a:pt x="234" y="2100"/>
                  <a:pt x="234" y="2100"/>
                  <a:pt x="234" y="2100"/>
                </a:cubicBezTo>
                <a:cubicBezTo>
                  <a:pt x="234" y="466"/>
                  <a:pt x="234" y="466"/>
                  <a:pt x="234" y="466"/>
                </a:cubicBezTo>
                <a:cubicBezTo>
                  <a:pt x="1400" y="466"/>
                  <a:pt x="1400" y="466"/>
                  <a:pt x="1400" y="466"/>
                </a:cubicBezTo>
                <a:lnTo>
                  <a:pt x="1400" y="2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ak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40229" cy="914400"/>
          </a:xfrm>
          <a:custGeom>
            <a:avLst/>
            <a:gdLst>
              <a:gd name="T0" fmla="*/ 1400 w 1634"/>
              <a:gd name="T1" fmla="*/ 0 h 2334"/>
              <a:gd name="T2" fmla="*/ 234 w 1634"/>
              <a:gd name="T3" fmla="*/ 0 h 2334"/>
              <a:gd name="T4" fmla="*/ 0 w 1634"/>
              <a:gd name="T5" fmla="*/ 234 h 2334"/>
              <a:gd name="T6" fmla="*/ 0 w 1634"/>
              <a:gd name="T7" fmla="*/ 2100 h 2334"/>
              <a:gd name="T8" fmla="*/ 234 w 1634"/>
              <a:gd name="T9" fmla="*/ 2333 h 2334"/>
              <a:gd name="T10" fmla="*/ 1400 w 1634"/>
              <a:gd name="T11" fmla="*/ 2334 h 2334"/>
              <a:gd name="T12" fmla="*/ 1634 w 1634"/>
              <a:gd name="T13" fmla="*/ 2100 h 2334"/>
              <a:gd name="T14" fmla="*/ 1634 w 1634"/>
              <a:gd name="T15" fmla="*/ 234 h 2334"/>
              <a:gd name="T16" fmla="*/ 1400 w 1634"/>
              <a:gd name="T17" fmla="*/ 0 h 2334"/>
              <a:gd name="T18" fmla="*/ 817 w 1634"/>
              <a:gd name="T19" fmla="*/ 234 h 2334"/>
              <a:gd name="T20" fmla="*/ 1050 w 1634"/>
              <a:gd name="T21" fmla="*/ 467 h 2334"/>
              <a:gd name="T22" fmla="*/ 817 w 1634"/>
              <a:gd name="T23" fmla="*/ 700 h 2334"/>
              <a:gd name="T24" fmla="*/ 584 w 1634"/>
              <a:gd name="T25" fmla="*/ 467 h 2334"/>
              <a:gd name="T26" fmla="*/ 817 w 1634"/>
              <a:gd name="T27" fmla="*/ 234 h 2334"/>
              <a:gd name="T28" fmla="*/ 817 w 1634"/>
              <a:gd name="T29" fmla="*/ 2100 h 2334"/>
              <a:gd name="T30" fmla="*/ 234 w 1634"/>
              <a:gd name="T31" fmla="*/ 1517 h 2334"/>
              <a:gd name="T32" fmla="*/ 817 w 1634"/>
              <a:gd name="T33" fmla="*/ 934 h 2334"/>
              <a:gd name="T34" fmla="*/ 1400 w 1634"/>
              <a:gd name="T35" fmla="*/ 1517 h 2334"/>
              <a:gd name="T36" fmla="*/ 817 w 1634"/>
              <a:gd name="T37" fmla="*/ 2100 h 2334"/>
              <a:gd name="T38" fmla="*/ 817 w 1634"/>
              <a:gd name="T39" fmla="*/ 1167 h 2334"/>
              <a:gd name="T40" fmla="*/ 467 w 1634"/>
              <a:gd name="T41" fmla="*/ 1517 h 2334"/>
              <a:gd name="T42" fmla="*/ 817 w 1634"/>
              <a:gd name="T43" fmla="*/ 1867 h 2334"/>
              <a:gd name="T44" fmla="*/ 1167 w 1634"/>
              <a:gd name="T45" fmla="*/ 1517 h 2334"/>
              <a:gd name="T46" fmla="*/ 817 w 1634"/>
              <a:gd name="T47" fmla="*/ 116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634" h="2334">
                <a:moveTo>
                  <a:pt x="14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3"/>
                  <a:pt x="234" y="2333"/>
                </a:cubicBezTo>
                <a:cubicBezTo>
                  <a:pt x="1400" y="2334"/>
                  <a:pt x="1400" y="2334"/>
                  <a:pt x="1400" y="2334"/>
                </a:cubicBezTo>
                <a:cubicBezTo>
                  <a:pt x="1529" y="2334"/>
                  <a:pt x="1634" y="2229"/>
                  <a:pt x="1634" y="2100"/>
                </a:cubicBezTo>
                <a:cubicBezTo>
                  <a:pt x="1634" y="234"/>
                  <a:pt x="1634" y="234"/>
                  <a:pt x="1634" y="234"/>
                </a:cubicBezTo>
                <a:cubicBezTo>
                  <a:pt x="1634" y="105"/>
                  <a:pt x="1529" y="0"/>
                  <a:pt x="1400" y="0"/>
                </a:cubicBezTo>
                <a:close/>
                <a:moveTo>
                  <a:pt x="817" y="234"/>
                </a:moveTo>
                <a:cubicBezTo>
                  <a:pt x="945" y="234"/>
                  <a:pt x="1050" y="339"/>
                  <a:pt x="1050" y="467"/>
                </a:cubicBezTo>
                <a:cubicBezTo>
                  <a:pt x="1050" y="595"/>
                  <a:pt x="945" y="700"/>
                  <a:pt x="817" y="700"/>
                </a:cubicBezTo>
                <a:cubicBezTo>
                  <a:pt x="688" y="700"/>
                  <a:pt x="584" y="595"/>
                  <a:pt x="584" y="467"/>
                </a:cubicBezTo>
                <a:cubicBezTo>
                  <a:pt x="584" y="339"/>
                  <a:pt x="688" y="234"/>
                  <a:pt x="817" y="234"/>
                </a:cubicBezTo>
                <a:close/>
                <a:moveTo>
                  <a:pt x="817" y="2100"/>
                </a:moveTo>
                <a:cubicBezTo>
                  <a:pt x="495" y="2100"/>
                  <a:pt x="234" y="1839"/>
                  <a:pt x="234" y="1517"/>
                </a:cubicBezTo>
                <a:cubicBezTo>
                  <a:pt x="234" y="1195"/>
                  <a:pt x="495" y="934"/>
                  <a:pt x="817" y="934"/>
                </a:cubicBezTo>
                <a:cubicBezTo>
                  <a:pt x="1139" y="934"/>
                  <a:pt x="1400" y="1195"/>
                  <a:pt x="1400" y="1517"/>
                </a:cubicBezTo>
                <a:cubicBezTo>
                  <a:pt x="1400" y="1839"/>
                  <a:pt x="1139" y="2100"/>
                  <a:pt x="817" y="2100"/>
                </a:cubicBezTo>
                <a:close/>
                <a:moveTo>
                  <a:pt x="817" y="1167"/>
                </a:moveTo>
                <a:cubicBezTo>
                  <a:pt x="623" y="1167"/>
                  <a:pt x="467" y="1323"/>
                  <a:pt x="467" y="1517"/>
                </a:cubicBezTo>
                <a:cubicBezTo>
                  <a:pt x="467" y="1711"/>
                  <a:pt x="623" y="1867"/>
                  <a:pt x="817" y="1867"/>
                </a:cubicBezTo>
                <a:cubicBezTo>
                  <a:pt x="1011" y="1867"/>
                  <a:pt x="1167" y="1711"/>
                  <a:pt x="1167" y="1517"/>
                </a:cubicBezTo>
                <a:cubicBezTo>
                  <a:pt x="1167" y="1323"/>
                  <a:pt x="1011" y="1167"/>
                  <a:pt x="817" y="1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peaker Grou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65014" cy="914400"/>
          </a:xfrm>
          <a:custGeom>
            <a:avLst/>
            <a:gdLst>
              <a:gd name="T0" fmla="*/ 5325 w 6000"/>
              <a:gd name="T1" fmla="*/ 0 h 8250"/>
              <a:gd name="T2" fmla="*/ 2175 w 6000"/>
              <a:gd name="T3" fmla="*/ 0 h 8250"/>
              <a:gd name="T4" fmla="*/ 1500 w 6000"/>
              <a:gd name="T5" fmla="*/ 675 h 8250"/>
              <a:gd name="T6" fmla="*/ 1500 w 6000"/>
              <a:gd name="T7" fmla="*/ 6075 h 8250"/>
              <a:gd name="T8" fmla="*/ 2175 w 6000"/>
              <a:gd name="T9" fmla="*/ 6746 h 8250"/>
              <a:gd name="T10" fmla="*/ 5325 w 6000"/>
              <a:gd name="T11" fmla="*/ 6750 h 8250"/>
              <a:gd name="T12" fmla="*/ 6000 w 6000"/>
              <a:gd name="T13" fmla="*/ 6075 h 8250"/>
              <a:gd name="T14" fmla="*/ 6000 w 6000"/>
              <a:gd name="T15" fmla="*/ 675 h 8250"/>
              <a:gd name="T16" fmla="*/ 5325 w 6000"/>
              <a:gd name="T17" fmla="*/ 0 h 8250"/>
              <a:gd name="T18" fmla="*/ 3750 w 6000"/>
              <a:gd name="T19" fmla="*/ 750 h 8250"/>
              <a:gd name="T20" fmla="*/ 4500 w 6000"/>
              <a:gd name="T21" fmla="*/ 1500 h 8250"/>
              <a:gd name="T22" fmla="*/ 3750 w 6000"/>
              <a:gd name="T23" fmla="*/ 2250 h 8250"/>
              <a:gd name="T24" fmla="*/ 3000 w 6000"/>
              <a:gd name="T25" fmla="*/ 1500 h 8250"/>
              <a:gd name="T26" fmla="*/ 3750 w 6000"/>
              <a:gd name="T27" fmla="*/ 750 h 8250"/>
              <a:gd name="T28" fmla="*/ 3750 w 6000"/>
              <a:gd name="T29" fmla="*/ 5813 h 8250"/>
              <a:gd name="T30" fmla="*/ 2250 w 6000"/>
              <a:gd name="T31" fmla="*/ 4312 h 8250"/>
              <a:gd name="T32" fmla="*/ 3750 w 6000"/>
              <a:gd name="T33" fmla="*/ 2812 h 8250"/>
              <a:gd name="T34" fmla="*/ 5250 w 6000"/>
              <a:gd name="T35" fmla="*/ 4312 h 8250"/>
              <a:gd name="T36" fmla="*/ 3750 w 6000"/>
              <a:gd name="T37" fmla="*/ 5813 h 8250"/>
              <a:gd name="T38" fmla="*/ 3750 w 6000"/>
              <a:gd name="T39" fmla="*/ 3375 h 8250"/>
              <a:gd name="T40" fmla="*/ 4688 w 6000"/>
              <a:gd name="T41" fmla="*/ 4312 h 8250"/>
              <a:gd name="T42" fmla="*/ 3750 w 6000"/>
              <a:gd name="T43" fmla="*/ 5250 h 8250"/>
              <a:gd name="T44" fmla="*/ 2813 w 6000"/>
              <a:gd name="T45" fmla="*/ 4312 h 8250"/>
              <a:gd name="T46" fmla="*/ 3750 w 6000"/>
              <a:gd name="T47" fmla="*/ 3375 h 8250"/>
              <a:gd name="T48" fmla="*/ 750 w 6000"/>
              <a:gd name="T49" fmla="*/ 1500 h 8250"/>
              <a:gd name="T50" fmla="*/ 0 w 6000"/>
              <a:gd name="T51" fmla="*/ 1500 h 8250"/>
              <a:gd name="T52" fmla="*/ 0 w 6000"/>
              <a:gd name="T53" fmla="*/ 7500 h 8250"/>
              <a:gd name="T54" fmla="*/ 750 w 6000"/>
              <a:gd name="T55" fmla="*/ 8250 h 8250"/>
              <a:gd name="T56" fmla="*/ 4500 w 6000"/>
              <a:gd name="T57" fmla="*/ 8250 h 8250"/>
              <a:gd name="T58" fmla="*/ 4500 w 6000"/>
              <a:gd name="T59" fmla="*/ 7500 h 8250"/>
              <a:gd name="T60" fmla="*/ 750 w 6000"/>
              <a:gd name="T61" fmla="*/ 7500 h 8250"/>
              <a:gd name="T62" fmla="*/ 750 w 6000"/>
              <a:gd name="T63" fmla="*/ 1500 h 82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000" h="8250">
                <a:moveTo>
                  <a:pt x="5325" y="0"/>
                </a:moveTo>
                <a:cubicBezTo>
                  <a:pt x="2175" y="0"/>
                  <a:pt x="2175" y="0"/>
                  <a:pt x="2175" y="0"/>
                </a:cubicBezTo>
                <a:cubicBezTo>
                  <a:pt x="1804" y="0"/>
                  <a:pt x="1500" y="304"/>
                  <a:pt x="1500" y="675"/>
                </a:cubicBezTo>
                <a:cubicBezTo>
                  <a:pt x="1500" y="6075"/>
                  <a:pt x="1500" y="6075"/>
                  <a:pt x="1500" y="6075"/>
                </a:cubicBezTo>
                <a:cubicBezTo>
                  <a:pt x="1500" y="6446"/>
                  <a:pt x="1804" y="6746"/>
                  <a:pt x="2175" y="6746"/>
                </a:cubicBezTo>
                <a:cubicBezTo>
                  <a:pt x="5325" y="6750"/>
                  <a:pt x="5325" y="6750"/>
                  <a:pt x="5325" y="6750"/>
                </a:cubicBezTo>
                <a:cubicBezTo>
                  <a:pt x="5696" y="6750"/>
                  <a:pt x="6000" y="6446"/>
                  <a:pt x="6000" y="6075"/>
                </a:cubicBezTo>
                <a:cubicBezTo>
                  <a:pt x="6000" y="675"/>
                  <a:pt x="6000" y="675"/>
                  <a:pt x="6000" y="675"/>
                </a:cubicBezTo>
                <a:cubicBezTo>
                  <a:pt x="6000" y="304"/>
                  <a:pt x="5696" y="0"/>
                  <a:pt x="5325" y="0"/>
                </a:cubicBezTo>
                <a:close/>
                <a:moveTo>
                  <a:pt x="3750" y="750"/>
                </a:moveTo>
                <a:cubicBezTo>
                  <a:pt x="4162" y="750"/>
                  <a:pt x="4500" y="1084"/>
                  <a:pt x="4500" y="1500"/>
                </a:cubicBezTo>
                <a:cubicBezTo>
                  <a:pt x="4500" y="1916"/>
                  <a:pt x="4162" y="2250"/>
                  <a:pt x="3750" y="2250"/>
                </a:cubicBezTo>
                <a:cubicBezTo>
                  <a:pt x="3338" y="2250"/>
                  <a:pt x="3000" y="1916"/>
                  <a:pt x="3000" y="1500"/>
                </a:cubicBezTo>
                <a:cubicBezTo>
                  <a:pt x="3000" y="1084"/>
                  <a:pt x="3338" y="750"/>
                  <a:pt x="3750" y="750"/>
                </a:cubicBezTo>
                <a:close/>
                <a:moveTo>
                  <a:pt x="3750" y="5813"/>
                </a:moveTo>
                <a:cubicBezTo>
                  <a:pt x="2921" y="5813"/>
                  <a:pt x="2250" y="5141"/>
                  <a:pt x="2250" y="4312"/>
                </a:cubicBezTo>
                <a:cubicBezTo>
                  <a:pt x="2250" y="3484"/>
                  <a:pt x="2921" y="2812"/>
                  <a:pt x="3750" y="2812"/>
                </a:cubicBezTo>
                <a:cubicBezTo>
                  <a:pt x="4579" y="2812"/>
                  <a:pt x="5250" y="3484"/>
                  <a:pt x="5250" y="4312"/>
                </a:cubicBezTo>
                <a:cubicBezTo>
                  <a:pt x="5250" y="5141"/>
                  <a:pt x="4579" y="5813"/>
                  <a:pt x="3750" y="5813"/>
                </a:cubicBezTo>
                <a:close/>
                <a:moveTo>
                  <a:pt x="3750" y="3375"/>
                </a:moveTo>
                <a:cubicBezTo>
                  <a:pt x="4268" y="3375"/>
                  <a:pt x="4688" y="3795"/>
                  <a:pt x="4688" y="4312"/>
                </a:cubicBezTo>
                <a:cubicBezTo>
                  <a:pt x="4688" y="4830"/>
                  <a:pt x="4268" y="5250"/>
                  <a:pt x="3750" y="5250"/>
                </a:cubicBezTo>
                <a:cubicBezTo>
                  <a:pt x="3232" y="5250"/>
                  <a:pt x="2813" y="4830"/>
                  <a:pt x="2813" y="4312"/>
                </a:cubicBezTo>
                <a:cubicBezTo>
                  <a:pt x="2813" y="3795"/>
                  <a:pt x="3232" y="3375"/>
                  <a:pt x="3750" y="3375"/>
                </a:cubicBezTo>
                <a:close/>
                <a:moveTo>
                  <a:pt x="750" y="1500"/>
                </a:moveTo>
                <a:cubicBezTo>
                  <a:pt x="0" y="1500"/>
                  <a:pt x="0" y="1500"/>
                  <a:pt x="0" y="1500"/>
                </a:cubicBezTo>
                <a:cubicBezTo>
                  <a:pt x="0" y="7500"/>
                  <a:pt x="0" y="7500"/>
                  <a:pt x="0" y="7500"/>
                </a:cubicBezTo>
                <a:cubicBezTo>
                  <a:pt x="0" y="7912"/>
                  <a:pt x="334" y="8250"/>
                  <a:pt x="750" y="8250"/>
                </a:cubicBezTo>
                <a:cubicBezTo>
                  <a:pt x="4500" y="8250"/>
                  <a:pt x="4500" y="8250"/>
                  <a:pt x="4500" y="8250"/>
                </a:cubicBezTo>
                <a:cubicBezTo>
                  <a:pt x="4500" y="7500"/>
                  <a:pt x="4500" y="7500"/>
                  <a:pt x="4500" y="7500"/>
                </a:cubicBezTo>
                <a:cubicBezTo>
                  <a:pt x="750" y="7500"/>
                  <a:pt x="750" y="7500"/>
                  <a:pt x="750" y="7500"/>
                </a:cubicBezTo>
                <a:lnTo>
                  <a:pt x="750" y="15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64908"/>
          </a:xfrm>
          <a:custGeom>
            <a:avLst/>
            <a:gdLst>
              <a:gd name="T0" fmla="*/ 2333 w 2566"/>
              <a:gd name="T1" fmla="*/ 0 h 1866"/>
              <a:gd name="T2" fmla="*/ 233 w 2566"/>
              <a:gd name="T3" fmla="*/ 0 h 1866"/>
              <a:gd name="T4" fmla="*/ 0 w 2566"/>
              <a:gd name="T5" fmla="*/ 233 h 1866"/>
              <a:gd name="T6" fmla="*/ 0 w 2566"/>
              <a:gd name="T7" fmla="*/ 1633 h 1866"/>
              <a:gd name="T8" fmla="*/ 233 w 2566"/>
              <a:gd name="T9" fmla="*/ 1866 h 1866"/>
              <a:gd name="T10" fmla="*/ 2333 w 2566"/>
              <a:gd name="T11" fmla="*/ 1866 h 1866"/>
              <a:gd name="T12" fmla="*/ 2565 w 2566"/>
              <a:gd name="T13" fmla="*/ 1633 h 1866"/>
              <a:gd name="T14" fmla="*/ 2566 w 2566"/>
              <a:gd name="T15" fmla="*/ 233 h 1866"/>
              <a:gd name="T16" fmla="*/ 2333 w 2566"/>
              <a:gd name="T17" fmla="*/ 0 h 1866"/>
              <a:gd name="T18" fmla="*/ 2100 w 2566"/>
              <a:gd name="T19" fmla="*/ 1633 h 1866"/>
              <a:gd name="T20" fmla="*/ 466 w 2566"/>
              <a:gd name="T21" fmla="*/ 1633 h 1866"/>
              <a:gd name="T22" fmla="*/ 466 w 2566"/>
              <a:gd name="T23" fmla="*/ 233 h 1866"/>
              <a:gd name="T24" fmla="*/ 2100 w 2566"/>
              <a:gd name="T25" fmla="*/ 233 h 1866"/>
              <a:gd name="T26" fmla="*/ 2100 w 2566"/>
              <a:gd name="T27" fmla="*/ 163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66" h="1866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3" y="1866"/>
                </a:cubicBezTo>
                <a:cubicBezTo>
                  <a:pt x="2333" y="1866"/>
                  <a:pt x="2333" y="1866"/>
                  <a:pt x="2333" y="1866"/>
                </a:cubicBezTo>
                <a:cubicBezTo>
                  <a:pt x="2461" y="1866"/>
                  <a:pt x="2565" y="1761"/>
                  <a:pt x="2565" y="1633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100" y="1633"/>
                </a:moveTo>
                <a:cubicBezTo>
                  <a:pt x="466" y="1633"/>
                  <a:pt x="466" y="1633"/>
                  <a:pt x="466" y="1633"/>
                </a:cubicBezTo>
                <a:cubicBezTo>
                  <a:pt x="466" y="233"/>
                  <a:pt x="466" y="233"/>
                  <a:pt x="466" y="233"/>
                </a:cubicBezTo>
                <a:cubicBezTo>
                  <a:pt x="2100" y="233"/>
                  <a:pt x="2100" y="233"/>
                  <a:pt x="2100" y="233"/>
                </a:cubicBezTo>
                <a:lnTo>
                  <a:pt x="2100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t Androi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85869" cy="914400"/>
          </a:xfrm>
          <a:custGeom>
            <a:avLst/>
            <a:gdLst>
              <a:gd name="T0" fmla="*/ 1750 w 2100"/>
              <a:gd name="T1" fmla="*/ 0 h 2800"/>
              <a:gd name="T2" fmla="*/ 350 w 2100"/>
              <a:gd name="T3" fmla="*/ 0 h 2800"/>
              <a:gd name="T4" fmla="*/ 0 w 2100"/>
              <a:gd name="T5" fmla="*/ 350 h 2800"/>
              <a:gd name="T6" fmla="*/ 0 w 2100"/>
              <a:gd name="T7" fmla="*/ 2450 h 2800"/>
              <a:gd name="T8" fmla="*/ 350 w 2100"/>
              <a:gd name="T9" fmla="*/ 2800 h 2800"/>
              <a:gd name="T10" fmla="*/ 1750 w 2100"/>
              <a:gd name="T11" fmla="*/ 2800 h 2800"/>
              <a:gd name="T12" fmla="*/ 2100 w 2100"/>
              <a:gd name="T13" fmla="*/ 2450 h 2800"/>
              <a:gd name="T14" fmla="*/ 2100 w 2100"/>
              <a:gd name="T15" fmla="*/ 350 h 2800"/>
              <a:gd name="T16" fmla="*/ 1750 w 2100"/>
              <a:gd name="T17" fmla="*/ 0 h 2800"/>
              <a:gd name="T18" fmla="*/ 1283 w 2100"/>
              <a:gd name="T19" fmla="*/ 2567 h 2800"/>
              <a:gd name="T20" fmla="*/ 817 w 2100"/>
              <a:gd name="T21" fmla="*/ 2567 h 2800"/>
              <a:gd name="T22" fmla="*/ 817 w 2100"/>
              <a:gd name="T23" fmla="*/ 2450 h 2800"/>
              <a:gd name="T24" fmla="*/ 1283 w 2100"/>
              <a:gd name="T25" fmla="*/ 2450 h 2800"/>
              <a:gd name="T26" fmla="*/ 1283 w 2100"/>
              <a:gd name="T27" fmla="*/ 2567 h 2800"/>
              <a:gd name="T28" fmla="*/ 1896 w 2100"/>
              <a:gd name="T29" fmla="*/ 2217 h 2800"/>
              <a:gd name="T30" fmla="*/ 204 w 2100"/>
              <a:gd name="T31" fmla="*/ 2217 h 2800"/>
              <a:gd name="T32" fmla="*/ 204 w 2100"/>
              <a:gd name="T33" fmla="*/ 350 h 2800"/>
              <a:gd name="T34" fmla="*/ 1896 w 2100"/>
              <a:gd name="T35" fmla="*/ 350 h 2800"/>
              <a:gd name="T36" fmla="*/ 1896 w 2100"/>
              <a:gd name="T37" fmla="*/ 2217 h 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100" h="2800">
                <a:moveTo>
                  <a:pt x="1750" y="0"/>
                </a:moveTo>
                <a:cubicBezTo>
                  <a:pt x="350" y="0"/>
                  <a:pt x="350" y="0"/>
                  <a:pt x="350" y="0"/>
                </a:cubicBezTo>
                <a:cubicBezTo>
                  <a:pt x="156" y="0"/>
                  <a:pt x="0" y="156"/>
                  <a:pt x="0" y="350"/>
                </a:cubicBezTo>
                <a:cubicBezTo>
                  <a:pt x="0" y="2450"/>
                  <a:pt x="0" y="2450"/>
                  <a:pt x="0" y="2450"/>
                </a:cubicBezTo>
                <a:cubicBezTo>
                  <a:pt x="0" y="2644"/>
                  <a:pt x="156" y="2800"/>
                  <a:pt x="350" y="2800"/>
                </a:cubicBezTo>
                <a:cubicBezTo>
                  <a:pt x="1750" y="2800"/>
                  <a:pt x="1750" y="2800"/>
                  <a:pt x="1750" y="2800"/>
                </a:cubicBezTo>
                <a:cubicBezTo>
                  <a:pt x="1944" y="2800"/>
                  <a:pt x="2100" y="2644"/>
                  <a:pt x="2100" y="2450"/>
                </a:cubicBezTo>
                <a:cubicBezTo>
                  <a:pt x="2100" y="350"/>
                  <a:pt x="2100" y="350"/>
                  <a:pt x="2100" y="350"/>
                </a:cubicBezTo>
                <a:cubicBezTo>
                  <a:pt x="2100" y="156"/>
                  <a:pt x="1944" y="0"/>
                  <a:pt x="1750" y="0"/>
                </a:cubicBezTo>
                <a:close/>
                <a:moveTo>
                  <a:pt x="1283" y="2567"/>
                </a:moveTo>
                <a:cubicBezTo>
                  <a:pt x="817" y="2567"/>
                  <a:pt x="817" y="2567"/>
                  <a:pt x="817" y="2567"/>
                </a:cubicBezTo>
                <a:cubicBezTo>
                  <a:pt x="817" y="2450"/>
                  <a:pt x="817" y="2450"/>
                  <a:pt x="817" y="2450"/>
                </a:cubicBezTo>
                <a:cubicBezTo>
                  <a:pt x="1283" y="2450"/>
                  <a:pt x="1283" y="2450"/>
                  <a:pt x="1283" y="2450"/>
                </a:cubicBezTo>
                <a:lnTo>
                  <a:pt x="1283" y="2567"/>
                </a:lnTo>
                <a:close/>
                <a:moveTo>
                  <a:pt x="1896" y="2217"/>
                </a:moveTo>
                <a:cubicBezTo>
                  <a:pt x="204" y="2217"/>
                  <a:pt x="204" y="2217"/>
                  <a:pt x="204" y="2217"/>
                </a:cubicBezTo>
                <a:cubicBezTo>
                  <a:pt x="204" y="350"/>
                  <a:pt x="204" y="350"/>
                  <a:pt x="204" y="350"/>
                </a:cubicBezTo>
                <a:cubicBezTo>
                  <a:pt x="1896" y="350"/>
                  <a:pt x="1896" y="350"/>
                  <a:pt x="1896" y="350"/>
                </a:cubicBezTo>
                <a:lnTo>
                  <a:pt x="1896" y="22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t Mac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24032" cy="914400"/>
          </a:xfrm>
          <a:custGeom>
            <a:avLst/>
            <a:gdLst>
              <a:gd name="T0" fmla="*/ 2432 w 2800"/>
              <a:gd name="T1" fmla="*/ 0 h 3536"/>
              <a:gd name="T2" fmla="*/ 368 w 2800"/>
              <a:gd name="T3" fmla="*/ 0 h 3536"/>
              <a:gd name="T4" fmla="*/ 0 w 2800"/>
              <a:gd name="T5" fmla="*/ 368 h 3536"/>
              <a:gd name="T6" fmla="*/ 0 w 2800"/>
              <a:gd name="T7" fmla="*/ 3168 h 3536"/>
              <a:gd name="T8" fmla="*/ 368 w 2800"/>
              <a:gd name="T9" fmla="*/ 3536 h 3536"/>
              <a:gd name="T10" fmla="*/ 2432 w 2800"/>
              <a:gd name="T11" fmla="*/ 3536 h 3536"/>
              <a:gd name="T12" fmla="*/ 2800 w 2800"/>
              <a:gd name="T13" fmla="*/ 3168 h 3536"/>
              <a:gd name="T14" fmla="*/ 2800 w 2800"/>
              <a:gd name="T15" fmla="*/ 368 h 3536"/>
              <a:gd name="T16" fmla="*/ 2432 w 2800"/>
              <a:gd name="T17" fmla="*/ 0 h 3536"/>
              <a:gd name="T18" fmla="*/ 1400 w 2800"/>
              <a:gd name="T19" fmla="*/ 3389 h 3536"/>
              <a:gd name="T20" fmla="*/ 1179 w 2800"/>
              <a:gd name="T21" fmla="*/ 3168 h 3536"/>
              <a:gd name="T22" fmla="*/ 1400 w 2800"/>
              <a:gd name="T23" fmla="*/ 2947 h 3536"/>
              <a:gd name="T24" fmla="*/ 1621 w 2800"/>
              <a:gd name="T25" fmla="*/ 3168 h 3536"/>
              <a:gd name="T26" fmla="*/ 1400 w 2800"/>
              <a:gd name="T27" fmla="*/ 3389 h 3536"/>
              <a:gd name="T28" fmla="*/ 2505 w 2800"/>
              <a:gd name="T29" fmla="*/ 2800 h 3536"/>
              <a:gd name="T30" fmla="*/ 295 w 2800"/>
              <a:gd name="T31" fmla="*/ 2800 h 3536"/>
              <a:gd name="T32" fmla="*/ 295 w 2800"/>
              <a:gd name="T33" fmla="*/ 442 h 3536"/>
              <a:gd name="T34" fmla="*/ 2505 w 2800"/>
              <a:gd name="T35" fmla="*/ 442 h 3536"/>
              <a:gd name="T36" fmla="*/ 2505 w 2800"/>
              <a:gd name="T37" fmla="*/ 2800 h 35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800" h="3536">
                <a:moveTo>
                  <a:pt x="2432" y="0"/>
                </a:moveTo>
                <a:cubicBezTo>
                  <a:pt x="368" y="0"/>
                  <a:pt x="368" y="0"/>
                  <a:pt x="368" y="0"/>
                </a:cubicBezTo>
                <a:cubicBezTo>
                  <a:pt x="165" y="0"/>
                  <a:pt x="0" y="165"/>
                  <a:pt x="0" y="368"/>
                </a:cubicBezTo>
                <a:cubicBezTo>
                  <a:pt x="0" y="3168"/>
                  <a:pt x="0" y="3168"/>
                  <a:pt x="0" y="3168"/>
                </a:cubicBezTo>
                <a:cubicBezTo>
                  <a:pt x="0" y="3371"/>
                  <a:pt x="165" y="3536"/>
                  <a:pt x="368" y="3536"/>
                </a:cubicBezTo>
                <a:cubicBezTo>
                  <a:pt x="2432" y="3536"/>
                  <a:pt x="2432" y="3536"/>
                  <a:pt x="2432" y="3536"/>
                </a:cubicBezTo>
                <a:cubicBezTo>
                  <a:pt x="2635" y="3536"/>
                  <a:pt x="2800" y="3371"/>
                  <a:pt x="2800" y="3168"/>
                </a:cubicBezTo>
                <a:cubicBezTo>
                  <a:pt x="2800" y="368"/>
                  <a:pt x="2800" y="368"/>
                  <a:pt x="2800" y="368"/>
                </a:cubicBezTo>
                <a:cubicBezTo>
                  <a:pt x="2800" y="165"/>
                  <a:pt x="2635" y="0"/>
                  <a:pt x="2432" y="0"/>
                </a:cubicBezTo>
                <a:close/>
                <a:moveTo>
                  <a:pt x="1400" y="3389"/>
                </a:moveTo>
                <a:cubicBezTo>
                  <a:pt x="1278" y="3389"/>
                  <a:pt x="1179" y="3290"/>
                  <a:pt x="1179" y="3168"/>
                </a:cubicBezTo>
                <a:cubicBezTo>
                  <a:pt x="1179" y="3046"/>
                  <a:pt x="1278" y="2947"/>
                  <a:pt x="1400" y="2947"/>
                </a:cubicBezTo>
                <a:cubicBezTo>
                  <a:pt x="1522" y="2947"/>
                  <a:pt x="1621" y="3046"/>
                  <a:pt x="1621" y="3168"/>
                </a:cubicBezTo>
                <a:cubicBezTo>
                  <a:pt x="1621" y="3290"/>
                  <a:pt x="1522" y="3389"/>
                  <a:pt x="1400" y="3389"/>
                </a:cubicBezTo>
                <a:close/>
                <a:moveTo>
                  <a:pt x="2505" y="2800"/>
                </a:moveTo>
                <a:cubicBezTo>
                  <a:pt x="295" y="2800"/>
                  <a:pt x="295" y="2800"/>
                  <a:pt x="295" y="2800"/>
                </a:cubicBezTo>
                <a:cubicBezTo>
                  <a:pt x="295" y="442"/>
                  <a:pt x="295" y="442"/>
                  <a:pt x="295" y="442"/>
                </a:cubicBezTo>
                <a:cubicBezTo>
                  <a:pt x="2505" y="442"/>
                  <a:pt x="2505" y="442"/>
                  <a:pt x="2505" y="442"/>
                </a:cubicBezTo>
                <a:lnTo>
                  <a:pt x="2505" y="2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y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49"/>
          </a:xfrm>
          <a:custGeom>
            <a:avLst/>
            <a:gdLst>
              <a:gd name="T0" fmla="*/ 1283 w 2566"/>
              <a:gd name="T1" fmla="*/ 1283 h 2566"/>
              <a:gd name="T2" fmla="*/ 1925 w 2566"/>
              <a:gd name="T3" fmla="*/ 641 h 2566"/>
              <a:gd name="T4" fmla="*/ 2566 w 2566"/>
              <a:gd name="T5" fmla="*/ 1283 h 2566"/>
              <a:gd name="T6" fmla="*/ 1283 w 2566"/>
              <a:gd name="T7" fmla="*/ 1283 h 2566"/>
              <a:gd name="T8" fmla="*/ 1283 w 2566"/>
              <a:gd name="T9" fmla="*/ 1283 h 2566"/>
              <a:gd name="T10" fmla="*/ 641 w 2566"/>
              <a:gd name="T11" fmla="*/ 1925 h 2566"/>
              <a:gd name="T12" fmla="*/ 0 w 2566"/>
              <a:gd name="T13" fmla="*/ 1283 h 2566"/>
              <a:gd name="T14" fmla="*/ 1283 w 2566"/>
              <a:gd name="T15" fmla="*/ 1283 h 2566"/>
              <a:gd name="T16" fmla="*/ 1283 w 2566"/>
              <a:gd name="T17" fmla="*/ 1283 h 2566"/>
              <a:gd name="T18" fmla="*/ 641 w 2566"/>
              <a:gd name="T19" fmla="*/ 641 h 2566"/>
              <a:gd name="T20" fmla="*/ 1283 w 2566"/>
              <a:gd name="T21" fmla="*/ 0 h 2566"/>
              <a:gd name="T22" fmla="*/ 1283 w 2566"/>
              <a:gd name="T23" fmla="*/ 1283 h 2566"/>
              <a:gd name="T24" fmla="*/ 1283 w 2566"/>
              <a:gd name="T25" fmla="*/ 1283 h 2566"/>
              <a:gd name="T26" fmla="*/ 1925 w 2566"/>
              <a:gd name="T27" fmla="*/ 1925 h 2566"/>
              <a:gd name="T28" fmla="*/ 1283 w 2566"/>
              <a:gd name="T29" fmla="*/ 2566 h 2566"/>
              <a:gd name="T30" fmla="*/ 1283 w 2566"/>
              <a:gd name="T31" fmla="*/ 1283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566" h="2566">
                <a:moveTo>
                  <a:pt x="1283" y="1283"/>
                </a:moveTo>
                <a:cubicBezTo>
                  <a:pt x="1283" y="933"/>
                  <a:pt x="1575" y="641"/>
                  <a:pt x="1925" y="641"/>
                </a:cubicBezTo>
                <a:cubicBezTo>
                  <a:pt x="2275" y="641"/>
                  <a:pt x="2566" y="933"/>
                  <a:pt x="2566" y="1283"/>
                </a:cubicBezTo>
                <a:lnTo>
                  <a:pt x="1283" y="1283"/>
                </a:lnTo>
                <a:close/>
                <a:moveTo>
                  <a:pt x="1283" y="1283"/>
                </a:moveTo>
                <a:cubicBezTo>
                  <a:pt x="1283" y="1633"/>
                  <a:pt x="991" y="1925"/>
                  <a:pt x="641" y="1925"/>
                </a:cubicBezTo>
                <a:cubicBezTo>
                  <a:pt x="291" y="1925"/>
                  <a:pt x="0" y="1633"/>
                  <a:pt x="0" y="1283"/>
                </a:cubicBezTo>
                <a:lnTo>
                  <a:pt x="1283" y="1283"/>
                </a:lnTo>
                <a:close/>
                <a:moveTo>
                  <a:pt x="1283" y="1283"/>
                </a:moveTo>
                <a:cubicBezTo>
                  <a:pt x="933" y="1283"/>
                  <a:pt x="641" y="991"/>
                  <a:pt x="641" y="641"/>
                </a:cubicBezTo>
                <a:cubicBezTo>
                  <a:pt x="641" y="291"/>
                  <a:pt x="933" y="0"/>
                  <a:pt x="1283" y="0"/>
                </a:cubicBezTo>
                <a:lnTo>
                  <a:pt x="1283" y="1283"/>
                </a:lnTo>
                <a:close/>
                <a:moveTo>
                  <a:pt x="1283" y="1283"/>
                </a:moveTo>
                <a:cubicBezTo>
                  <a:pt x="1633" y="1283"/>
                  <a:pt x="1925" y="1575"/>
                  <a:pt x="1925" y="1925"/>
                </a:cubicBezTo>
                <a:cubicBezTo>
                  <a:pt x="1925" y="2275"/>
                  <a:pt x="1633" y="2566"/>
                  <a:pt x="1283" y="2566"/>
                </a:cubicBezTo>
                <a:lnTo>
                  <a:pt x="1283" y="12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V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2333 w 2566"/>
              <a:gd name="T1" fmla="*/ 0 h 2100"/>
              <a:gd name="T2" fmla="*/ 233 w 2566"/>
              <a:gd name="T3" fmla="*/ 0 h 2100"/>
              <a:gd name="T4" fmla="*/ 0 w 2566"/>
              <a:gd name="T5" fmla="*/ 233 h 2100"/>
              <a:gd name="T6" fmla="*/ 0 w 2566"/>
              <a:gd name="T7" fmla="*/ 1633 h 2100"/>
              <a:gd name="T8" fmla="*/ 233 w 2566"/>
              <a:gd name="T9" fmla="*/ 1867 h 2100"/>
              <a:gd name="T10" fmla="*/ 816 w 2566"/>
              <a:gd name="T11" fmla="*/ 1867 h 2100"/>
              <a:gd name="T12" fmla="*/ 816 w 2566"/>
              <a:gd name="T13" fmla="*/ 2100 h 2100"/>
              <a:gd name="T14" fmla="*/ 1750 w 2566"/>
              <a:gd name="T15" fmla="*/ 2100 h 2100"/>
              <a:gd name="T16" fmla="*/ 1750 w 2566"/>
              <a:gd name="T17" fmla="*/ 1867 h 2100"/>
              <a:gd name="T18" fmla="*/ 2333 w 2566"/>
              <a:gd name="T19" fmla="*/ 1867 h 2100"/>
              <a:gd name="T20" fmla="*/ 2565 w 2566"/>
              <a:gd name="T21" fmla="*/ 1633 h 2100"/>
              <a:gd name="T22" fmla="*/ 2566 w 2566"/>
              <a:gd name="T23" fmla="*/ 233 h 2100"/>
              <a:gd name="T24" fmla="*/ 2333 w 2566"/>
              <a:gd name="T25" fmla="*/ 0 h 2100"/>
              <a:gd name="T26" fmla="*/ 2333 w 2566"/>
              <a:gd name="T27" fmla="*/ 1633 h 2100"/>
              <a:gd name="T28" fmla="*/ 233 w 2566"/>
              <a:gd name="T29" fmla="*/ 1633 h 2100"/>
              <a:gd name="T30" fmla="*/ 233 w 2566"/>
              <a:gd name="T31" fmla="*/ 233 h 2100"/>
              <a:gd name="T32" fmla="*/ 2333 w 2566"/>
              <a:gd name="T33" fmla="*/ 233 h 2100"/>
              <a:gd name="T34" fmla="*/ 2333 w 2566"/>
              <a:gd name="T35" fmla="*/ 16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566" h="2100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2"/>
                  <a:pt x="105" y="1867"/>
                  <a:pt x="233" y="1867"/>
                </a:cubicBezTo>
                <a:cubicBezTo>
                  <a:pt x="816" y="1867"/>
                  <a:pt x="816" y="1867"/>
                  <a:pt x="816" y="1867"/>
                </a:cubicBezTo>
                <a:cubicBezTo>
                  <a:pt x="816" y="2100"/>
                  <a:pt x="816" y="2100"/>
                  <a:pt x="816" y="2100"/>
                </a:cubicBezTo>
                <a:cubicBezTo>
                  <a:pt x="1750" y="2100"/>
                  <a:pt x="1750" y="2100"/>
                  <a:pt x="1750" y="2100"/>
                </a:cubicBezTo>
                <a:cubicBezTo>
                  <a:pt x="1750" y="1867"/>
                  <a:pt x="1750" y="1867"/>
                  <a:pt x="1750" y="1867"/>
                </a:cubicBezTo>
                <a:cubicBezTo>
                  <a:pt x="2333" y="1867"/>
                  <a:pt x="2333" y="1867"/>
                  <a:pt x="2333" y="1867"/>
                </a:cubicBezTo>
                <a:cubicBezTo>
                  <a:pt x="2461" y="1867"/>
                  <a:pt x="2565" y="1762"/>
                  <a:pt x="2565" y="1633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633"/>
                </a:moveTo>
                <a:cubicBezTo>
                  <a:pt x="233" y="1633"/>
                  <a:pt x="233" y="1633"/>
                  <a:pt x="233" y="16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032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deogame Asse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98832"/>
          </a:xfrm>
          <a:custGeom>
            <a:avLst/>
            <a:gdLst>
              <a:gd name="T0" fmla="*/ 2333 w 2566"/>
              <a:gd name="T1" fmla="*/ 0 h 1400"/>
              <a:gd name="T2" fmla="*/ 233 w 2566"/>
              <a:gd name="T3" fmla="*/ 0 h 1400"/>
              <a:gd name="T4" fmla="*/ 0 w 2566"/>
              <a:gd name="T5" fmla="*/ 233 h 1400"/>
              <a:gd name="T6" fmla="*/ 0 w 2566"/>
              <a:gd name="T7" fmla="*/ 1167 h 1400"/>
              <a:gd name="T8" fmla="*/ 233 w 2566"/>
              <a:gd name="T9" fmla="*/ 1400 h 1400"/>
              <a:gd name="T10" fmla="*/ 2333 w 2566"/>
              <a:gd name="T11" fmla="*/ 1400 h 1400"/>
              <a:gd name="T12" fmla="*/ 2566 w 2566"/>
              <a:gd name="T13" fmla="*/ 1167 h 1400"/>
              <a:gd name="T14" fmla="*/ 2566 w 2566"/>
              <a:gd name="T15" fmla="*/ 233 h 1400"/>
              <a:gd name="T16" fmla="*/ 2333 w 2566"/>
              <a:gd name="T17" fmla="*/ 0 h 1400"/>
              <a:gd name="T18" fmla="*/ 1166 w 2566"/>
              <a:gd name="T19" fmla="*/ 817 h 1400"/>
              <a:gd name="T20" fmla="*/ 816 w 2566"/>
              <a:gd name="T21" fmla="*/ 817 h 1400"/>
              <a:gd name="T22" fmla="*/ 816 w 2566"/>
              <a:gd name="T23" fmla="*/ 1167 h 1400"/>
              <a:gd name="T24" fmla="*/ 583 w 2566"/>
              <a:gd name="T25" fmla="*/ 1167 h 1400"/>
              <a:gd name="T26" fmla="*/ 583 w 2566"/>
              <a:gd name="T27" fmla="*/ 817 h 1400"/>
              <a:gd name="T28" fmla="*/ 233 w 2566"/>
              <a:gd name="T29" fmla="*/ 817 h 1400"/>
              <a:gd name="T30" fmla="*/ 233 w 2566"/>
              <a:gd name="T31" fmla="*/ 583 h 1400"/>
              <a:gd name="T32" fmla="*/ 583 w 2566"/>
              <a:gd name="T33" fmla="*/ 583 h 1400"/>
              <a:gd name="T34" fmla="*/ 583 w 2566"/>
              <a:gd name="T35" fmla="*/ 233 h 1400"/>
              <a:gd name="T36" fmla="*/ 816 w 2566"/>
              <a:gd name="T37" fmla="*/ 233 h 1400"/>
              <a:gd name="T38" fmla="*/ 816 w 2566"/>
              <a:gd name="T39" fmla="*/ 583 h 1400"/>
              <a:gd name="T40" fmla="*/ 1166 w 2566"/>
              <a:gd name="T41" fmla="*/ 583 h 1400"/>
              <a:gd name="T42" fmla="*/ 1166 w 2566"/>
              <a:gd name="T43" fmla="*/ 817 h 1400"/>
              <a:gd name="T44" fmla="*/ 1691 w 2566"/>
              <a:gd name="T45" fmla="*/ 1050 h 1400"/>
              <a:gd name="T46" fmla="*/ 1516 w 2566"/>
              <a:gd name="T47" fmla="*/ 875 h 1400"/>
              <a:gd name="T48" fmla="*/ 1691 w 2566"/>
              <a:gd name="T49" fmla="*/ 700 h 1400"/>
              <a:gd name="T50" fmla="*/ 1866 w 2566"/>
              <a:gd name="T51" fmla="*/ 875 h 1400"/>
              <a:gd name="T52" fmla="*/ 1691 w 2566"/>
              <a:gd name="T53" fmla="*/ 1050 h 1400"/>
              <a:gd name="T54" fmla="*/ 2158 w 2566"/>
              <a:gd name="T55" fmla="*/ 700 h 1400"/>
              <a:gd name="T56" fmla="*/ 1983 w 2566"/>
              <a:gd name="T57" fmla="*/ 525 h 1400"/>
              <a:gd name="T58" fmla="*/ 2158 w 2566"/>
              <a:gd name="T59" fmla="*/ 350 h 1400"/>
              <a:gd name="T60" fmla="*/ 2333 w 2566"/>
              <a:gd name="T61" fmla="*/ 525 h 1400"/>
              <a:gd name="T62" fmla="*/ 2158 w 2566"/>
              <a:gd name="T63" fmla="*/ 700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566" h="1400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167"/>
                  <a:pt x="0" y="1167"/>
                  <a:pt x="0" y="1167"/>
                </a:cubicBezTo>
                <a:cubicBezTo>
                  <a:pt x="0" y="1295"/>
                  <a:pt x="105" y="1400"/>
                  <a:pt x="233" y="1400"/>
                </a:cubicBezTo>
                <a:cubicBezTo>
                  <a:pt x="2333" y="1400"/>
                  <a:pt x="2333" y="1400"/>
                  <a:pt x="2333" y="1400"/>
                </a:cubicBezTo>
                <a:cubicBezTo>
                  <a:pt x="2461" y="1400"/>
                  <a:pt x="2566" y="1295"/>
                  <a:pt x="2566" y="1167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1166" y="817"/>
                </a:moveTo>
                <a:cubicBezTo>
                  <a:pt x="816" y="817"/>
                  <a:pt x="816" y="817"/>
                  <a:pt x="816" y="817"/>
                </a:cubicBezTo>
                <a:cubicBezTo>
                  <a:pt x="816" y="1167"/>
                  <a:pt x="816" y="1167"/>
                  <a:pt x="816" y="1167"/>
                </a:cubicBezTo>
                <a:cubicBezTo>
                  <a:pt x="583" y="1167"/>
                  <a:pt x="583" y="1167"/>
                  <a:pt x="583" y="1167"/>
                </a:cubicBezTo>
                <a:cubicBezTo>
                  <a:pt x="583" y="817"/>
                  <a:pt x="583" y="817"/>
                  <a:pt x="583" y="817"/>
                </a:cubicBezTo>
                <a:cubicBezTo>
                  <a:pt x="233" y="817"/>
                  <a:pt x="233" y="817"/>
                  <a:pt x="233" y="817"/>
                </a:cubicBezTo>
                <a:cubicBezTo>
                  <a:pt x="233" y="583"/>
                  <a:pt x="233" y="583"/>
                  <a:pt x="233" y="583"/>
                </a:cubicBezTo>
                <a:cubicBezTo>
                  <a:pt x="583" y="583"/>
                  <a:pt x="583" y="583"/>
                  <a:pt x="583" y="583"/>
                </a:cubicBezTo>
                <a:cubicBezTo>
                  <a:pt x="583" y="233"/>
                  <a:pt x="583" y="233"/>
                  <a:pt x="583" y="233"/>
                </a:cubicBezTo>
                <a:cubicBezTo>
                  <a:pt x="816" y="233"/>
                  <a:pt x="816" y="233"/>
                  <a:pt x="816" y="233"/>
                </a:cubicBezTo>
                <a:cubicBezTo>
                  <a:pt x="816" y="583"/>
                  <a:pt x="816" y="583"/>
                  <a:pt x="816" y="583"/>
                </a:cubicBezTo>
                <a:cubicBezTo>
                  <a:pt x="1166" y="583"/>
                  <a:pt x="1166" y="583"/>
                  <a:pt x="1166" y="583"/>
                </a:cubicBezTo>
                <a:lnTo>
                  <a:pt x="1166" y="817"/>
                </a:lnTo>
                <a:close/>
                <a:moveTo>
                  <a:pt x="1691" y="1050"/>
                </a:moveTo>
                <a:cubicBezTo>
                  <a:pt x="1594" y="1050"/>
                  <a:pt x="1516" y="972"/>
                  <a:pt x="1516" y="875"/>
                </a:cubicBezTo>
                <a:cubicBezTo>
                  <a:pt x="1516" y="778"/>
                  <a:pt x="1594" y="700"/>
                  <a:pt x="1691" y="700"/>
                </a:cubicBezTo>
                <a:cubicBezTo>
                  <a:pt x="1788" y="700"/>
                  <a:pt x="1866" y="778"/>
                  <a:pt x="1866" y="875"/>
                </a:cubicBezTo>
                <a:cubicBezTo>
                  <a:pt x="1866" y="972"/>
                  <a:pt x="1788" y="1050"/>
                  <a:pt x="1691" y="1050"/>
                </a:cubicBezTo>
                <a:close/>
                <a:moveTo>
                  <a:pt x="2158" y="700"/>
                </a:moveTo>
                <a:cubicBezTo>
                  <a:pt x="2061" y="700"/>
                  <a:pt x="1983" y="622"/>
                  <a:pt x="1983" y="525"/>
                </a:cubicBezTo>
                <a:cubicBezTo>
                  <a:pt x="1983" y="428"/>
                  <a:pt x="2061" y="350"/>
                  <a:pt x="2158" y="350"/>
                </a:cubicBezTo>
                <a:cubicBezTo>
                  <a:pt x="2255" y="350"/>
                  <a:pt x="2333" y="428"/>
                  <a:pt x="2333" y="525"/>
                </a:cubicBezTo>
                <a:cubicBezTo>
                  <a:pt x="2333" y="622"/>
                  <a:pt x="2255" y="700"/>
                  <a:pt x="2158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8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atch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09416" cy="914400"/>
          </a:xfrm>
          <a:custGeom>
            <a:avLst/>
            <a:gdLst>
              <a:gd name="T0" fmla="*/ 1866 w 1866"/>
              <a:gd name="T1" fmla="*/ 1400 h 2800"/>
              <a:gd name="T2" fmla="*/ 1512 w 1866"/>
              <a:gd name="T3" fmla="*/ 668 h 2800"/>
              <a:gd name="T4" fmla="*/ 1400 w 1866"/>
              <a:gd name="T5" fmla="*/ 0 h 2800"/>
              <a:gd name="T6" fmla="*/ 466 w 1866"/>
              <a:gd name="T7" fmla="*/ 0 h 2800"/>
              <a:gd name="T8" fmla="*/ 355 w 1866"/>
              <a:gd name="T9" fmla="*/ 668 h 2800"/>
              <a:gd name="T10" fmla="*/ 0 w 1866"/>
              <a:gd name="T11" fmla="*/ 1400 h 2800"/>
              <a:gd name="T12" fmla="*/ 355 w 1866"/>
              <a:gd name="T13" fmla="*/ 2131 h 2800"/>
              <a:gd name="T14" fmla="*/ 466 w 1866"/>
              <a:gd name="T15" fmla="*/ 2800 h 2800"/>
              <a:gd name="T16" fmla="*/ 1400 w 1866"/>
              <a:gd name="T17" fmla="*/ 2800 h 2800"/>
              <a:gd name="T18" fmla="*/ 1512 w 1866"/>
              <a:gd name="T19" fmla="*/ 2131 h 2800"/>
              <a:gd name="T20" fmla="*/ 1866 w 1866"/>
              <a:gd name="T21" fmla="*/ 1400 h 2800"/>
              <a:gd name="T22" fmla="*/ 233 w 1866"/>
              <a:gd name="T23" fmla="*/ 1400 h 2800"/>
              <a:gd name="T24" fmla="*/ 933 w 1866"/>
              <a:gd name="T25" fmla="*/ 700 h 2800"/>
              <a:gd name="T26" fmla="*/ 1633 w 1866"/>
              <a:gd name="T27" fmla="*/ 1400 h 2800"/>
              <a:gd name="T28" fmla="*/ 933 w 1866"/>
              <a:gd name="T29" fmla="*/ 2100 h 2800"/>
              <a:gd name="T30" fmla="*/ 233 w 1866"/>
              <a:gd name="T31" fmla="*/ 1400 h 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1866" h="2800">
                <a:moveTo>
                  <a:pt x="1866" y="1400"/>
                </a:moveTo>
                <a:cubicBezTo>
                  <a:pt x="1866" y="1104"/>
                  <a:pt x="1728" y="839"/>
                  <a:pt x="1512" y="668"/>
                </a:cubicBezTo>
                <a:cubicBezTo>
                  <a:pt x="1400" y="0"/>
                  <a:pt x="1400" y="0"/>
                  <a:pt x="1400" y="0"/>
                </a:cubicBezTo>
                <a:cubicBezTo>
                  <a:pt x="466" y="0"/>
                  <a:pt x="466" y="0"/>
                  <a:pt x="466" y="0"/>
                </a:cubicBezTo>
                <a:cubicBezTo>
                  <a:pt x="355" y="668"/>
                  <a:pt x="355" y="668"/>
                  <a:pt x="355" y="668"/>
                </a:cubicBezTo>
                <a:cubicBezTo>
                  <a:pt x="138" y="839"/>
                  <a:pt x="0" y="1103"/>
                  <a:pt x="0" y="1400"/>
                </a:cubicBezTo>
                <a:cubicBezTo>
                  <a:pt x="0" y="1697"/>
                  <a:pt x="138" y="1961"/>
                  <a:pt x="355" y="2131"/>
                </a:cubicBezTo>
                <a:cubicBezTo>
                  <a:pt x="466" y="2800"/>
                  <a:pt x="466" y="2800"/>
                  <a:pt x="466" y="2800"/>
                </a:cubicBezTo>
                <a:cubicBezTo>
                  <a:pt x="1400" y="2800"/>
                  <a:pt x="1400" y="2800"/>
                  <a:pt x="1400" y="2800"/>
                </a:cubicBezTo>
                <a:cubicBezTo>
                  <a:pt x="1512" y="2131"/>
                  <a:pt x="1512" y="2131"/>
                  <a:pt x="1512" y="2131"/>
                </a:cubicBezTo>
                <a:cubicBezTo>
                  <a:pt x="1728" y="1961"/>
                  <a:pt x="1866" y="1696"/>
                  <a:pt x="1866" y="1400"/>
                </a:cubicBezTo>
                <a:close/>
                <a:moveTo>
                  <a:pt x="233" y="1400"/>
                </a:moveTo>
                <a:cubicBezTo>
                  <a:pt x="233" y="1014"/>
                  <a:pt x="547" y="700"/>
                  <a:pt x="933" y="700"/>
                </a:cubicBezTo>
                <a:cubicBezTo>
                  <a:pt x="1319" y="700"/>
                  <a:pt x="1633" y="1014"/>
                  <a:pt x="1633" y="1400"/>
                </a:cubicBezTo>
                <a:cubicBezTo>
                  <a:pt x="1633" y="1786"/>
                  <a:pt x="1319" y="2100"/>
                  <a:pt x="933" y="2100"/>
                </a:cubicBezTo>
                <a:cubicBezTo>
                  <a:pt x="547" y="2100"/>
                  <a:pt x="233" y="1786"/>
                  <a:pt x="233" y="1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6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dd a Phot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34906"/>
          </a:xfrm>
          <a:custGeom>
            <a:avLst/>
            <a:gdLst>
              <a:gd name="T0" fmla="*/ 350 w 2683"/>
              <a:gd name="T1" fmla="*/ 350 h 2450"/>
              <a:gd name="T2" fmla="*/ 350 w 2683"/>
              <a:gd name="T3" fmla="*/ 0 h 2450"/>
              <a:gd name="T4" fmla="*/ 583 w 2683"/>
              <a:gd name="T5" fmla="*/ 0 h 2450"/>
              <a:gd name="T6" fmla="*/ 583 w 2683"/>
              <a:gd name="T7" fmla="*/ 350 h 2450"/>
              <a:gd name="T8" fmla="*/ 933 w 2683"/>
              <a:gd name="T9" fmla="*/ 350 h 2450"/>
              <a:gd name="T10" fmla="*/ 933 w 2683"/>
              <a:gd name="T11" fmla="*/ 583 h 2450"/>
              <a:gd name="T12" fmla="*/ 583 w 2683"/>
              <a:gd name="T13" fmla="*/ 583 h 2450"/>
              <a:gd name="T14" fmla="*/ 583 w 2683"/>
              <a:gd name="T15" fmla="*/ 933 h 2450"/>
              <a:gd name="T16" fmla="*/ 350 w 2683"/>
              <a:gd name="T17" fmla="*/ 933 h 2450"/>
              <a:gd name="T18" fmla="*/ 350 w 2683"/>
              <a:gd name="T19" fmla="*/ 583 h 2450"/>
              <a:gd name="T20" fmla="*/ 0 w 2683"/>
              <a:gd name="T21" fmla="*/ 583 h 2450"/>
              <a:gd name="T22" fmla="*/ 0 w 2683"/>
              <a:gd name="T23" fmla="*/ 350 h 2450"/>
              <a:gd name="T24" fmla="*/ 350 w 2683"/>
              <a:gd name="T25" fmla="*/ 350 h 2450"/>
              <a:gd name="T26" fmla="*/ 700 w 2683"/>
              <a:gd name="T27" fmla="*/ 1050 h 2450"/>
              <a:gd name="T28" fmla="*/ 700 w 2683"/>
              <a:gd name="T29" fmla="*/ 700 h 2450"/>
              <a:gd name="T30" fmla="*/ 1050 w 2683"/>
              <a:gd name="T31" fmla="*/ 700 h 2450"/>
              <a:gd name="T32" fmla="*/ 1050 w 2683"/>
              <a:gd name="T33" fmla="*/ 350 h 2450"/>
              <a:gd name="T34" fmla="*/ 1867 w 2683"/>
              <a:gd name="T35" fmla="*/ 350 h 2450"/>
              <a:gd name="T36" fmla="*/ 2080 w 2683"/>
              <a:gd name="T37" fmla="*/ 583 h 2450"/>
              <a:gd name="T38" fmla="*/ 2450 w 2683"/>
              <a:gd name="T39" fmla="*/ 583 h 2450"/>
              <a:gd name="T40" fmla="*/ 2683 w 2683"/>
              <a:gd name="T41" fmla="*/ 816 h 2450"/>
              <a:gd name="T42" fmla="*/ 2683 w 2683"/>
              <a:gd name="T43" fmla="*/ 2216 h 2450"/>
              <a:gd name="T44" fmla="*/ 2450 w 2683"/>
              <a:gd name="T45" fmla="*/ 2450 h 2450"/>
              <a:gd name="T46" fmla="*/ 583 w 2683"/>
              <a:gd name="T47" fmla="*/ 2450 h 2450"/>
              <a:gd name="T48" fmla="*/ 350 w 2683"/>
              <a:gd name="T49" fmla="*/ 2216 h 2450"/>
              <a:gd name="T50" fmla="*/ 350 w 2683"/>
              <a:gd name="T51" fmla="*/ 1050 h 2450"/>
              <a:gd name="T52" fmla="*/ 700 w 2683"/>
              <a:gd name="T53" fmla="*/ 1050 h 2450"/>
              <a:gd name="T54" fmla="*/ 1517 w 2683"/>
              <a:gd name="T55" fmla="*/ 2100 h 2450"/>
              <a:gd name="T56" fmla="*/ 2100 w 2683"/>
              <a:gd name="T57" fmla="*/ 1516 h 2450"/>
              <a:gd name="T58" fmla="*/ 1517 w 2683"/>
              <a:gd name="T59" fmla="*/ 933 h 2450"/>
              <a:gd name="T60" fmla="*/ 933 w 2683"/>
              <a:gd name="T61" fmla="*/ 1516 h 2450"/>
              <a:gd name="T62" fmla="*/ 1517 w 2683"/>
              <a:gd name="T63" fmla="*/ 2100 h 2450"/>
              <a:gd name="T64" fmla="*/ 1143 w 2683"/>
              <a:gd name="T65" fmla="*/ 1516 h 2450"/>
              <a:gd name="T66" fmla="*/ 1517 w 2683"/>
              <a:gd name="T67" fmla="*/ 1890 h 2450"/>
              <a:gd name="T68" fmla="*/ 1890 w 2683"/>
              <a:gd name="T69" fmla="*/ 1516 h 2450"/>
              <a:gd name="T70" fmla="*/ 1517 w 2683"/>
              <a:gd name="T71" fmla="*/ 1143 h 2450"/>
              <a:gd name="T72" fmla="*/ 1143 w 2683"/>
              <a:gd name="T73" fmla="*/ 1516 h 2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683" h="2450">
                <a:moveTo>
                  <a:pt x="350" y="350"/>
                </a:moveTo>
                <a:cubicBezTo>
                  <a:pt x="350" y="0"/>
                  <a:pt x="350" y="0"/>
                  <a:pt x="350" y="0"/>
                </a:cubicBezTo>
                <a:cubicBezTo>
                  <a:pt x="583" y="0"/>
                  <a:pt x="583" y="0"/>
                  <a:pt x="583" y="0"/>
                </a:cubicBezTo>
                <a:cubicBezTo>
                  <a:pt x="583" y="350"/>
                  <a:pt x="583" y="350"/>
                  <a:pt x="583" y="350"/>
                </a:cubicBezTo>
                <a:cubicBezTo>
                  <a:pt x="933" y="350"/>
                  <a:pt x="933" y="350"/>
                  <a:pt x="933" y="350"/>
                </a:cubicBezTo>
                <a:cubicBezTo>
                  <a:pt x="933" y="583"/>
                  <a:pt x="933" y="583"/>
                  <a:pt x="933" y="583"/>
                </a:cubicBezTo>
                <a:cubicBezTo>
                  <a:pt x="583" y="583"/>
                  <a:pt x="583" y="583"/>
                  <a:pt x="583" y="583"/>
                </a:cubicBezTo>
                <a:cubicBezTo>
                  <a:pt x="583" y="933"/>
                  <a:pt x="583" y="933"/>
                  <a:pt x="583" y="933"/>
                </a:cubicBezTo>
                <a:cubicBezTo>
                  <a:pt x="350" y="933"/>
                  <a:pt x="350" y="933"/>
                  <a:pt x="350" y="933"/>
                </a:cubicBezTo>
                <a:cubicBezTo>
                  <a:pt x="350" y="583"/>
                  <a:pt x="350" y="583"/>
                  <a:pt x="350" y="583"/>
                </a:cubicBezTo>
                <a:cubicBezTo>
                  <a:pt x="0" y="583"/>
                  <a:pt x="0" y="583"/>
                  <a:pt x="0" y="583"/>
                </a:cubicBezTo>
                <a:cubicBezTo>
                  <a:pt x="0" y="350"/>
                  <a:pt x="0" y="350"/>
                  <a:pt x="0" y="350"/>
                </a:cubicBezTo>
                <a:lnTo>
                  <a:pt x="350" y="350"/>
                </a:lnTo>
                <a:close/>
                <a:moveTo>
                  <a:pt x="700" y="1050"/>
                </a:moveTo>
                <a:cubicBezTo>
                  <a:pt x="700" y="700"/>
                  <a:pt x="700" y="700"/>
                  <a:pt x="700" y="700"/>
                </a:cubicBezTo>
                <a:cubicBezTo>
                  <a:pt x="1050" y="700"/>
                  <a:pt x="1050" y="700"/>
                  <a:pt x="1050" y="700"/>
                </a:cubicBezTo>
                <a:cubicBezTo>
                  <a:pt x="1050" y="350"/>
                  <a:pt x="1050" y="350"/>
                  <a:pt x="1050" y="350"/>
                </a:cubicBezTo>
                <a:cubicBezTo>
                  <a:pt x="1867" y="350"/>
                  <a:pt x="1867" y="350"/>
                  <a:pt x="1867" y="350"/>
                </a:cubicBezTo>
                <a:cubicBezTo>
                  <a:pt x="2080" y="583"/>
                  <a:pt x="2080" y="583"/>
                  <a:pt x="2080" y="583"/>
                </a:cubicBezTo>
                <a:cubicBezTo>
                  <a:pt x="2450" y="583"/>
                  <a:pt x="2450" y="583"/>
                  <a:pt x="2450" y="583"/>
                </a:cubicBezTo>
                <a:cubicBezTo>
                  <a:pt x="2578" y="583"/>
                  <a:pt x="2683" y="688"/>
                  <a:pt x="2683" y="816"/>
                </a:cubicBezTo>
                <a:cubicBezTo>
                  <a:pt x="2683" y="2216"/>
                  <a:pt x="2683" y="2216"/>
                  <a:pt x="2683" y="2216"/>
                </a:cubicBezTo>
                <a:cubicBezTo>
                  <a:pt x="2683" y="2345"/>
                  <a:pt x="2578" y="2450"/>
                  <a:pt x="2450" y="2450"/>
                </a:cubicBezTo>
                <a:cubicBezTo>
                  <a:pt x="583" y="2450"/>
                  <a:pt x="583" y="2450"/>
                  <a:pt x="583" y="2450"/>
                </a:cubicBezTo>
                <a:cubicBezTo>
                  <a:pt x="455" y="2450"/>
                  <a:pt x="350" y="2345"/>
                  <a:pt x="350" y="2216"/>
                </a:cubicBezTo>
                <a:cubicBezTo>
                  <a:pt x="350" y="1050"/>
                  <a:pt x="350" y="1050"/>
                  <a:pt x="350" y="1050"/>
                </a:cubicBezTo>
                <a:lnTo>
                  <a:pt x="700" y="1050"/>
                </a:lnTo>
                <a:close/>
                <a:moveTo>
                  <a:pt x="1517" y="2100"/>
                </a:moveTo>
                <a:cubicBezTo>
                  <a:pt x="1839" y="2100"/>
                  <a:pt x="2100" y="1838"/>
                  <a:pt x="2100" y="1516"/>
                </a:cubicBezTo>
                <a:cubicBezTo>
                  <a:pt x="2100" y="1194"/>
                  <a:pt x="1839" y="933"/>
                  <a:pt x="1517" y="933"/>
                </a:cubicBezTo>
                <a:cubicBezTo>
                  <a:pt x="1195" y="933"/>
                  <a:pt x="933" y="1194"/>
                  <a:pt x="933" y="1516"/>
                </a:cubicBezTo>
                <a:cubicBezTo>
                  <a:pt x="933" y="1838"/>
                  <a:pt x="1195" y="2100"/>
                  <a:pt x="1517" y="2100"/>
                </a:cubicBezTo>
                <a:close/>
                <a:moveTo>
                  <a:pt x="1143" y="1516"/>
                </a:moveTo>
                <a:cubicBezTo>
                  <a:pt x="1143" y="1723"/>
                  <a:pt x="1310" y="1890"/>
                  <a:pt x="1517" y="1890"/>
                </a:cubicBezTo>
                <a:cubicBezTo>
                  <a:pt x="1723" y="1890"/>
                  <a:pt x="1890" y="1723"/>
                  <a:pt x="1890" y="1516"/>
                </a:cubicBezTo>
                <a:cubicBezTo>
                  <a:pt x="1890" y="1310"/>
                  <a:pt x="1723" y="1143"/>
                  <a:pt x="1517" y="1143"/>
                </a:cubicBezTo>
                <a:cubicBezTo>
                  <a:pt x="1310" y="1143"/>
                  <a:pt x="1143" y="1310"/>
                  <a:pt x="1143" y="15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dd To Photo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234 w 2334"/>
              <a:gd name="T1" fmla="*/ 467 h 2334"/>
              <a:gd name="T2" fmla="*/ 0 w 2334"/>
              <a:gd name="T3" fmla="*/ 467 h 2334"/>
              <a:gd name="T4" fmla="*/ 0 w 2334"/>
              <a:gd name="T5" fmla="*/ 2100 h 2334"/>
              <a:gd name="T6" fmla="*/ 234 w 2334"/>
              <a:gd name="T7" fmla="*/ 2334 h 2334"/>
              <a:gd name="T8" fmla="*/ 1867 w 2334"/>
              <a:gd name="T9" fmla="*/ 2334 h 2334"/>
              <a:gd name="T10" fmla="*/ 1867 w 2334"/>
              <a:gd name="T11" fmla="*/ 2100 h 2334"/>
              <a:gd name="T12" fmla="*/ 234 w 2334"/>
              <a:gd name="T13" fmla="*/ 2100 h 2334"/>
              <a:gd name="T14" fmla="*/ 234 w 2334"/>
              <a:gd name="T15" fmla="*/ 467 h 2334"/>
              <a:gd name="T16" fmla="*/ 2100 w 2334"/>
              <a:gd name="T17" fmla="*/ 0 h 2334"/>
              <a:gd name="T18" fmla="*/ 700 w 2334"/>
              <a:gd name="T19" fmla="*/ 0 h 2334"/>
              <a:gd name="T20" fmla="*/ 467 w 2334"/>
              <a:gd name="T21" fmla="*/ 234 h 2334"/>
              <a:gd name="T22" fmla="*/ 467 w 2334"/>
              <a:gd name="T23" fmla="*/ 1634 h 2334"/>
              <a:gd name="T24" fmla="*/ 700 w 2334"/>
              <a:gd name="T25" fmla="*/ 1867 h 2334"/>
              <a:gd name="T26" fmla="*/ 2100 w 2334"/>
              <a:gd name="T27" fmla="*/ 1867 h 2334"/>
              <a:gd name="T28" fmla="*/ 2334 w 2334"/>
              <a:gd name="T29" fmla="*/ 1634 h 2334"/>
              <a:gd name="T30" fmla="*/ 2334 w 2334"/>
              <a:gd name="T31" fmla="*/ 234 h 2334"/>
              <a:gd name="T32" fmla="*/ 2100 w 2334"/>
              <a:gd name="T33" fmla="*/ 0 h 2334"/>
              <a:gd name="T34" fmla="*/ 1984 w 2334"/>
              <a:gd name="T35" fmla="*/ 1050 h 2334"/>
              <a:gd name="T36" fmla="*/ 1517 w 2334"/>
              <a:gd name="T37" fmla="*/ 1050 h 2334"/>
              <a:gd name="T38" fmla="*/ 1517 w 2334"/>
              <a:gd name="T39" fmla="*/ 1517 h 2334"/>
              <a:gd name="T40" fmla="*/ 1284 w 2334"/>
              <a:gd name="T41" fmla="*/ 1517 h 2334"/>
              <a:gd name="T42" fmla="*/ 1284 w 2334"/>
              <a:gd name="T43" fmla="*/ 1050 h 2334"/>
              <a:gd name="T44" fmla="*/ 817 w 2334"/>
              <a:gd name="T45" fmla="*/ 1050 h 2334"/>
              <a:gd name="T46" fmla="*/ 817 w 2334"/>
              <a:gd name="T47" fmla="*/ 817 h 2334"/>
              <a:gd name="T48" fmla="*/ 1284 w 2334"/>
              <a:gd name="T49" fmla="*/ 817 h 2334"/>
              <a:gd name="T50" fmla="*/ 1284 w 2334"/>
              <a:gd name="T51" fmla="*/ 350 h 2334"/>
              <a:gd name="T52" fmla="*/ 1517 w 2334"/>
              <a:gd name="T53" fmla="*/ 350 h 2334"/>
              <a:gd name="T54" fmla="*/ 1517 w 2334"/>
              <a:gd name="T55" fmla="*/ 817 h 2334"/>
              <a:gd name="T56" fmla="*/ 1984 w 2334"/>
              <a:gd name="T57" fmla="*/ 817 h 2334"/>
              <a:gd name="T58" fmla="*/ 1984 w 2334"/>
              <a:gd name="T59" fmla="*/ 105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334" h="2334">
                <a:moveTo>
                  <a:pt x="234" y="467"/>
                </a:moveTo>
                <a:cubicBezTo>
                  <a:pt x="0" y="467"/>
                  <a:pt x="0" y="467"/>
                  <a:pt x="0" y="467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4" y="2334"/>
                </a:cubicBezTo>
                <a:cubicBezTo>
                  <a:pt x="1867" y="2334"/>
                  <a:pt x="1867" y="2334"/>
                  <a:pt x="1867" y="2334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234" y="2100"/>
                  <a:pt x="234" y="2100"/>
                  <a:pt x="234" y="2100"/>
                </a:cubicBezTo>
                <a:lnTo>
                  <a:pt x="234" y="467"/>
                </a:lnTo>
                <a:close/>
                <a:moveTo>
                  <a:pt x="2100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2" y="0"/>
                  <a:pt x="467" y="105"/>
                  <a:pt x="467" y="234"/>
                </a:cubicBezTo>
                <a:cubicBezTo>
                  <a:pt x="467" y="1634"/>
                  <a:pt x="467" y="1634"/>
                  <a:pt x="467" y="1634"/>
                </a:cubicBezTo>
                <a:cubicBezTo>
                  <a:pt x="467" y="1762"/>
                  <a:pt x="572" y="1867"/>
                  <a:pt x="700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984" y="1050"/>
                </a:moveTo>
                <a:cubicBezTo>
                  <a:pt x="1517" y="1050"/>
                  <a:pt x="1517" y="1050"/>
                  <a:pt x="1517" y="1050"/>
                </a:cubicBezTo>
                <a:cubicBezTo>
                  <a:pt x="1517" y="1517"/>
                  <a:pt x="1517" y="1517"/>
                  <a:pt x="1517" y="1517"/>
                </a:cubicBezTo>
                <a:cubicBezTo>
                  <a:pt x="1284" y="1517"/>
                  <a:pt x="1284" y="1517"/>
                  <a:pt x="1284" y="1517"/>
                </a:cubicBezTo>
                <a:cubicBezTo>
                  <a:pt x="1284" y="1050"/>
                  <a:pt x="1284" y="1050"/>
                  <a:pt x="1284" y="1050"/>
                </a:cubicBezTo>
                <a:cubicBezTo>
                  <a:pt x="817" y="1050"/>
                  <a:pt x="817" y="1050"/>
                  <a:pt x="817" y="1050"/>
                </a:cubicBezTo>
                <a:cubicBezTo>
                  <a:pt x="817" y="817"/>
                  <a:pt x="817" y="817"/>
                  <a:pt x="817" y="817"/>
                </a:cubicBezTo>
                <a:cubicBezTo>
                  <a:pt x="1284" y="817"/>
                  <a:pt x="1284" y="817"/>
                  <a:pt x="1284" y="817"/>
                </a:cubicBezTo>
                <a:cubicBezTo>
                  <a:pt x="1284" y="350"/>
                  <a:pt x="1284" y="350"/>
                  <a:pt x="1284" y="350"/>
                </a:cubicBezTo>
                <a:cubicBezTo>
                  <a:pt x="1517" y="350"/>
                  <a:pt x="1517" y="350"/>
                  <a:pt x="1517" y="350"/>
                </a:cubicBezTo>
                <a:cubicBezTo>
                  <a:pt x="1517" y="817"/>
                  <a:pt x="1517" y="817"/>
                  <a:pt x="1517" y="817"/>
                </a:cubicBezTo>
                <a:cubicBezTo>
                  <a:pt x="1984" y="817"/>
                  <a:pt x="1984" y="817"/>
                  <a:pt x="1984" y="817"/>
                </a:cubicBezTo>
                <a:lnTo>
                  <a:pt x="1984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djus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167 w 2334"/>
              <a:gd name="T1" fmla="*/ 0 h 2334"/>
              <a:gd name="T2" fmla="*/ 0 w 2334"/>
              <a:gd name="T3" fmla="*/ 1167 h 2334"/>
              <a:gd name="T4" fmla="*/ 1167 w 2334"/>
              <a:gd name="T5" fmla="*/ 2334 h 2334"/>
              <a:gd name="T6" fmla="*/ 2334 w 2334"/>
              <a:gd name="T7" fmla="*/ 1167 h 2334"/>
              <a:gd name="T8" fmla="*/ 1167 w 2334"/>
              <a:gd name="T9" fmla="*/ 0 h 2334"/>
              <a:gd name="T10" fmla="*/ 1167 w 2334"/>
              <a:gd name="T11" fmla="*/ 2100 h 2334"/>
              <a:gd name="T12" fmla="*/ 234 w 2334"/>
              <a:gd name="T13" fmla="*/ 1167 h 2334"/>
              <a:gd name="T14" fmla="*/ 1167 w 2334"/>
              <a:gd name="T15" fmla="*/ 234 h 2334"/>
              <a:gd name="T16" fmla="*/ 2100 w 2334"/>
              <a:gd name="T17" fmla="*/ 1167 h 2334"/>
              <a:gd name="T18" fmla="*/ 1167 w 2334"/>
              <a:gd name="T19" fmla="*/ 2100 h 2334"/>
              <a:gd name="T20" fmla="*/ 1517 w 2334"/>
              <a:gd name="T21" fmla="*/ 1167 h 2334"/>
              <a:gd name="T22" fmla="*/ 1167 w 2334"/>
              <a:gd name="T23" fmla="*/ 1517 h 2334"/>
              <a:gd name="T24" fmla="*/ 817 w 2334"/>
              <a:gd name="T25" fmla="*/ 1167 h 2334"/>
              <a:gd name="T26" fmla="*/ 1167 w 2334"/>
              <a:gd name="T27" fmla="*/ 817 h 2334"/>
              <a:gd name="T28" fmla="*/ 1517 w 2334"/>
              <a:gd name="T29" fmla="*/ 116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334" h="2334">
                <a:moveTo>
                  <a:pt x="1167" y="0"/>
                </a:moveTo>
                <a:cubicBezTo>
                  <a:pt x="524" y="0"/>
                  <a:pt x="0" y="524"/>
                  <a:pt x="0" y="1167"/>
                </a:cubicBezTo>
                <a:cubicBezTo>
                  <a:pt x="0" y="1810"/>
                  <a:pt x="524" y="2334"/>
                  <a:pt x="1167" y="2334"/>
                </a:cubicBezTo>
                <a:cubicBezTo>
                  <a:pt x="1810" y="2334"/>
                  <a:pt x="2334" y="1810"/>
                  <a:pt x="2334" y="1167"/>
                </a:cubicBezTo>
                <a:cubicBezTo>
                  <a:pt x="2334" y="524"/>
                  <a:pt x="1810" y="0"/>
                  <a:pt x="1167" y="0"/>
                </a:cubicBezTo>
                <a:close/>
                <a:moveTo>
                  <a:pt x="1167" y="2100"/>
                </a:moveTo>
                <a:cubicBezTo>
                  <a:pt x="652" y="2100"/>
                  <a:pt x="234" y="1682"/>
                  <a:pt x="234" y="1167"/>
                </a:cubicBezTo>
                <a:cubicBezTo>
                  <a:pt x="234" y="652"/>
                  <a:pt x="652" y="234"/>
                  <a:pt x="1167" y="234"/>
                </a:cubicBezTo>
                <a:cubicBezTo>
                  <a:pt x="1682" y="234"/>
                  <a:pt x="2100" y="652"/>
                  <a:pt x="2100" y="1167"/>
                </a:cubicBezTo>
                <a:cubicBezTo>
                  <a:pt x="2100" y="1682"/>
                  <a:pt x="1682" y="2100"/>
                  <a:pt x="1167" y="2100"/>
                </a:cubicBezTo>
                <a:close/>
                <a:moveTo>
                  <a:pt x="1517" y="1167"/>
                </a:moveTo>
                <a:cubicBezTo>
                  <a:pt x="1517" y="1361"/>
                  <a:pt x="1361" y="1517"/>
                  <a:pt x="1167" y="1517"/>
                </a:cubicBezTo>
                <a:cubicBezTo>
                  <a:pt x="973" y="1517"/>
                  <a:pt x="817" y="1361"/>
                  <a:pt x="817" y="1167"/>
                </a:cubicBezTo>
                <a:cubicBezTo>
                  <a:pt x="817" y="973"/>
                  <a:pt x="973" y="817"/>
                  <a:pt x="1167" y="817"/>
                </a:cubicBezTo>
                <a:cubicBezTo>
                  <a:pt x="1361" y="817"/>
                  <a:pt x="1517" y="973"/>
                  <a:pt x="1517" y="1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ssista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83884" cy="914400"/>
          </a:xfrm>
          <a:custGeom>
            <a:avLst/>
            <a:gdLst>
              <a:gd name="T0" fmla="*/ 1867 w 2100"/>
              <a:gd name="T1" fmla="*/ 0 h 2450"/>
              <a:gd name="T2" fmla="*/ 233 w 2100"/>
              <a:gd name="T3" fmla="*/ 0 h 2450"/>
              <a:gd name="T4" fmla="*/ 0 w 2100"/>
              <a:gd name="T5" fmla="*/ 234 h 2450"/>
              <a:gd name="T6" fmla="*/ 0 w 2100"/>
              <a:gd name="T7" fmla="*/ 1867 h 2450"/>
              <a:gd name="T8" fmla="*/ 233 w 2100"/>
              <a:gd name="T9" fmla="*/ 2100 h 2450"/>
              <a:gd name="T10" fmla="*/ 700 w 2100"/>
              <a:gd name="T11" fmla="*/ 2100 h 2450"/>
              <a:gd name="T12" fmla="*/ 1050 w 2100"/>
              <a:gd name="T13" fmla="*/ 2450 h 2450"/>
              <a:gd name="T14" fmla="*/ 1400 w 2100"/>
              <a:gd name="T15" fmla="*/ 2100 h 2450"/>
              <a:gd name="T16" fmla="*/ 1867 w 2100"/>
              <a:gd name="T17" fmla="*/ 2100 h 2450"/>
              <a:gd name="T18" fmla="*/ 2100 w 2100"/>
              <a:gd name="T19" fmla="*/ 1867 h 2450"/>
              <a:gd name="T20" fmla="*/ 2100 w 2100"/>
              <a:gd name="T21" fmla="*/ 234 h 2450"/>
              <a:gd name="T22" fmla="*/ 1867 w 2100"/>
              <a:gd name="T23" fmla="*/ 0 h 2450"/>
              <a:gd name="T24" fmla="*/ 1269 w 2100"/>
              <a:gd name="T25" fmla="*/ 1270 h 2450"/>
              <a:gd name="T26" fmla="*/ 1050 w 2100"/>
              <a:gd name="T27" fmla="*/ 1750 h 2450"/>
              <a:gd name="T28" fmla="*/ 831 w 2100"/>
              <a:gd name="T29" fmla="*/ 1270 h 2450"/>
              <a:gd name="T30" fmla="*/ 350 w 2100"/>
              <a:gd name="T31" fmla="*/ 1050 h 2450"/>
              <a:gd name="T32" fmla="*/ 831 w 2100"/>
              <a:gd name="T33" fmla="*/ 831 h 2450"/>
              <a:gd name="T34" fmla="*/ 1050 w 2100"/>
              <a:gd name="T35" fmla="*/ 350 h 2450"/>
              <a:gd name="T36" fmla="*/ 1269 w 2100"/>
              <a:gd name="T37" fmla="*/ 831 h 2450"/>
              <a:gd name="T38" fmla="*/ 1750 w 2100"/>
              <a:gd name="T39" fmla="*/ 1050 h 2450"/>
              <a:gd name="T40" fmla="*/ 1269 w 2100"/>
              <a:gd name="T41" fmla="*/ 1270 h 2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00" h="245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700" y="2100"/>
                  <a:pt x="700" y="2100"/>
                  <a:pt x="700" y="2100"/>
                </a:cubicBezTo>
                <a:cubicBezTo>
                  <a:pt x="1050" y="2450"/>
                  <a:pt x="1050" y="2450"/>
                  <a:pt x="1050" y="2450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4"/>
                  <a:pt x="2100" y="234"/>
                  <a:pt x="2100" y="234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269" y="1270"/>
                </a:moveTo>
                <a:cubicBezTo>
                  <a:pt x="1050" y="1750"/>
                  <a:pt x="1050" y="1750"/>
                  <a:pt x="1050" y="1750"/>
                </a:cubicBezTo>
                <a:cubicBezTo>
                  <a:pt x="831" y="1270"/>
                  <a:pt x="831" y="1270"/>
                  <a:pt x="831" y="1270"/>
                </a:cubicBezTo>
                <a:cubicBezTo>
                  <a:pt x="350" y="1050"/>
                  <a:pt x="350" y="1050"/>
                  <a:pt x="350" y="1050"/>
                </a:cubicBezTo>
                <a:cubicBezTo>
                  <a:pt x="831" y="831"/>
                  <a:pt x="831" y="831"/>
                  <a:pt x="831" y="831"/>
                </a:cubicBezTo>
                <a:cubicBezTo>
                  <a:pt x="1050" y="350"/>
                  <a:pt x="1050" y="350"/>
                  <a:pt x="1050" y="350"/>
                </a:cubicBezTo>
                <a:cubicBezTo>
                  <a:pt x="1269" y="831"/>
                  <a:pt x="1269" y="831"/>
                  <a:pt x="1269" y="831"/>
                </a:cubicBezTo>
                <a:cubicBezTo>
                  <a:pt x="1750" y="1050"/>
                  <a:pt x="1750" y="1050"/>
                  <a:pt x="1750" y="1050"/>
                </a:cubicBezTo>
                <a:lnTo>
                  <a:pt x="1269" y="1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ssistant Photo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06858" cy="914400"/>
          </a:xfrm>
          <a:custGeom>
            <a:avLst/>
            <a:gdLst>
              <a:gd name="T0" fmla="*/ 2591 w 4134"/>
              <a:gd name="T1" fmla="*/ 551 h 4685"/>
              <a:gd name="T2" fmla="*/ 2480 w 4134"/>
              <a:gd name="T3" fmla="*/ 0 h 4685"/>
              <a:gd name="T4" fmla="*/ 0 w 4134"/>
              <a:gd name="T5" fmla="*/ 0 h 4685"/>
              <a:gd name="T6" fmla="*/ 0 w 4134"/>
              <a:gd name="T7" fmla="*/ 4685 h 4685"/>
              <a:gd name="T8" fmla="*/ 553 w 4134"/>
              <a:gd name="T9" fmla="*/ 4685 h 4685"/>
              <a:gd name="T10" fmla="*/ 553 w 4134"/>
              <a:gd name="T11" fmla="*/ 2755 h 4685"/>
              <a:gd name="T12" fmla="*/ 2095 w 4134"/>
              <a:gd name="T13" fmla="*/ 2755 h 4685"/>
              <a:gd name="T14" fmla="*/ 2206 w 4134"/>
              <a:gd name="T15" fmla="*/ 3307 h 4685"/>
              <a:gd name="T16" fmla="*/ 4134 w 4134"/>
              <a:gd name="T17" fmla="*/ 3307 h 4685"/>
              <a:gd name="T18" fmla="*/ 4134 w 4134"/>
              <a:gd name="T19" fmla="*/ 551 h 4685"/>
              <a:gd name="T20" fmla="*/ 2591 w 4134"/>
              <a:gd name="T21" fmla="*/ 551 h 4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134" h="4685">
                <a:moveTo>
                  <a:pt x="2591" y="551"/>
                </a:moveTo>
                <a:lnTo>
                  <a:pt x="2480" y="0"/>
                </a:lnTo>
                <a:lnTo>
                  <a:pt x="0" y="0"/>
                </a:lnTo>
                <a:lnTo>
                  <a:pt x="0" y="4685"/>
                </a:lnTo>
                <a:lnTo>
                  <a:pt x="553" y="4685"/>
                </a:lnTo>
                <a:lnTo>
                  <a:pt x="553" y="2755"/>
                </a:lnTo>
                <a:lnTo>
                  <a:pt x="2095" y="2755"/>
                </a:lnTo>
                <a:lnTo>
                  <a:pt x="2206" y="3307"/>
                </a:lnTo>
                <a:lnTo>
                  <a:pt x="4134" y="3307"/>
                </a:lnTo>
                <a:lnTo>
                  <a:pt x="4134" y="551"/>
                </a:lnTo>
                <a:lnTo>
                  <a:pt x="2591" y="5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dio Track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60594" cy="914400"/>
          </a:xfrm>
          <a:custGeom>
            <a:avLst/>
            <a:gdLst>
              <a:gd name="T0" fmla="*/ 700 w 1517"/>
              <a:gd name="T1" fmla="*/ 0 h 2100"/>
              <a:gd name="T2" fmla="*/ 700 w 1517"/>
              <a:gd name="T3" fmla="*/ 1083 h 2100"/>
              <a:gd name="T4" fmla="*/ 525 w 1517"/>
              <a:gd name="T5" fmla="*/ 1050 h 2100"/>
              <a:gd name="T6" fmla="*/ 0 w 1517"/>
              <a:gd name="T7" fmla="*/ 1575 h 2100"/>
              <a:gd name="T8" fmla="*/ 525 w 1517"/>
              <a:gd name="T9" fmla="*/ 2100 h 2100"/>
              <a:gd name="T10" fmla="*/ 1044 w 1517"/>
              <a:gd name="T11" fmla="*/ 1633 h 2100"/>
              <a:gd name="T12" fmla="*/ 1050 w 1517"/>
              <a:gd name="T13" fmla="*/ 1633 h 2100"/>
              <a:gd name="T14" fmla="*/ 1050 w 1517"/>
              <a:gd name="T15" fmla="*/ 350 h 2100"/>
              <a:gd name="T16" fmla="*/ 1517 w 1517"/>
              <a:gd name="T17" fmla="*/ 350 h 2100"/>
              <a:gd name="T18" fmla="*/ 1517 w 1517"/>
              <a:gd name="T19" fmla="*/ 0 h 2100"/>
              <a:gd name="T20" fmla="*/ 700 w 1517"/>
              <a:gd name="T21" fmla="*/ 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517" h="2100">
                <a:moveTo>
                  <a:pt x="700" y="0"/>
                </a:moveTo>
                <a:cubicBezTo>
                  <a:pt x="700" y="1083"/>
                  <a:pt x="700" y="1083"/>
                  <a:pt x="700" y="1083"/>
                </a:cubicBezTo>
                <a:cubicBezTo>
                  <a:pt x="645" y="1063"/>
                  <a:pt x="587" y="1050"/>
                  <a:pt x="525" y="1050"/>
                </a:cubicBezTo>
                <a:cubicBezTo>
                  <a:pt x="234" y="1050"/>
                  <a:pt x="0" y="1284"/>
                  <a:pt x="0" y="1575"/>
                </a:cubicBezTo>
                <a:cubicBezTo>
                  <a:pt x="0" y="1866"/>
                  <a:pt x="234" y="2100"/>
                  <a:pt x="525" y="2100"/>
                </a:cubicBezTo>
                <a:cubicBezTo>
                  <a:pt x="795" y="2100"/>
                  <a:pt x="1015" y="1896"/>
                  <a:pt x="1044" y="1633"/>
                </a:cubicBezTo>
                <a:cubicBezTo>
                  <a:pt x="1050" y="1633"/>
                  <a:pt x="1050" y="1633"/>
                  <a:pt x="1050" y="1633"/>
                </a:cubicBezTo>
                <a:cubicBezTo>
                  <a:pt x="1050" y="350"/>
                  <a:pt x="1050" y="350"/>
                  <a:pt x="1050" y="350"/>
                </a:cubicBezTo>
                <a:cubicBezTo>
                  <a:pt x="1517" y="350"/>
                  <a:pt x="1517" y="350"/>
                  <a:pt x="1517" y="350"/>
                </a:cubicBezTo>
                <a:cubicBezTo>
                  <a:pt x="1517" y="0"/>
                  <a:pt x="1517" y="0"/>
                  <a:pt x="1517" y="0"/>
                </a:cubicBezTo>
                <a:lnTo>
                  <a:pt x="7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r Circula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817 w 2334"/>
              <a:gd name="T1" fmla="*/ 934 h 2334"/>
              <a:gd name="T2" fmla="*/ 1050 w 2334"/>
              <a:gd name="T3" fmla="*/ 934 h 2334"/>
              <a:gd name="T4" fmla="*/ 934 w 2334"/>
              <a:gd name="T5" fmla="*/ 1284 h 2334"/>
              <a:gd name="T6" fmla="*/ 934 w 2334"/>
              <a:gd name="T7" fmla="*/ 1517 h 2334"/>
              <a:gd name="T8" fmla="*/ 934 w 2334"/>
              <a:gd name="T9" fmla="*/ 1284 h 2334"/>
              <a:gd name="T10" fmla="*/ 525 w 2334"/>
              <a:gd name="T11" fmla="*/ 934 h 2334"/>
              <a:gd name="T12" fmla="*/ 642 w 2334"/>
              <a:gd name="T13" fmla="*/ 934 h 2334"/>
              <a:gd name="T14" fmla="*/ 934 w 2334"/>
              <a:gd name="T15" fmla="*/ 1692 h 2334"/>
              <a:gd name="T16" fmla="*/ 934 w 2334"/>
              <a:gd name="T17" fmla="*/ 1809 h 2334"/>
              <a:gd name="T18" fmla="*/ 934 w 2334"/>
              <a:gd name="T19" fmla="*/ 1692 h 2334"/>
              <a:gd name="T20" fmla="*/ 525 w 2334"/>
              <a:gd name="T21" fmla="*/ 1400 h 2334"/>
              <a:gd name="T22" fmla="*/ 642 w 2334"/>
              <a:gd name="T23" fmla="*/ 1400 h 2334"/>
              <a:gd name="T24" fmla="*/ 934 w 2334"/>
              <a:gd name="T25" fmla="*/ 642 h 2334"/>
              <a:gd name="T26" fmla="*/ 934 w 2334"/>
              <a:gd name="T27" fmla="*/ 525 h 2334"/>
              <a:gd name="T28" fmla="*/ 934 w 2334"/>
              <a:gd name="T29" fmla="*/ 642 h 2334"/>
              <a:gd name="T30" fmla="*/ 1284 w 2334"/>
              <a:gd name="T31" fmla="*/ 934 h 2334"/>
              <a:gd name="T32" fmla="*/ 1517 w 2334"/>
              <a:gd name="T33" fmla="*/ 934 h 2334"/>
              <a:gd name="T34" fmla="*/ 1400 w 2334"/>
              <a:gd name="T35" fmla="*/ 642 h 2334"/>
              <a:gd name="T36" fmla="*/ 1400 w 2334"/>
              <a:gd name="T37" fmla="*/ 525 h 2334"/>
              <a:gd name="T38" fmla="*/ 1400 w 2334"/>
              <a:gd name="T39" fmla="*/ 642 h 2334"/>
              <a:gd name="T40" fmla="*/ 1692 w 2334"/>
              <a:gd name="T41" fmla="*/ 1400 h 2334"/>
              <a:gd name="T42" fmla="*/ 1809 w 2334"/>
              <a:gd name="T43" fmla="*/ 1400 h 2334"/>
              <a:gd name="T44" fmla="*/ 1750 w 2334"/>
              <a:gd name="T45" fmla="*/ 875 h 2334"/>
              <a:gd name="T46" fmla="*/ 1750 w 2334"/>
              <a:gd name="T47" fmla="*/ 992 h 2334"/>
              <a:gd name="T48" fmla="*/ 1750 w 2334"/>
              <a:gd name="T49" fmla="*/ 875 h 2334"/>
              <a:gd name="T50" fmla="*/ 0 w 2334"/>
              <a:gd name="T51" fmla="*/ 1167 h 2334"/>
              <a:gd name="T52" fmla="*/ 2334 w 2334"/>
              <a:gd name="T53" fmla="*/ 1167 h 2334"/>
              <a:gd name="T54" fmla="*/ 1167 w 2334"/>
              <a:gd name="T55" fmla="*/ 2100 h 2334"/>
              <a:gd name="T56" fmla="*/ 1167 w 2334"/>
              <a:gd name="T57" fmla="*/ 234 h 2334"/>
              <a:gd name="T58" fmla="*/ 1167 w 2334"/>
              <a:gd name="T59" fmla="*/ 2100 h 2334"/>
              <a:gd name="T60" fmla="*/ 1342 w 2334"/>
              <a:gd name="T61" fmla="*/ 1750 h 2334"/>
              <a:gd name="T62" fmla="*/ 1459 w 2334"/>
              <a:gd name="T63" fmla="*/ 1750 h 2334"/>
              <a:gd name="T64" fmla="*/ 1400 w 2334"/>
              <a:gd name="T65" fmla="*/ 1284 h 2334"/>
              <a:gd name="T66" fmla="*/ 1400 w 2334"/>
              <a:gd name="T67" fmla="*/ 1517 h 2334"/>
              <a:gd name="T68" fmla="*/ 1400 w 2334"/>
              <a:gd name="T69" fmla="*/ 128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334" h="2334">
                <a:moveTo>
                  <a:pt x="934" y="817"/>
                </a:moveTo>
                <a:cubicBezTo>
                  <a:pt x="870" y="817"/>
                  <a:pt x="817" y="870"/>
                  <a:pt x="817" y="934"/>
                </a:cubicBezTo>
                <a:cubicBezTo>
                  <a:pt x="817" y="998"/>
                  <a:pt x="870" y="1050"/>
                  <a:pt x="934" y="1050"/>
                </a:cubicBezTo>
                <a:cubicBezTo>
                  <a:pt x="998" y="1050"/>
                  <a:pt x="1050" y="998"/>
                  <a:pt x="1050" y="934"/>
                </a:cubicBezTo>
                <a:cubicBezTo>
                  <a:pt x="1050" y="870"/>
                  <a:pt x="998" y="817"/>
                  <a:pt x="934" y="817"/>
                </a:cubicBezTo>
                <a:close/>
                <a:moveTo>
                  <a:pt x="934" y="1284"/>
                </a:moveTo>
                <a:cubicBezTo>
                  <a:pt x="870" y="1284"/>
                  <a:pt x="817" y="1336"/>
                  <a:pt x="817" y="1400"/>
                </a:cubicBezTo>
                <a:cubicBezTo>
                  <a:pt x="817" y="1464"/>
                  <a:pt x="870" y="1517"/>
                  <a:pt x="934" y="1517"/>
                </a:cubicBezTo>
                <a:cubicBezTo>
                  <a:pt x="998" y="1517"/>
                  <a:pt x="1050" y="1464"/>
                  <a:pt x="1050" y="1400"/>
                </a:cubicBezTo>
                <a:cubicBezTo>
                  <a:pt x="1050" y="1336"/>
                  <a:pt x="998" y="1284"/>
                  <a:pt x="934" y="1284"/>
                </a:cubicBezTo>
                <a:close/>
                <a:moveTo>
                  <a:pt x="584" y="875"/>
                </a:moveTo>
                <a:cubicBezTo>
                  <a:pt x="551" y="875"/>
                  <a:pt x="525" y="901"/>
                  <a:pt x="525" y="934"/>
                </a:cubicBezTo>
                <a:cubicBezTo>
                  <a:pt x="525" y="966"/>
                  <a:pt x="551" y="992"/>
                  <a:pt x="584" y="992"/>
                </a:cubicBezTo>
                <a:cubicBezTo>
                  <a:pt x="616" y="992"/>
                  <a:pt x="642" y="966"/>
                  <a:pt x="642" y="934"/>
                </a:cubicBezTo>
                <a:cubicBezTo>
                  <a:pt x="642" y="901"/>
                  <a:pt x="616" y="875"/>
                  <a:pt x="584" y="875"/>
                </a:cubicBezTo>
                <a:close/>
                <a:moveTo>
                  <a:pt x="934" y="1692"/>
                </a:moveTo>
                <a:cubicBezTo>
                  <a:pt x="901" y="1692"/>
                  <a:pt x="875" y="1718"/>
                  <a:pt x="875" y="1750"/>
                </a:cubicBezTo>
                <a:cubicBezTo>
                  <a:pt x="875" y="1783"/>
                  <a:pt x="901" y="1809"/>
                  <a:pt x="934" y="1809"/>
                </a:cubicBezTo>
                <a:cubicBezTo>
                  <a:pt x="966" y="1809"/>
                  <a:pt x="992" y="1783"/>
                  <a:pt x="992" y="1750"/>
                </a:cubicBezTo>
                <a:cubicBezTo>
                  <a:pt x="992" y="1718"/>
                  <a:pt x="966" y="1692"/>
                  <a:pt x="934" y="1692"/>
                </a:cubicBezTo>
                <a:close/>
                <a:moveTo>
                  <a:pt x="584" y="1342"/>
                </a:moveTo>
                <a:cubicBezTo>
                  <a:pt x="551" y="1342"/>
                  <a:pt x="525" y="1368"/>
                  <a:pt x="525" y="1400"/>
                </a:cubicBezTo>
                <a:cubicBezTo>
                  <a:pt x="525" y="1433"/>
                  <a:pt x="551" y="1459"/>
                  <a:pt x="584" y="1459"/>
                </a:cubicBezTo>
                <a:cubicBezTo>
                  <a:pt x="616" y="1459"/>
                  <a:pt x="642" y="1433"/>
                  <a:pt x="642" y="1400"/>
                </a:cubicBezTo>
                <a:cubicBezTo>
                  <a:pt x="642" y="1368"/>
                  <a:pt x="616" y="1342"/>
                  <a:pt x="584" y="1342"/>
                </a:cubicBezTo>
                <a:close/>
                <a:moveTo>
                  <a:pt x="934" y="642"/>
                </a:moveTo>
                <a:cubicBezTo>
                  <a:pt x="966" y="642"/>
                  <a:pt x="992" y="616"/>
                  <a:pt x="992" y="584"/>
                </a:cubicBezTo>
                <a:cubicBezTo>
                  <a:pt x="992" y="551"/>
                  <a:pt x="966" y="525"/>
                  <a:pt x="934" y="525"/>
                </a:cubicBezTo>
                <a:cubicBezTo>
                  <a:pt x="901" y="525"/>
                  <a:pt x="875" y="551"/>
                  <a:pt x="875" y="584"/>
                </a:cubicBezTo>
                <a:cubicBezTo>
                  <a:pt x="875" y="616"/>
                  <a:pt x="901" y="642"/>
                  <a:pt x="934" y="642"/>
                </a:cubicBezTo>
                <a:close/>
                <a:moveTo>
                  <a:pt x="1400" y="817"/>
                </a:moveTo>
                <a:cubicBezTo>
                  <a:pt x="1336" y="817"/>
                  <a:pt x="1284" y="870"/>
                  <a:pt x="1284" y="934"/>
                </a:cubicBezTo>
                <a:cubicBezTo>
                  <a:pt x="1284" y="998"/>
                  <a:pt x="1336" y="1050"/>
                  <a:pt x="1400" y="1050"/>
                </a:cubicBezTo>
                <a:cubicBezTo>
                  <a:pt x="1464" y="1050"/>
                  <a:pt x="1517" y="998"/>
                  <a:pt x="1517" y="934"/>
                </a:cubicBezTo>
                <a:cubicBezTo>
                  <a:pt x="1517" y="870"/>
                  <a:pt x="1464" y="817"/>
                  <a:pt x="1400" y="817"/>
                </a:cubicBezTo>
                <a:close/>
                <a:moveTo>
                  <a:pt x="1400" y="642"/>
                </a:moveTo>
                <a:cubicBezTo>
                  <a:pt x="1433" y="642"/>
                  <a:pt x="1459" y="616"/>
                  <a:pt x="1459" y="584"/>
                </a:cubicBezTo>
                <a:cubicBezTo>
                  <a:pt x="1459" y="551"/>
                  <a:pt x="1433" y="525"/>
                  <a:pt x="1400" y="525"/>
                </a:cubicBezTo>
                <a:cubicBezTo>
                  <a:pt x="1368" y="525"/>
                  <a:pt x="1342" y="551"/>
                  <a:pt x="1342" y="584"/>
                </a:cubicBezTo>
                <a:cubicBezTo>
                  <a:pt x="1342" y="616"/>
                  <a:pt x="1368" y="642"/>
                  <a:pt x="1400" y="642"/>
                </a:cubicBezTo>
                <a:close/>
                <a:moveTo>
                  <a:pt x="1750" y="1342"/>
                </a:moveTo>
                <a:cubicBezTo>
                  <a:pt x="1718" y="1342"/>
                  <a:pt x="1692" y="1368"/>
                  <a:pt x="1692" y="1400"/>
                </a:cubicBezTo>
                <a:cubicBezTo>
                  <a:pt x="1692" y="1433"/>
                  <a:pt x="1718" y="1459"/>
                  <a:pt x="1750" y="1459"/>
                </a:cubicBezTo>
                <a:cubicBezTo>
                  <a:pt x="1783" y="1459"/>
                  <a:pt x="1809" y="1433"/>
                  <a:pt x="1809" y="1400"/>
                </a:cubicBezTo>
                <a:cubicBezTo>
                  <a:pt x="1809" y="1368"/>
                  <a:pt x="1783" y="1342"/>
                  <a:pt x="1750" y="1342"/>
                </a:cubicBezTo>
                <a:close/>
                <a:moveTo>
                  <a:pt x="1750" y="875"/>
                </a:moveTo>
                <a:cubicBezTo>
                  <a:pt x="1718" y="875"/>
                  <a:pt x="1692" y="901"/>
                  <a:pt x="1692" y="934"/>
                </a:cubicBezTo>
                <a:cubicBezTo>
                  <a:pt x="1692" y="966"/>
                  <a:pt x="1718" y="992"/>
                  <a:pt x="1750" y="992"/>
                </a:cubicBezTo>
                <a:cubicBezTo>
                  <a:pt x="1783" y="992"/>
                  <a:pt x="1809" y="966"/>
                  <a:pt x="1809" y="934"/>
                </a:cubicBezTo>
                <a:cubicBezTo>
                  <a:pt x="1809" y="901"/>
                  <a:pt x="1783" y="875"/>
                  <a:pt x="1750" y="875"/>
                </a:cubicBezTo>
                <a:close/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167" y="2100"/>
                </a:moveTo>
                <a:cubicBezTo>
                  <a:pt x="651" y="2100"/>
                  <a:pt x="234" y="1683"/>
                  <a:pt x="234" y="1167"/>
                </a:cubicBezTo>
                <a:cubicBezTo>
                  <a:pt x="234" y="651"/>
                  <a:pt x="651" y="234"/>
                  <a:pt x="1167" y="234"/>
                </a:cubicBezTo>
                <a:cubicBezTo>
                  <a:pt x="1683" y="234"/>
                  <a:pt x="2100" y="651"/>
                  <a:pt x="2100" y="1167"/>
                </a:cubicBezTo>
                <a:cubicBezTo>
                  <a:pt x="2100" y="1683"/>
                  <a:pt x="1683" y="2100"/>
                  <a:pt x="1167" y="2100"/>
                </a:cubicBezTo>
                <a:close/>
                <a:moveTo>
                  <a:pt x="1400" y="1692"/>
                </a:moveTo>
                <a:cubicBezTo>
                  <a:pt x="1368" y="1692"/>
                  <a:pt x="1342" y="1718"/>
                  <a:pt x="1342" y="1750"/>
                </a:cubicBezTo>
                <a:cubicBezTo>
                  <a:pt x="1342" y="1783"/>
                  <a:pt x="1368" y="1809"/>
                  <a:pt x="1400" y="1809"/>
                </a:cubicBezTo>
                <a:cubicBezTo>
                  <a:pt x="1433" y="1809"/>
                  <a:pt x="1459" y="1783"/>
                  <a:pt x="1459" y="1750"/>
                </a:cubicBezTo>
                <a:cubicBezTo>
                  <a:pt x="1459" y="1718"/>
                  <a:pt x="1433" y="1692"/>
                  <a:pt x="1400" y="1692"/>
                </a:cubicBezTo>
                <a:close/>
                <a:moveTo>
                  <a:pt x="1400" y="1284"/>
                </a:moveTo>
                <a:cubicBezTo>
                  <a:pt x="1336" y="1284"/>
                  <a:pt x="1284" y="1336"/>
                  <a:pt x="1284" y="1400"/>
                </a:cubicBezTo>
                <a:cubicBezTo>
                  <a:pt x="1284" y="1464"/>
                  <a:pt x="1336" y="1517"/>
                  <a:pt x="1400" y="1517"/>
                </a:cubicBezTo>
                <a:cubicBezTo>
                  <a:pt x="1464" y="1517"/>
                  <a:pt x="1517" y="1464"/>
                  <a:pt x="1517" y="1400"/>
                </a:cubicBezTo>
                <a:cubicBezTo>
                  <a:pt x="1517" y="1336"/>
                  <a:pt x="1464" y="1284"/>
                  <a:pt x="1400" y="12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r Linea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08 w 2100"/>
              <a:gd name="T1" fmla="*/ 1517 h 2100"/>
              <a:gd name="T2" fmla="*/ 58 w 2100"/>
              <a:gd name="T3" fmla="*/ 1517 h 2100"/>
              <a:gd name="T4" fmla="*/ 700 w 2100"/>
              <a:gd name="T5" fmla="*/ 1167 h 2100"/>
              <a:gd name="T6" fmla="*/ 700 w 2100"/>
              <a:gd name="T7" fmla="*/ 933 h 2100"/>
              <a:gd name="T8" fmla="*/ 700 w 2100"/>
              <a:gd name="T9" fmla="*/ 1167 h 2100"/>
              <a:gd name="T10" fmla="*/ 817 w 2100"/>
              <a:gd name="T11" fmla="*/ 583 h 2100"/>
              <a:gd name="T12" fmla="*/ 583 w 2100"/>
              <a:gd name="T13" fmla="*/ 583 h 2100"/>
              <a:gd name="T14" fmla="*/ 0 w 2100"/>
              <a:gd name="T15" fmla="*/ 2100 h 2100"/>
              <a:gd name="T16" fmla="*/ 2100 w 2100"/>
              <a:gd name="T17" fmla="*/ 1867 h 2100"/>
              <a:gd name="T18" fmla="*/ 0 w 2100"/>
              <a:gd name="T19" fmla="*/ 2100 h 2100"/>
              <a:gd name="T20" fmla="*/ 408 w 2100"/>
              <a:gd name="T21" fmla="*/ 583 h 2100"/>
              <a:gd name="T22" fmla="*/ 58 w 2100"/>
              <a:gd name="T23" fmla="*/ 583 h 2100"/>
              <a:gd name="T24" fmla="*/ 233 w 2100"/>
              <a:gd name="T25" fmla="*/ 1225 h 2100"/>
              <a:gd name="T26" fmla="*/ 233 w 2100"/>
              <a:gd name="T27" fmla="*/ 875 h 2100"/>
              <a:gd name="T28" fmla="*/ 233 w 2100"/>
              <a:gd name="T29" fmla="*/ 1225 h 2100"/>
              <a:gd name="T30" fmla="*/ 817 w 2100"/>
              <a:gd name="T31" fmla="*/ 1517 h 2100"/>
              <a:gd name="T32" fmla="*/ 583 w 2100"/>
              <a:gd name="T33" fmla="*/ 1517 h 2100"/>
              <a:gd name="T34" fmla="*/ 1633 w 2100"/>
              <a:gd name="T35" fmla="*/ 1575 h 2100"/>
              <a:gd name="T36" fmla="*/ 1633 w 2100"/>
              <a:gd name="T37" fmla="*/ 1458 h 2100"/>
              <a:gd name="T38" fmla="*/ 1633 w 2100"/>
              <a:gd name="T39" fmla="*/ 1575 h 2100"/>
              <a:gd name="T40" fmla="*/ 0 w 2100"/>
              <a:gd name="T41" fmla="*/ 233 h 2100"/>
              <a:gd name="T42" fmla="*/ 2100 w 2100"/>
              <a:gd name="T43" fmla="*/ 0 h 2100"/>
              <a:gd name="T44" fmla="*/ 1633 w 2100"/>
              <a:gd name="T45" fmla="*/ 642 h 2100"/>
              <a:gd name="T46" fmla="*/ 1633 w 2100"/>
              <a:gd name="T47" fmla="*/ 525 h 2100"/>
              <a:gd name="T48" fmla="*/ 1633 w 2100"/>
              <a:gd name="T49" fmla="*/ 642 h 2100"/>
              <a:gd name="T50" fmla="*/ 1692 w 2100"/>
              <a:gd name="T51" fmla="*/ 1050 h 2100"/>
              <a:gd name="T52" fmla="*/ 1575 w 2100"/>
              <a:gd name="T53" fmla="*/ 1050 h 2100"/>
              <a:gd name="T54" fmla="*/ 1167 w 2100"/>
              <a:gd name="T55" fmla="*/ 700 h 2100"/>
              <a:gd name="T56" fmla="*/ 1167 w 2100"/>
              <a:gd name="T57" fmla="*/ 467 h 2100"/>
              <a:gd name="T58" fmla="*/ 1167 w 2100"/>
              <a:gd name="T59" fmla="*/ 700 h 2100"/>
              <a:gd name="T60" fmla="*/ 1283 w 2100"/>
              <a:gd name="T61" fmla="*/ 1050 h 2100"/>
              <a:gd name="T62" fmla="*/ 1050 w 2100"/>
              <a:gd name="T63" fmla="*/ 1050 h 2100"/>
              <a:gd name="T64" fmla="*/ 1167 w 2100"/>
              <a:gd name="T65" fmla="*/ 1633 h 2100"/>
              <a:gd name="T66" fmla="*/ 1167 w 2100"/>
              <a:gd name="T67" fmla="*/ 1400 h 2100"/>
              <a:gd name="T68" fmla="*/ 1167 w 2100"/>
              <a:gd name="T69" fmla="*/ 16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00" h="2100">
                <a:moveTo>
                  <a:pt x="233" y="1692"/>
                </a:moveTo>
                <a:cubicBezTo>
                  <a:pt x="330" y="1692"/>
                  <a:pt x="408" y="1614"/>
                  <a:pt x="408" y="1517"/>
                </a:cubicBezTo>
                <a:cubicBezTo>
                  <a:pt x="408" y="1420"/>
                  <a:pt x="330" y="1342"/>
                  <a:pt x="233" y="1342"/>
                </a:cubicBezTo>
                <a:cubicBezTo>
                  <a:pt x="136" y="1342"/>
                  <a:pt x="58" y="1420"/>
                  <a:pt x="58" y="1517"/>
                </a:cubicBezTo>
                <a:cubicBezTo>
                  <a:pt x="58" y="1614"/>
                  <a:pt x="136" y="1692"/>
                  <a:pt x="233" y="1692"/>
                </a:cubicBezTo>
                <a:close/>
                <a:moveTo>
                  <a:pt x="700" y="1167"/>
                </a:moveTo>
                <a:cubicBezTo>
                  <a:pt x="764" y="1167"/>
                  <a:pt x="817" y="1114"/>
                  <a:pt x="817" y="1050"/>
                </a:cubicBezTo>
                <a:cubicBezTo>
                  <a:pt x="817" y="986"/>
                  <a:pt x="764" y="933"/>
                  <a:pt x="700" y="933"/>
                </a:cubicBezTo>
                <a:cubicBezTo>
                  <a:pt x="636" y="933"/>
                  <a:pt x="583" y="986"/>
                  <a:pt x="583" y="1050"/>
                </a:cubicBezTo>
                <a:cubicBezTo>
                  <a:pt x="583" y="1114"/>
                  <a:pt x="636" y="1167"/>
                  <a:pt x="700" y="1167"/>
                </a:cubicBezTo>
                <a:close/>
                <a:moveTo>
                  <a:pt x="700" y="700"/>
                </a:moveTo>
                <a:cubicBezTo>
                  <a:pt x="764" y="700"/>
                  <a:pt x="817" y="647"/>
                  <a:pt x="817" y="583"/>
                </a:cubicBezTo>
                <a:cubicBezTo>
                  <a:pt x="817" y="519"/>
                  <a:pt x="764" y="467"/>
                  <a:pt x="700" y="467"/>
                </a:cubicBezTo>
                <a:cubicBezTo>
                  <a:pt x="636" y="467"/>
                  <a:pt x="583" y="519"/>
                  <a:pt x="583" y="583"/>
                </a:cubicBezTo>
                <a:cubicBezTo>
                  <a:pt x="583" y="647"/>
                  <a:pt x="636" y="700"/>
                  <a:pt x="700" y="700"/>
                </a:cubicBezTo>
                <a:close/>
                <a:moveTo>
                  <a:pt x="0" y="2100"/>
                </a:moveTo>
                <a:cubicBezTo>
                  <a:pt x="2100" y="2100"/>
                  <a:pt x="2100" y="2100"/>
                  <a:pt x="2100" y="2100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0" y="1867"/>
                  <a:pt x="0" y="1867"/>
                  <a:pt x="0" y="1867"/>
                </a:cubicBezTo>
                <a:lnTo>
                  <a:pt x="0" y="2100"/>
                </a:lnTo>
                <a:close/>
                <a:moveTo>
                  <a:pt x="233" y="758"/>
                </a:moveTo>
                <a:cubicBezTo>
                  <a:pt x="330" y="758"/>
                  <a:pt x="408" y="680"/>
                  <a:pt x="408" y="583"/>
                </a:cubicBezTo>
                <a:cubicBezTo>
                  <a:pt x="408" y="486"/>
                  <a:pt x="330" y="408"/>
                  <a:pt x="233" y="408"/>
                </a:cubicBezTo>
                <a:cubicBezTo>
                  <a:pt x="136" y="408"/>
                  <a:pt x="58" y="486"/>
                  <a:pt x="58" y="583"/>
                </a:cubicBezTo>
                <a:cubicBezTo>
                  <a:pt x="58" y="680"/>
                  <a:pt x="136" y="758"/>
                  <a:pt x="233" y="758"/>
                </a:cubicBezTo>
                <a:close/>
                <a:moveTo>
                  <a:pt x="233" y="1225"/>
                </a:moveTo>
                <a:cubicBezTo>
                  <a:pt x="330" y="1225"/>
                  <a:pt x="408" y="1147"/>
                  <a:pt x="408" y="1050"/>
                </a:cubicBezTo>
                <a:cubicBezTo>
                  <a:pt x="408" y="953"/>
                  <a:pt x="330" y="875"/>
                  <a:pt x="233" y="875"/>
                </a:cubicBezTo>
                <a:cubicBezTo>
                  <a:pt x="136" y="875"/>
                  <a:pt x="58" y="953"/>
                  <a:pt x="58" y="1050"/>
                </a:cubicBezTo>
                <a:cubicBezTo>
                  <a:pt x="58" y="1147"/>
                  <a:pt x="136" y="1225"/>
                  <a:pt x="233" y="1225"/>
                </a:cubicBezTo>
                <a:close/>
                <a:moveTo>
                  <a:pt x="700" y="1633"/>
                </a:moveTo>
                <a:cubicBezTo>
                  <a:pt x="764" y="1633"/>
                  <a:pt x="817" y="1581"/>
                  <a:pt x="817" y="1517"/>
                </a:cubicBezTo>
                <a:cubicBezTo>
                  <a:pt x="817" y="1453"/>
                  <a:pt x="764" y="1400"/>
                  <a:pt x="700" y="1400"/>
                </a:cubicBezTo>
                <a:cubicBezTo>
                  <a:pt x="636" y="1400"/>
                  <a:pt x="583" y="1453"/>
                  <a:pt x="583" y="1517"/>
                </a:cubicBezTo>
                <a:cubicBezTo>
                  <a:pt x="583" y="1581"/>
                  <a:pt x="636" y="1633"/>
                  <a:pt x="700" y="1633"/>
                </a:cubicBezTo>
                <a:close/>
                <a:moveTo>
                  <a:pt x="1633" y="1575"/>
                </a:moveTo>
                <a:cubicBezTo>
                  <a:pt x="1666" y="1575"/>
                  <a:pt x="1692" y="1549"/>
                  <a:pt x="1692" y="1517"/>
                </a:cubicBezTo>
                <a:cubicBezTo>
                  <a:pt x="1692" y="1484"/>
                  <a:pt x="1666" y="1458"/>
                  <a:pt x="1633" y="1458"/>
                </a:cubicBezTo>
                <a:cubicBezTo>
                  <a:pt x="1601" y="1458"/>
                  <a:pt x="1575" y="1484"/>
                  <a:pt x="1575" y="1517"/>
                </a:cubicBezTo>
                <a:cubicBezTo>
                  <a:pt x="1575" y="1549"/>
                  <a:pt x="1601" y="1575"/>
                  <a:pt x="1633" y="1575"/>
                </a:cubicBezTo>
                <a:close/>
                <a:moveTo>
                  <a:pt x="0" y="0"/>
                </a:moveTo>
                <a:cubicBezTo>
                  <a:pt x="0" y="233"/>
                  <a:pt x="0" y="233"/>
                  <a:pt x="0" y="233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0"/>
                  <a:pt x="2100" y="0"/>
                  <a:pt x="2100" y="0"/>
                </a:cubicBezTo>
                <a:lnTo>
                  <a:pt x="0" y="0"/>
                </a:lnTo>
                <a:close/>
                <a:moveTo>
                  <a:pt x="1633" y="642"/>
                </a:moveTo>
                <a:cubicBezTo>
                  <a:pt x="1666" y="642"/>
                  <a:pt x="1692" y="616"/>
                  <a:pt x="1692" y="583"/>
                </a:cubicBezTo>
                <a:cubicBezTo>
                  <a:pt x="1692" y="551"/>
                  <a:pt x="1666" y="525"/>
                  <a:pt x="1633" y="525"/>
                </a:cubicBezTo>
                <a:cubicBezTo>
                  <a:pt x="1601" y="525"/>
                  <a:pt x="1575" y="551"/>
                  <a:pt x="1575" y="583"/>
                </a:cubicBezTo>
                <a:cubicBezTo>
                  <a:pt x="1575" y="616"/>
                  <a:pt x="1601" y="642"/>
                  <a:pt x="1633" y="642"/>
                </a:cubicBezTo>
                <a:close/>
                <a:moveTo>
                  <a:pt x="1633" y="1108"/>
                </a:moveTo>
                <a:cubicBezTo>
                  <a:pt x="1666" y="1108"/>
                  <a:pt x="1692" y="1083"/>
                  <a:pt x="1692" y="1050"/>
                </a:cubicBezTo>
                <a:cubicBezTo>
                  <a:pt x="1692" y="1017"/>
                  <a:pt x="1666" y="992"/>
                  <a:pt x="1633" y="992"/>
                </a:cubicBezTo>
                <a:cubicBezTo>
                  <a:pt x="1601" y="992"/>
                  <a:pt x="1575" y="1017"/>
                  <a:pt x="1575" y="1050"/>
                </a:cubicBezTo>
                <a:cubicBezTo>
                  <a:pt x="1575" y="1083"/>
                  <a:pt x="1601" y="1108"/>
                  <a:pt x="1633" y="1108"/>
                </a:cubicBezTo>
                <a:close/>
                <a:moveTo>
                  <a:pt x="1167" y="700"/>
                </a:moveTo>
                <a:cubicBezTo>
                  <a:pt x="1231" y="700"/>
                  <a:pt x="1283" y="647"/>
                  <a:pt x="1283" y="583"/>
                </a:cubicBezTo>
                <a:cubicBezTo>
                  <a:pt x="1283" y="519"/>
                  <a:pt x="1231" y="467"/>
                  <a:pt x="1167" y="467"/>
                </a:cubicBezTo>
                <a:cubicBezTo>
                  <a:pt x="1103" y="467"/>
                  <a:pt x="1050" y="519"/>
                  <a:pt x="1050" y="583"/>
                </a:cubicBezTo>
                <a:cubicBezTo>
                  <a:pt x="1050" y="647"/>
                  <a:pt x="1103" y="700"/>
                  <a:pt x="1167" y="700"/>
                </a:cubicBezTo>
                <a:close/>
                <a:moveTo>
                  <a:pt x="1167" y="1167"/>
                </a:moveTo>
                <a:cubicBezTo>
                  <a:pt x="1231" y="1167"/>
                  <a:pt x="1283" y="1114"/>
                  <a:pt x="1283" y="1050"/>
                </a:cubicBezTo>
                <a:cubicBezTo>
                  <a:pt x="1283" y="986"/>
                  <a:pt x="1231" y="933"/>
                  <a:pt x="1167" y="933"/>
                </a:cubicBezTo>
                <a:cubicBezTo>
                  <a:pt x="1103" y="933"/>
                  <a:pt x="1050" y="986"/>
                  <a:pt x="1050" y="1050"/>
                </a:cubicBezTo>
                <a:cubicBezTo>
                  <a:pt x="1050" y="1114"/>
                  <a:pt x="1103" y="1167"/>
                  <a:pt x="1167" y="1167"/>
                </a:cubicBezTo>
                <a:close/>
                <a:moveTo>
                  <a:pt x="1167" y="1633"/>
                </a:moveTo>
                <a:cubicBezTo>
                  <a:pt x="1231" y="1633"/>
                  <a:pt x="1283" y="1581"/>
                  <a:pt x="1283" y="1517"/>
                </a:cubicBezTo>
                <a:cubicBezTo>
                  <a:pt x="1283" y="1453"/>
                  <a:pt x="1231" y="1400"/>
                  <a:pt x="1167" y="1400"/>
                </a:cubicBezTo>
                <a:cubicBezTo>
                  <a:pt x="1103" y="1400"/>
                  <a:pt x="1050" y="1453"/>
                  <a:pt x="1050" y="1517"/>
                </a:cubicBezTo>
                <a:cubicBezTo>
                  <a:pt x="1050" y="1581"/>
                  <a:pt x="1103" y="1633"/>
                  <a:pt x="1167" y="16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r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458 w 2216"/>
              <a:gd name="T1" fmla="*/ 408 h 2216"/>
              <a:gd name="T2" fmla="*/ 1225 w 2216"/>
              <a:gd name="T3" fmla="*/ 408 h 2216"/>
              <a:gd name="T4" fmla="*/ 1318 w 2216"/>
              <a:gd name="T5" fmla="*/ 1047 h 2216"/>
              <a:gd name="T6" fmla="*/ 1516 w 2216"/>
              <a:gd name="T7" fmla="*/ 875 h 2216"/>
              <a:gd name="T8" fmla="*/ 1166 w 2216"/>
              <a:gd name="T9" fmla="*/ 875 h 2216"/>
              <a:gd name="T10" fmla="*/ 1318 w 2216"/>
              <a:gd name="T11" fmla="*/ 1047 h 2216"/>
              <a:gd name="T12" fmla="*/ 1400 w 2216"/>
              <a:gd name="T13" fmla="*/ 58 h 2216"/>
              <a:gd name="T14" fmla="*/ 1283 w 2216"/>
              <a:gd name="T15" fmla="*/ 58 h 2216"/>
              <a:gd name="T16" fmla="*/ 875 w 2216"/>
              <a:gd name="T17" fmla="*/ 116 h 2216"/>
              <a:gd name="T18" fmla="*/ 875 w 2216"/>
              <a:gd name="T19" fmla="*/ 0 h 2216"/>
              <a:gd name="T20" fmla="*/ 875 w 2216"/>
              <a:gd name="T21" fmla="*/ 116 h 2216"/>
              <a:gd name="T22" fmla="*/ 2216 w 2216"/>
              <a:gd name="T23" fmla="*/ 875 h 2216"/>
              <a:gd name="T24" fmla="*/ 2100 w 2216"/>
              <a:gd name="T25" fmla="*/ 875 h 2216"/>
              <a:gd name="T26" fmla="*/ 875 w 2216"/>
              <a:gd name="T27" fmla="*/ 525 h 2216"/>
              <a:gd name="T28" fmla="*/ 875 w 2216"/>
              <a:gd name="T29" fmla="*/ 291 h 2216"/>
              <a:gd name="T30" fmla="*/ 875 w 2216"/>
              <a:gd name="T31" fmla="*/ 525 h 2216"/>
              <a:gd name="T32" fmla="*/ 1925 w 2216"/>
              <a:gd name="T33" fmla="*/ 1341 h 2216"/>
              <a:gd name="T34" fmla="*/ 1691 w 2216"/>
              <a:gd name="T35" fmla="*/ 1341 h 2216"/>
              <a:gd name="T36" fmla="*/ 1808 w 2216"/>
              <a:gd name="T37" fmla="*/ 991 h 2216"/>
              <a:gd name="T38" fmla="*/ 1808 w 2216"/>
              <a:gd name="T39" fmla="*/ 758 h 2216"/>
              <a:gd name="T40" fmla="*/ 1808 w 2216"/>
              <a:gd name="T41" fmla="*/ 991 h 2216"/>
              <a:gd name="T42" fmla="*/ 1925 w 2216"/>
              <a:gd name="T43" fmla="*/ 408 h 2216"/>
              <a:gd name="T44" fmla="*/ 1691 w 2216"/>
              <a:gd name="T45" fmla="*/ 408 h 2216"/>
              <a:gd name="T46" fmla="*/ 1341 w 2216"/>
              <a:gd name="T47" fmla="*/ 2100 h 2216"/>
              <a:gd name="T48" fmla="*/ 1341 w 2216"/>
              <a:gd name="T49" fmla="*/ 2216 h 2216"/>
              <a:gd name="T50" fmla="*/ 1341 w 2216"/>
              <a:gd name="T51" fmla="*/ 2100 h 2216"/>
              <a:gd name="T52" fmla="*/ 441 w 2216"/>
              <a:gd name="T53" fmla="*/ 764 h 2216"/>
              <a:gd name="T54" fmla="*/ 291 w 2216"/>
              <a:gd name="T55" fmla="*/ 875 h 2216"/>
              <a:gd name="T56" fmla="*/ 525 w 2216"/>
              <a:gd name="T57" fmla="*/ 875 h 2216"/>
              <a:gd name="T58" fmla="*/ 846 w 2216"/>
              <a:gd name="T59" fmla="*/ 1170 h 2216"/>
              <a:gd name="T60" fmla="*/ 875 w 2216"/>
              <a:gd name="T61" fmla="*/ 1516 h 2216"/>
              <a:gd name="T62" fmla="*/ 1374 w 2216"/>
              <a:gd name="T63" fmla="*/ 1698 h 2216"/>
              <a:gd name="T64" fmla="*/ 1225 w 2216"/>
              <a:gd name="T65" fmla="*/ 1808 h 2216"/>
              <a:gd name="T66" fmla="*/ 1458 w 2216"/>
              <a:gd name="T67" fmla="*/ 1808 h 2216"/>
              <a:gd name="T68" fmla="*/ 1892 w 2216"/>
              <a:gd name="T69" fmla="*/ 2216 h 2216"/>
              <a:gd name="T70" fmla="*/ 148 w 2216"/>
              <a:gd name="T71" fmla="*/ 175 h 2216"/>
              <a:gd name="T72" fmla="*/ 875 w 2216"/>
              <a:gd name="T73" fmla="*/ 1691 h 2216"/>
              <a:gd name="T74" fmla="*/ 875 w 2216"/>
              <a:gd name="T75" fmla="*/ 1925 h 2216"/>
              <a:gd name="T76" fmla="*/ 875 w 2216"/>
              <a:gd name="T77" fmla="*/ 1691 h 2216"/>
              <a:gd name="T78" fmla="*/ 2100 w 2216"/>
              <a:gd name="T79" fmla="*/ 1341 h 2216"/>
              <a:gd name="T80" fmla="*/ 2216 w 2216"/>
              <a:gd name="T81" fmla="*/ 1341 h 2216"/>
              <a:gd name="T82" fmla="*/ 408 w 2216"/>
              <a:gd name="T83" fmla="*/ 1225 h 2216"/>
              <a:gd name="T84" fmla="*/ 408 w 2216"/>
              <a:gd name="T85" fmla="*/ 1458 h 2216"/>
              <a:gd name="T86" fmla="*/ 408 w 2216"/>
              <a:gd name="T87" fmla="*/ 1225 h 2216"/>
              <a:gd name="T88" fmla="*/ 0 w 2216"/>
              <a:gd name="T89" fmla="*/ 875 h 2216"/>
              <a:gd name="T90" fmla="*/ 116 w 2216"/>
              <a:gd name="T91" fmla="*/ 875 h 2216"/>
              <a:gd name="T92" fmla="*/ 875 w 2216"/>
              <a:gd name="T93" fmla="*/ 2100 h 2216"/>
              <a:gd name="T94" fmla="*/ 875 w 2216"/>
              <a:gd name="T95" fmla="*/ 2216 h 2216"/>
              <a:gd name="T96" fmla="*/ 875 w 2216"/>
              <a:gd name="T97" fmla="*/ 2100 h 2216"/>
              <a:gd name="T98" fmla="*/ 291 w 2216"/>
              <a:gd name="T99" fmla="*/ 1808 h 2216"/>
              <a:gd name="T100" fmla="*/ 525 w 2216"/>
              <a:gd name="T101" fmla="*/ 1808 h 2216"/>
              <a:gd name="T102" fmla="*/ 58 w 2216"/>
              <a:gd name="T103" fmla="*/ 1283 h 2216"/>
              <a:gd name="T104" fmla="*/ 58 w 2216"/>
              <a:gd name="T105" fmla="*/ 1400 h 2216"/>
              <a:gd name="T106" fmla="*/ 58 w 2216"/>
              <a:gd name="T107" fmla="*/ 1283 h 2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216" h="2216">
                <a:moveTo>
                  <a:pt x="1341" y="525"/>
                </a:moveTo>
                <a:cubicBezTo>
                  <a:pt x="1405" y="525"/>
                  <a:pt x="1458" y="472"/>
                  <a:pt x="1458" y="408"/>
                </a:cubicBezTo>
                <a:cubicBezTo>
                  <a:pt x="1458" y="344"/>
                  <a:pt x="1405" y="291"/>
                  <a:pt x="1341" y="291"/>
                </a:cubicBezTo>
                <a:cubicBezTo>
                  <a:pt x="1277" y="291"/>
                  <a:pt x="1225" y="344"/>
                  <a:pt x="1225" y="408"/>
                </a:cubicBezTo>
                <a:cubicBezTo>
                  <a:pt x="1225" y="472"/>
                  <a:pt x="1277" y="525"/>
                  <a:pt x="1341" y="525"/>
                </a:cubicBezTo>
                <a:close/>
                <a:moveTo>
                  <a:pt x="1318" y="1047"/>
                </a:moveTo>
                <a:cubicBezTo>
                  <a:pt x="1341" y="1050"/>
                  <a:pt x="1341" y="1050"/>
                  <a:pt x="1341" y="1050"/>
                </a:cubicBezTo>
                <a:cubicBezTo>
                  <a:pt x="1438" y="1050"/>
                  <a:pt x="1516" y="972"/>
                  <a:pt x="1516" y="875"/>
                </a:cubicBezTo>
                <a:cubicBezTo>
                  <a:pt x="1516" y="778"/>
                  <a:pt x="1438" y="700"/>
                  <a:pt x="1341" y="700"/>
                </a:cubicBezTo>
                <a:cubicBezTo>
                  <a:pt x="1244" y="700"/>
                  <a:pt x="1166" y="778"/>
                  <a:pt x="1166" y="875"/>
                </a:cubicBezTo>
                <a:cubicBezTo>
                  <a:pt x="1169" y="898"/>
                  <a:pt x="1169" y="898"/>
                  <a:pt x="1169" y="898"/>
                </a:cubicBezTo>
                <a:cubicBezTo>
                  <a:pt x="1179" y="976"/>
                  <a:pt x="1240" y="1037"/>
                  <a:pt x="1318" y="1047"/>
                </a:cubicBezTo>
                <a:close/>
                <a:moveTo>
                  <a:pt x="1341" y="116"/>
                </a:moveTo>
                <a:cubicBezTo>
                  <a:pt x="1374" y="116"/>
                  <a:pt x="1400" y="91"/>
                  <a:pt x="1400" y="58"/>
                </a:cubicBezTo>
                <a:cubicBezTo>
                  <a:pt x="1400" y="25"/>
                  <a:pt x="1374" y="0"/>
                  <a:pt x="1341" y="0"/>
                </a:cubicBezTo>
                <a:cubicBezTo>
                  <a:pt x="1309" y="0"/>
                  <a:pt x="1283" y="25"/>
                  <a:pt x="1283" y="58"/>
                </a:cubicBezTo>
                <a:cubicBezTo>
                  <a:pt x="1283" y="91"/>
                  <a:pt x="1309" y="116"/>
                  <a:pt x="1341" y="116"/>
                </a:cubicBezTo>
                <a:close/>
                <a:moveTo>
                  <a:pt x="875" y="116"/>
                </a:moveTo>
                <a:cubicBezTo>
                  <a:pt x="907" y="116"/>
                  <a:pt x="933" y="91"/>
                  <a:pt x="933" y="58"/>
                </a:cubicBezTo>
                <a:cubicBezTo>
                  <a:pt x="933" y="25"/>
                  <a:pt x="907" y="0"/>
                  <a:pt x="875" y="0"/>
                </a:cubicBezTo>
                <a:cubicBezTo>
                  <a:pt x="842" y="0"/>
                  <a:pt x="816" y="25"/>
                  <a:pt x="816" y="58"/>
                </a:cubicBezTo>
                <a:cubicBezTo>
                  <a:pt x="816" y="91"/>
                  <a:pt x="842" y="116"/>
                  <a:pt x="875" y="116"/>
                </a:cubicBezTo>
                <a:close/>
                <a:moveTo>
                  <a:pt x="2158" y="933"/>
                </a:moveTo>
                <a:cubicBezTo>
                  <a:pt x="2191" y="933"/>
                  <a:pt x="2216" y="907"/>
                  <a:pt x="2216" y="875"/>
                </a:cubicBezTo>
                <a:cubicBezTo>
                  <a:pt x="2216" y="842"/>
                  <a:pt x="2191" y="816"/>
                  <a:pt x="2158" y="816"/>
                </a:cubicBezTo>
                <a:cubicBezTo>
                  <a:pt x="2125" y="816"/>
                  <a:pt x="2100" y="842"/>
                  <a:pt x="2100" y="875"/>
                </a:cubicBezTo>
                <a:cubicBezTo>
                  <a:pt x="2100" y="907"/>
                  <a:pt x="2125" y="933"/>
                  <a:pt x="2158" y="933"/>
                </a:cubicBezTo>
                <a:close/>
                <a:moveTo>
                  <a:pt x="875" y="525"/>
                </a:moveTo>
                <a:cubicBezTo>
                  <a:pt x="939" y="525"/>
                  <a:pt x="991" y="472"/>
                  <a:pt x="991" y="408"/>
                </a:cubicBezTo>
                <a:cubicBezTo>
                  <a:pt x="991" y="344"/>
                  <a:pt x="939" y="291"/>
                  <a:pt x="875" y="291"/>
                </a:cubicBezTo>
                <a:cubicBezTo>
                  <a:pt x="811" y="291"/>
                  <a:pt x="758" y="344"/>
                  <a:pt x="758" y="408"/>
                </a:cubicBezTo>
                <a:cubicBezTo>
                  <a:pt x="758" y="472"/>
                  <a:pt x="811" y="525"/>
                  <a:pt x="875" y="525"/>
                </a:cubicBezTo>
                <a:close/>
                <a:moveTo>
                  <a:pt x="1808" y="1458"/>
                </a:moveTo>
                <a:cubicBezTo>
                  <a:pt x="1872" y="1458"/>
                  <a:pt x="1925" y="1405"/>
                  <a:pt x="1925" y="1341"/>
                </a:cubicBezTo>
                <a:cubicBezTo>
                  <a:pt x="1925" y="1277"/>
                  <a:pt x="1872" y="1225"/>
                  <a:pt x="1808" y="1225"/>
                </a:cubicBezTo>
                <a:cubicBezTo>
                  <a:pt x="1744" y="1225"/>
                  <a:pt x="1691" y="1277"/>
                  <a:pt x="1691" y="1341"/>
                </a:cubicBezTo>
                <a:cubicBezTo>
                  <a:pt x="1691" y="1405"/>
                  <a:pt x="1744" y="1458"/>
                  <a:pt x="1808" y="1458"/>
                </a:cubicBezTo>
                <a:close/>
                <a:moveTo>
                  <a:pt x="1808" y="991"/>
                </a:moveTo>
                <a:cubicBezTo>
                  <a:pt x="1872" y="991"/>
                  <a:pt x="1925" y="939"/>
                  <a:pt x="1925" y="875"/>
                </a:cubicBezTo>
                <a:cubicBezTo>
                  <a:pt x="1925" y="811"/>
                  <a:pt x="1872" y="758"/>
                  <a:pt x="1808" y="758"/>
                </a:cubicBezTo>
                <a:cubicBezTo>
                  <a:pt x="1744" y="758"/>
                  <a:pt x="1691" y="811"/>
                  <a:pt x="1691" y="875"/>
                </a:cubicBezTo>
                <a:cubicBezTo>
                  <a:pt x="1691" y="939"/>
                  <a:pt x="1744" y="991"/>
                  <a:pt x="1808" y="991"/>
                </a:cubicBezTo>
                <a:close/>
                <a:moveTo>
                  <a:pt x="1808" y="525"/>
                </a:moveTo>
                <a:cubicBezTo>
                  <a:pt x="1872" y="525"/>
                  <a:pt x="1925" y="472"/>
                  <a:pt x="1925" y="408"/>
                </a:cubicBezTo>
                <a:cubicBezTo>
                  <a:pt x="1925" y="344"/>
                  <a:pt x="1872" y="291"/>
                  <a:pt x="1808" y="291"/>
                </a:cubicBezTo>
                <a:cubicBezTo>
                  <a:pt x="1744" y="291"/>
                  <a:pt x="1691" y="344"/>
                  <a:pt x="1691" y="408"/>
                </a:cubicBezTo>
                <a:cubicBezTo>
                  <a:pt x="1691" y="472"/>
                  <a:pt x="1744" y="525"/>
                  <a:pt x="1808" y="525"/>
                </a:cubicBezTo>
                <a:close/>
                <a:moveTo>
                  <a:pt x="1341" y="2100"/>
                </a:moveTo>
                <a:cubicBezTo>
                  <a:pt x="1309" y="2100"/>
                  <a:pt x="1283" y="2125"/>
                  <a:pt x="1283" y="2158"/>
                </a:cubicBezTo>
                <a:cubicBezTo>
                  <a:pt x="1283" y="2191"/>
                  <a:pt x="1309" y="2216"/>
                  <a:pt x="1341" y="2216"/>
                </a:cubicBezTo>
                <a:cubicBezTo>
                  <a:pt x="1374" y="2216"/>
                  <a:pt x="1400" y="2191"/>
                  <a:pt x="1400" y="2158"/>
                </a:cubicBezTo>
                <a:cubicBezTo>
                  <a:pt x="1400" y="2125"/>
                  <a:pt x="1374" y="2100"/>
                  <a:pt x="1341" y="2100"/>
                </a:cubicBezTo>
                <a:close/>
                <a:moveTo>
                  <a:pt x="0" y="323"/>
                </a:moveTo>
                <a:cubicBezTo>
                  <a:pt x="441" y="764"/>
                  <a:pt x="441" y="764"/>
                  <a:pt x="441" y="764"/>
                </a:cubicBezTo>
                <a:cubicBezTo>
                  <a:pt x="408" y="758"/>
                  <a:pt x="408" y="758"/>
                  <a:pt x="408" y="758"/>
                </a:cubicBezTo>
                <a:cubicBezTo>
                  <a:pt x="344" y="758"/>
                  <a:pt x="291" y="811"/>
                  <a:pt x="291" y="875"/>
                </a:cubicBezTo>
                <a:cubicBezTo>
                  <a:pt x="291" y="939"/>
                  <a:pt x="344" y="991"/>
                  <a:pt x="408" y="991"/>
                </a:cubicBezTo>
                <a:cubicBezTo>
                  <a:pt x="472" y="991"/>
                  <a:pt x="525" y="939"/>
                  <a:pt x="525" y="875"/>
                </a:cubicBezTo>
                <a:cubicBezTo>
                  <a:pt x="525" y="863"/>
                  <a:pt x="521" y="853"/>
                  <a:pt x="518" y="842"/>
                </a:cubicBezTo>
                <a:cubicBezTo>
                  <a:pt x="846" y="1170"/>
                  <a:pt x="846" y="1170"/>
                  <a:pt x="846" y="1170"/>
                </a:cubicBezTo>
                <a:cubicBezTo>
                  <a:pt x="763" y="1183"/>
                  <a:pt x="700" y="1255"/>
                  <a:pt x="700" y="1341"/>
                </a:cubicBezTo>
                <a:cubicBezTo>
                  <a:pt x="700" y="1438"/>
                  <a:pt x="778" y="1516"/>
                  <a:pt x="875" y="1516"/>
                </a:cubicBezTo>
                <a:cubicBezTo>
                  <a:pt x="961" y="1516"/>
                  <a:pt x="1033" y="1453"/>
                  <a:pt x="1046" y="1370"/>
                </a:cubicBezTo>
                <a:cubicBezTo>
                  <a:pt x="1374" y="1698"/>
                  <a:pt x="1374" y="1698"/>
                  <a:pt x="1374" y="1698"/>
                </a:cubicBezTo>
                <a:cubicBezTo>
                  <a:pt x="1363" y="1695"/>
                  <a:pt x="1353" y="1691"/>
                  <a:pt x="1341" y="1691"/>
                </a:cubicBezTo>
                <a:cubicBezTo>
                  <a:pt x="1277" y="1691"/>
                  <a:pt x="1225" y="1744"/>
                  <a:pt x="1225" y="1808"/>
                </a:cubicBezTo>
                <a:cubicBezTo>
                  <a:pt x="1225" y="1872"/>
                  <a:pt x="1277" y="1925"/>
                  <a:pt x="1341" y="1925"/>
                </a:cubicBezTo>
                <a:cubicBezTo>
                  <a:pt x="1405" y="1925"/>
                  <a:pt x="1458" y="1872"/>
                  <a:pt x="1458" y="1808"/>
                </a:cubicBezTo>
                <a:cubicBezTo>
                  <a:pt x="1458" y="1796"/>
                  <a:pt x="1455" y="1786"/>
                  <a:pt x="1451" y="1775"/>
                </a:cubicBezTo>
                <a:cubicBezTo>
                  <a:pt x="1892" y="2216"/>
                  <a:pt x="1892" y="2216"/>
                  <a:pt x="1892" y="2216"/>
                </a:cubicBezTo>
                <a:cubicBezTo>
                  <a:pt x="2041" y="2068"/>
                  <a:pt x="2041" y="2068"/>
                  <a:pt x="2041" y="2068"/>
                </a:cubicBezTo>
                <a:cubicBezTo>
                  <a:pt x="148" y="175"/>
                  <a:pt x="148" y="175"/>
                  <a:pt x="148" y="175"/>
                </a:cubicBezTo>
                <a:lnTo>
                  <a:pt x="0" y="323"/>
                </a:lnTo>
                <a:close/>
                <a:moveTo>
                  <a:pt x="875" y="1691"/>
                </a:moveTo>
                <a:cubicBezTo>
                  <a:pt x="811" y="1691"/>
                  <a:pt x="758" y="1744"/>
                  <a:pt x="758" y="1808"/>
                </a:cubicBezTo>
                <a:cubicBezTo>
                  <a:pt x="758" y="1872"/>
                  <a:pt x="811" y="1925"/>
                  <a:pt x="875" y="1925"/>
                </a:cubicBezTo>
                <a:cubicBezTo>
                  <a:pt x="939" y="1925"/>
                  <a:pt x="991" y="1872"/>
                  <a:pt x="991" y="1808"/>
                </a:cubicBezTo>
                <a:cubicBezTo>
                  <a:pt x="991" y="1744"/>
                  <a:pt x="939" y="1691"/>
                  <a:pt x="875" y="1691"/>
                </a:cubicBezTo>
                <a:close/>
                <a:moveTo>
                  <a:pt x="2158" y="1283"/>
                </a:moveTo>
                <a:cubicBezTo>
                  <a:pt x="2125" y="1283"/>
                  <a:pt x="2100" y="1309"/>
                  <a:pt x="2100" y="1341"/>
                </a:cubicBezTo>
                <a:cubicBezTo>
                  <a:pt x="2100" y="1374"/>
                  <a:pt x="2125" y="1400"/>
                  <a:pt x="2158" y="1400"/>
                </a:cubicBezTo>
                <a:cubicBezTo>
                  <a:pt x="2191" y="1400"/>
                  <a:pt x="2216" y="1374"/>
                  <a:pt x="2216" y="1341"/>
                </a:cubicBezTo>
                <a:cubicBezTo>
                  <a:pt x="2216" y="1309"/>
                  <a:pt x="2191" y="1283"/>
                  <a:pt x="2158" y="1283"/>
                </a:cubicBezTo>
                <a:close/>
                <a:moveTo>
                  <a:pt x="408" y="1225"/>
                </a:moveTo>
                <a:cubicBezTo>
                  <a:pt x="344" y="1225"/>
                  <a:pt x="291" y="1277"/>
                  <a:pt x="291" y="1341"/>
                </a:cubicBezTo>
                <a:cubicBezTo>
                  <a:pt x="291" y="1405"/>
                  <a:pt x="344" y="1458"/>
                  <a:pt x="408" y="1458"/>
                </a:cubicBezTo>
                <a:cubicBezTo>
                  <a:pt x="472" y="1458"/>
                  <a:pt x="525" y="1405"/>
                  <a:pt x="525" y="1341"/>
                </a:cubicBezTo>
                <a:cubicBezTo>
                  <a:pt x="525" y="1277"/>
                  <a:pt x="472" y="1225"/>
                  <a:pt x="408" y="1225"/>
                </a:cubicBezTo>
                <a:close/>
                <a:moveTo>
                  <a:pt x="58" y="816"/>
                </a:moveTo>
                <a:cubicBezTo>
                  <a:pt x="25" y="816"/>
                  <a:pt x="0" y="842"/>
                  <a:pt x="0" y="875"/>
                </a:cubicBezTo>
                <a:cubicBezTo>
                  <a:pt x="0" y="907"/>
                  <a:pt x="25" y="933"/>
                  <a:pt x="58" y="933"/>
                </a:cubicBezTo>
                <a:cubicBezTo>
                  <a:pt x="91" y="933"/>
                  <a:pt x="116" y="907"/>
                  <a:pt x="116" y="875"/>
                </a:cubicBezTo>
                <a:cubicBezTo>
                  <a:pt x="116" y="842"/>
                  <a:pt x="91" y="816"/>
                  <a:pt x="58" y="816"/>
                </a:cubicBezTo>
                <a:close/>
                <a:moveTo>
                  <a:pt x="875" y="2100"/>
                </a:moveTo>
                <a:cubicBezTo>
                  <a:pt x="842" y="2100"/>
                  <a:pt x="816" y="2125"/>
                  <a:pt x="816" y="2158"/>
                </a:cubicBezTo>
                <a:cubicBezTo>
                  <a:pt x="816" y="2191"/>
                  <a:pt x="842" y="2216"/>
                  <a:pt x="875" y="2216"/>
                </a:cubicBezTo>
                <a:cubicBezTo>
                  <a:pt x="907" y="2216"/>
                  <a:pt x="933" y="2191"/>
                  <a:pt x="933" y="2158"/>
                </a:cubicBezTo>
                <a:cubicBezTo>
                  <a:pt x="933" y="2125"/>
                  <a:pt x="907" y="2100"/>
                  <a:pt x="875" y="2100"/>
                </a:cubicBezTo>
                <a:close/>
                <a:moveTo>
                  <a:pt x="408" y="1691"/>
                </a:moveTo>
                <a:cubicBezTo>
                  <a:pt x="344" y="1691"/>
                  <a:pt x="291" y="1744"/>
                  <a:pt x="291" y="1808"/>
                </a:cubicBezTo>
                <a:cubicBezTo>
                  <a:pt x="291" y="1872"/>
                  <a:pt x="344" y="1925"/>
                  <a:pt x="408" y="1925"/>
                </a:cubicBezTo>
                <a:cubicBezTo>
                  <a:pt x="472" y="1925"/>
                  <a:pt x="525" y="1872"/>
                  <a:pt x="525" y="1808"/>
                </a:cubicBezTo>
                <a:cubicBezTo>
                  <a:pt x="525" y="1744"/>
                  <a:pt x="472" y="1691"/>
                  <a:pt x="408" y="1691"/>
                </a:cubicBezTo>
                <a:close/>
                <a:moveTo>
                  <a:pt x="58" y="1283"/>
                </a:moveTo>
                <a:cubicBezTo>
                  <a:pt x="25" y="1283"/>
                  <a:pt x="0" y="1309"/>
                  <a:pt x="0" y="1341"/>
                </a:cubicBezTo>
                <a:cubicBezTo>
                  <a:pt x="0" y="1374"/>
                  <a:pt x="25" y="1400"/>
                  <a:pt x="58" y="1400"/>
                </a:cubicBezTo>
                <a:cubicBezTo>
                  <a:pt x="91" y="1400"/>
                  <a:pt x="116" y="1374"/>
                  <a:pt x="116" y="1341"/>
                </a:cubicBezTo>
                <a:cubicBezTo>
                  <a:pt x="116" y="1309"/>
                  <a:pt x="91" y="1283"/>
                  <a:pt x="58" y="1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r 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91 w 2216"/>
              <a:gd name="T1" fmla="*/ 1341 h 2216"/>
              <a:gd name="T2" fmla="*/ 525 w 2216"/>
              <a:gd name="T3" fmla="*/ 1341 h 2216"/>
              <a:gd name="T4" fmla="*/ 408 w 2216"/>
              <a:gd name="T5" fmla="*/ 1691 h 2216"/>
              <a:gd name="T6" fmla="*/ 408 w 2216"/>
              <a:gd name="T7" fmla="*/ 1925 h 2216"/>
              <a:gd name="T8" fmla="*/ 408 w 2216"/>
              <a:gd name="T9" fmla="*/ 1691 h 2216"/>
              <a:gd name="T10" fmla="*/ 291 w 2216"/>
              <a:gd name="T11" fmla="*/ 875 h 2216"/>
              <a:gd name="T12" fmla="*/ 525 w 2216"/>
              <a:gd name="T13" fmla="*/ 875 h 2216"/>
              <a:gd name="T14" fmla="*/ 58 w 2216"/>
              <a:gd name="T15" fmla="*/ 816 h 2216"/>
              <a:gd name="T16" fmla="*/ 58 w 2216"/>
              <a:gd name="T17" fmla="*/ 933 h 2216"/>
              <a:gd name="T18" fmla="*/ 58 w 2216"/>
              <a:gd name="T19" fmla="*/ 816 h 2216"/>
              <a:gd name="T20" fmla="*/ 291 w 2216"/>
              <a:gd name="T21" fmla="*/ 408 h 2216"/>
              <a:gd name="T22" fmla="*/ 525 w 2216"/>
              <a:gd name="T23" fmla="*/ 408 h 2216"/>
              <a:gd name="T24" fmla="*/ 2158 w 2216"/>
              <a:gd name="T25" fmla="*/ 933 h 2216"/>
              <a:gd name="T26" fmla="*/ 2158 w 2216"/>
              <a:gd name="T27" fmla="*/ 816 h 2216"/>
              <a:gd name="T28" fmla="*/ 2158 w 2216"/>
              <a:gd name="T29" fmla="*/ 933 h 2216"/>
              <a:gd name="T30" fmla="*/ 1458 w 2216"/>
              <a:gd name="T31" fmla="*/ 408 h 2216"/>
              <a:gd name="T32" fmla="*/ 1225 w 2216"/>
              <a:gd name="T33" fmla="*/ 408 h 2216"/>
              <a:gd name="T34" fmla="*/ 1341 w 2216"/>
              <a:gd name="T35" fmla="*/ 116 h 2216"/>
              <a:gd name="T36" fmla="*/ 1341 w 2216"/>
              <a:gd name="T37" fmla="*/ 0 h 2216"/>
              <a:gd name="T38" fmla="*/ 1341 w 2216"/>
              <a:gd name="T39" fmla="*/ 116 h 2216"/>
              <a:gd name="T40" fmla="*/ 0 w 2216"/>
              <a:gd name="T41" fmla="*/ 1341 h 2216"/>
              <a:gd name="T42" fmla="*/ 116 w 2216"/>
              <a:gd name="T43" fmla="*/ 1341 h 2216"/>
              <a:gd name="T44" fmla="*/ 875 w 2216"/>
              <a:gd name="T45" fmla="*/ 2100 h 2216"/>
              <a:gd name="T46" fmla="*/ 875 w 2216"/>
              <a:gd name="T47" fmla="*/ 2216 h 2216"/>
              <a:gd name="T48" fmla="*/ 875 w 2216"/>
              <a:gd name="T49" fmla="*/ 2100 h 2216"/>
              <a:gd name="T50" fmla="*/ 933 w 2216"/>
              <a:gd name="T51" fmla="*/ 58 h 2216"/>
              <a:gd name="T52" fmla="*/ 816 w 2216"/>
              <a:gd name="T53" fmla="*/ 58 h 2216"/>
              <a:gd name="T54" fmla="*/ 875 w 2216"/>
              <a:gd name="T55" fmla="*/ 525 h 2216"/>
              <a:gd name="T56" fmla="*/ 875 w 2216"/>
              <a:gd name="T57" fmla="*/ 291 h 2216"/>
              <a:gd name="T58" fmla="*/ 875 w 2216"/>
              <a:gd name="T59" fmla="*/ 525 h 2216"/>
              <a:gd name="T60" fmla="*/ 700 w 2216"/>
              <a:gd name="T61" fmla="*/ 1341 h 2216"/>
              <a:gd name="T62" fmla="*/ 1050 w 2216"/>
              <a:gd name="T63" fmla="*/ 1341 h 2216"/>
              <a:gd name="T64" fmla="*/ 1808 w 2216"/>
              <a:gd name="T65" fmla="*/ 1225 h 2216"/>
              <a:gd name="T66" fmla="*/ 1808 w 2216"/>
              <a:gd name="T67" fmla="*/ 1458 h 2216"/>
              <a:gd name="T68" fmla="*/ 1808 w 2216"/>
              <a:gd name="T69" fmla="*/ 1225 h 2216"/>
              <a:gd name="T70" fmla="*/ 1691 w 2216"/>
              <a:gd name="T71" fmla="*/ 1808 h 2216"/>
              <a:gd name="T72" fmla="*/ 1925 w 2216"/>
              <a:gd name="T73" fmla="*/ 1808 h 2216"/>
              <a:gd name="T74" fmla="*/ 1808 w 2216"/>
              <a:gd name="T75" fmla="*/ 758 h 2216"/>
              <a:gd name="T76" fmla="*/ 1808 w 2216"/>
              <a:gd name="T77" fmla="*/ 991 h 2216"/>
              <a:gd name="T78" fmla="*/ 1808 w 2216"/>
              <a:gd name="T79" fmla="*/ 758 h 2216"/>
              <a:gd name="T80" fmla="*/ 1691 w 2216"/>
              <a:gd name="T81" fmla="*/ 408 h 2216"/>
              <a:gd name="T82" fmla="*/ 1925 w 2216"/>
              <a:gd name="T83" fmla="*/ 408 h 2216"/>
              <a:gd name="T84" fmla="*/ 2158 w 2216"/>
              <a:gd name="T85" fmla="*/ 1283 h 2216"/>
              <a:gd name="T86" fmla="*/ 2158 w 2216"/>
              <a:gd name="T87" fmla="*/ 1400 h 2216"/>
              <a:gd name="T88" fmla="*/ 2158 w 2216"/>
              <a:gd name="T89" fmla="*/ 1283 h 2216"/>
              <a:gd name="T90" fmla="*/ 1225 w 2216"/>
              <a:gd name="T91" fmla="*/ 1808 h 2216"/>
              <a:gd name="T92" fmla="*/ 1458 w 2216"/>
              <a:gd name="T93" fmla="*/ 1808 h 2216"/>
              <a:gd name="T94" fmla="*/ 1341 w 2216"/>
              <a:gd name="T95" fmla="*/ 2100 h 2216"/>
              <a:gd name="T96" fmla="*/ 1341 w 2216"/>
              <a:gd name="T97" fmla="*/ 2216 h 2216"/>
              <a:gd name="T98" fmla="*/ 1341 w 2216"/>
              <a:gd name="T99" fmla="*/ 2100 h 2216"/>
              <a:gd name="T100" fmla="*/ 700 w 2216"/>
              <a:gd name="T101" fmla="*/ 875 h 2216"/>
              <a:gd name="T102" fmla="*/ 1050 w 2216"/>
              <a:gd name="T103" fmla="*/ 875 h 2216"/>
              <a:gd name="T104" fmla="*/ 875 w 2216"/>
              <a:gd name="T105" fmla="*/ 1691 h 2216"/>
              <a:gd name="T106" fmla="*/ 875 w 2216"/>
              <a:gd name="T107" fmla="*/ 1925 h 2216"/>
              <a:gd name="T108" fmla="*/ 875 w 2216"/>
              <a:gd name="T109" fmla="*/ 1691 h 2216"/>
              <a:gd name="T110" fmla="*/ 1166 w 2216"/>
              <a:gd name="T111" fmla="*/ 1341 h 2216"/>
              <a:gd name="T112" fmla="*/ 1516 w 2216"/>
              <a:gd name="T113" fmla="*/ 1341 h 2216"/>
              <a:gd name="T114" fmla="*/ 1341 w 2216"/>
              <a:gd name="T115" fmla="*/ 700 h 2216"/>
              <a:gd name="T116" fmla="*/ 1341 w 2216"/>
              <a:gd name="T117" fmla="*/ 1050 h 2216"/>
              <a:gd name="T118" fmla="*/ 1341 w 2216"/>
              <a:gd name="T119" fmla="*/ 700 h 2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2216" h="2216">
                <a:moveTo>
                  <a:pt x="408" y="1225"/>
                </a:moveTo>
                <a:cubicBezTo>
                  <a:pt x="344" y="1225"/>
                  <a:pt x="291" y="1277"/>
                  <a:pt x="291" y="1341"/>
                </a:cubicBezTo>
                <a:cubicBezTo>
                  <a:pt x="291" y="1405"/>
                  <a:pt x="344" y="1458"/>
                  <a:pt x="408" y="1458"/>
                </a:cubicBezTo>
                <a:cubicBezTo>
                  <a:pt x="472" y="1458"/>
                  <a:pt x="525" y="1405"/>
                  <a:pt x="525" y="1341"/>
                </a:cubicBezTo>
                <a:cubicBezTo>
                  <a:pt x="525" y="1277"/>
                  <a:pt x="472" y="1225"/>
                  <a:pt x="408" y="1225"/>
                </a:cubicBezTo>
                <a:close/>
                <a:moveTo>
                  <a:pt x="408" y="1691"/>
                </a:moveTo>
                <a:cubicBezTo>
                  <a:pt x="344" y="1691"/>
                  <a:pt x="291" y="1744"/>
                  <a:pt x="291" y="1808"/>
                </a:cubicBezTo>
                <a:cubicBezTo>
                  <a:pt x="291" y="1872"/>
                  <a:pt x="344" y="1925"/>
                  <a:pt x="408" y="1925"/>
                </a:cubicBezTo>
                <a:cubicBezTo>
                  <a:pt x="472" y="1925"/>
                  <a:pt x="525" y="1872"/>
                  <a:pt x="525" y="1808"/>
                </a:cubicBezTo>
                <a:cubicBezTo>
                  <a:pt x="525" y="1744"/>
                  <a:pt x="472" y="1691"/>
                  <a:pt x="408" y="1691"/>
                </a:cubicBezTo>
                <a:close/>
                <a:moveTo>
                  <a:pt x="408" y="758"/>
                </a:moveTo>
                <a:cubicBezTo>
                  <a:pt x="344" y="758"/>
                  <a:pt x="291" y="811"/>
                  <a:pt x="291" y="875"/>
                </a:cubicBezTo>
                <a:cubicBezTo>
                  <a:pt x="291" y="939"/>
                  <a:pt x="344" y="991"/>
                  <a:pt x="408" y="991"/>
                </a:cubicBezTo>
                <a:cubicBezTo>
                  <a:pt x="472" y="991"/>
                  <a:pt x="525" y="939"/>
                  <a:pt x="525" y="875"/>
                </a:cubicBezTo>
                <a:cubicBezTo>
                  <a:pt x="525" y="811"/>
                  <a:pt x="472" y="758"/>
                  <a:pt x="408" y="758"/>
                </a:cubicBezTo>
                <a:close/>
                <a:moveTo>
                  <a:pt x="58" y="816"/>
                </a:moveTo>
                <a:cubicBezTo>
                  <a:pt x="25" y="816"/>
                  <a:pt x="0" y="842"/>
                  <a:pt x="0" y="875"/>
                </a:cubicBezTo>
                <a:cubicBezTo>
                  <a:pt x="0" y="907"/>
                  <a:pt x="25" y="933"/>
                  <a:pt x="58" y="933"/>
                </a:cubicBezTo>
                <a:cubicBezTo>
                  <a:pt x="91" y="933"/>
                  <a:pt x="116" y="907"/>
                  <a:pt x="116" y="875"/>
                </a:cubicBezTo>
                <a:cubicBezTo>
                  <a:pt x="116" y="842"/>
                  <a:pt x="91" y="816"/>
                  <a:pt x="58" y="816"/>
                </a:cubicBezTo>
                <a:close/>
                <a:moveTo>
                  <a:pt x="408" y="291"/>
                </a:moveTo>
                <a:cubicBezTo>
                  <a:pt x="344" y="291"/>
                  <a:pt x="291" y="344"/>
                  <a:pt x="291" y="408"/>
                </a:cubicBezTo>
                <a:cubicBezTo>
                  <a:pt x="291" y="472"/>
                  <a:pt x="344" y="525"/>
                  <a:pt x="408" y="525"/>
                </a:cubicBezTo>
                <a:cubicBezTo>
                  <a:pt x="472" y="525"/>
                  <a:pt x="525" y="472"/>
                  <a:pt x="525" y="408"/>
                </a:cubicBezTo>
                <a:cubicBezTo>
                  <a:pt x="525" y="344"/>
                  <a:pt x="472" y="291"/>
                  <a:pt x="408" y="291"/>
                </a:cubicBezTo>
                <a:close/>
                <a:moveTo>
                  <a:pt x="2158" y="933"/>
                </a:moveTo>
                <a:cubicBezTo>
                  <a:pt x="2191" y="933"/>
                  <a:pt x="2216" y="907"/>
                  <a:pt x="2216" y="875"/>
                </a:cubicBezTo>
                <a:cubicBezTo>
                  <a:pt x="2216" y="842"/>
                  <a:pt x="2191" y="816"/>
                  <a:pt x="2158" y="816"/>
                </a:cubicBezTo>
                <a:cubicBezTo>
                  <a:pt x="2125" y="816"/>
                  <a:pt x="2100" y="842"/>
                  <a:pt x="2100" y="875"/>
                </a:cubicBezTo>
                <a:cubicBezTo>
                  <a:pt x="2100" y="907"/>
                  <a:pt x="2125" y="933"/>
                  <a:pt x="2158" y="933"/>
                </a:cubicBezTo>
                <a:close/>
                <a:moveTo>
                  <a:pt x="1341" y="525"/>
                </a:moveTo>
                <a:cubicBezTo>
                  <a:pt x="1405" y="525"/>
                  <a:pt x="1458" y="472"/>
                  <a:pt x="1458" y="408"/>
                </a:cubicBezTo>
                <a:cubicBezTo>
                  <a:pt x="1458" y="344"/>
                  <a:pt x="1405" y="291"/>
                  <a:pt x="1341" y="291"/>
                </a:cubicBezTo>
                <a:cubicBezTo>
                  <a:pt x="1277" y="291"/>
                  <a:pt x="1225" y="344"/>
                  <a:pt x="1225" y="408"/>
                </a:cubicBezTo>
                <a:cubicBezTo>
                  <a:pt x="1225" y="472"/>
                  <a:pt x="1277" y="525"/>
                  <a:pt x="1341" y="525"/>
                </a:cubicBezTo>
                <a:close/>
                <a:moveTo>
                  <a:pt x="1341" y="116"/>
                </a:moveTo>
                <a:cubicBezTo>
                  <a:pt x="1374" y="116"/>
                  <a:pt x="1400" y="91"/>
                  <a:pt x="1400" y="58"/>
                </a:cubicBezTo>
                <a:cubicBezTo>
                  <a:pt x="1400" y="25"/>
                  <a:pt x="1374" y="0"/>
                  <a:pt x="1341" y="0"/>
                </a:cubicBezTo>
                <a:cubicBezTo>
                  <a:pt x="1309" y="0"/>
                  <a:pt x="1283" y="25"/>
                  <a:pt x="1283" y="58"/>
                </a:cubicBezTo>
                <a:cubicBezTo>
                  <a:pt x="1283" y="91"/>
                  <a:pt x="1309" y="116"/>
                  <a:pt x="1341" y="116"/>
                </a:cubicBezTo>
                <a:close/>
                <a:moveTo>
                  <a:pt x="58" y="1283"/>
                </a:moveTo>
                <a:cubicBezTo>
                  <a:pt x="25" y="1283"/>
                  <a:pt x="0" y="1309"/>
                  <a:pt x="0" y="1341"/>
                </a:cubicBezTo>
                <a:cubicBezTo>
                  <a:pt x="0" y="1374"/>
                  <a:pt x="25" y="1400"/>
                  <a:pt x="58" y="1400"/>
                </a:cubicBezTo>
                <a:cubicBezTo>
                  <a:pt x="91" y="1400"/>
                  <a:pt x="116" y="1374"/>
                  <a:pt x="116" y="1341"/>
                </a:cubicBezTo>
                <a:cubicBezTo>
                  <a:pt x="116" y="1309"/>
                  <a:pt x="91" y="1283"/>
                  <a:pt x="58" y="1283"/>
                </a:cubicBezTo>
                <a:close/>
                <a:moveTo>
                  <a:pt x="875" y="2100"/>
                </a:moveTo>
                <a:cubicBezTo>
                  <a:pt x="842" y="2100"/>
                  <a:pt x="816" y="2125"/>
                  <a:pt x="816" y="2158"/>
                </a:cubicBezTo>
                <a:cubicBezTo>
                  <a:pt x="816" y="2191"/>
                  <a:pt x="842" y="2216"/>
                  <a:pt x="875" y="2216"/>
                </a:cubicBezTo>
                <a:cubicBezTo>
                  <a:pt x="907" y="2216"/>
                  <a:pt x="933" y="2191"/>
                  <a:pt x="933" y="2158"/>
                </a:cubicBezTo>
                <a:cubicBezTo>
                  <a:pt x="933" y="2125"/>
                  <a:pt x="907" y="2100"/>
                  <a:pt x="875" y="2100"/>
                </a:cubicBezTo>
                <a:close/>
                <a:moveTo>
                  <a:pt x="875" y="116"/>
                </a:moveTo>
                <a:cubicBezTo>
                  <a:pt x="907" y="116"/>
                  <a:pt x="933" y="91"/>
                  <a:pt x="933" y="58"/>
                </a:cubicBezTo>
                <a:cubicBezTo>
                  <a:pt x="933" y="25"/>
                  <a:pt x="907" y="0"/>
                  <a:pt x="875" y="0"/>
                </a:cubicBezTo>
                <a:cubicBezTo>
                  <a:pt x="842" y="0"/>
                  <a:pt x="816" y="25"/>
                  <a:pt x="816" y="58"/>
                </a:cubicBezTo>
                <a:cubicBezTo>
                  <a:pt x="816" y="91"/>
                  <a:pt x="842" y="116"/>
                  <a:pt x="875" y="116"/>
                </a:cubicBezTo>
                <a:close/>
                <a:moveTo>
                  <a:pt x="875" y="525"/>
                </a:moveTo>
                <a:cubicBezTo>
                  <a:pt x="939" y="525"/>
                  <a:pt x="991" y="472"/>
                  <a:pt x="991" y="408"/>
                </a:cubicBezTo>
                <a:cubicBezTo>
                  <a:pt x="991" y="344"/>
                  <a:pt x="939" y="291"/>
                  <a:pt x="875" y="291"/>
                </a:cubicBezTo>
                <a:cubicBezTo>
                  <a:pt x="811" y="291"/>
                  <a:pt x="758" y="344"/>
                  <a:pt x="758" y="408"/>
                </a:cubicBezTo>
                <a:cubicBezTo>
                  <a:pt x="758" y="472"/>
                  <a:pt x="811" y="525"/>
                  <a:pt x="875" y="525"/>
                </a:cubicBezTo>
                <a:close/>
                <a:moveTo>
                  <a:pt x="875" y="1166"/>
                </a:moveTo>
                <a:cubicBezTo>
                  <a:pt x="778" y="1166"/>
                  <a:pt x="700" y="1244"/>
                  <a:pt x="700" y="1341"/>
                </a:cubicBezTo>
                <a:cubicBezTo>
                  <a:pt x="700" y="1438"/>
                  <a:pt x="778" y="1516"/>
                  <a:pt x="875" y="1516"/>
                </a:cubicBezTo>
                <a:cubicBezTo>
                  <a:pt x="972" y="1516"/>
                  <a:pt x="1050" y="1438"/>
                  <a:pt x="1050" y="1341"/>
                </a:cubicBezTo>
                <a:cubicBezTo>
                  <a:pt x="1050" y="1244"/>
                  <a:pt x="972" y="1166"/>
                  <a:pt x="875" y="1166"/>
                </a:cubicBezTo>
                <a:close/>
                <a:moveTo>
                  <a:pt x="1808" y="1225"/>
                </a:moveTo>
                <a:cubicBezTo>
                  <a:pt x="1744" y="1225"/>
                  <a:pt x="1691" y="1277"/>
                  <a:pt x="1691" y="1341"/>
                </a:cubicBezTo>
                <a:cubicBezTo>
                  <a:pt x="1691" y="1405"/>
                  <a:pt x="1744" y="1458"/>
                  <a:pt x="1808" y="1458"/>
                </a:cubicBezTo>
                <a:cubicBezTo>
                  <a:pt x="1872" y="1458"/>
                  <a:pt x="1925" y="1405"/>
                  <a:pt x="1925" y="1341"/>
                </a:cubicBezTo>
                <a:cubicBezTo>
                  <a:pt x="1925" y="1277"/>
                  <a:pt x="1872" y="1225"/>
                  <a:pt x="1808" y="1225"/>
                </a:cubicBezTo>
                <a:close/>
                <a:moveTo>
                  <a:pt x="1808" y="1691"/>
                </a:moveTo>
                <a:cubicBezTo>
                  <a:pt x="1744" y="1691"/>
                  <a:pt x="1691" y="1744"/>
                  <a:pt x="1691" y="1808"/>
                </a:cubicBezTo>
                <a:cubicBezTo>
                  <a:pt x="1691" y="1872"/>
                  <a:pt x="1744" y="1925"/>
                  <a:pt x="1808" y="1925"/>
                </a:cubicBezTo>
                <a:cubicBezTo>
                  <a:pt x="1872" y="1925"/>
                  <a:pt x="1925" y="1872"/>
                  <a:pt x="1925" y="1808"/>
                </a:cubicBezTo>
                <a:cubicBezTo>
                  <a:pt x="1925" y="1744"/>
                  <a:pt x="1872" y="1691"/>
                  <a:pt x="1808" y="1691"/>
                </a:cubicBezTo>
                <a:close/>
                <a:moveTo>
                  <a:pt x="1808" y="758"/>
                </a:moveTo>
                <a:cubicBezTo>
                  <a:pt x="1744" y="758"/>
                  <a:pt x="1691" y="811"/>
                  <a:pt x="1691" y="875"/>
                </a:cubicBezTo>
                <a:cubicBezTo>
                  <a:pt x="1691" y="939"/>
                  <a:pt x="1744" y="991"/>
                  <a:pt x="1808" y="991"/>
                </a:cubicBezTo>
                <a:cubicBezTo>
                  <a:pt x="1872" y="991"/>
                  <a:pt x="1925" y="939"/>
                  <a:pt x="1925" y="875"/>
                </a:cubicBezTo>
                <a:cubicBezTo>
                  <a:pt x="1925" y="811"/>
                  <a:pt x="1872" y="758"/>
                  <a:pt x="1808" y="758"/>
                </a:cubicBezTo>
                <a:close/>
                <a:moveTo>
                  <a:pt x="1808" y="291"/>
                </a:moveTo>
                <a:cubicBezTo>
                  <a:pt x="1744" y="291"/>
                  <a:pt x="1691" y="344"/>
                  <a:pt x="1691" y="408"/>
                </a:cubicBezTo>
                <a:cubicBezTo>
                  <a:pt x="1691" y="472"/>
                  <a:pt x="1744" y="525"/>
                  <a:pt x="1808" y="525"/>
                </a:cubicBezTo>
                <a:cubicBezTo>
                  <a:pt x="1872" y="525"/>
                  <a:pt x="1925" y="472"/>
                  <a:pt x="1925" y="408"/>
                </a:cubicBezTo>
                <a:cubicBezTo>
                  <a:pt x="1925" y="344"/>
                  <a:pt x="1872" y="291"/>
                  <a:pt x="1808" y="291"/>
                </a:cubicBezTo>
                <a:close/>
                <a:moveTo>
                  <a:pt x="2158" y="1283"/>
                </a:moveTo>
                <a:cubicBezTo>
                  <a:pt x="2125" y="1283"/>
                  <a:pt x="2100" y="1309"/>
                  <a:pt x="2100" y="1341"/>
                </a:cubicBezTo>
                <a:cubicBezTo>
                  <a:pt x="2100" y="1374"/>
                  <a:pt x="2125" y="1400"/>
                  <a:pt x="2158" y="1400"/>
                </a:cubicBezTo>
                <a:cubicBezTo>
                  <a:pt x="2191" y="1400"/>
                  <a:pt x="2216" y="1374"/>
                  <a:pt x="2216" y="1341"/>
                </a:cubicBezTo>
                <a:cubicBezTo>
                  <a:pt x="2216" y="1309"/>
                  <a:pt x="2191" y="1283"/>
                  <a:pt x="2158" y="1283"/>
                </a:cubicBezTo>
                <a:close/>
                <a:moveTo>
                  <a:pt x="1341" y="1691"/>
                </a:moveTo>
                <a:cubicBezTo>
                  <a:pt x="1277" y="1691"/>
                  <a:pt x="1225" y="1744"/>
                  <a:pt x="1225" y="1808"/>
                </a:cubicBezTo>
                <a:cubicBezTo>
                  <a:pt x="1225" y="1872"/>
                  <a:pt x="1277" y="1925"/>
                  <a:pt x="1341" y="1925"/>
                </a:cubicBezTo>
                <a:cubicBezTo>
                  <a:pt x="1405" y="1925"/>
                  <a:pt x="1458" y="1872"/>
                  <a:pt x="1458" y="1808"/>
                </a:cubicBezTo>
                <a:cubicBezTo>
                  <a:pt x="1458" y="1744"/>
                  <a:pt x="1405" y="1691"/>
                  <a:pt x="1341" y="1691"/>
                </a:cubicBezTo>
                <a:close/>
                <a:moveTo>
                  <a:pt x="1341" y="2100"/>
                </a:moveTo>
                <a:cubicBezTo>
                  <a:pt x="1309" y="2100"/>
                  <a:pt x="1283" y="2125"/>
                  <a:pt x="1283" y="2158"/>
                </a:cubicBezTo>
                <a:cubicBezTo>
                  <a:pt x="1283" y="2191"/>
                  <a:pt x="1309" y="2216"/>
                  <a:pt x="1341" y="2216"/>
                </a:cubicBezTo>
                <a:cubicBezTo>
                  <a:pt x="1374" y="2216"/>
                  <a:pt x="1400" y="2191"/>
                  <a:pt x="1400" y="2158"/>
                </a:cubicBezTo>
                <a:cubicBezTo>
                  <a:pt x="1400" y="2125"/>
                  <a:pt x="1374" y="2100"/>
                  <a:pt x="1341" y="2100"/>
                </a:cubicBezTo>
                <a:close/>
                <a:moveTo>
                  <a:pt x="875" y="700"/>
                </a:moveTo>
                <a:cubicBezTo>
                  <a:pt x="778" y="700"/>
                  <a:pt x="700" y="778"/>
                  <a:pt x="700" y="875"/>
                </a:cubicBezTo>
                <a:cubicBezTo>
                  <a:pt x="700" y="972"/>
                  <a:pt x="778" y="1050"/>
                  <a:pt x="875" y="1050"/>
                </a:cubicBezTo>
                <a:cubicBezTo>
                  <a:pt x="972" y="1050"/>
                  <a:pt x="1050" y="972"/>
                  <a:pt x="1050" y="875"/>
                </a:cubicBezTo>
                <a:cubicBezTo>
                  <a:pt x="1050" y="778"/>
                  <a:pt x="972" y="700"/>
                  <a:pt x="875" y="700"/>
                </a:cubicBezTo>
                <a:close/>
                <a:moveTo>
                  <a:pt x="875" y="1691"/>
                </a:moveTo>
                <a:cubicBezTo>
                  <a:pt x="811" y="1691"/>
                  <a:pt x="758" y="1744"/>
                  <a:pt x="758" y="1808"/>
                </a:cubicBezTo>
                <a:cubicBezTo>
                  <a:pt x="758" y="1872"/>
                  <a:pt x="811" y="1925"/>
                  <a:pt x="875" y="1925"/>
                </a:cubicBezTo>
                <a:cubicBezTo>
                  <a:pt x="939" y="1925"/>
                  <a:pt x="991" y="1872"/>
                  <a:pt x="991" y="1808"/>
                </a:cubicBezTo>
                <a:cubicBezTo>
                  <a:pt x="991" y="1744"/>
                  <a:pt x="939" y="1691"/>
                  <a:pt x="875" y="1691"/>
                </a:cubicBezTo>
                <a:close/>
                <a:moveTo>
                  <a:pt x="1341" y="1166"/>
                </a:moveTo>
                <a:cubicBezTo>
                  <a:pt x="1244" y="1166"/>
                  <a:pt x="1166" y="1244"/>
                  <a:pt x="1166" y="1341"/>
                </a:cubicBezTo>
                <a:cubicBezTo>
                  <a:pt x="1166" y="1438"/>
                  <a:pt x="1244" y="1516"/>
                  <a:pt x="1341" y="1516"/>
                </a:cubicBezTo>
                <a:cubicBezTo>
                  <a:pt x="1438" y="1516"/>
                  <a:pt x="1516" y="1438"/>
                  <a:pt x="1516" y="1341"/>
                </a:cubicBezTo>
                <a:cubicBezTo>
                  <a:pt x="1516" y="1244"/>
                  <a:pt x="1438" y="1166"/>
                  <a:pt x="1341" y="1166"/>
                </a:cubicBezTo>
                <a:close/>
                <a:moveTo>
                  <a:pt x="1341" y="700"/>
                </a:moveTo>
                <a:cubicBezTo>
                  <a:pt x="1244" y="700"/>
                  <a:pt x="1166" y="778"/>
                  <a:pt x="1166" y="875"/>
                </a:cubicBezTo>
                <a:cubicBezTo>
                  <a:pt x="1166" y="972"/>
                  <a:pt x="1244" y="1050"/>
                  <a:pt x="1341" y="1050"/>
                </a:cubicBezTo>
                <a:cubicBezTo>
                  <a:pt x="1438" y="1050"/>
                  <a:pt x="1516" y="972"/>
                  <a:pt x="1516" y="875"/>
                </a:cubicBezTo>
                <a:cubicBezTo>
                  <a:pt x="1516" y="778"/>
                  <a:pt x="1438" y="700"/>
                  <a:pt x="1341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ightness 1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ightness 2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85676" cy="914400"/>
          </a:xfrm>
          <a:custGeom>
            <a:avLst/>
            <a:gdLst>
              <a:gd name="T0" fmla="*/ 584 w 1750"/>
              <a:gd name="T1" fmla="*/ 0 h 2334"/>
              <a:gd name="T2" fmla="*/ 0 w 1750"/>
              <a:gd name="T3" fmla="*/ 158 h 2334"/>
              <a:gd name="T4" fmla="*/ 584 w 1750"/>
              <a:gd name="T5" fmla="*/ 1167 h 2334"/>
              <a:gd name="T6" fmla="*/ 0 w 1750"/>
              <a:gd name="T7" fmla="*/ 2176 h 2334"/>
              <a:gd name="T8" fmla="*/ 584 w 1750"/>
              <a:gd name="T9" fmla="*/ 2334 h 2334"/>
              <a:gd name="T10" fmla="*/ 1750 w 1750"/>
              <a:gd name="T11" fmla="*/ 1167 h 2334"/>
              <a:gd name="T12" fmla="*/ 584 w 1750"/>
              <a:gd name="T13" fmla="*/ 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750" h="2334">
                <a:moveTo>
                  <a:pt x="584" y="0"/>
                </a:moveTo>
                <a:cubicBezTo>
                  <a:pt x="371" y="0"/>
                  <a:pt x="172" y="59"/>
                  <a:pt x="0" y="158"/>
                </a:cubicBezTo>
                <a:cubicBezTo>
                  <a:pt x="349" y="360"/>
                  <a:pt x="584" y="735"/>
                  <a:pt x="584" y="1167"/>
                </a:cubicBezTo>
                <a:cubicBezTo>
                  <a:pt x="584" y="1599"/>
                  <a:pt x="349" y="1974"/>
                  <a:pt x="0" y="2176"/>
                </a:cubicBezTo>
                <a:cubicBezTo>
                  <a:pt x="172" y="2275"/>
                  <a:pt x="371" y="2334"/>
                  <a:pt x="584" y="2334"/>
                </a:cubicBezTo>
                <a:cubicBezTo>
                  <a:pt x="1228" y="2334"/>
                  <a:pt x="1750" y="1811"/>
                  <a:pt x="1750" y="1167"/>
                </a:cubicBezTo>
                <a:cubicBezTo>
                  <a:pt x="1750" y="523"/>
                  <a:pt x="1228" y="0"/>
                  <a:pt x="58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ightness 3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94451" cy="914400"/>
          </a:xfrm>
          <a:custGeom>
            <a:avLst/>
            <a:gdLst>
              <a:gd name="T0" fmla="*/ 350 w 1517"/>
              <a:gd name="T1" fmla="*/ 0 h 2334"/>
              <a:gd name="T2" fmla="*/ 0 w 1517"/>
              <a:gd name="T3" fmla="*/ 54 h 2334"/>
              <a:gd name="T4" fmla="*/ 817 w 1517"/>
              <a:gd name="T5" fmla="*/ 1167 h 2334"/>
              <a:gd name="T6" fmla="*/ 0 w 1517"/>
              <a:gd name="T7" fmla="*/ 2280 h 2334"/>
              <a:gd name="T8" fmla="*/ 350 w 1517"/>
              <a:gd name="T9" fmla="*/ 2334 h 2334"/>
              <a:gd name="T10" fmla="*/ 1517 w 1517"/>
              <a:gd name="T11" fmla="*/ 1167 h 2334"/>
              <a:gd name="T12" fmla="*/ 350 w 1517"/>
              <a:gd name="T13" fmla="*/ 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517" h="2334">
                <a:moveTo>
                  <a:pt x="350" y="0"/>
                </a:moveTo>
                <a:cubicBezTo>
                  <a:pt x="228" y="0"/>
                  <a:pt x="111" y="19"/>
                  <a:pt x="0" y="54"/>
                </a:cubicBezTo>
                <a:cubicBezTo>
                  <a:pt x="474" y="202"/>
                  <a:pt x="817" y="644"/>
                  <a:pt x="817" y="1167"/>
                </a:cubicBezTo>
                <a:cubicBezTo>
                  <a:pt x="817" y="1690"/>
                  <a:pt x="474" y="2132"/>
                  <a:pt x="0" y="2280"/>
                </a:cubicBezTo>
                <a:cubicBezTo>
                  <a:pt x="111" y="2315"/>
                  <a:pt x="228" y="2334"/>
                  <a:pt x="350" y="2334"/>
                </a:cubicBezTo>
                <a:cubicBezTo>
                  <a:pt x="994" y="2334"/>
                  <a:pt x="1517" y="1811"/>
                  <a:pt x="1517" y="1167"/>
                </a:cubicBezTo>
                <a:cubicBezTo>
                  <a:pt x="1517" y="523"/>
                  <a:pt x="994" y="0"/>
                  <a:pt x="3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ightness 4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253 w 2640"/>
              <a:gd name="T1" fmla="*/ 934 h 2640"/>
              <a:gd name="T2" fmla="*/ 2253 w 2640"/>
              <a:gd name="T3" fmla="*/ 387 h 2640"/>
              <a:gd name="T4" fmla="*/ 1706 w 2640"/>
              <a:gd name="T5" fmla="*/ 387 h 2640"/>
              <a:gd name="T6" fmla="*/ 1320 w 2640"/>
              <a:gd name="T7" fmla="*/ 0 h 2640"/>
              <a:gd name="T8" fmla="*/ 934 w 2640"/>
              <a:gd name="T9" fmla="*/ 387 h 2640"/>
              <a:gd name="T10" fmla="*/ 387 w 2640"/>
              <a:gd name="T11" fmla="*/ 387 h 2640"/>
              <a:gd name="T12" fmla="*/ 387 w 2640"/>
              <a:gd name="T13" fmla="*/ 934 h 2640"/>
              <a:gd name="T14" fmla="*/ 0 w 2640"/>
              <a:gd name="T15" fmla="*/ 1320 h 2640"/>
              <a:gd name="T16" fmla="*/ 387 w 2640"/>
              <a:gd name="T17" fmla="*/ 1706 h 2640"/>
              <a:gd name="T18" fmla="*/ 387 w 2640"/>
              <a:gd name="T19" fmla="*/ 2253 h 2640"/>
              <a:gd name="T20" fmla="*/ 934 w 2640"/>
              <a:gd name="T21" fmla="*/ 2253 h 2640"/>
              <a:gd name="T22" fmla="*/ 1320 w 2640"/>
              <a:gd name="T23" fmla="*/ 2640 h 2640"/>
              <a:gd name="T24" fmla="*/ 1706 w 2640"/>
              <a:gd name="T25" fmla="*/ 2253 h 2640"/>
              <a:gd name="T26" fmla="*/ 2253 w 2640"/>
              <a:gd name="T27" fmla="*/ 2253 h 2640"/>
              <a:gd name="T28" fmla="*/ 2253 w 2640"/>
              <a:gd name="T29" fmla="*/ 1706 h 2640"/>
              <a:gd name="T30" fmla="*/ 2640 w 2640"/>
              <a:gd name="T31" fmla="*/ 1320 h 2640"/>
              <a:gd name="T32" fmla="*/ 2253 w 2640"/>
              <a:gd name="T33" fmla="*/ 934 h 2640"/>
              <a:gd name="T34" fmla="*/ 1320 w 2640"/>
              <a:gd name="T35" fmla="*/ 2020 h 2640"/>
              <a:gd name="T36" fmla="*/ 1028 w 2640"/>
              <a:gd name="T37" fmla="*/ 1956 h 2640"/>
              <a:gd name="T38" fmla="*/ 1437 w 2640"/>
              <a:gd name="T39" fmla="*/ 1320 h 2640"/>
              <a:gd name="T40" fmla="*/ 1028 w 2640"/>
              <a:gd name="T41" fmla="*/ 684 h 2640"/>
              <a:gd name="T42" fmla="*/ 1320 w 2640"/>
              <a:gd name="T43" fmla="*/ 620 h 2640"/>
              <a:gd name="T44" fmla="*/ 2020 w 2640"/>
              <a:gd name="T45" fmla="*/ 1320 h 2640"/>
              <a:gd name="T46" fmla="*/ 1320 w 2640"/>
              <a:gd name="T47" fmla="*/ 2020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640" h="2640">
                <a:moveTo>
                  <a:pt x="2253" y="934"/>
                </a:moveTo>
                <a:cubicBezTo>
                  <a:pt x="2253" y="387"/>
                  <a:pt x="2253" y="387"/>
                  <a:pt x="2253" y="387"/>
                </a:cubicBezTo>
                <a:cubicBezTo>
                  <a:pt x="1706" y="387"/>
                  <a:pt x="1706" y="387"/>
                  <a:pt x="1706" y="387"/>
                </a:cubicBezTo>
                <a:cubicBezTo>
                  <a:pt x="1320" y="0"/>
                  <a:pt x="1320" y="0"/>
                  <a:pt x="1320" y="0"/>
                </a:cubicBezTo>
                <a:cubicBezTo>
                  <a:pt x="934" y="387"/>
                  <a:pt x="934" y="387"/>
                  <a:pt x="934" y="387"/>
                </a:cubicBezTo>
                <a:cubicBezTo>
                  <a:pt x="387" y="387"/>
                  <a:pt x="387" y="387"/>
                  <a:pt x="387" y="387"/>
                </a:cubicBezTo>
                <a:cubicBezTo>
                  <a:pt x="387" y="934"/>
                  <a:pt x="387" y="934"/>
                  <a:pt x="387" y="934"/>
                </a:cubicBezTo>
                <a:cubicBezTo>
                  <a:pt x="0" y="1320"/>
                  <a:pt x="0" y="1320"/>
                  <a:pt x="0" y="1320"/>
                </a:cubicBezTo>
                <a:cubicBezTo>
                  <a:pt x="387" y="1706"/>
                  <a:pt x="387" y="1706"/>
                  <a:pt x="387" y="1706"/>
                </a:cubicBezTo>
                <a:cubicBezTo>
                  <a:pt x="387" y="2253"/>
                  <a:pt x="387" y="2253"/>
                  <a:pt x="387" y="2253"/>
                </a:cubicBezTo>
                <a:cubicBezTo>
                  <a:pt x="934" y="2253"/>
                  <a:pt x="934" y="2253"/>
                  <a:pt x="934" y="2253"/>
                </a:cubicBezTo>
                <a:cubicBezTo>
                  <a:pt x="1320" y="2640"/>
                  <a:pt x="1320" y="2640"/>
                  <a:pt x="1320" y="2640"/>
                </a:cubicBezTo>
                <a:cubicBezTo>
                  <a:pt x="1706" y="2253"/>
                  <a:pt x="1706" y="2253"/>
                  <a:pt x="1706" y="2253"/>
                </a:cubicBezTo>
                <a:cubicBezTo>
                  <a:pt x="2253" y="2253"/>
                  <a:pt x="2253" y="2253"/>
                  <a:pt x="2253" y="2253"/>
                </a:cubicBezTo>
                <a:cubicBezTo>
                  <a:pt x="2253" y="1706"/>
                  <a:pt x="2253" y="1706"/>
                  <a:pt x="2253" y="1706"/>
                </a:cubicBezTo>
                <a:cubicBezTo>
                  <a:pt x="2640" y="1320"/>
                  <a:pt x="2640" y="1320"/>
                  <a:pt x="2640" y="1320"/>
                </a:cubicBezTo>
                <a:lnTo>
                  <a:pt x="2253" y="934"/>
                </a:lnTo>
                <a:close/>
                <a:moveTo>
                  <a:pt x="1320" y="2020"/>
                </a:moveTo>
                <a:cubicBezTo>
                  <a:pt x="1216" y="2020"/>
                  <a:pt x="1117" y="1997"/>
                  <a:pt x="1028" y="1956"/>
                </a:cubicBezTo>
                <a:cubicBezTo>
                  <a:pt x="1269" y="1845"/>
                  <a:pt x="1437" y="1602"/>
                  <a:pt x="1437" y="1320"/>
                </a:cubicBezTo>
                <a:cubicBezTo>
                  <a:pt x="1437" y="1038"/>
                  <a:pt x="1269" y="795"/>
                  <a:pt x="1028" y="684"/>
                </a:cubicBezTo>
                <a:cubicBezTo>
                  <a:pt x="1117" y="643"/>
                  <a:pt x="1216" y="620"/>
                  <a:pt x="1320" y="620"/>
                </a:cubicBezTo>
                <a:cubicBezTo>
                  <a:pt x="1706" y="620"/>
                  <a:pt x="2020" y="934"/>
                  <a:pt x="2020" y="1320"/>
                </a:cubicBezTo>
                <a:cubicBezTo>
                  <a:pt x="2020" y="1706"/>
                  <a:pt x="1706" y="2020"/>
                  <a:pt x="1320" y="20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ightness 5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253 w 2640"/>
              <a:gd name="T1" fmla="*/ 1707 h 2640"/>
              <a:gd name="T2" fmla="*/ 2640 w 2640"/>
              <a:gd name="T3" fmla="*/ 1320 h 2640"/>
              <a:gd name="T4" fmla="*/ 2253 w 2640"/>
              <a:gd name="T5" fmla="*/ 933 h 2640"/>
              <a:gd name="T6" fmla="*/ 2253 w 2640"/>
              <a:gd name="T7" fmla="*/ 387 h 2640"/>
              <a:gd name="T8" fmla="*/ 1707 w 2640"/>
              <a:gd name="T9" fmla="*/ 387 h 2640"/>
              <a:gd name="T10" fmla="*/ 1320 w 2640"/>
              <a:gd name="T11" fmla="*/ 0 h 2640"/>
              <a:gd name="T12" fmla="*/ 933 w 2640"/>
              <a:gd name="T13" fmla="*/ 387 h 2640"/>
              <a:gd name="T14" fmla="*/ 387 w 2640"/>
              <a:gd name="T15" fmla="*/ 387 h 2640"/>
              <a:gd name="T16" fmla="*/ 387 w 2640"/>
              <a:gd name="T17" fmla="*/ 933 h 2640"/>
              <a:gd name="T18" fmla="*/ 0 w 2640"/>
              <a:gd name="T19" fmla="*/ 1320 h 2640"/>
              <a:gd name="T20" fmla="*/ 387 w 2640"/>
              <a:gd name="T21" fmla="*/ 1707 h 2640"/>
              <a:gd name="T22" fmla="*/ 387 w 2640"/>
              <a:gd name="T23" fmla="*/ 2253 h 2640"/>
              <a:gd name="T24" fmla="*/ 933 w 2640"/>
              <a:gd name="T25" fmla="*/ 2253 h 2640"/>
              <a:gd name="T26" fmla="*/ 1320 w 2640"/>
              <a:gd name="T27" fmla="*/ 2640 h 2640"/>
              <a:gd name="T28" fmla="*/ 1707 w 2640"/>
              <a:gd name="T29" fmla="*/ 2253 h 2640"/>
              <a:gd name="T30" fmla="*/ 2253 w 2640"/>
              <a:gd name="T31" fmla="*/ 2253 h 2640"/>
              <a:gd name="T32" fmla="*/ 2253 w 2640"/>
              <a:gd name="T33" fmla="*/ 1707 h 2640"/>
              <a:gd name="T34" fmla="*/ 1320 w 2640"/>
              <a:gd name="T35" fmla="*/ 2020 h 2640"/>
              <a:gd name="T36" fmla="*/ 620 w 2640"/>
              <a:gd name="T37" fmla="*/ 1320 h 2640"/>
              <a:gd name="T38" fmla="*/ 1320 w 2640"/>
              <a:gd name="T39" fmla="*/ 620 h 2640"/>
              <a:gd name="T40" fmla="*/ 2020 w 2640"/>
              <a:gd name="T41" fmla="*/ 1320 h 2640"/>
              <a:gd name="T42" fmla="*/ 1320 w 2640"/>
              <a:gd name="T43" fmla="*/ 2020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640" h="2640">
                <a:moveTo>
                  <a:pt x="2253" y="1707"/>
                </a:moveTo>
                <a:cubicBezTo>
                  <a:pt x="2640" y="1320"/>
                  <a:pt x="2640" y="1320"/>
                  <a:pt x="2640" y="1320"/>
                </a:cubicBezTo>
                <a:cubicBezTo>
                  <a:pt x="2253" y="933"/>
                  <a:pt x="2253" y="933"/>
                  <a:pt x="2253" y="933"/>
                </a:cubicBezTo>
                <a:cubicBezTo>
                  <a:pt x="2253" y="387"/>
                  <a:pt x="2253" y="387"/>
                  <a:pt x="2253" y="387"/>
                </a:cubicBezTo>
                <a:cubicBezTo>
                  <a:pt x="1707" y="387"/>
                  <a:pt x="1707" y="387"/>
                  <a:pt x="1707" y="387"/>
                </a:cubicBezTo>
                <a:cubicBezTo>
                  <a:pt x="1320" y="0"/>
                  <a:pt x="1320" y="0"/>
                  <a:pt x="1320" y="0"/>
                </a:cubicBezTo>
                <a:cubicBezTo>
                  <a:pt x="933" y="387"/>
                  <a:pt x="933" y="387"/>
                  <a:pt x="933" y="387"/>
                </a:cubicBezTo>
                <a:cubicBezTo>
                  <a:pt x="387" y="387"/>
                  <a:pt x="387" y="387"/>
                  <a:pt x="387" y="387"/>
                </a:cubicBezTo>
                <a:cubicBezTo>
                  <a:pt x="387" y="933"/>
                  <a:pt x="387" y="933"/>
                  <a:pt x="387" y="933"/>
                </a:cubicBezTo>
                <a:cubicBezTo>
                  <a:pt x="0" y="1320"/>
                  <a:pt x="0" y="1320"/>
                  <a:pt x="0" y="1320"/>
                </a:cubicBezTo>
                <a:cubicBezTo>
                  <a:pt x="387" y="1707"/>
                  <a:pt x="387" y="1707"/>
                  <a:pt x="387" y="1707"/>
                </a:cubicBezTo>
                <a:cubicBezTo>
                  <a:pt x="387" y="2253"/>
                  <a:pt x="387" y="2253"/>
                  <a:pt x="387" y="2253"/>
                </a:cubicBezTo>
                <a:cubicBezTo>
                  <a:pt x="933" y="2253"/>
                  <a:pt x="933" y="2253"/>
                  <a:pt x="933" y="2253"/>
                </a:cubicBezTo>
                <a:cubicBezTo>
                  <a:pt x="1320" y="2640"/>
                  <a:pt x="1320" y="2640"/>
                  <a:pt x="1320" y="2640"/>
                </a:cubicBezTo>
                <a:cubicBezTo>
                  <a:pt x="1707" y="2253"/>
                  <a:pt x="1707" y="2253"/>
                  <a:pt x="1707" y="2253"/>
                </a:cubicBezTo>
                <a:cubicBezTo>
                  <a:pt x="2253" y="2253"/>
                  <a:pt x="2253" y="2253"/>
                  <a:pt x="2253" y="2253"/>
                </a:cubicBezTo>
                <a:lnTo>
                  <a:pt x="2253" y="1707"/>
                </a:lnTo>
                <a:close/>
                <a:moveTo>
                  <a:pt x="1320" y="2020"/>
                </a:moveTo>
                <a:cubicBezTo>
                  <a:pt x="933" y="2020"/>
                  <a:pt x="620" y="1707"/>
                  <a:pt x="620" y="1320"/>
                </a:cubicBezTo>
                <a:cubicBezTo>
                  <a:pt x="620" y="933"/>
                  <a:pt x="933" y="620"/>
                  <a:pt x="1320" y="620"/>
                </a:cubicBezTo>
                <a:cubicBezTo>
                  <a:pt x="1707" y="620"/>
                  <a:pt x="2020" y="933"/>
                  <a:pt x="2020" y="1320"/>
                </a:cubicBezTo>
                <a:cubicBezTo>
                  <a:pt x="2020" y="1707"/>
                  <a:pt x="1707" y="2020"/>
                  <a:pt x="1320" y="20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ightness 6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253 w 2640"/>
              <a:gd name="T1" fmla="*/ 1706 h 2640"/>
              <a:gd name="T2" fmla="*/ 2640 w 2640"/>
              <a:gd name="T3" fmla="*/ 1320 h 2640"/>
              <a:gd name="T4" fmla="*/ 2253 w 2640"/>
              <a:gd name="T5" fmla="*/ 934 h 2640"/>
              <a:gd name="T6" fmla="*/ 2253 w 2640"/>
              <a:gd name="T7" fmla="*/ 387 h 2640"/>
              <a:gd name="T8" fmla="*/ 1706 w 2640"/>
              <a:gd name="T9" fmla="*/ 387 h 2640"/>
              <a:gd name="T10" fmla="*/ 1320 w 2640"/>
              <a:gd name="T11" fmla="*/ 0 h 2640"/>
              <a:gd name="T12" fmla="*/ 934 w 2640"/>
              <a:gd name="T13" fmla="*/ 387 h 2640"/>
              <a:gd name="T14" fmla="*/ 387 w 2640"/>
              <a:gd name="T15" fmla="*/ 387 h 2640"/>
              <a:gd name="T16" fmla="*/ 387 w 2640"/>
              <a:gd name="T17" fmla="*/ 934 h 2640"/>
              <a:gd name="T18" fmla="*/ 0 w 2640"/>
              <a:gd name="T19" fmla="*/ 1320 h 2640"/>
              <a:gd name="T20" fmla="*/ 387 w 2640"/>
              <a:gd name="T21" fmla="*/ 1706 h 2640"/>
              <a:gd name="T22" fmla="*/ 387 w 2640"/>
              <a:gd name="T23" fmla="*/ 2253 h 2640"/>
              <a:gd name="T24" fmla="*/ 934 w 2640"/>
              <a:gd name="T25" fmla="*/ 2253 h 2640"/>
              <a:gd name="T26" fmla="*/ 1320 w 2640"/>
              <a:gd name="T27" fmla="*/ 2640 h 2640"/>
              <a:gd name="T28" fmla="*/ 1706 w 2640"/>
              <a:gd name="T29" fmla="*/ 2253 h 2640"/>
              <a:gd name="T30" fmla="*/ 2253 w 2640"/>
              <a:gd name="T31" fmla="*/ 2253 h 2640"/>
              <a:gd name="T32" fmla="*/ 2253 w 2640"/>
              <a:gd name="T33" fmla="*/ 1706 h 2640"/>
              <a:gd name="T34" fmla="*/ 1320 w 2640"/>
              <a:gd name="T35" fmla="*/ 2020 h 2640"/>
              <a:gd name="T36" fmla="*/ 1320 w 2640"/>
              <a:gd name="T37" fmla="*/ 620 h 2640"/>
              <a:gd name="T38" fmla="*/ 2020 w 2640"/>
              <a:gd name="T39" fmla="*/ 1320 h 2640"/>
              <a:gd name="T40" fmla="*/ 1320 w 2640"/>
              <a:gd name="T41" fmla="*/ 2020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640" h="2640">
                <a:moveTo>
                  <a:pt x="2253" y="1706"/>
                </a:moveTo>
                <a:cubicBezTo>
                  <a:pt x="2640" y="1320"/>
                  <a:pt x="2640" y="1320"/>
                  <a:pt x="2640" y="1320"/>
                </a:cubicBezTo>
                <a:cubicBezTo>
                  <a:pt x="2253" y="934"/>
                  <a:pt x="2253" y="934"/>
                  <a:pt x="2253" y="934"/>
                </a:cubicBezTo>
                <a:cubicBezTo>
                  <a:pt x="2253" y="387"/>
                  <a:pt x="2253" y="387"/>
                  <a:pt x="2253" y="387"/>
                </a:cubicBezTo>
                <a:cubicBezTo>
                  <a:pt x="1706" y="387"/>
                  <a:pt x="1706" y="387"/>
                  <a:pt x="1706" y="387"/>
                </a:cubicBezTo>
                <a:cubicBezTo>
                  <a:pt x="1320" y="0"/>
                  <a:pt x="1320" y="0"/>
                  <a:pt x="1320" y="0"/>
                </a:cubicBezTo>
                <a:cubicBezTo>
                  <a:pt x="934" y="387"/>
                  <a:pt x="934" y="387"/>
                  <a:pt x="934" y="387"/>
                </a:cubicBezTo>
                <a:cubicBezTo>
                  <a:pt x="387" y="387"/>
                  <a:pt x="387" y="387"/>
                  <a:pt x="387" y="387"/>
                </a:cubicBezTo>
                <a:cubicBezTo>
                  <a:pt x="387" y="934"/>
                  <a:pt x="387" y="934"/>
                  <a:pt x="387" y="934"/>
                </a:cubicBezTo>
                <a:cubicBezTo>
                  <a:pt x="0" y="1320"/>
                  <a:pt x="0" y="1320"/>
                  <a:pt x="0" y="1320"/>
                </a:cubicBezTo>
                <a:cubicBezTo>
                  <a:pt x="387" y="1706"/>
                  <a:pt x="387" y="1706"/>
                  <a:pt x="387" y="1706"/>
                </a:cubicBezTo>
                <a:cubicBezTo>
                  <a:pt x="387" y="2253"/>
                  <a:pt x="387" y="2253"/>
                  <a:pt x="387" y="2253"/>
                </a:cubicBezTo>
                <a:cubicBezTo>
                  <a:pt x="934" y="2253"/>
                  <a:pt x="934" y="2253"/>
                  <a:pt x="934" y="2253"/>
                </a:cubicBezTo>
                <a:cubicBezTo>
                  <a:pt x="1320" y="2640"/>
                  <a:pt x="1320" y="2640"/>
                  <a:pt x="1320" y="2640"/>
                </a:cubicBezTo>
                <a:cubicBezTo>
                  <a:pt x="1706" y="2253"/>
                  <a:pt x="1706" y="2253"/>
                  <a:pt x="1706" y="2253"/>
                </a:cubicBezTo>
                <a:cubicBezTo>
                  <a:pt x="2253" y="2253"/>
                  <a:pt x="2253" y="2253"/>
                  <a:pt x="2253" y="2253"/>
                </a:cubicBezTo>
                <a:lnTo>
                  <a:pt x="2253" y="1706"/>
                </a:lnTo>
                <a:close/>
                <a:moveTo>
                  <a:pt x="1320" y="2020"/>
                </a:moveTo>
                <a:cubicBezTo>
                  <a:pt x="1320" y="620"/>
                  <a:pt x="1320" y="620"/>
                  <a:pt x="1320" y="620"/>
                </a:cubicBezTo>
                <a:cubicBezTo>
                  <a:pt x="1706" y="620"/>
                  <a:pt x="2020" y="934"/>
                  <a:pt x="2020" y="1320"/>
                </a:cubicBezTo>
                <a:cubicBezTo>
                  <a:pt x="2020" y="1706"/>
                  <a:pt x="1706" y="2020"/>
                  <a:pt x="1320" y="20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ightness 7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253 w 2640"/>
              <a:gd name="T1" fmla="*/ 934 h 2640"/>
              <a:gd name="T2" fmla="*/ 2253 w 2640"/>
              <a:gd name="T3" fmla="*/ 387 h 2640"/>
              <a:gd name="T4" fmla="*/ 1706 w 2640"/>
              <a:gd name="T5" fmla="*/ 387 h 2640"/>
              <a:gd name="T6" fmla="*/ 1320 w 2640"/>
              <a:gd name="T7" fmla="*/ 0 h 2640"/>
              <a:gd name="T8" fmla="*/ 934 w 2640"/>
              <a:gd name="T9" fmla="*/ 387 h 2640"/>
              <a:gd name="T10" fmla="*/ 387 w 2640"/>
              <a:gd name="T11" fmla="*/ 387 h 2640"/>
              <a:gd name="T12" fmla="*/ 387 w 2640"/>
              <a:gd name="T13" fmla="*/ 934 h 2640"/>
              <a:gd name="T14" fmla="*/ 0 w 2640"/>
              <a:gd name="T15" fmla="*/ 1320 h 2640"/>
              <a:gd name="T16" fmla="*/ 387 w 2640"/>
              <a:gd name="T17" fmla="*/ 1706 h 2640"/>
              <a:gd name="T18" fmla="*/ 387 w 2640"/>
              <a:gd name="T19" fmla="*/ 2253 h 2640"/>
              <a:gd name="T20" fmla="*/ 934 w 2640"/>
              <a:gd name="T21" fmla="*/ 2253 h 2640"/>
              <a:gd name="T22" fmla="*/ 1320 w 2640"/>
              <a:gd name="T23" fmla="*/ 2640 h 2640"/>
              <a:gd name="T24" fmla="*/ 1706 w 2640"/>
              <a:gd name="T25" fmla="*/ 2253 h 2640"/>
              <a:gd name="T26" fmla="*/ 2253 w 2640"/>
              <a:gd name="T27" fmla="*/ 2253 h 2640"/>
              <a:gd name="T28" fmla="*/ 2253 w 2640"/>
              <a:gd name="T29" fmla="*/ 1706 h 2640"/>
              <a:gd name="T30" fmla="*/ 2640 w 2640"/>
              <a:gd name="T31" fmla="*/ 1320 h 2640"/>
              <a:gd name="T32" fmla="*/ 2253 w 2640"/>
              <a:gd name="T33" fmla="*/ 934 h 2640"/>
              <a:gd name="T34" fmla="*/ 1320 w 2640"/>
              <a:gd name="T35" fmla="*/ 2020 h 2640"/>
              <a:gd name="T36" fmla="*/ 620 w 2640"/>
              <a:gd name="T37" fmla="*/ 1320 h 2640"/>
              <a:gd name="T38" fmla="*/ 1320 w 2640"/>
              <a:gd name="T39" fmla="*/ 620 h 2640"/>
              <a:gd name="T40" fmla="*/ 2020 w 2640"/>
              <a:gd name="T41" fmla="*/ 1320 h 2640"/>
              <a:gd name="T42" fmla="*/ 1320 w 2640"/>
              <a:gd name="T43" fmla="*/ 2020 h 2640"/>
              <a:gd name="T44" fmla="*/ 1320 w 2640"/>
              <a:gd name="T45" fmla="*/ 853 h 2640"/>
              <a:gd name="T46" fmla="*/ 853 w 2640"/>
              <a:gd name="T47" fmla="*/ 1320 h 2640"/>
              <a:gd name="T48" fmla="*/ 1320 w 2640"/>
              <a:gd name="T49" fmla="*/ 1787 h 2640"/>
              <a:gd name="T50" fmla="*/ 1787 w 2640"/>
              <a:gd name="T51" fmla="*/ 1320 h 2640"/>
              <a:gd name="T52" fmla="*/ 1320 w 2640"/>
              <a:gd name="T53" fmla="*/ 853 h 26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640" h="2640">
                <a:moveTo>
                  <a:pt x="2253" y="934"/>
                </a:moveTo>
                <a:cubicBezTo>
                  <a:pt x="2253" y="387"/>
                  <a:pt x="2253" y="387"/>
                  <a:pt x="2253" y="387"/>
                </a:cubicBezTo>
                <a:cubicBezTo>
                  <a:pt x="1706" y="387"/>
                  <a:pt x="1706" y="387"/>
                  <a:pt x="1706" y="387"/>
                </a:cubicBezTo>
                <a:cubicBezTo>
                  <a:pt x="1320" y="0"/>
                  <a:pt x="1320" y="0"/>
                  <a:pt x="1320" y="0"/>
                </a:cubicBezTo>
                <a:cubicBezTo>
                  <a:pt x="934" y="387"/>
                  <a:pt x="934" y="387"/>
                  <a:pt x="934" y="387"/>
                </a:cubicBezTo>
                <a:cubicBezTo>
                  <a:pt x="387" y="387"/>
                  <a:pt x="387" y="387"/>
                  <a:pt x="387" y="387"/>
                </a:cubicBezTo>
                <a:cubicBezTo>
                  <a:pt x="387" y="934"/>
                  <a:pt x="387" y="934"/>
                  <a:pt x="387" y="934"/>
                </a:cubicBezTo>
                <a:cubicBezTo>
                  <a:pt x="0" y="1320"/>
                  <a:pt x="0" y="1320"/>
                  <a:pt x="0" y="1320"/>
                </a:cubicBezTo>
                <a:cubicBezTo>
                  <a:pt x="387" y="1706"/>
                  <a:pt x="387" y="1706"/>
                  <a:pt x="387" y="1706"/>
                </a:cubicBezTo>
                <a:cubicBezTo>
                  <a:pt x="387" y="2253"/>
                  <a:pt x="387" y="2253"/>
                  <a:pt x="387" y="2253"/>
                </a:cubicBezTo>
                <a:cubicBezTo>
                  <a:pt x="934" y="2253"/>
                  <a:pt x="934" y="2253"/>
                  <a:pt x="934" y="2253"/>
                </a:cubicBezTo>
                <a:cubicBezTo>
                  <a:pt x="1320" y="2640"/>
                  <a:pt x="1320" y="2640"/>
                  <a:pt x="1320" y="2640"/>
                </a:cubicBezTo>
                <a:cubicBezTo>
                  <a:pt x="1706" y="2253"/>
                  <a:pt x="1706" y="2253"/>
                  <a:pt x="1706" y="2253"/>
                </a:cubicBezTo>
                <a:cubicBezTo>
                  <a:pt x="2253" y="2253"/>
                  <a:pt x="2253" y="2253"/>
                  <a:pt x="2253" y="2253"/>
                </a:cubicBezTo>
                <a:cubicBezTo>
                  <a:pt x="2253" y="1706"/>
                  <a:pt x="2253" y="1706"/>
                  <a:pt x="2253" y="1706"/>
                </a:cubicBezTo>
                <a:cubicBezTo>
                  <a:pt x="2640" y="1320"/>
                  <a:pt x="2640" y="1320"/>
                  <a:pt x="2640" y="1320"/>
                </a:cubicBezTo>
                <a:lnTo>
                  <a:pt x="2253" y="934"/>
                </a:lnTo>
                <a:close/>
                <a:moveTo>
                  <a:pt x="1320" y="2020"/>
                </a:moveTo>
                <a:cubicBezTo>
                  <a:pt x="934" y="2020"/>
                  <a:pt x="620" y="1706"/>
                  <a:pt x="620" y="1320"/>
                </a:cubicBezTo>
                <a:cubicBezTo>
                  <a:pt x="620" y="934"/>
                  <a:pt x="934" y="620"/>
                  <a:pt x="1320" y="620"/>
                </a:cubicBezTo>
                <a:cubicBezTo>
                  <a:pt x="1706" y="620"/>
                  <a:pt x="2020" y="934"/>
                  <a:pt x="2020" y="1320"/>
                </a:cubicBezTo>
                <a:cubicBezTo>
                  <a:pt x="2020" y="1706"/>
                  <a:pt x="1706" y="2020"/>
                  <a:pt x="1320" y="2020"/>
                </a:cubicBezTo>
                <a:close/>
                <a:moveTo>
                  <a:pt x="1320" y="853"/>
                </a:moveTo>
                <a:cubicBezTo>
                  <a:pt x="1062" y="853"/>
                  <a:pt x="853" y="1062"/>
                  <a:pt x="853" y="1320"/>
                </a:cubicBezTo>
                <a:cubicBezTo>
                  <a:pt x="853" y="1578"/>
                  <a:pt x="1062" y="1787"/>
                  <a:pt x="1320" y="1787"/>
                </a:cubicBezTo>
                <a:cubicBezTo>
                  <a:pt x="1578" y="1787"/>
                  <a:pt x="1787" y="1578"/>
                  <a:pt x="1787" y="1320"/>
                </a:cubicBezTo>
                <a:cubicBezTo>
                  <a:pt x="1787" y="1062"/>
                  <a:pt x="1578" y="853"/>
                  <a:pt x="1320" y="85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oken Imag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100 w 2100"/>
              <a:gd name="T1" fmla="*/ 233 h 2100"/>
              <a:gd name="T2" fmla="*/ 2100 w 2100"/>
              <a:gd name="T3" fmla="*/ 1002 h 2100"/>
              <a:gd name="T4" fmla="*/ 1750 w 2100"/>
              <a:gd name="T5" fmla="*/ 651 h 2100"/>
              <a:gd name="T6" fmla="*/ 1283 w 2100"/>
              <a:gd name="T7" fmla="*/ 1119 h 2100"/>
              <a:gd name="T8" fmla="*/ 817 w 2100"/>
              <a:gd name="T9" fmla="*/ 652 h 2100"/>
              <a:gd name="T10" fmla="*/ 350 w 2100"/>
              <a:gd name="T11" fmla="*/ 1119 h 2100"/>
              <a:gd name="T12" fmla="*/ 0 w 2100"/>
              <a:gd name="T13" fmla="*/ 768 h 2100"/>
              <a:gd name="T14" fmla="*/ 0 w 2100"/>
              <a:gd name="T15" fmla="*/ 233 h 2100"/>
              <a:gd name="T16" fmla="*/ 233 w 2100"/>
              <a:gd name="T17" fmla="*/ 0 h 2100"/>
              <a:gd name="T18" fmla="*/ 1867 w 2100"/>
              <a:gd name="T19" fmla="*/ 0 h 2100"/>
              <a:gd name="T20" fmla="*/ 2100 w 2100"/>
              <a:gd name="T21" fmla="*/ 233 h 2100"/>
              <a:gd name="T22" fmla="*/ 1750 w 2100"/>
              <a:gd name="T23" fmla="*/ 982 h 2100"/>
              <a:gd name="T24" fmla="*/ 2100 w 2100"/>
              <a:gd name="T25" fmla="*/ 1333 h 2100"/>
              <a:gd name="T26" fmla="*/ 2100 w 2100"/>
              <a:gd name="T27" fmla="*/ 1867 h 2100"/>
              <a:gd name="T28" fmla="*/ 1867 w 2100"/>
              <a:gd name="T29" fmla="*/ 2100 h 2100"/>
              <a:gd name="T30" fmla="*/ 233 w 2100"/>
              <a:gd name="T31" fmla="*/ 2100 h 2100"/>
              <a:gd name="T32" fmla="*/ 0 w 2100"/>
              <a:gd name="T33" fmla="*/ 1867 h 2100"/>
              <a:gd name="T34" fmla="*/ 0 w 2100"/>
              <a:gd name="T35" fmla="*/ 1099 h 2100"/>
              <a:gd name="T36" fmla="*/ 350 w 2100"/>
              <a:gd name="T37" fmla="*/ 1448 h 2100"/>
              <a:gd name="T38" fmla="*/ 817 w 2100"/>
              <a:gd name="T39" fmla="*/ 981 h 2100"/>
              <a:gd name="T40" fmla="*/ 1283 w 2100"/>
              <a:gd name="T41" fmla="*/ 1448 h 2100"/>
              <a:gd name="T42" fmla="*/ 1750 w 2100"/>
              <a:gd name="T43" fmla="*/ 982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100" h="2100">
                <a:moveTo>
                  <a:pt x="2100" y="233"/>
                </a:moveTo>
                <a:cubicBezTo>
                  <a:pt x="2100" y="1002"/>
                  <a:pt x="2100" y="1002"/>
                  <a:pt x="2100" y="1002"/>
                </a:cubicBezTo>
                <a:cubicBezTo>
                  <a:pt x="1750" y="651"/>
                  <a:pt x="1750" y="651"/>
                  <a:pt x="1750" y="651"/>
                </a:cubicBezTo>
                <a:cubicBezTo>
                  <a:pt x="1283" y="1119"/>
                  <a:pt x="1283" y="1119"/>
                  <a:pt x="1283" y="1119"/>
                </a:cubicBezTo>
                <a:cubicBezTo>
                  <a:pt x="817" y="652"/>
                  <a:pt x="817" y="652"/>
                  <a:pt x="817" y="652"/>
                </a:cubicBezTo>
                <a:cubicBezTo>
                  <a:pt x="350" y="1119"/>
                  <a:pt x="350" y="1119"/>
                  <a:pt x="350" y="1119"/>
                </a:cubicBezTo>
                <a:cubicBezTo>
                  <a:pt x="0" y="768"/>
                  <a:pt x="0" y="768"/>
                  <a:pt x="0" y="768"/>
                </a:cubicBezTo>
                <a:cubicBezTo>
                  <a:pt x="0" y="233"/>
                  <a:pt x="0" y="233"/>
                  <a:pt x="0" y="233"/>
                </a:cubicBezTo>
                <a:cubicBezTo>
                  <a:pt x="0" y="105"/>
                  <a:pt x="105" y="0"/>
                  <a:pt x="233" y="0"/>
                </a:cubicBezTo>
                <a:cubicBezTo>
                  <a:pt x="1867" y="0"/>
                  <a:pt x="1867" y="0"/>
                  <a:pt x="1867" y="0"/>
                </a:cubicBezTo>
                <a:cubicBezTo>
                  <a:pt x="1995" y="0"/>
                  <a:pt x="2100" y="105"/>
                  <a:pt x="2100" y="233"/>
                </a:cubicBezTo>
                <a:close/>
                <a:moveTo>
                  <a:pt x="1750" y="982"/>
                </a:moveTo>
                <a:cubicBezTo>
                  <a:pt x="2100" y="1333"/>
                  <a:pt x="2100" y="1333"/>
                  <a:pt x="2100" y="1333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100" y="1995"/>
                  <a:pt x="1995" y="2100"/>
                  <a:pt x="1867" y="2100"/>
                </a:cubicBezTo>
                <a:cubicBezTo>
                  <a:pt x="233" y="2100"/>
                  <a:pt x="233" y="2100"/>
                  <a:pt x="233" y="2100"/>
                </a:cubicBezTo>
                <a:cubicBezTo>
                  <a:pt x="105" y="2100"/>
                  <a:pt x="0" y="1995"/>
                  <a:pt x="0" y="1867"/>
                </a:cubicBezTo>
                <a:cubicBezTo>
                  <a:pt x="0" y="1099"/>
                  <a:pt x="0" y="1099"/>
                  <a:pt x="0" y="1099"/>
                </a:cubicBezTo>
                <a:cubicBezTo>
                  <a:pt x="350" y="1448"/>
                  <a:pt x="350" y="1448"/>
                  <a:pt x="350" y="1448"/>
                </a:cubicBezTo>
                <a:cubicBezTo>
                  <a:pt x="817" y="981"/>
                  <a:pt x="817" y="981"/>
                  <a:pt x="817" y="981"/>
                </a:cubicBezTo>
                <a:cubicBezTo>
                  <a:pt x="1283" y="1448"/>
                  <a:pt x="1283" y="1448"/>
                  <a:pt x="1283" y="1448"/>
                </a:cubicBezTo>
                <a:lnTo>
                  <a:pt x="1750" y="9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ush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6466"/>
          </a:xfrm>
          <a:custGeom>
            <a:avLst/>
            <a:gdLst>
              <a:gd name="T0" fmla="*/ 584 w 2229"/>
              <a:gd name="T1" fmla="*/ 1295 h 2112"/>
              <a:gd name="T2" fmla="*/ 234 w 2229"/>
              <a:gd name="T3" fmla="*/ 1645 h 2112"/>
              <a:gd name="T4" fmla="*/ 0 w 2229"/>
              <a:gd name="T5" fmla="*/ 1879 h 2112"/>
              <a:gd name="T6" fmla="*/ 467 w 2229"/>
              <a:gd name="T7" fmla="*/ 2112 h 2112"/>
              <a:gd name="T8" fmla="*/ 934 w 2229"/>
              <a:gd name="T9" fmla="*/ 1645 h 2112"/>
              <a:gd name="T10" fmla="*/ 584 w 2229"/>
              <a:gd name="T11" fmla="*/ 1295 h 2112"/>
              <a:gd name="T12" fmla="*/ 2183 w 2229"/>
              <a:gd name="T13" fmla="*/ 202 h 2112"/>
              <a:gd name="T14" fmla="*/ 2027 w 2229"/>
              <a:gd name="T15" fmla="*/ 46 h 2112"/>
              <a:gd name="T16" fmla="*/ 1862 w 2229"/>
              <a:gd name="T17" fmla="*/ 46 h 2112"/>
              <a:gd name="T18" fmla="*/ 817 w 2229"/>
              <a:gd name="T19" fmla="*/ 1091 h 2112"/>
              <a:gd name="T20" fmla="*/ 1138 w 2229"/>
              <a:gd name="T21" fmla="*/ 1412 h 2112"/>
              <a:gd name="T22" fmla="*/ 2183 w 2229"/>
              <a:gd name="T23" fmla="*/ 367 h 2112"/>
              <a:gd name="T24" fmla="*/ 2183 w 2229"/>
              <a:gd name="T25" fmla="*/ 202 h 2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229" h="2112">
                <a:moveTo>
                  <a:pt x="584" y="1295"/>
                </a:moveTo>
                <a:cubicBezTo>
                  <a:pt x="390" y="1295"/>
                  <a:pt x="234" y="1452"/>
                  <a:pt x="234" y="1645"/>
                </a:cubicBezTo>
                <a:cubicBezTo>
                  <a:pt x="234" y="1798"/>
                  <a:pt x="98" y="1879"/>
                  <a:pt x="0" y="1879"/>
                </a:cubicBezTo>
                <a:cubicBezTo>
                  <a:pt x="108" y="2021"/>
                  <a:pt x="291" y="2112"/>
                  <a:pt x="467" y="2112"/>
                </a:cubicBezTo>
                <a:cubicBezTo>
                  <a:pt x="725" y="2112"/>
                  <a:pt x="934" y="1903"/>
                  <a:pt x="934" y="1645"/>
                </a:cubicBezTo>
                <a:cubicBezTo>
                  <a:pt x="934" y="1452"/>
                  <a:pt x="777" y="1295"/>
                  <a:pt x="584" y="1295"/>
                </a:cubicBezTo>
                <a:close/>
                <a:moveTo>
                  <a:pt x="2183" y="202"/>
                </a:moveTo>
                <a:cubicBezTo>
                  <a:pt x="2027" y="46"/>
                  <a:pt x="2027" y="46"/>
                  <a:pt x="2027" y="46"/>
                </a:cubicBezTo>
                <a:cubicBezTo>
                  <a:pt x="1981" y="0"/>
                  <a:pt x="1908" y="0"/>
                  <a:pt x="1862" y="46"/>
                </a:cubicBezTo>
                <a:cubicBezTo>
                  <a:pt x="817" y="1091"/>
                  <a:pt x="817" y="1091"/>
                  <a:pt x="817" y="1091"/>
                </a:cubicBezTo>
                <a:cubicBezTo>
                  <a:pt x="1138" y="1412"/>
                  <a:pt x="1138" y="1412"/>
                  <a:pt x="1138" y="1412"/>
                </a:cubicBezTo>
                <a:cubicBezTo>
                  <a:pt x="2183" y="367"/>
                  <a:pt x="2183" y="367"/>
                  <a:pt x="2183" y="367"/>
                </a:cubicBezTo>
                <a:cubicBezTo>
                  <a:pt x="2229" y="321"/>
                  <a:pt x="2229" y="248"/>
                  <a:pt x="2183" y="20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mera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864 w 2334"/>
              <a:gd name="T1" fmla="*/ 992 h 2334"/>
              <a:gd name="T2" fmla="*/ 1420 w 2334"/>
              <a:gd name="T3" fmla="*/ 28 h 2334"/>
              <a:gd name="T4" fmla="*/ 1167 w 2334"/>
              <a:gd name="T5" fmla="*/ 0 h 2334"/>
              <a:gd name="T6" fmla="*/ 430 w 2334"/>
              <a:gd name="T7" fmla="*/ 263 h 2334"/>
              <a:gd name="T8" fmla="*/ 857 w 2334"/>
              <a:gd name="T9" fmla="*/ 1004 h 2334"/>
              <a:gd name="T10" fmla="*/ 864 w 2334"/>
              <a:gd name="T11" fmla="*/ 992 h 2334"/>
              <a:gd name="T12" fmla="*/ 2280 w 2334"/>
              <a:gd name="T13" fmla="*/ 817 h 2334"/>
              <a:gd name="T14" fmla="*/ 1580 w 2334"/>
              <a:gd name="T15" fmla="*/ 77 h 2334"/>
              <a:gd name="T16" fmla="*/ 1153 w 2334"/>
              <a:gd name="T17" fmla="*/ 817 h 2334"/>
              <a:gd name="T18" fmla="*/ 2280 w 2334"/>
              <a:gd name="T19" fmla="*/ 817 h 2334"/>
              <a:gd name="T20" fmla="*/ 2310 w 2334"/>
              <a:gd name="T21" fmla="*/ 934 h 2334"/>
              <a:gd name="T22" fmla="*/ 1437 w 2334"/>
              <a:gd name="T23" fmla="*/ 934 h 2334"/>
              <a:gd name="T24" fmla="*/ 1470 w 2334"/>
              <a:gd name="T25" fmla="*/ 992 h 2334"/>
              <a:gd name="T26" fmla="*/ 2026 w 2334"/>
              <a:gd name="T27" fmla="*/ 1954 h 2334"/>
              <a:gd name="T28" fmla="*/ 2334 w 2334"/>
              <a:gd name="T29" fmla="*/ 1167 h 2334"/>
              <a:gd name="T30" fmla="*/ 2310 w 2334"/>
              <a:gd name="T31" fmla="*/ 934 h 2334"/>
              <a:gd name="T32" fmla="*/ 763 w 2334"/>
              <a:gd name="T33" fmla="*/ 1167 h 2334"/>
              <a:gd name="T34" fmla="*/ 308 w 2334"/>
              <a:gd name="T35" fmla="*/ 379 h 2334"/>
              <a:gd name="T36" fmla="*/ 0 w 2334"/>
              <a:gd name="T37" fmla="*/ 1167 h 2334"/>
              <a:gd name="T38" fmla="*/ 24 w 2334"/>
              <a:gd name="T39" fmla="*/ 1400 h 2334"/>
              <a:gd name="T40" fmla="*/ 897 w 2334"/>
              <a:gd name="T41" fmla="*/ 1400 h 2334"/>
              <a:gd name="T42" fmla="*/ 763 w 2334"/>
              <a:gd name="T43" fmla="*/ 1167 h 2334"/>
              <a:gd name="T44" fmla="*/ 54 w 2334"/>
              <a:gd name="T45" fmla="*/ 1517 h 2334"/>
              <a:gd name="T46" fmla="*/ 754 w 2334"/>
              <a:gd name="T47" fmla="*/ 2257 h 2334"/>
              <a:gd name="T48" fmla="*/ 1181 w 2334"/>
              <a:gd name="T49" fmla="*/ 1517 h 2334"/>
              <a:gd name="T50" fmla="*/ 54 w 2334"/>
              <a:gd name="T51" fmla="*/ 1517 h 2334"/>
              <a:gd name="T52" fmla="*/ 1369 w 2334"/>
              <a:gd name="T53" fmla="*/ 1517 h 2334"/>
              <a:gd name="T54" fmla="*/ 914 w 2334"/>
              <a:gd name="T55" fmla="*/ 2306 h 2334"/>
              <a:gd name="T56" fmla="*/ 1167 w 2334"/>
              <a:gd name="T57" fmla="*/ 2334 h 2334"/>
              <a:gd name="T58" fmla="*/ 1904 w 2334"/>
              <a:gd name="T59" fmla="*/ 2071 h 2334"/>
              <a:gd name="T60" fmla="*/ 1477 w 2334"/>
              <a:gd name="T61" fmla="*/ 1330 h 2334"/>
              <a:gd name="T62" fmla="*/ 1369 w 2334"/>
              <a:gd name="T63" fmla="*/ 151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334" h="2334">
                <a:moveTo>
                  <a:pt x="864" y="992"/>
                </a:moveTo>
                <a:cubicBezTo>
                  <a:pt x="1420" y="28"/>
                  <a:pt x="1420" y="28"/>
                  <a:pt x="1420" y="28"/>
                </a:cubicBezTo>
                <a:cubicBezTo>
                  <a:pt x="1339" y="11"/>
                  <a:pt x="1255" y="0"/>
                  <a:pt x="1167" y="0"/>
                </a:cubicBezTo>
                <a:cubicBezTo>
                  <a:pt x="887" y="0"/>
                  <a:pt x="630" y="100"/>
                  <a:pt x="430" y="263"/>
                </a:cubicBezTo>
                <a:cubicBezTo>
                  <a:pt x="857" y="1004"/>
                  <a:pt x="857" y="1004"/>
                  <a:pt x="857" y="1004"/>
                </a:cubicBezTo>
                <a:lnTo>
                  <a:pt x="864" y="992"/>
                </a:lnTo>
                <a:close/>
                <a:moveTo>
                  <a:pt x="2280" y="817"/>
                </a:moveTo>
                <a:cubicBezTo>
                  <a:pt x="2173" y="476"/>
                  <a:pt x="1913" y="203"/>
                  <a:pt x="1580" y="77"/>
                </a:cubicBezTo>
                <a:cubicBezTo>
                  <a:pt x="1153" y="817"/>
                  <a:pt x="1153" y="817"/>
                  <a:pt x="1153" y="817"/>
                </a:cubicBezTo>
                <a:lnTo>
                  <a:pt x="2280" y="817"/>
                </a:lnTo>
                <a:close/>
                <a:moveTo>
                  <a:pt x="2310" y="934"/>
                </a:moveTo>
                <a:cubicBezTo>
                  <a:pt x="1437" y="934"/>
                  <a:pt x="1437" y="934"/>
                  <a:pt x="1437" y="934"/>
                </a:cubicBezTo>
                <a:cubicBezTo>
                  <a:pt x="1470" y="992"/>
                  <a:pt x="1470" y="992"/>
                  <a:pt x="1470" y="992"/>
                </a:cubicBezTo>
                <a:cubicBezTo>
                  <a:pt x="2026" y="1954"/>
                  <a:pt x="2026" y="1954"/>
                  <a:pt x="2026" y="1954"/>
                </a:cubicBezTo>
                <a:cubicBezTo>
                  <a:pt x="2217" y="1747"/>
                  <a:pt x="2334" y="1471"/>
                  <a:pt x="2334" y="1167"/>
                </a:cubicBezTo>
                <a:cubicBezTo>
                  <a:pt x="2334" y="1087"/>
                  <a:pt x="2325" y="1009"/>
                  <a:pt x="2310" y="934"/>
                </a:cubicBezTo>
                <a:close/>
                <a:moveTo>
                  <a:pt x="763" y="1167"/>
                </a:moveTo>
                <a:cubicBezTo>
                  <a:pt x="308" y="379"/>
                  <a:pt x="308" y="379"/>
                  <a:pt x="308" y="379"/>
                </a:cubicBezTo>
                <a:cubicBezTo>
                  <a:pt x="118" y="587"/>
                  <a:pt x="0" y="863"/>
                  <a:pt x="0" y="1167"/>
                </a:cubicBezTo>
                <a:cubicBezTo>
                  <a:pt x="0" y="1247"/>
                  <a:pt x="8" y="1324"/>
                  <a:pt x="24" y="1400"/>
                </a:cubicBezTo>
                <a:cubicBezTo>
                  <a:pt x="897" y="1400"/>
                  <a:pt x="897" y="1400"/>
                  <a:pt x="897" y="1400"/>
                </a:cubicBezTo>
                <a:lnTo>
                  <a:pt x="763" y="1167"/>
                </a:lnTo>
                <a:close/>
                <a:moveTo>
                  <a:pt x="54" y="1517"/>
                </a:moveTo>
                <a:cubicBezTo>
                  <a:pt x="161" y="1858"/>
                  <a:pt x="421" y="2131"/>
                  <a:pt x="754" y="2257"/>
                </a:cubicBezTo>
                <a:cubicBezTo>
                  <a:pt x="1181" y="1517"/>
                  <a:pt x="1181" y="1517"/>
                  <a:pt x="1181" y="1517"/>
                </a:cubicBezTo>
                <a:lnTo>
                  <a:pt x="54" y="1517"/>
                </a:lnTo>
                <a:close/>
                <a:moveTo>
                  <a:pt x="1369" y="1517"/>
                </a:moveTo>
                <a:cubicBezTo>
                  <a:pt x="914" y="2306"/>
                  <a:pt x="914" y="2306"/>
                  <a:pt x="914" y="2306"/>
                </a:cubicBezTo>
                <a:cubicBezTo>
                  <a:pt x="995" y="2323"/>
                  <a:pt x="1080" y="2334"/>
                  <a:pt x="1167" y="2334"/>
                </a:cubicBezTo>
                <a:cubicBezTo>
                  <a:pt x="1447" y="2334"/>
                  <a:pt x="1704" y="2235"/>
                  <a:pt x="1904" y="2071"/>
                </a:cubicBezTo>
                <a:cubicBezTo>
                  <a:pt x="1477" y="1330"/>
                  <a:pt x="1477" y="1330"/>
                  <a:pt x="1477" y="1330"/>
                </a:cubicBezTo>
                <a:lnTo>
                  <a:pt x="1369" y="15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mera Al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979"/>
          </a:xfrm>
          <a:custGeom>
            <a:avLst/>
            <a:gdLst>
              <a:gd name="T0" fmla="*/ 3000 w 6000"/>
              <a:gd name="T1" fmla="*/ 2040 h 5400"/>
              <a:gd name="T2" fmla="*/ 3960 w 6000"/>
              <a:gd name="T3" fmla="*/ 3000 h 5400"/>
              <a:gd name="T4" fmla="*/ 3000 w 6000"/>
              <a:gd name="T5" fmla="*/ 3960 h 5400"/>
              <a:gd name="T6" fmla="*/ 2040 w 6000"/>
              <a:gd name="T7" fmla="*/ 3000 h 5400"/>
              <a:gd name="T8" fmla="*/ 3000 w 6000"/>
              <a:gd name="T9" fmla="*/ 2040 h 5400"/>
              <a:gd name="T10" fmla="*/ 2100 w 6000"/>
              <a:gd name="T11" fmla="*/ 0 h 5400"/>
              <a:gd name="T12" fmla="*/ 1551 w 6000"/>
              <a:gd name="T13" fmla="*/ 600 h 5400"/>
              <a:gd name="T14" fmla="*/ 600 w 6000"/>
              <a:gd name="T15" fmla="*/ 600 h 5400"/>
              <a:gd name="T16" fmla="*/ 0 w 6000"/>
              <a:gd name="T17" fmla="*/ 1200 h 5400"/>
              <a:gd name="T18" fmla="*/ 0 w 6000"/>
              <a:gd name="T19" fmla="*/ 4800 h 5400"/>
              <a:gd name="T20" fmla="*/ 600 w 6000"/>
              <a:gd name="T21" fmla="*/ 5400 h 5400"/>
              <a:gd name="T22" fmla="*/ 5400 w 6000"/>
              <a:gd name="T23" fmla="*/ 5400 h 5400"/>
              <a:gd name="T24" fmla="*/ 6000 w 6000"/>
              <a:gd name="T25" fmla="*/ 4800 h 5400"/>
              <a:gd name="T26" fmla="*/ 6000 w 6000"/>
              <a:gd name="T27" fmla="*/ 1200 h 5400"/>
              <a:gd name="T28" fmla="*/ 5400 w 6000"/>
              <a:gd name="T29" fmla="*/ 600 h 5400"/>
              <a:gd name="T30" fmla="*/ 4449 w 6000"/>
              <a:gd name="T31" fmla="*/ 600 h 5400"/>
              <a:gd name="T32" fmla="*/ 3900 w 6000"/>
              <a:gd name="T33" fmla="*/ 0 h 5400"/>
              <a:gd name="T34" fmla="*/ 2100 w 6000"/>
              <a:gd name="T35" fmla="*/ 0 h 5400"/>
              <a:gd name="T36" fmla="*/ 3000 w 6000"/>
              <a:gd name="T37" fmla="*/ 4500 h 5400"/>
              <a:gd name="T38" fmla="*/ 1500 w 6000"/>
              <a:gd name="T39" fmla="*/ 3000 h 5400"/>
              <a:gd name="T40" fmla="*/ 3000 w 6000"/>
              <a:gd name="T41" fmla="*/ 1500 h 5400"/>
              <a:gd name="T42" fmla="*/ 4500 w 6000"/>
              <a:gd name="T43" fmla="*/ 3000 h 5400"/>
              <a:gd name="T44" fmla="*/ 3000 w 6000"/>
              <a:gd name="T45" fmla="*/ 4500 h 5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00" h="5400">
                <a:moveTo>
                  <a:pt x="3000" y="2040"/>
                </a:moveTo>
                <a:cubicBezTo>
                  <a:pt x="3530" y="2040"/>
                  <a:pt x="3960" y="2470"/>
                  <a:pt x="3960" y="3000"/>
                </a:cubicBezTo>
                <a:cubicBezTo>
                  <a:pt x="3960" y="3530"/>
                  <a:pt x="3530" y="3960"/>
                  <a:pt x="3000" y="3960"/>
                </a:cubicBezTo>
                <a:cubicBezTo>
                  <a:pt x="2470" y="3960"/>
                  <a:pt x="2040" y="3530"/>
                  <a:pt x="2040" y="3000"/>
                </a:cubicBezTo>
                <a:cubicBezTo>
                  <a:pt x="2040" y="2470"/>
                  <a:pt x="2470" y="2040"/>
                  <a:pt x="3000" y="2040"/>
                </a:cubicBezTo>
                <a:close/>
                <a:moveTo>
                  <a:pt x="2100" y="0"/>
                </a:moveTo>
                <a:cubicBezTo>
                  <a:pt x="1551" y="600"/>
                  <a:pt x="1551" y="600"/>
                  <a:pt x="1551" y="600"/>
                </a:cubicBezTo>
                <a:cubicBezTo>
                  <a:pt x="600" y="600"/>
                  <a:pt x="600" y="600"/>
                  <a:pt x="600" y="600"/>
                </a:cubicBezTo>
                <a:cubicBezTo>
                  <a:pt x="270" y="600"/>
                  <a:pt x="0" y="870"/>
                  <a:pt x="0" y="1200"/>
                </a:cubicBezTo>
                <a:cubicBezTo>
                  <a:pt x="0" y="4800"/>
                  <a:pt x="0" y="4800"/>
                  <a:pt x="0" y="4800"/>
                </a:cubicBezTo>
                <a:cubicBezTo>
                  <a:pt x="0" y="5130"/>
                  <a:pt x="270" y="5400"/>
                  <a:pt x="600" y="5400"/>
                </a:cubicBezTo>
                <a:cubicBezTo>
                  <a:pt x="5400" y="5400"/>
                  <a:pt x="5400" y="5400"/>
                  <a:pt x="5400" y="5400"/>
                </a:cubicBezTo>
                <a:cubicBezTo>
                  <a:pt x="5730" y="5400"/>
                  <a:pt x="6000" y="5130"/>
                  <a:pt x="6000" y="4800"/>
                </a:cubicBezTo>
                <a:cubicBezTo>
                  <a:pt x="6000" y="1200"/>
                  <a:pt x="6000" y="1200"/>
                  <a:pt x="6000" y="1200"/>
                </a:cubicBezTo>
                <a:cubicBezTo>
                  <a:pt x="6000" y="870"/>
                  <a:pt x="5730" y="600"/>
                  <a:pt x="5400" y="600"/>
                </a:cubicBezTo>
                <a:cubicBezTo>
                  <a:pt x="4449" y="600"/>
                  <a:pt x="4449" y="600"/>
                  <a:pt x="4449" y="600"/>
                </a:cubicBezTo>
                <a:cubicBezTo>
                  <a:pt x="3900" y="0"/>
                  <a:pt x="3900" y="0"/>
                  <a:pt x="3900" y="0"/>
                </a:cubicBezTo>
                <a:lnTo>
                  <a:pt x="2100" y="0"/>
                </a:lnTo>
                <a:close/>
                <a:moveTo>
                  <a:pt x="3000" y="4500"/>
                </a:moveTo>
                <a:cubicBezTo>
                  <a:pt x="2172" y="4500"/>
                  <a:pt x="1500" y="3828"/>
                  <a:pt x="1500" y="3000"/>
                </a:cubicBezTo>
                <a:cubicBezTo>
                  <a:pt x="1500" y="2172"/>
                  <a:pt x="2172" y="1500"/>
                  <a:pt x="3000" y="1500"/>
                </a:cubicBezTo>
                <a:cubicBezTo>
                  <a:pt x="3828" y="1500"/>
                  <a:pt x="4500" y="2172"/>
                  <a:pt x="4500" y="3000"/>
                </a:cubicBezTo>
                <a:cubicBezTo>
                  <a:pt x="4500" y="3828"/>
                  <a:pt x="3828" y="4500"/>
                  <a:pt x="3000" y="45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mera Fro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33653" cy="914400"/>
          </a:xfrm>
          <a:custGeom>
            <a:avLst/>
            <a:gdLst>
              <a:gd name="T0" fmla="*/ 584 w 1634"/>
              <a:gd name="T1" fmla="*/ 2333 h 2800"/>
              <a:gd name="T2" fmla="*/ 0 w 1634"/>
              <a:gd name="T3" fmla="*/ 2333 h 2800"/>
              <a:gd name="T4" fmla="*/ 0 w 1634"/>
              <a:gd name="T5" fmla="*/ 2567 h 2800"/>
              <a:gd name="T6" fmla="*/ 584 w 1634"/>
              <a:gd name="T7" fmla="*/ 2567 h 2800"/>
              <a:gd name="T8" fmla="*/ 584 w 1634"/>
              <a:gd name="T9" fmla="*/ 2800 h 2800"/>
              <a:gd name="T10" fmla="*/ 934 w 1634"/>
              <a:gd name="T11" fmla="*/ 2450 h 2800"/>
              <a:gd name="T12" fmla="*/ 584 w 1634"/>
              <a:gd name="T13" fmla="*/ 2100 h 2800"/>
              <a:gd name="T14" fmla="*/ 584 w 1634"/>
              <a:gd name="T15" fmla="*/ 2333 h 2800"/>
              <a:gd name="T16" fmla="*/ 1050 w 1634"/>
              <a:gd name="T17" fmla="*/ 2333 h 2800"/>
              <a:gd name="T18" fmla="*/ 1050 w 1634"/>
              <a:gd name="T19" fmla="*/ 2567 h 2800"/>
              <a:gd name="T20" fmla="*/ 1634 w 1634"/>
              <a:gd name="T21" fmla="*/ 2567 h 2800"/>
              <a:gd name="T22" fmla="*/ 1634 w 1634"/>
              <a:gd name="T23" fmla="*/ 2333 h 2800"/>
              <a:gd name="T24" fmla="*/ 1050 w 1634"/>
              <a:gd name="T25" fmla="*/ 2333 h 2800"/>
              <a:gd name="T26" fmla="*/ 817 w 1634"/>
              <a:gd name="T27" fmla="*/ 933 h 2800"/>
              <a:gd name="T28" fmla="*/ 1050 w 1634"/>
              <a:gd name="T29" fmla="*/ 700 h 2800"/>
              <a:gd name="T30" fmla="*/ 817 w 1634"/>
              <a:gd name="T31" fmla="*/ 467 h 2800"/>
              <a:gd name="T32" fmla="*/ 585 w 1634"/>
              <a:gd name="T33" fmla="*/ 700 h 2800"/>
              <a:gd name="T34" fmla="*/ 817 w 1634"/>
              <a:gd name="T35" fmla="*/ 933 h 2800"/>
              <a:gd name="T36" fmla="*/ 1400 w 1634"/>
              <a:gd name="T37" fmla="*/ 0 h 2800"/>
              <a:gd name="T38" fmla="*/ 234 w 1634"/>
              <a:gd name="T39" fmla="*/ 0 h 2800"/>
              <a:gd name="T40" fmla="*/ 0 w 1634"/>
              <a:gd name="T41" fmla="*/ 233 h 2800"/>
              <a:gd name="T42" fmla="*/ 0 w 1634"/>
              <a:gd name="T43" fmla="*/ 1867 h 2800"/>
              <a:gd name="T44" fmla="*/ 234 w 1634"/>
              <a:gd name="T45" fmla="*/ 2100 h 2800"/>
              <a:gd name="T46" fmla="*/ 1400 w 1634"/>
              <a:gd name="T47" fmla="*/ 2100 h 2800"/>
              <a:gd name="T48" fmla="*/ 1634 w 1634"/>
              <a:gd name="T49" fmla="*/ 1867 h 2800"/>
              <a:gd name="T50" fmla="*/ 1634 w 1634"/>
              <a:gd name="T51" fmla="*/ 233 h 2800"/>
              <a:gd name="T52" fmla="*/ 1400 w 1634"/>
              <a:gd name="T53" fmla="*/ 0 h 2800"/>
              <a:gd name="T54" fmla="*/ 234 w 1634"/>
              <a:gd name="T55" fmla="*/ 233 h 2800"/>
              <a:gd name="T56" fmla="*/ 1400 w 1634"/>
              <a:gd name="T57" fmla="*/ 233 h 2800"/>
              <a:gd name="T58" fmla="*/ 1400 w 1634"/>
              <a:gd name="T59" fmla="*/ 1458 h 2800"/>
              <a:gd name="T60" fmla="*/ 817 w 1634"/>
              <a:gd name="T61" fmla="*/ 1167 h 2800"/>
              <a:gd name="T62" fmla="*/ 234 w 1634"/>
              <a:gd name="T63" fmla="*/ 1458 h 2800"/>
              <a:gd name="T64" fmla="*/ 234 w 1634"/>
              <a:gd name="T65" fmla="*/ 233 h 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634" h="2800">
                <a:moveTo>
                  <a:pt x="584" y="2333"/>
                </a:moveTo>
                <a:cubicBezTo>
                  <a:pt x="0" y="2333"/>
                  <a:pt x="0" y="2333"/>
                  <a:pt x="0" y="2333"/>
                </a:cubicBezTo>
                <a:cubicBezTo>
                  <a:pt x="0" y="2567"/>
                  <a:pt x="0" y="2567"/>
                  <a:pt x="0" y="2567"/>
                </a:cubicBezTo>
                <a:cubicBezTo>
                  <a:pt x="584" y="2567"/>
                  <a:pt x="584" y="2567"/>
                  <a:pt x="584" y="2567"/>
                </a:cubicBezTo>
                <a:cubicBezTo>
                  <a:pt x="584" y="2800"/>
                  <a:pt x="584" y="2800"/>
                  <a:pt x="584" y="2800"/>
                </a:cubicBezTo>
                <a:cubicBezTo>
                  <a:pt x="934" y="2450"/>
                  <a:pt x="934" y="2450"/>
                  <a:pt x="934" y="2450"/>
                </a:cubicBezTo>
                <a:cubicBezTo>
                  <a:pt x="584" y="2100"/>
                  <a:pt x="584" y="2100"/>
                  <a:pt x="584" y="2100"/>
                </a:cubicBezTo>
                <a:lnTo>
                  <a:pt x="584" y="2333"/>
                </a:lnTo>
                <a:close/>
                <a:moveTo>
                  <a:pt x="1050" y="2333"/>
                </a:moveTo>
                <a:cubicBezTo>
                  <a:pt x="1050" y="2567"/>
                  <a:pt x="1050" y="2567"/>
                  <a:pt x="1050" y="2567"/>
                </a:cubicBezTo>
                <a:cubicBezTo>
                  <a:pt x="1634" y="2567"/>
                  <a:pt x="1634" y="2567"/>
                  <a:pt x="1634" y="2567"/>
                </a:cubicBezTo>
                <a:cubicBezTo>
                  <a:pt x="1634" y="2333"/>
                  <a:pt x="1634" y="2333"/>
                  <a:pt x="1634" y="2333"/>
                </a:cubicBezTo>
                <a:lnTo>
                  <a:pt x="1050" y="2333"/>
                </a:lnTo>
                <a:close/>
                <a:moveTo>
                  <a:pt x="817" y="933"/>
                </a:moveTo>
                <a:cubicBezTo>
                  <a:pt x="945" y="933"/>
                  <a:pt x="1050" y="828"/>
                  <a:pt x="1050" y="700"/>
                </a:cubicBezTo>
                <a:cubicBezTo>
                  <a:pt x="1050" y="572"/>
                  <a:pt x="945" y="467"/>
                  <a:pt x="817" y="467"/>
                </a:cubicBezTo>
                <a:cubicBezTo>
                  <a:pt x="689" y="467"/>
                  <a:pt x="585" y="572"/>
                  <a:pt x="585" y="700"/>
                </a:cubicBezTo>
                <a:cubicBezTo>
                  <a:pt x="585" y="828"/>
                  <a:pt x="689" y="933"/>
                  <a:pt x="817" y="933"/>
                </a:cubicBezTo>
                <a:close/>
                <a:moveTo>
                  <a:pt x="14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4" y="2100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529" y="2100"/>
                  <a:pt x="1634" y="1995"/>
                  <a:pt x="1634" y="1867"/>
                </a:cubicBezTo>
                <a:cubicBezTo>
                  <a:pt x="1634" y="233"/>
                  <a:pt x="1634" y="233"/>
                  <a:pt x="1634" y="233"/>
                </a:cubicBezTo>
                <a:cubicBezTo>
                  <a:pt x="1634" y="105"/>
                  <a:pt x="1529" y="0"/>
                  <a:pt x="1400" y="0"/>
                </a:cubicBezTo>
                <a:close/>
                <a:moveTo>
                  <a:pt x="234" y="233"/>
                </a:moveTo>
                <a:cubicBezTo>
                  <a:pt x="1400" y="233"/>
                  <a:pt x="1400" y="233"/>
                  <a:pt x="1400" y="233"/>
                </a:cubicBezTo>
                <a:cubicBezTo>
                  <a:pt x="1400" y="1458"/>
                  <a:pt x="1400" y="1458"/>
                  <a:pt x="1400" y="1458"/>
                </a:cubicBezTo>
                <a:cubicBezTo>
                  <a:pt x="1400" y="1264"/>
                  <a:pt x="1012" y="1167"/>
                  <a:pt x="817" y="1167"/>
                </a:cubicBezTo>
                <a:cubicBezTo>
                  <a:pt x="622" y="1167"/>
                  <a:pt x="234" y="1264"/>
                  <a:pt x="234" y="1458"/>
                </a:cubicBezTo>
                <a:lnTo>
                  <a:pt x="234" y="2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mera Rea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33653" cy="914400"/>
          </a:xfrm>
          <a:custGeom>
            <a:avLst/>
            <a:gdLst>
              <a:gd name="T0" fmla="*/ 584 w 1634"/>
              <a:gd name="T1" fmla="*/ 2333 h 2800"/>
              <a:gd name="T2" fmla="*/ 0 w 1634"/>
              <a:gd name="T3" fmla="*/ 2333 h 2800"/>
              <a:gd name="T4" fmla="*/ 0 w 1634"/>
              <a:gd name="T5" fmla="*/ 2567 h 2800"/>
              <a:gd name="T6" fmla="*/ 584 w 1634"/>
              <a:gd name="T7" fmla="*/ 2567 h 2800"/>
              <a:gd name="T8" fmla="*/ 584 w 1634"/>
              <a:gd name="T9" fmla="*/ 2800 h 2800"/>
              <a:gd name="T10" fmla="*/ 934 w 1634"/>
              <a:gd name="T11" fmla="*/ 2450 h 2800"/>
              <a:gd name="T12" fmla="*/ 584 w 1634"/>
              <a:gd name="T13" fmla="*/ 2100 h 2800"/>
              <a:gd name="T14" fmla="*/ 584 w 1634"/>
              <a:gd name="T15" fmla="*/ 2333 h 2800"/>
              <a:gd name="T16" fmla="*/ 1050 w 1634"/>
              <a:gd name="T17" fmla="*/ 2333 h 2800"/>
              <a:gd name="T18" fmla="*/ 1050 w 1634"/>
              <a:gd name="T19" fmla="*/ 2567 h 2800"/>
              <a:gd name="T20" fmla="*/ 1634 w 1634"/>
              <a:gd name="T21" fmla="*/ 2567 h 2800"/>
              <a:gd name="T22" fmla="*/ 1634 w 1634"/>
              <a:gd name="T23" fmla="*/ 2333 h 2800"/>
              <a:gd name="T24" fmla="*/ 1050 w 1634"/>
              <a:gd name="T25" fmla="*/ 2333 h 2800"/>
              <a:gd name="T26" fmla="*/ 1400 w 1634"/>
              <a:gd name="T27" fmla="*/ 0 h 2800"/>
              <a:gd name="T28" fmla="*/ 234 w 1634"/>
              <a:gd name="T29" fmla="*/ 0 h 2800"/>
              <a:gd name="T30" fmla="*/ 0 w 1634"/>
              <a:gd name="T31" fmla="*/ 233 h 2800"/>
              <a:gd name="T32" fmla="*/ 0 w 1634"/>
              <a:gd name="T33" fmla="*/ 1867 h 2800"/>
              <a:gd name="T34" fmla="*/ 234 w 1634"/>
              <a:gd name="T35" fmla="*/ 2100 h 2800"/>
              <a:gd name="T36" fmla="*/ 1400 w 1634"/>
              <a:gd name="T37" fmla="*/ 2100 h 2800"/>
              <a:gd name="T38" fmla="*/ 1634 w 1634"/>
              <a:gd name="T39" fmla="*/ 1867 h 2800"/>
              <a:gd name="T40" fmla="*/ 1634 w 1634"/>
              <a:gd name="T41" fmla="*/ 233 h 2800"/>
              <a:gd name="T42" fmla="*/ 1400 w 1634"/>
              <a:gd name="T43" fmla="*/ 0 h 2800"/>
              <a:gd name="T44" fmla="*/ 817 w 1634"/>
              <a:gd name="T45" fmla="*/ 700 h 2800"/>
              <a:gd name="T46" fmla="*/ 584 w 1634"/>
              <a:gd name="T47" fmla="*/ 467 h 2800"/>
              <a:gd name="T48" fmla="*/ 816 w 1634"/>
              <a:gd name="T49" fmla="*/ 233 h 2800"/>
              <a:gd name="T50" fmla="*/ 1049 w 1634"/>
              <a:gd name="T51" fmla="*/ 467 h 2800"/>
              <a:gd name="T52" fmla="*/ 817 w 1634"/>
              <a:gd name="T53" fmla="*/ 700 h 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634" h="2800">
                <a:moveTo>
                  <a:pt x="584" y="2333"/>
                </a:moveTo>
                <a:cubicBezTo>
                  <a:pt x="0" y="2333"/>
                  <a:pt x="0" y="2333"/>
                  <a:pt x="0" y="2333"/>
                </a:cubicBezTo>
                <a:cubicBezTo>
                  <a:pt x="0" y="2567"/>
                  <a:pt x="0" y="2567"/>
                  <a:pt x="0" y="2567"/>
                </a:cubicBezTo>
                <a:cubicBezTo>
                  <a:pt x="584" y="2567"/>
                  <a:pt x="584" y="2567"/>
                  <a:pt x="584" y="2567"/>
                </a:cubicBezTo>
                <a:cubicBezTo>
                  <a:pt x="584" y="2800"/>
                  <a:pt x="584" y="2800"/>
                  <a:pt x="584" y="2800"/>
                </a:cubicBezTo>
                <a:cubicBezTo>
                  <a:pt x="934" y="2450"/>
                  <a:pt x="934" y="2450"/>
                  <a:pt x="934" y="2450"/>
                </a:cubicBezTo>
                <a:cubicBezTo>
                  <a:pt x="584" y="2100"/>
                  <a:pt x="584" y="2100"/>
                  <a:pt x="584" y="2100"/>
                </a:cubicBezTo>
                <a:lnTo>
                  <a:pt x="584" y="2333"/>
                </a:lnTo>
                <a:close/>
                <a:moveTo>
                  <a:pt x="1050" y="2333"/>
                </a:moveTo>
                <a:cubicBezTo>
                  <a:pt x="1050" y="2567"/>
                  <a:pt x="1050" y="2567"/>
                  <a:pt x="1050" y="2567"/>
                </a:cubicBezTo>
                <a:cubicBezTo>
                  <a:pt x="1634" y="2567"/>
                  <a:pt x="1634" y="2567"/>
                  <a:pt x="1634" y="2567"/>
                </a:cubicBezTo>
                <a:cubicBezTo>
                  <a:pt x="1634" y="2333"/>
                  <a:pt x="1634" y="2333"/>
                  <a:pt x="1634" y="2333"/>
                </a:cubicBezTo>
                <a:lnTo>
                  <a:pt x="1050" y="2333"/>
                </a:lnTo>
                <a:close/>
                <a:moveTo>
                  <a:pt x="14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4" y="2100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529" y="2100"/>
                  <a:pt x="1634" y="1995"/>
                  <a:pt x="1634" y="1867"/>
                </a:cubicBezTo>
                <a:cubicBezTo>
                  <a:pt x="1634" y="233"/>
                  <a:pt x="1634" y="233"/>
                  <a:pt x="1634" y="233"/>
                </a:cubicBezTo>
                <a:cubicBezTo>
                  <a:pt x="1634" y="105"/>
                  <a:pt x="1529" y="0"/>
                  <a:pt x="1400" y="0"/>
                </a:cubicBezTo>
                <a:close/>
                <a:moveTo>
                  <a:pt x="817" y="700"/>
                </a:moveTo>
                <a:cubicBezTo>
                  <a:pt x="688" y="700"/>
                  <a:pt x="584" y="595"/>
                  <a:pt x="584" y="467"/>
                </a:cubicBezTo>
                <a:cubicBezTo>
                  <a:pt x="584" y="338"/>
                  <a:pt x="688" y="233"/>
                  <a:pt x="816" y="233"/>
                </a:cubicBezTo>
                <a:cubicBezTo>
                  <a:pt x="944" y="233"/>
                  <a:pt x="1049" y="338"/>
                  <a:pt x="1049" y="467"/>
                </a:cubicBezTo>
                <a:cubicBezTo>
                  <a:pt x="1050" y="595"/>
                  <a:pt x="945" y="700"/>
                  <a:pt x="817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mera Ro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71263" cy="914400"/>
          </a:xfrm>
          <a:custGeom>
            <a:avLst/>
            <a:gdLst>
              <a:gd name="T0" fmla="*/ 1400 w 2334"/>
              <a:gd name="T1" fmla="*/ 466 h 2450"/>
              <a:gd name="T2" fmla="*/ 1167 w 2334"/>
              <a:gd name="T3" fmla="*/ 233 h 2450"/>
              <a:gd name="T4" fmla="*/ 1050 w 2334"/>
              <a:gd name="T5" fmla="*/ 233 h 2450"/>
              <a:gd name="T6" fmla="*/ 1050 w 2334"/>
              <a:gd name="T7" fmla="*/ 116 h 2450"/>
              <a:gd name="T8" fmla="*/ 934 w 2334"/>
              <a:gd name="T9" fmla="*/ 0 h 2450"/>
              <a:gd name="T10" fmla="*/ 467 w 2334"/>
              <a:gd name="T11" fmla="*/ 0 h 2450"/>
              <a:gd name="T12" fmla="*/ 350 w 2334"/>
              <a:gd name="T13" fmla="*/ 116 h 2450"/>
              <a:gd name="T14" fmla="*/ 350 w 2334"/>
              <a:gd name="T15" fmla="*/ 233 h 2450"/>
              <a:gd name="T16" fmla="*/ 234 w 2334"/>
              <a:gd name="T17" fmla="*/ 233 h 2450"/>
              <a:gd name="T18" fmla="*/ 0 w 2334"/>
              <a:gd name="T19" fmla="*/ 466 h 2450"/>
              <a:gd name="T20" fmla="*/ 0 w 2334"/>
              <a:gd name="T21" fmla="*/ 2216 h 2450"/>
              <a:gd name="T22" fmla="*/ 234 w 2334"/>
              <a:gd name="T23" fmla="*/ 2450 h 2450"/>
              <a:gd name="T24" fmla="*/ 1167 w 2334"/>
              <a:gd name="T25" fmla="*/ 2450 h 2450"/>
              <a:gd name="T26" fmla="*/ 1400 w 2334"/>
              <a:gd name="T27" fmla="*/ 2216 h 2450"/>
              <a:gd name="T28" fmla="*/ 2334 w 2334"/>
              <a:gd name="T29" fmla="*/ 2216 h 2450"/>
              <a:gd name="T30" fmla="*/ 2334 w 2334"/>
              <a:gd name="T31" fmla="*/ 466 h 2450"/>
              <a:gd name="T32" fmla="*/ 1400 w 2334"/>
              <a:gd name="T33" fmla="*/ 466 h 2450"/>
              <a:gd name="T34" fmla="*/ 1167 w 2334"/>
              <a:gd name="T35" fmla="*/ 1983 h 2450"/>
              <a:gd name="T36" fmla="*/ 934 w 2334"/>
              <a:gd name="T37" fmla="*/ 1983 h 2450"/>
              <a:gd name="T38" fmla="*/ 934 w 2334"/>
              <a:gd name="T39" fmla="*/ 1750 h 2450"/>
              <a:gd name="T40" fmla="*/ 1167 w 2334"/>
              <a:gd name="T41" fmla="*/ 1750 h 2450"/>
              <a:gd name="T42" fmla="*/ 1167 w 2334"/>
              <a:gd name="T43" fmla="*/ 1983 h 2450"/>
              <a:gd name="T44" fmla="*/ 1167 w 2334"/>
              <a:gd name="T45" fmla="*/ 933 h 2450"/>
              <a:gd name="T46" fmla="*/ 934 w 2334"/>
              <a:gd name="T47" fmla="*/ 933 h 2450"/>
              <a:gd name="T48" fmla="*/ 934 w 2334"/>
              <a:gd name="T49" fmla="*/ 700 h 2450"/>
              <a:gd name="T50" fmla="*/ 1167 w 2334"/>
              <a:gd name="T51" fmla="*/ 700 h 2450"/>
              <a:gd name="T52" fmla="*/ 1167 w 2334"/>
              <a:gd name="T53" fmla="*/ 933 h 2450"/>
              <a:gd name="T54" fmla="*/ 1634 w 2334"/>
              <a:gd name="T55" fmla="*/ 1983 h 2450"/>
              <a:gd name="T56" fmla="*/ 1400 w 2334"/>
              <a:gd name="T57" fmla="*/ 1983 h 2450"/>
              <a:gd name="T58" fmla="*/ 1400 w 2334"/>
              <a:gd name="T59" fmla="*/ 1750 h 2450"/>
              <a:gd name="T60" fmla="*/ 1634 w 2334"/>
              <a:gd name="T61" fmla="*/ 1750 h 2450"/>
              <a:gd name="T62" fmla="*/ 1634 w 2334"/>
              <a:gd name="T63" fmla="*/ 1983 h 2450"/>
              <a:gd name="T64" fmla="*/ 1634 w 2334"/>
              <a:gd name="T65" fmla="*/ 933 h 2450"/>
              <a:gd name="T66" fmla="*/ 1400 w 2334"/>
              <a:gd name="T67" fmla="*/ 933 h 2450"/>
              <a:gd name="T68" fmla="*/ 1400 w 2334"/>
              <a:gd name="T69" fmla="*/ 700 h 2450"/>
              <a:gd name="T70" fmla="*/ 1634 w 2334"/>
              <a:gd name="T71" fmla="*/ 700 h 2450"/>
              <a:gd name="T72" fmla="*/ 1634 w 2334"/>
              <a:gd name="T73" fmla="*/ 933 h 2450"/>
              <a:gd name="T74" fmla="*/ 2100 w 2334"/>
              <a:gd name="T75" fmla="*/ 1983 h 2450"/>
              <a:gd name="T76" fmla="*/ 1867 w 2334"/>
              <a:gd name="T77" fmla="*/ 1983 h 2450"/>
              <a:gd name="T78" fmla="*/ 1867 w 2334"/>
              <a:gd name="T79" fmla="*/ 1750 h 2450"/>
              <a:gd name="T80" fmla="*/ 2100 w 2334"/>
              <a:gd name="T81" fmla="*/ 1750 h 2450"/>
              <a:gd name="T82" fmla="*/ 2100 w 2334"/>
              <a:gd name="T83" fmla="*/ 1983 h 2450"/>
              <a:gd name="T84" fmla="*/ 2100 w 2334"/>
              <a:gd name="T85" fmla="*/ 933 h 2450"/>
              <a:gd name="T86" fmla="*/ 1867 w 2334"/>
              <a:gd name="T87" fmla="*/ 933 h 2450"/>
              <a:gd name="T88" fmla="*/ 1867 w 2334"/>
              <a:gd name="T89" fmla="*/ 700 h 2450"/>
              <a:gd name="T90" fmla="*/ 2100 w 2334"/>
              <a:gd name="T91" fmla="*/ 700 h 2450"/>
              <a:gd name="T92" fmla="*/ 2100 w 2334"/>
              <a:gd name="T93" fmla="*/ 933 h 2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334" h="2450">
                <a:moveTo>
                  <a:pt x="1400" y="466"/>
                </a:moveTo>
                <a:cubicBezTo>
                  <a:pt x="1400" y="338"/>
                  <a:pt x="1295" y="233"/>
                  <a:pt x="1167" y="233"/>
                </a:cubicBezTo>
                <a:cubicBezTo>
                  <a:pt x="1050" y="233"/>
                  <a:pt x="1050" y="233"/>
                  <a:pt x="1050" y="233"/>
                </a:cubicBezTo>
                <a:cubicBezTo>
                  <a:pt x="1050" y="116"/>
                  <a:pt x="1050" y="116"/>
                  <a:pt x="1050" y="116"/>
                </a:cubicBezTo>
                <a:cubicBezTo>
                  <a:pt x="1050" y="52"/>
                  <a:pt x="998" y="0"/>
                  <a:pt x="934" y="0"/>
                </a:cubicBezTo>
                <a:cubicBezTo>
                  <a:pt x="467" y="0"/>
                  <a:pt x="467" y="0"/>
                  <a:pt x="467" y="0"/>
                </a:cubicBezTo>
                <a:cubicBezTo>
                  <a:pt x="403" y="0"/>
                  <a:pt x="350" y="52"/>
                  <a:pt x="350" y="116"/>
                </a:cubicBezTo>
                <a:cubicBezTo>
                  <a:pt x="350" y="233"/>
                  <a:pt x="350" y="233"/>
                  <a:pt x="350" y="233"/>
                </a:cubicBezTo>
                <a:cubicBezTo>
                  <a:pt x="234" y="233"/>
                  <a:pt x="234" y="233"/>
                  <a:pt x="234" y="233"/>
                </a:cubicBezTo>
                <a:cubicBezTo>
                  <a:pt x="105" y="233"/>
                  <a:pt x="0" y="338"/>
                  <a:pt x="0" y="466"/>
                </a:cubicBezTo>
                <a:cubicBezTo>
                  <a:pt x="0" y="2216"/>
                  <a:pt x="0" y="2216"/>
                  <a:pt x="0" y="2216"/>
                </a:cubicBezTo>
                <a:cubicBezTo>
                  <a:pt x="0" y="2345"/>
                  <a:pt x="105" y="2450"/>
                  <a:pt x="234" y="2450"/>
                </a:cubicBezTo>
                <a:cubicBezTo>
                  <a:pt x="1167" y="2450"/>
                  <a:pt x="1167" y="2450"/>
                  <a:pt x="1167" y="2450"/>
                </a:cubicBezTo>
                <a:cubicBezTo>
                  <a:pt x="1295" y="2450"/>
                  <a:pt x="1400" y="2345"/>
                  <a:pt x="1400" y="2216"/>
                </a:cubicBezTo>
                <a:cubicBezTo>
                  <a:pt x="2334" y="2216"/>
                  <a:pt x="2334" y="2216"/>
                  <a:pt x="2334" y="2216"/>
                </a:cubicBezTo>
                <a:cubicBezTo>
                  <a:pt x="2334" y="466"/>
                  <a:pt x="2334" y="466"/>
                  <a:pt x="2334" y="466"/>
                </a:cubicBezTo>
                <a:lnTo>
                  <a:pt x="1400" y="466"/>
                </a:lnTo>
                <a:close/>
                <a:moveTo>
                  <a:pt x="1167" y="1983"/>
                </a:moveTo>
                <a:cubicBezTo>
                  <a:pt x="934" y="1983"/>
                  <a:pt x="934" y="1983"/>
                  <a:pt x="934" y="1983"/>
                </a:cubicBezTo>
                <a:cubicBezTo>
                  <a:pt x="934" y="1750"/>
                  <a:pt x="934" y="1750"/>
                  <a:pt x="934" y="1750"/>
                </a:cubicBezTo>
                <a:cubicBezTo>
                  <a:pt x="1167" y="1750"/>
                  <a:pt x="1167" y="1750"/>
                  <a:pt x="1167" y="1750"/>
                </a:cubicBezTo>
                <a:lnTo>
                  <a:pt x="1167" y="1983"/>
                </a:lnTo>
                <a:close/>
                <a:moveTo>
                  <a:pt x="1167" y="933"/>
                </a:moveTo>
                <a:cubicBezTo>
                  <a:pt x="934" y="933"/>
                  <a:pt x="934" y="933"/>
                  <a:pt x="934" y="933"/>
                </a:cubicBezTo>
                <a:cubicBezTo>
                  <a:pt x="934" y="700"/>
                  <a:pt x="934" y="700"/>
                  <a:pt x="934" y="700"/>
                </a:cubicBezTo>
                <a:cubicBezTo>
                  <a:pt x="1167" y="700"/>
                  <a:pt x="1167" y="700"/>
                  <a:pt x="1167" y="700"/>
                </a:cubicBezTo>
                <a:lnTo>
                  <a:pt x="1167" y="933"/>
                </a:lnTo>
                <a:close/>
                <a:moveTo>
                  <a:pt x="1634" y="1983"/>
                </a:moveTo>
                <a:cubicBezTo>
                  <a:pt x="1400" y="1983"/>
                  <a:pt x="1400" y="1983"/>
                  <a:pt x="1400" y="1983"/>
                </a:cubicBezTo>
                <a:cubicBezTo>
                  <a:pt x="1400" y="1750"/>
                  <a:pt x="1400" y="1750"/>
                  <a:pt x="1400" y="1750"/>
                </a:cubicBezTo>
                <a:cubicBezTo>
                  <a:pt x="1634" y="1750"/>
                  <a:pt x="1634" y="1750"/>
                  <a:pt x="1634" y="1750"/>
                </a:cubicBezTo>
                <a:lnTo>
                  <a:pt x="1634" y="1983"/>
                </a:lnTo>
                <a:close/>
                <a:moveTo>
                  <a:pt x="1634" y="933"/>
                </a:moveTo>
                <a:cubicBezTo>
                  <a:pt x="1400" y="933"/>
                  <a:pt x="1400" y="933"/>
                  <a:pt x="1400" y="933"/>
                </a:cubicBezTo>
                <a:cubicBezTo>
                  <a:pt x="1400" y="700"/>
                  <a:pt x="1400" y="700"/>
                  <a:pt x="1400" y="700"/>
                </a:cubicBezTo>
                <a:cubicBezTo>
                  <a:pt x="1634" y="700"/>
                  <a:pt x="1634" y="700"/>
                  <a:pt x="1634" y="700"/>
                </a:cubicBezTo>
                <a:lnTo>
                  <a:pt x="1634" y="933"/>
                </a:lnTo>
                <a:close/>
                <a:moveTo>
                  <a:pt x="2100" y="1983"/>
                </a:moveTo>
                <a:cubicBezTo>
                  <a:pt x="1867" y="1983"/>
                  <a:pt x="1867" y="1983"/>
                  <a:pt x="1867" y="1983"/>
                </a:cubicBezTo>
                <a:cubicBezTo>
                  <a:pt x="1867" y="1750"/>
                  <a:pt x="1867" y="1750"/>
                  <a:pt x="1867" y="1750"/>
                </a:cubicBezTo>
                <a:cubicBezTo>
                  <a:pt x="2100" y="1750"/>
                  <a:pt x="2100" y="1750"/>
                  <a:pt x="2100" y="1750"/>
                </a:cubicBezTo>
                <a:lnTo>
                  <a:pt x="2100" y="1983"/>
                </a:lnTo>
                <a:close/>
                <a:moveTo>
                  <a:pt x="2100" y="933"/>
                </a:moveTo>
                <a:cubicBezTo>
                  <a:pt x="1867" y="933"/>
                  <a:pt x="1867" y="933"/>
                  <a:pt x="1867" y="933"/>
                </a:cubicBezTo>
                <a:cubicBezTo>
                  <a:pt x="1867" y="700"/>
                  <a:pt x="1867" y="700"/>
                  <a:pt x="1867" y="700"/>
                </a:cubicBezTo>
                <a:cubicBezTo>
                  <a:pt x="2100" y="700"/>
                  <a:pt x="2100" y="700"/>
                  <a:pt x="2100" y="700"/>
                </a:cubicBezTo>
                <a:lnTo>
                  <a:pt x="2100" y="9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enter Focus Stro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050 w 2100"/>
              <a:gd name="T1" fmla="*/ 583 h 2100"/>
              <a:gd name="T2" fmla="*/ 583 w 2100"/>
              <a:gd name="T3" fmla="*/ 1050 h 2100"/>
              <a:gd name="T4" fmla="*/ 1050 w 2100"/>
              <a:gd name="T5" fmla="*/ 1517 h 2100"/>
              <a:gd name="T6" fmla="*/ 1517 w 2100"/>
              <a:gd name="T7" fmla="*/ 1050 h 2100"/>
              <a:gd name="T8" fmla="*/ 1050 w 2100"/>
              <a:gd name="T9" fmla="*/ 583 h 2100"/>
              <a:gd name="T10" fmla="*/ 233 w 2100"/>
              <a:gd name="T11" fmla="*/ 1400 h 2100"/>
              <a:gd name="T12" fmla="*/ 0 w 2100"/>
              <a:gd name="T13" fmla="*/ 1400 h 2100"/>
              <a:gd name="T14" fmla="*/ 0 w 2100"/>
              <a:gd name="T15" fmla="*/ 1867 h 2100"/>
              <a:gd name="T16" fmla="*/ 233 w 2100"/>
              <a:gd name="T17" fmla="*/ 2100 h 2100"/>
              <a:gd name="T18" fmla="*/ 700 w 2100"/>
              <a:gd name="T19" fmla="*/ 2100 h 2100"/>
              <a:gd name="T20" fmla="*/ 700 w 2100"/>
              <a:gd name="T21" fmla="*/ 1867 h 2100"/>
              <a:gd name="T22" fmla="*/ 233 w 2100"/>
              <a:gd name="T23" fmla="*/ 1867 h 2100"/>
              <a:gd name="T24" fmla="*/ 233 w 2100"/>
              <a:gd name="T25" fmla="*/ 1400 h 2100"/>
              <a:gd name="T26" fmla="*/ 233 w 2100"/>
              <a:gd name="T27" fmla="*/ 233 h 2100"/>
              <a:gd name="T28" fmla="*/ 700 w 2100"/>
              <a:gd name="T29" fmla="*/ 233 h 2100"/>
              <a:gd name="T30" fmla="*/ 700 w 2100"/>
              <a:gd name="T31" fmla="*/ 0 h 2100"/>
              <a:gd name="T32" fmla="*/ 233 w 2100"/>
              <a:gd name="T33" fmla="*/ 0 h 2100"/>
              <a:gd name="T34" fmla="*/ 0 w 2100"/>
              <a:gd name="T35" fmla="*/ 233 h 2100"/>
              <a:gd name="T36" fmla="*/ 0 w 2100"/>
              <a:gd name="T37" fmla="*/ 700 h 2100"/>
              <a:gd name="T38" fmla="*/ 233 w 2100"/>
              <a:gd name="T39" fmla="*/ 700 h 2100"/>
              <a:gd name="T40" fmla="*/ 233 w 2100"/>
              <a:gd name="T41" fmla="*/ 233 h 2100"/>
              <a:gd name="T42" fmla="*/ 1867 w 2100"/>
              <a:gd name="T43" fmla="*/ 0 h 2100"/>
              <a:gd name="T44" fmla="*/ 1400 w 2100"/>
              <a:gd name="T45" fmla="*/ 0 h 2100"/>
              <a:gd name="T46" fmla="*/ 1400 w 2100"/>
              <a:gd name="T47" fmla="*/ 233 h 2100"/>
              <a:gd name="T48" fmla="*/ 1867 w 2100"/>
              <a:gd name="T49" fmla="*/ 233 h 2100"/>
              <a:gd name="T50" fmla="*/ 1867 w 2100"/>
              <a:gd name="T51" fmla="*/ 700 h 2100"/>
              <a:gd name="T52" fmla="*/ 2100 w 2100"/>
              <a:gd name="T53" fmla="*/ 700 h 2100"/>
              <a:gd name="T54" fmla="*/ 2100 w 2100"/>
              <a:gd name="T55" fmla="*/ 233 h 2100"/>
              <a:gd name="T56" fmla="*/ 1867 w 2100"/>
              <a:gd name="T57" fmla="*/ 0 h 2100"/>
              <a:gd name="T58" fmla="*/ 1867 w 2100"/>
              <a:gd name="T59" fmla="*/ 1867 h 2100"/>
              <a:gd name="T60" fmla="*/ 1400 w 2100"/>
              <a:gd name="T61" fmla="*/ 1867 h 2100"/>
              <a:gd name="T62" fmla="*/ 1400 w 2100"/>
              <a:gd name="T63" fmla="*/ 2100 h 2100"/>
              <a:gd name="T64" fmla="*/ 1867 w 2100"/>
              <a:gd name="T65" fmla="*/ 2100 h 2100"/>
              <a:gd name="T66" fmla="*/ 2100 w 2100"/>
              <a:gd name="T67" fmla="*/ 1867 h 2100"/>
              <a:gd name="T68" fmla="*/ 2100 w 2100"/>
              <a:gd name="T69" fmla="*/ 1400 h 2100"/>
              <a:gd name="T70" fmla="*/ 1867 w 2100"/>
              <a:gd name="T71" fmla="*/ 1400 h 2100"/>
              <a:gd name="T72" fmla="*/ 1867 w 2100"/>
              <a:gd name="T73" fmla="*/ 18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100" h="2100">
                <a:moveTo>
                  <a:pt x="1050" y="583"/>
                </a:moveTo>
                <a:cubicBezTo>
                  <a:pt x="792" y="583"/>
                  <a:pt x="583" y="792"/>
                  <a:pt x="583" y="1050"/>
                </a:cubicBezTo>
                <a:cubicBezTo>
                  <a:pt x="583" y="1308"/>
                  <a:pt x="792" y="1517"/>
                  <a:pt x="1050" y="1517"/>
                </a:cubicBezTo>
                <a:cubicBezTo>
                  <a:pt x="1308" y="1517"/>
                  <a:pt x="1517" y="1308"/>
                  <a:pt x="1517" y="1050"/>
                </a:cubicBezTo>
                <a:cubicBezTo>
                  <a:pt x="1517" y="792"/>
                  <a:pt x="1308" y="583"/>
                  <a:pt x="1050" y="583"/>
                </a:cubicBezTo>
                <a:close/>
                <a:moveTo>
                  <a:pt x="233" y="1400"/>
                </a:moveTo>
                <a:cubicBezTo>
                  <a:pt x="0" y="1400"/>
                  <a:pt x="0" y="1400"/>
                  <a:pt x="0" y="1400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700" y="2100"/>
                  <a:pt x="700" y="2100"/>
                  <a:pt x="700" y="2100"/>
                </a:cubicBezTo>
                <a:cubicBezTo>
                  <a:pt x="700" y="1867"/>
                  <a:pt x="700" y="1867"/>
                  <a:pt x="700" y="1867"/>
                </a:cubicBezTo>
                <a:cubicBezTo>
                  <a:pt x="233" y="1867"/>
                  <a:pt x="233" y="1867"/>
                  <a:pt x="233" y="1867"/>
                </a:cubicBezTo>
                <a:lnTo>
                  <a:pt x="233" y="1400"/>
                </a:lnTo>
                <a:close/>
                <a:moveTo>
                  <a:pt x="233" y="233"/>
                </a:moveTo>
                <a:cubicBezTo>
                  <a:pt x="700" y="233"/>
                  <a:pt x="700" y="233"/>
                  <a:pt x="700" y="233"/>
                </a:cubicBezTo>
                <a:cubicBezTo>
                  <a:pt x="700" y="0"/>
                  <a:pt x="700" y="0"/>
                  <a:pt x="700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700"/>
                  <a:pt x="0" y="700"/>
                  <a:pt x="0" y="700"/>
                </a:cubicBezTo>
                <a:cubicBezTo>
                  <a:pt x="233" y="700"/>
                  <a:pt x="233" y="700"/>
                  <a:pt x="233" y="700"/>
                </a:cubicBezTo>
                <a:lnTo>
                  <a:pt x="233" y="233"/>
                </a:lnTo>
                <a:close/>
                <a:moveTo>
                  <a:pt x="1867" y="0"/>
                </a:moveTo>
                <a:cubicBezTo>
                  <a:pt x="1400" y="0"/>
                  <a:pt x="1400" y="0"/>
                  <a:pt x="1400" y="0"/>
                </a:cubicBezTo>
                <a:cubicBezTo>
                  <a:pt x="1400" y="233"/>
                  <a:pt x="1400" y="233"/>
                  <a:pt x="1400" y="233"/>
                </a:cubicBezTo>
                <a:cubicBezTo>
                  <a:pt x="1867" y="233"/>
                  <a:pt x="1867" y="233"/>
                  <a:pt x="1867" y="233"/>
                </a:cubicBezTo>
                <a:cubicBezTo>
                  <a:pt x="1867" y="700"/>
                  <a:pt x="1867" y="700"/>
                  <a:pt x="1867" y="700"/>
                </a:cubicBezTo>
                <a:cubicBezTo>
                  <a:pt x="2100" y="700"/>
                  <a:pt x="2100" y="700"/>
                  <a:pt x="2100" y="700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867" y="1867"/>
                </a:moveTo>
                <a:cubicBezTo>
                  <a:pt x="1400" y="1867"/>
                  <a:pt x="1400" y="1867"/>
                  <a:pt x="1400" y="1867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1400"/>
                  <a:pt x="2100" y="1400"/>
                  <a:pt x="2100" y="1400"/>
                </a:cubicBezTo>
                <a:cubicBezTo>
                  <a:pt x="1867" y="1400"/>
                  <a:pt x="1867" y="1400"/>
                  <a:pt x="1867" y="1400"/>
                </a:cubicBezTo>
                <a:lnTo>
                  <a:pt x="1867" y="18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enter Focus Wea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33 w 2100"/>
              <a:gd name="T1" fmla="*/ 1400 h 2100"/>
              <a:gd name="T2" fmla="*/ 0 w 2100"/>
              <a:gd name="T3" fmla="*/ 1400 h 2100"/>
              <a:gd name="T4" fmla="*/ 0 w 2100"/>
              <a:gd name="T5" fmla="*/ 1867 h 2100"/>
              <a:gd name="T6" fmla="*/ 233 w 2100"/>
              <a:gd name="T7" fmla="*/ 2100 h 2100"/>
              <a:gd name="T8" fmla="*/ 700 w 2100"/>
              <a:gd name="T9" fmla="*/ 2100 h 2100"/>
              <a:gd name="T10" fmla="*/ 700 w 2100"/>
              <a:gd name="T11" fmla="*/ 1867 h 2100"/>
              <a:gd name="T12" fmla="*/ 233 w 2100"/>
              <a:gd name="T13" fmla="*/ 1867 h 2100"/>
              <a:gd name="T14" fmla="*/ 233 w 2100"/>
              <a:gd name="T15" fmla="*/ 1400 h 2100"/>
              <a:gd name="T16" fmla="*/ 233 w 2100"/>
              <a:gd name="T17" fmla="*/ 233 h 2100"/>
              <a:gd name="T18" fmla="*/ 700 w 2100"/>
              <a:gd name="T19" fmla="*/ 233 h 2100"/>
              <a:gd name="T20" fmla="*/ 700 w 2100"/>
              <a:gd name="T21" fmla="*/ 0 h 2100"/>
              <a:gd name="T22" fmla="*/ 233 w 2100"/>
              <a:gd name="T23" fmla="*/ 0 h 2100"/>
              <a:gd name="T24" fmla="*/ 0 w 2100"/>
              <a:gd name="T25" fmla="*/ 233 h 2100"/>
              <a:gd name="T26" fmla="*/ 0 w 2100"/>
              <a:gd name="T27" fmla="*/ 700 h 2100"/>
              <a:gd name="T28" fmla="*/ 233 w 2100"/>
              <a:gd name="T29" fmla="*/ 700 h 2100"/>
              <a:gd name="T30" fmla="*/ 233 w 2100"/>
              <a:gd name="T31" fmla="*/ 233 h 2100"/>
              <a:gd name="T32" fmla="*/ 1867 w 2100"/>
              <a:gd name="T33" fmla="*/ 0 h 2100"/>
              <a:gd name="T34" fmla="*/ 1400 w 2100"/>
              <a:gd name="T35" fmla="*/ 0 h 2100"/>
              <a:gd name="T36" fmla="*/ 1400 w 2100"/>
              <a:gd name="T37" fmla="*/ 233 h 2100"/>
              <a:gd name="T38" fmla="*/ 1867 w 2100"/>
              <a:gd name="T39" fmla="*/ 233 h 2100"/>
              <a:gd name="T40" fmla="*/ 1867 w 2100"/>
              <a:gd name="T41" fmla="*/ 700 h 2100"/>
              <a:gd name="T42" fmla="*/ 2100 w 2100"/>
              <a:gd name="T43" fmla="*/ 700 h 2100"/>
              <a:gd name="T44" fmla="*/ 2100 w 2100"/>
              <a:gd name="T45" fmla="*/ 233 h 2100"/>
              <a:gd name="T46" fmla="*/ 1867 w 2100"/>
              <a:gd name="T47" fmla="*/ 0 h 2100"/>
              <a:gd name="T48" fmla="*/ 1867 w 2100"/>
              <a:gd name="T49" fmla="*/ 1867 h 2100"/>
              <a:gd name="T50" fmla="*/ 1400 w 2100"/>
              <a:gd name="T51" fmla="*/ 1867 h 2100"/>
              <a:gd name="T52" fmla="*/ 1400 w 2100"/>
              <a:gd name="T53" fmla="*/ 2100 h 2100"/>
              <a:gd name="T54" fmla="*/ 1867 w 2100"/>
              <a:gd name="T55" fmla="*/ 2100 h 2100"/>
              <a:gd name="T56" fmla="*/ 2100 w 2100"/>
              <a:gd name="T57" fmla="*/ 1867 h 2100"/>
              <a:gd name="T58" fmla="*/ 2100 w 2100"/>
              <a:gd name="T59" fmla="*/ 1400 h 2100"/>
              <a:gd name="T60" fmla="*/ 1867 w 2100"/>
              <a:gd name="T61" fmla="*/ 1400 h 2100"/>
              <a:gd name="T62" fmla="*/ 1867 w 2100"/>
              <a:gd name="T63" fmla="*/ 1867 h 2100"/>
              <a:gd name="T64" fmla="*/ 1050 w 2100"/>
              <a:gd name="T65" fmla="*/ 583 h 2100"/>
              <a:gd name="T66" fmla="*/ 583 w 2100"/>
              <a:gd name="T67" fmla="*/ 1050 h 2100"/>
              <a:gd name="T68" fmla="*/ 1050 w 2100"/>
              <a:gd name="T69" fmla="*/ 1517 h 2100"/>
              <a:gd name="T70" fmla="*/ 1517 w 2100"/>
              <a:gd name="T71" fmla="*/ 1050 h 2100"/>
              <a:gd name="T72" fmla="*/ 1050 w 2100"/>
              <a:gd name="T73" fmla="*/ 583 h 2100"/>
              <a:gd name="T74" fmla="*/ 1050 w 2100"/>
              <a:gd name="T75" fmla="*/ 1283 h 2100"/>
              <a:gd name="T76" fmla="*/ 817 w 2100"/>
              <a:gd name="T77" fmla="*/ 1050 h 2100"/>
              <a:gd name="T78" fmla="*/ 1050 w 2100"/>
              <a:gd name="T79" fmla="*/ 817 h 2100"/>
              <a:gd name="T80" fmla="*/ 1283 w 2100"/>
              <a:gd name="T81" fmla="*/ 1050 h 2100"/>
              <a:gd name="T82" fmla="*/ 1050 w 2100"/>
              <a:gd name="T83" fmla="*/ 128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100" h="2100">
                <a:moveTo>
                  <a:pt x="233" y="1400"/>
                </a:moveTo>
                <a:cubicBezTo>
                  <a:pt x="0" y="1400"/>
                  <a:pt x="0" y="1400"/>
                  <a:pt x="0" y="1400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700" y="2100"/>
                  <a:pt x="700" y="2100"/>
                  <a:pt x="700" y="2100"/>
                </a:cubicBezTo>
                <a:cubicBezTo>
                  <a:pt x="700" y="1867"/>
                  <a:pt x="700" y="1867"/>
                  <a:pt x="700" y="1867"/>
                </a:cubicBezTo>
                <a:cubicBezTo>
                  <a:pt x="233" y="1867"/>
                  <a:pt x="233" y="1867"/>
                  <a:pt x="233" y="1867"/>
                </a:cubicBezTo>
                <a:lnTo>
                  <a:pt x="233" y="1400"/>
                </a:lnTo>
                <a:close/>
                <a:moveTo>
                  <a:pt x="233" y="233"/>
                </a:moveTo>
                <a:cubicBezTo>
                  <a:pt x="700" y="233"/>
                  <a:pt x="700" y="233"/>
                  <a:pt x="700" y="233"/>
                </a:cubicBezTo>
                <a:cubicBezTo>
                  <a:pt x="700" y="0"/>
                  <a:pt x="700" y="0"/>
                  <a:pt x="700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700"/>
                  <a:pt x="0" y="700"/>
                  <a:pt x="0" y="700"/>
                </a:cubicBezTo>
                <a:cubicBezTo>
                  <a:pt x="233" y="700"/>
                  <a:pt x="233" y="700"/>
                  <a:pt x="233" y="700"/>
                </a:cubicBezTo>
                <a:lnTo>
                  <a:pt x="233" y="233"/>
                </a:lnTo>
                <a:close/>
                <a:moveTo>
                  <a:pt x="1867" y="0"/>
                </a:moveTo>
                <a:cubicBezTo>
                  <a:pt x="1400" y="0"/>
                  <a:pt x="1400" y="0"/>
                  <a:pt x="1400" y="0"/>
                </a:cubicBezTo>
                <a:cubicBezTo>
                  <a:pt x="1400" y="233"/>
                  <a:pt x="1400" y="233"/>
                  <a:pt x="1400" y="233"/>
                </a:cubicBezTo>
                <a:cubicBezTo>
                  <a:pt x="1867" y="233"/>
                  <a:pt x="1867" y="233"/>
                  <a:pt x="1867" y="233"/>
                </a:cubicBezTo>
                <a:cubicBezTo>
                  <a:pt x="1867" y="700"/>
                  <a:pt x="1867" y="700"/>
                  <a:pt x="1867" y="700"/>
                </a:cubicBezTo>
                <a:cubicBezTo>
                  <a:pt x="2100" y="700"/>
                  <a:pt x="2100" y="700"/>
                  <a:pt x="2100" y="700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867" y="1867"/>
                </a:moveTo>
                <a:cubicBezTo>
                  <a:pt x="1400" y="1867"/>
                  <a:pt x="1400" y="1867"/>
                  <a:pt x="1400" y="1867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1400"/>
                  <a:pt x="2100" y="1400"/>
                  <a:pt x="2100" y="1400"/>
                </a:cubicBezTo>
                <a:cubicBezTo>
                  <a:pt x="1867" y="1400"/>
                  <a:pt x="1867" y="1400"/>
                  <a:pt x="1867" y="1400"/>
                </a:cubicBezTo>
                <a:lnTo>
                  <a:pt x="1867" y="1867"/>
                </a:lnTo>
                <a:close/>
                <a:moveTo>
                  <a:pt x="1050" y="583"/>
                </a:moveTo>
                <a:cubicBezTo>
                  <a:pt x="792" y="583"/>
                  <a:pt x="583" y="792"/>
                  <a:pt x="583" y="1050"/>
                </a:cubicBezTo>
                <a:cubicBezTo>
                  <a:pt x="583" y="1308"/>
                  <a:pt x="792" y="1517"/>
                  <a:pt x="1050" y="1517"/>
                </a:cubicBezTo>
                <a:cubicBezTo>
                  <a:pt x="1308" y="1517"/>
                  <a:pt x="1517" y="1308"/>
                  <a:pt x="1517" y="1050"/>
                </a:cubicBezTo>
                <a:cubicBezTo>
                  <a:pt x="1517" y="792"/>
                  <a:pt x="1308" y="583"/>
                  <a:pt x="1050" y="583"/>
                </a:cubicBezTo>
                <a:close/>
                <a:moveTo>
                  <a:pt x="1050" y="1283"/>
                </a:moveTo>
                <a:cubicBezTo>
                  <a:pt x="922" y="1283"/>
                  <a:pt x="817" y="1178"/>
                  <a:pt x="817" y="1050"/>
                </a:cubicBezTo>
                <a:cubicBezTo>
                  <a:pt x="817" y="922"/>
                  <a:pt x="922" y="817"/>
                  <a:pt x="1050" y="817"/>
                </a:cubicBezTo>
                <a:cubicBezTo>
                  <a:pt x="1178" y="817"/>
                  <a:pt x="1283" y="922"/>
                  <a:pt x="1283" y="1050"/>
                </a:cubicBezTo>
                <a:cubicBezTo>
                  <a:pt x="1283" y="1178"/>
                  <a:pt x="1178" y="1283"/>
                  <a:pt x="1050" y="128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llection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334 w 2334"/>
              <a:gd name="T1" fmla="*/ 1634 h 2334"/>
              <a:gd name="T2" fmla="*/ 2334 w 2334"/>
              <a:gd name="T3" fmla="*/ 234 h 2334"/>
              <a:gd name="T4" fmla="*/ 2100 w 2334"/>
              <a:gd name="T5" fmla="*/ 0 h 2334"/>
              <a:gd name="T6" fmla="*/ 700 w 2334"/>
              <a:gd name="T7" fmla="*/ 0 h 2334"/>
              <a:gd name="T8" fmla="*/ 467 w 2334"/>
              <a:gd name="T9" fmla="*/ 234 h 2334"/>
              <a:gd name="T10" fmla="*/ 467 w 2334"/>
              <a:gd name="T11" fmla="*/ 1634 h 2334"/>
              <a:gd name="T12" fmla="*/ 700 w 2334"/>
              <a:gd name="T13" fmla="*/ 1867 h 2334"/>
              <a:gd name="T14" fmla="*/ 2100 w 2334"/>
              <a:gd name="T15" fmla="*/ 1867 h 2334"/>
              <a:gd name="T16" fmla="*/ 2334 w 2334"/>
              <a:gd name="T17" fmla="*/ 1634 h 2334"/>
              <a:gd name="T18" fmla="*/ 1050 w 2334"/>
              <a:gd name="T19" fmla="*/ 1167 h 2334"/>
              <a:gd name="T20" fmla="*/ 1287 w 2334"/>
              <a:gd name="T21" fmla="*/ 1483 h 2334"/>
              <a:gd name="T22" fmla="*/ 1634 w 2334"/>
              <a:gd name="T23" fmla="*/ 1050 h 2334"/>
              <a:gd name="T24" fmla="*/ 2100 w 2334"/>
              <a:gd name="T25" fmla="*/ 1634 h 2334"/>
              <a:gd name="T26" fmla="*/ 700 w 2334"/>
              <a:gd name="T27" fmla="*/ 1634 h 2334"/>
              <a:gd name="T28" fmla="*/ 1050 w 2334"/>
              <a:gd name="T29" fmla="*/ 1167 h 2334"/>
              <a:gd name="T30" fmla="*/ 0 w 2334"/>
              <a:gd name="T31" fmla="*/ 467 h 2334"/>
              <a:gd name="T32" fmla="*/ 0 w 2334"/>
              <a:gd name="T33" fmla="*/ 2100 h 2334"/>
              <a:gd name="T34" fmla="*/ 234 w 2334"/>
              <a:gd name="T35" fmla="*/ 2334 h 2334"/>
              <a:gd name="T36" fmla="*/ 1867 w 2334"/>
              <a:gd name="T37" fmla="*/ 2334 h 2334"/>
              <a:gd name="T38" fmla="*/ 1867 w 2334"/>
              <a:gd name="T39" fmla="*/ 2100 h 2334"/>
              <a:gd name="T40" fmla="*/ 234 w 2334"/>
              <a:gd name="T41" fmla="*/ 2100 h 2334"/>
              <a:gd name="T42" fmla="*/ 234 w 2334"/>
              <a:gd name="T43" fmla="*/ 467 h 2334"/>
              <a:gd name="T44" fmla="*/ 0 w 2334"/>
              <a:gd name="T45" fmla="*/ 46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34" h="2334">
                <a:moveTo>
                  <a:pt x="2334" y="1634"/>
                </a:move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ubicBezTo>
                  <a:pt x="700" y="0"/>
                  <a:pt x="700" y="0"/>
                  <a:pt x="700" y="0"/>
                </a:cubicBezTo>
                <a:cubicBezTo>
                  <a:pt x="572" y="0"/>
                  <a:pt x="467" y="105"/>
                  <a:pt x="467" y="234"/>
                </a:cubicBezTo>
                <a:cubicBezTo>
                  <a:pt x="467" y="1634"/>
                  <a:pt x="467" y="1634"/>
                  <a:pt x="467" y="1634"/>
                </a:cubicBezTo>
                <a:cubicBezTo>
                  <a:pt x="467" y="1762"/>
                  <a:pt x="572" y="1867"/>
                  <a:pt x="700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lose/>
                <a:moveTo>
                  <a:pt x="1050" y="1167"/>
                </a:moveTo>
                <a:cubicBezTo>
                  <a:pt x="1287" y="1483"/>
                  <a:pt x="1287" y="1483"/>
                  <a:pt x="1287" y="1483"/>
                </a:cubicBezTo>
                <a:cubicBezTo>
                  <a:pt x="1634" y="1050"/>
                  <a:pt x="1634" y="1050"/>
                  <a:pt x="1634" y="1050"/>
                </a:cubicBezTo>
                <a:cubicBezTo>
                  <a:pt x="2100" y="1634"/>
                  <a:pt x="2100" y="1634"/>
                  <a:pt x="2100" y="1634"/>
                </a:cubicBezTo>
                <a:cubicBezTo>
                  <a:pt x="700" y="1634"/>
                  <a:pt x="700" y="1634"/>
                  <a:pt x="700" y="1634"/>
                </a:cubicBezTo>
                <a:lnTo>
                  <a:pt x="1050" y="1167"/>
                </a:lnTo>
                <a:close/>
                <a:moveTo>
                  <a:pt x="0" y="467"/>
                </a:move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4" y="2334"/>
                </a:cubicBezTo>
                <a:cubicBezTo>
                  <a:pt x="1867" y="2334"/>
                  <a:pt x="1867" y="2334"/>
                  <a:pt x="1867" y="2334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234" y="2100"/>
                  <a:pt x="234" y="2100"/>
                  <a:pt x="234" y="2100"/>
                </a:cubicBezTo>
                <a:cubicBezTo>
                  <a:pt x="234" y="467"/>
                  <a:pt x="234" y="467"/>
                  <a:pt x="234" y="467"/>
                </a:cubicBezTo>
                <a:lnTo>
                  <a:pt x="0" y="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llections Bookmar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600 w 6000"/>
              <a:gd name="T1" fmla="*/ 1200 h 6000"/>
              <a:gd name="T2" fmla="*/ 0 w 6000"/>
              <a:gd name="T3" fmla="*/ 1200 h 6000"/>
              <a:gd name="T4" fmla="*/ 0 w 6000"/>
              <a:gd name="T5" fmla="*/ 5400 h 6000"/>
              <a:gd name="T6" fmla="*/ 600 w 6000"/>
              <a:gd name="T7" fmla="*/ 6000 h 6000"/>
              <a:gd name="T8" fmla="*/ 4800 w 6000"/>
              <a:gd name="T9" fmla="*/ 6000 h 6000"/>
              <a:gd name="T10" fmla="*/ 4800 w 6000"/>
              <a:gd name="T11" fmla="*/ 5400 h 6000"/>
              <a:gd name="T12" fmla="*/ 600 w 6000"/>
              <a:gd name="T13" fmla="*/ 5400 h 6000"/>
              <a:gd name="T14" fmla="*/ 600 w 6000"/>
              <a:gd name="T15" fmla="*/ 1200 h 6000"/>
              <a:gd name="T16" fmla="*/ 5400 w 6000"/>
              <a:gd name="T17" fmla="*/ 0 h 6000"/>
              <a:gd name="T18" fmla="*/ 1800 w 6000"/>
              <a:gd name="T19" fmla="*/ 0 h 6000"/>
              <a:gd name="T20" fmla="*/ 1200 w 6000"/>
              <a:gd name="T21" fmla="*/ 600 h 6000"/>
              <a:gd name="T22" fmla="*/ 1200 w 6000"/>
              <a:gd name="T23" fmla="*/ 4200 h 6000"/>
              <a:gd name="T24" fmla="*/ 1800 w 6000"/>
              <a:gd name="T25" fmla="*/ 4800 h 6000"/>
              <a:gd name="T26" fmla="*/ 5400 w 6000"/>
              <a:gd name="T27" fmla="*/ 4800 h 6000"/>
              <a:gd name="T28" fmla="*/ 6000 w 6000"/>
              <a:gd name="T29" fmla="*/ 4200 h 6000"/>
              <a:gd name="T30" fmla="*/ 6000 w 6000"/>
              <a:gd name="T31" fmla="*/ 600 h 6000"/>
              <a:gd name="T32" fmla="*/ 5400 w 6000"/>
              <a:gd name="T33" fmla="*/ 0 h 6000"/>
              <a:gd name="T34" fmla="*/ 5400 w 6000"/>
              <a:gd name="T35" fmla="*/ 3000 h 6000"/>
              <a:gd name="T36" fmla="*/ 4650 w 6000"/>
              <a:gd name="T37" fmla="*/ 2550 h 6000"/>
              <a:gd name="T38" fmla="*/ 3900 w 6000"/>
              <a:gd name="T39" fmla="*/ 3000 h 6000"/>
              <a:gd name="T40" fmla="*/ 3900 w 6000"/>
              <a:gd name="T41" fmla="*/ 600 h 6000"/>
              <a:gd name="T42" fmla="*/ 5400 w 6000"/>
              <a:gd name="T43" fmla="*/ 600 h 6000"/>
              <a:gd name="T44" fmla="*/ 5400 w 6000"/>
              <a:gd name="T45" fmla="*/ 3000 h 6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00" h="6000">
                <a:moveTo>
                  <a:pt x="600" y="1200"/>
                </a:moveTo>
                <a:cubicBezTo>
                  <a:pt x="0" y="1200"/>
                  <a:pt x="0" y="1200"/>
                  <a:pt x="0" y="1200"/>
                </a:cubicBezTo>
                <a:cubicBezTo>
                  <a:pt x="0" y="5400"/>
                  <a:pt x="0" y="5400"/>
                  <a:pt x="0" y="5400"/>
                </a:cubicBezTo>
                <a:cubicBezTo>
                  <a:pt x="0" y="5730"/>
                  <a:pt x="270" y="6000"/>
                  <a:pt x="600" y="6000"/>
                </a:cubicBezTo>
                <a:cubicBezTo>
                  <a:pt x="4800" y="6000"/>
                  <a:pt x="4800" y="6000"/>
                  <a:pt x="4800" y="6000"/>
                </a:cubicBezTo>
                <a:cubicBezTo>
                  <a:pt x="4800" y="5400"/>
                  <a:pt x="4800" y="5400"/>
                  <a:pt x="4800" y="5400"/>
                </a:cubicBezTo>
                <a:cubicBezTo>
                  <a:pt x="600" y="5400"/>
                  <a:pt x="600" y="5400"/>
                  <a:pt x="600" y="5400"/>
                </a:cubicBezTo>
                <a:lnTo>
                  <a:pt x="600" y="1200"/>
                </a:lnTo>
                <a:close/>
                <a:moveTo>
                  <a:pt x="5400" y="0"/>
                </a:moveTo>
                <a:cubicBezTo>
                  <a:pt x="1800" y="0"/>
                  <a:pt x="1800" y="0"/>
                  <a:pt x="1800" y="0"/>
                </a:cubicBezTo>
                <a:cubicBezTo>
                  <a:pt x="1470" y="0"/>
                  <a:pt x="1200" y="270"/>
                  <a:pt x="1200" y="600"/>
                </a:cubicBezTo>
                <a:cubicBezTo>
                  <a:pt x="1200" y="4200"/>
                  <a:pt x="1200" y="4200"/>
                  <a:pt x="1200" y="4200"/>
                </a:cubicBezTo>
                <a:cubicBezTo>
                  <a:pt x="1200" y="4530"/>
                  <a:pt x="1470" y="4800"/>
                  <a:pt x="1800" y="4800"/>
                </a:cubicBezTo>
                <a:cubicBezTo>
                  <a:pt x="5400" y="4800"/>
                  <a:pt x="5400" y="4800"/>
                  <a:pt x="5400" y="4800"/>
                </a:cubicBezTo>
                <a:cubicBezTo>
                  <a:pt x="5730" y="4800"/>
                  <a:pt x="6000" y="4530"/>
                  <a:pt x="6000" y="4200"/>
                </a:cubicBezTo>
                <a:cubicBezTo>
                  <a:pt x="6000" y="600"/>
                  <a:pt x="6000" y="600"/>
                  <a:pt x="6000" y="600"/>
                </a:cubicBezTo>
                <a:cubicBezTo>
                  <a:pt x="6000" y="270"/>
                  <a:pt x="5730" y="0"/>
                  <a:pt x="5400" y="0"/>
                </a:cubicBezTo>
                <a:close/>
                <a:moveTo>
                  <a:pt x="5400" y="3000"/>
                </a:moveTo>
                <a:cubicBezTo>
                  <a:pt x="4650" y="2550"/>
                  <a:pt x="4650" y="2550"/>
                  <a:pt x="4650" y="2550"/>
                </a:cubicBezTo>
                <a:cubicBezTo>
                  <a:pt x="3900" y="3000"/>
                  <a:pt x="3900" y="3000"/>
                  <a:pt x="3900" y="3000"/>
                </a:cubicBezTo>
                <a:cubicBezTo>
                  <a:pt x="3900" y="600"/>
                  <a:pt x="3900" y="600"/>
                  <a:pt x="3900" y="600"/>
                </a:cubicBezTo>
                <a:cubicBezTo>
                  <a:pt x="5400" y="600"/>
                  <a:pt x="5400" y="600"/>
                  <a:pt x="5400" y="600"/>
                </a:cubicBezTo>
                <a:lnTo>
                  <a:pt x="5400" y="3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lor Len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050 w 2100"/>
              <a:gd name="T1" fmla="*/ 0 h 2100"/>
              <a:gd name="T2" fmla="*/ 0 w 2100"/>
              <a:gd name="T3" fmla="*/ 1050 h 2100"/>
              <a:gd name="T4" fmla="*/ 1050 w 2100"/>
              <a:gd name="T5" fmla="*/ 2100 h 2100"/>
              <a:gd name="T6" fmla="*/ 1225 w 2100"/>
              <a:gd name="T7" fmla="*/ 1925 h 2100"/>
              <a:gd name="T8" fmla="*/ 1179 w 2100"/>
              <a:gd name="T9" fmla="*/ 1807 h 2100"/>
              <a:gd name="T10" fmla="*/ 1135 w 2100"/>
              <a:gd name="T11" fmla="*/ 1692 h 2100"/>
              <a:gd name="T12" fmla="*/ 1310 w 2100"/>
              <a:gd name="T13" fmla="*/ 1517 h 2100"/>
              <a:gd name="T14" fmla="*/ 1517 w 2100"/>
              <a:gd name="T15" fmla="*/ 1517 h 2100"/>
              <a:gd name="T16" fmla="*/ 2100 w 2100"/>
              <a:gd name="T17" fmla="*/ 933 h 2100"/>
              <a:gd name="T18" fmla="*/ 1050 w 2100"/>
              <a:gd name="T19" fmla="*/ 0 h 2100"/>
              <a:gd name="T20" fmla="*/ 408 w 2100"/>
              <a:gd name="T21" fmla="*/ 1050 h 2100"/>
              <a:gd name="T22" fmla="*/ 233 w 2100"/>
              <a:gd name="T23" fmla="*/ 875 h 2100"/>
              <a:gd name="T24" fmla="*/ 408 w 2100"/>
              <a:gd name="T25" fmla="*/ 700 h 2100"/>
              <a:gd name="T26" fmla="*/ 583 w 2100"/>
              <a:gd name="T27" fmla="*/ 875 h 2100"/>
              <a:gd name="T28" fmla="*/ 408 w 2100"/>
              <a:gd name="T29" fmla="*/ 1050 h 2100"/>
              <a:gd name="T30" fmla="*/ 758 w 2100"/>
              <a:gd name="T31" fmla="*/ 583 h 2100"/>
              <a:gd name="T32" fmla="*/ 583 w 2100"/>
              <a:gd name="T33" fmla="*/ 408 h 2100"/>
              <a:gd name="T34" fmla="*/ 758 w 2100"/>
              <a:gd name="T35" fmla="*/ 233 h 2100"/>
              <a:gd name="T36" fmla="*/ 933 w 2100"/>
              <a:gd name="T37" fmla="*/ 408 h 2100"/>
              <a:gd name="T38" fmla="*/ 758 w 2100"/>
              <a:gd name="T39" fmla="*/ 583 h 2100"/>
              <a:gd name="T40" fmla="*/ 1342 w 2100"/>
              <a:gd name="T41" fmla="*/ 583 h 2100"/>
              <a:gd name="T42" fmla="*/ 1167 w 2100"/>
              <a:gd name="T43" fmla="*/ 408 h 2100"/>
              <a:gd name="T44" fmla="*/ 1342 w 2100"/>
              <a:gd name="T45" fmla="*/ 233 h 2100"/>
              <a:gd name="T46" fmla="*/ 1517 w 2100"/>
              <a:gd name="T47" fmla="*/ 408 h 2100"/>
              <a:gd name="T48" fmla="*/ 1342 w 2100"/>
              <a:gd name="T49" fmla="*/ 583 h 2100"/>
              <a:gd name="T50" fmla="*/ 1692 w 2100"/>
              <a:gd name="T51" fmla="*/ 1050 h 2100"/>
              <a:gd name="T52" fmla="*/ 1517 w 2100"/>
              <a:gd name="T53" fmla="*/ 875 h 2100"/>
              <a:gd name="T54" fmla="*/ 1692 w 2100"/>
              <a:gd name="T55" fmla="*/ 700 h 2100"/>
              <a:gd name="T56" fmla="*/ 1867 w 2100"/>
              <a:gd name="T57" fmla="*/ 875 h 2100"/>
              <a:gd name="T58" fmla="*/ 1692 w 2100"/>
              <a:gd name="T59" fmla="*/ 105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100" h="2100">
                <a:moveTo>
                  <a:pt x="1050" y="0"/>
                </a:moveTo>
                <a:cubicBezTo>
                  <a:pt x="470" y="0"/>
                  <a:pt x="0" y="470"/>
                  <a:pt x="0" y="1050"/>
                </a:cubicBezTo>
                <a:cubicBezTo>
                  <a:pt x="0" y="1630"/>
                  <a:pt x="470" y="2100"/>
                  <a:pt x="1050" y="2100"/>
                </a:cubicBezTo>
                <a:cubicBezTo>
                  <a:pt x="1147" y="2100"/>
                  <a:pt x="1225" y="2022"/>
                  <a:pt x="1225" y="1925"/>
                </a:cubicBezTo>
                <a:cubicBezTo>
                  <a:pt x="1225" y="1879"/>
                  <a:pt x="1207" y="1839"/>
                  <a:pt x="1179" y="1807"/>
                </a:cubicBezTo>
                <a:cubicBezTo>
                  <a:pt x="1153" y="1777"/>
                  <a:pt x="1135" y="1736"/>
                  <a:pt x="1135" y="1692"/>
                </a:cubicBezTo>
                <a:cubicBezTo>
                  <a:pt x="1135" y="1595"/>
                  <a:pt x="1213" y="1517"/>
                  <a:pt x="1310" y="1517"/>
                </a:cubicBezTo>
                <a:cubicBezTo>
                  <a:pt x="1517" y="1517"/>
                  <a:pt x="1517" y="1517"/>
                  <a:pt x="1517" y="1517"/>
                </a:cubicBezTo>
                <a:cubicBezTo>
                  <a:pt x="1839" y="1517"/>
                  <a:pt x="2100" y="1255"/>
                  <a:pt x="2100" y="933"/>
                </a:cubicBezTo>
                <a:cubicBezTo>
                  <a:pt x="2100" y="418"/>
                  <a:pt x="1630" y="0"/>
                  <a:pt x="1050" y="0"/>
                </a:cubicBezTo>
                <a:close/>
                <a:moveTo>
                  <a:pt x="408" y="1050"/>
                </a:moveTo>
                <a:cubicBezTo>
                  <a:pt x="311" y="1050"/>
                  <a:pt x="233" y="972"/>
                  <a:pt x="233" y="875"/>
                </a:cubicBezTo>
                <a:cubicBezTo>
                  <a:pt x="233" y="778"/>
                  <a:pt x="311" y="700"/>
                  <a:pt x="408" y="700"/>
                </a:cubicBezTo>
                <a:cubicBezTo>
                  <a:pt x="505" y="700"/>
                  <a:pt x="583" y="778"/>
                  <a:pt x="583" y="875"/>
                </a:cubicBezTo>
                <a:cubicBezTo>
                  <a:pt x="583" y="972"/>
                  <a:pt x="505" y="1050"/>
                  <a:pt x="408" y="1050"/>
                </a:cubicBezTo>
                <a:close/>
                <a:moveTo>
                  <a:pt x="758" y="583"/>
                </a:moveTo>
                <a:cubicBezTo>
                  <a:pt x="661" y="583"/>
                  <a:pt x="583" y="505"/>
                  <a:pt x="583" y="408"/>
                </a:cubicBezTo>
                <a:cubicBezTo>
                  <a:pt x="583" y="311"/>
                  <a:pt x="661" y="233"/>
                  <a:pt x="758" y="233"/>
                </a:cubicBezTo>
                <a:cubicBezTo>
                  <a:pt x="855" y="233"/>
                  <a:pt x="933" y="311"/>
                  <a:pt x="933" y="408"/>
                </a:cubicBezTo>
                <a:cubicBezTo>
                  <a:pt x="933" y="505"/>
                  <a:pt x="855" y="583"/>
                  <a:pt x="758" y="583"/>
                </a:cubicBezTo>
                <a:close/>
                <a:moveTo>
                  <a:pt x="1342" y="583"/>
                </a:moveTo>
                <a:cubicBezTo>
                  <a:pt x="1245" y="583"/>
                  <a:pt x="1167" y="505"/>
                  <a:pt x="1167" y="408"/>
                </a:cubicBezTo>
                <a:cubicBezTo>
                  <a:pt x="1167" y="311"/>
                  <a:pt x="1245" y="233"/>
                  <a:pt x="1342" y="233"/>
                </a:cubicBezTo>
                <a:cubicBezTo>
                  <a:pt x="1439" y="233"/>
                  <a:pt x="1517" y="311"/>
                  <a:pt x="1517" y="408"/>
                </a:cubicBezTo>
                <a:cubicBezTo>
                  <a:pt x="1517" y="505"/>
                  <a:pt x="1439" y="583"/>
                  <a:pt x="1342" y="583"/>
                </a:cubicBezTo>
                <a:close/>
                <a:moveTo>
                  <a:pt x="1692" y="1050"/>
                </a:moveTo>
                <a:cubicBezTo>
                  <a:pt x="1595" y="1050"/>
                  <a:pt x="1517" y="972"/>
                  <a:pt x="1517" y="875"/>
                </a:cubicBezTo>
                <a:cubicBezTo>
                  <a:pt x="1517" y="778"/>
                  <a:pt x="1595" y="700"/>
                  <a:pt x="1692" y="700"/>
                </a:cubicBezTo>
                <a:cubicBezTo>
                  <a:pt x="1789" y="700"/>
                  <a:pt x="1867" y="778"/>
                  <a:pt x="1867" y="875"/>
                </a:cubicBezTo>
                <a:cubicBezTo>
                  <a:pt x="1867" y="972"/>
                  <a:pt x="1789" y="1050"/>
                  <a:pt x="1692" y="1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loriz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066 w 2112"/>
              <a:gd name="T1" fmla="*/ 319 h 2112"/>
              <a:gd name="T2" fmla="*/ 1793 w 2112"/>
              <a:gd name="T3" fmla="*/ 46 h 2112"/>
              <a:gd name="T4" fmla="*/ 1629 w 2112"/>
              <a:gd name="T5" fmla="*/ 46 h 2112"/>
              <a:gd name="T6" fmla="*/ 1265 w 2112"/>
              <a:gd name="T7" fmla="*/ 410 h 2112"/>
              <a:gd name="T8" fmla="*/ 1040 w 2112"/>
              <a:gd name="T9" fmla="*/ 187 h 2112"/>
              <a:gd name="T10" fmla="*/ 875 w 2112"/>
              <a:gd name="T11" fmla="*/ 352 h 2112"/>
              <a:gd name="T12" fmla="*/ 1041 w 2112"/>
              <a:gd name="T13" fmla="*/ 517 h 2112"/>
              <a:gd name="T14" fmla="*/ 0 w 2112"/>
              <a:gd name="T15" fmla="*/ 1558 h 2112"/>
              <a:gd name="T16" fmla="*/ 0 w 2112"/>
              <a:gd name="T17" fmla="*/ 2112 h 2112"/>
              <a:gd name="T18" fmla="*/ 554 w 2112"/>
              <a:gd name="T19" fmla="*/ 2112 h 2112"/>
              <a:gd name="T20" fmla="*/ 1595 w 2112"/>
              <a:gd name="T21" fmla="*/ 1071 h 2112"/>
              <a:gd name="T22" fmla="*/ 1760 w 2112"/>
              <a:gd name="T23" fmla="*/ 1237 h 2112"/>
              <a:gd name="T24" fmla="*/ 1925 w 2112"/>
              <a:gd name="T25" fmla="*/ 1072 h 2112"/>
              <a:gd name="T26" fmla="*/ 1701 w 2112"/>
              <a:gd name="T27" fmla="*/ 848 h 2112"/>
              <a:gd name="T28" fmla="*/ 2065 w 2112"/>
              <a:gd name="T29" fmla="*/ 484 h 2112"/>
              <a:gd name="T30" fmla="*/ 2066 w 2112"/>
              <a:gd name="T31" fmla="*/ 319 h 2112"/>
              <a:gd name="T32" fmla="*/ 457 w 2112"/>
              <a:gd name="T33" fmla="*/ 1879 h 2112"/>
              <a:gd name="T34" fmla="*/ 233 w 2112"/>
              <a:gd name="T35" fmla="*/ 1655 h 2112"/>
              <a:gd name="T36" fmla="*/ 1174 w 2112"/>
              <a:gd name="T37" fmla="*/ 714 h 2112"/>
              <a:gd name="T38" fmla="*/ 1398 w 2112"/>
              <a:gd name="T39" fmla="*/ 938 h 2112"/>
              <a:gd name="T40" fmla="*/ 457 w 2112"/>
              <a:gd name="T41" fmla="*/ 1879 h 2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12" h="2112">
                <a:moveTo>
                  <a:pt x="2066" y="319"/>
                </a:moveTo>
                <a:cubicBezTo>
                  <a:pt x="1793" y="46"/>
                  <a:pt x="1793" y="46"/>
                  <a:pt x="1793" y="46"/>
                </a:cubicBezTo>
                <a:cubicBezTo>
                  <a:pt x="1748" y="0"/>
                  <a:pt x="1674" y="0"/>
                  <a:pt x="1629" y="46"/>
                </a:cubicBezTo>
                <a:cubicBezTo>
                  <a:pt x="1265" y="410"/>
                  <a:pt x="1265" y="410"/>
                  <a:pt x="1265" y="410"/>
                </a:cubicBezTo>
                <a:cubicBezTo>
                  <a:pt x="1040" y="187"/>
                  <a:pt x="1040" y="187"/>
                  <a:pt x="1040" y="187"/>
                </a:cubicBezTo>
                <a:cubicBezTo>
                  <a:pt x="875" y="352"/>
                  <a:pt x="875" y="352"/>
                  <a:pt x="875" y="352"/>
                </a:cubicBezTo>
                <a:cubicBezTo>
                  <a:pt x="1041" y="517"/>
                  <a:pt x="1041" y="517"/>
                  <a:pt x="1041" y="517"/>
                </a:cubicBezTo>
                <a:cubicBezTo>
                  <a:pt x="0" y="1558"/>
                  <a:pt x="0" y="1558"/>
                  <a:pt x="0" y="1558"/>
                </a:cubicBezTo>
                <a:cubicBezTo>
                  <a:pt x="0" y="2112"/>
                  <a:pt x="0" y="2112"/>
                  <a:pt x="0" y="2112"/>
                </a:cubicBezTo>
                <a:cubicBezTo>
                  <a:pt x="554" y="2112"/>
                  <a:pt x="554" y="2112"/>
                  <a:pt x="554" y="2112"/>
                </a:cubicBezTo>
                <a:cubicBezTo>
                  <a:pt x="1595" y="1071"/>
                  <a:pt x="1595" y="1071"/>
                  <a:pt x="1595" y="1071"/>
                </a:cubicBezTo>
                <a:cubicBezTo>
                  <a:pt x="1760" y="1237"/>
                  <a:pt x="1760" y="1237"/>
                  <a:pt x="1760" y="1237"/>
                </a:cubicBezTo>
                <a:cubicBezTo>
                  <a:pt x="1925" y="1072"/>
                  <a:pt x="1925" y="1072"/>
                  <a:pt x="1925" y="1072"/>
                </a:cubicBezTo>
                <a:cubicBezTo>
                  <a:pt x="1701" y="848"/>
                  <a:pt x="1701" y="848"/>
                  <a:pt x="1701" y="848"/>
                </a:cubicBezTo>
                <a:cubicBezTo>
                  <a:pt x="2065" y="484"/>
                  <a:pt x="2065" y="484"/>
                  <a:pt x="2065" y="484"/>
                </a:cubicBezTo>
                <a:cubicBezTo>
                  <a:pt x="2112" y="438"/>
                  <a:pt x="2112" y="364"/>
                  <a:pt x="2066" y="319"/>
                </a:cubicBezTo>
                <a:close/>
                <a:moveTo>
                  <a:pt x="457" y="1879"/>
                </a:moveTo>
                <a:cubicBezTo>
                  <a:pt x="233" y="1655"/>
                  <a:pt x="233" y="1655"/>
                  <a:pt x="233" y="1655"/>
                </a:cubicBezTo>
                <a:cubicBezTo>
                  <a:pt x="1174" y="714"/>
                  <a:pt x="1174" y="714"/>
                  <a:pt x="1174" y="714"/>
                </a:cubicBezTo>
                <a:cubicBezTo>
                  <a:pt x="1398" y="938"/>
                  <a:pt x="1398" y="938"/>
                  <a:pt x="1398" y="938"/>
                </a:cubicBezTo>
                <a:lnTo>
                  <a:pt x="457" y="18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mpa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48447" cy="914400"/>
          </a:xfrm>
          <a:custGeom>
            <a:avLst/>
            <a:gdLst>
              <a:gd name="T0" fmla="*/ 817 w 2100"/>
              <a:gd name="T1" fmla="*/ 233 h 2566"/>
              <a:gd name="T2" fmla="*/ 233 w 2100"/>
              <a:gd name="T3" fmla="*/ 233 h 2566"/>
              <a:gd name="T4" fmla="*/ 0 w 2100"/>
              <a:gd name="T5" fmla="*/ 466 h 2566"/>
              <a:gd name="T6" fmla="*/ 0 w 2100"/>
              <a:gd name="T7" fmla="*/ 2100 h 2566"/>
              <a:gd name="T8" fmla="*/ 233 w 2100"/>
              <a:gd name="T9" fmla="*/ 2333 h 2566"/>
              <a:gd name="T10" fmla="*/ 817 w 2100"/>
              <a:gd name="T11" fmla="*/ 2333 h 2566"/>
              <a:gd name="T12" fmla="*/ 817 w 2100"/>
              <a:gd name="T13" fmla="*/ 2566 h 2566"/>
              <a:gd name="T14" fmla="*/ 1050 w 2100"/>
              <a:gd name="T15" fmla="*/ 2566 h 2566"/>
              <a:gd name="T16" fmla="*/ 1050 w 2100"/>
              <a:gd name="T17" fmla="*/ 0 h 2566"/>
              <a:gd name="T18" fmla="*/ 817 w 2100"/>
              <a:gd name="T19" fmla="*/ 0 h 2566"/>
              <a:gd name="T20" fmla="*/ 817 w 2100"/>
              <a:gd name="T21" fmla="*/ 233 h 2566"/>
              <a:gd name="T22" fmla="*/ 817 w 2100"/>
              <a:gd name="T23" fmla="*/ 1983 h 2566"/>
              <a:gd name="T24" fmla="*/ 233 w 2100"/>
              <a:gd name="T25" fmla="*/ 1983 h 2566"/>
              <a:gd name="T26" fmla="*/ 817 w 2100"/>
              <a:gd name="T27" fmla="*/ 1283 h 2566"/>
              <a:gd name="T28" fmla="*/ 817 w 2100"/>
              <a:gd name="T29" fmla="*/ 1983 h 2566"/>
              <a:gd name="T30" fmla="*/ 1867 w 2100"/>
              <a:gd name="T31" fmla="*/ 233 h 2566"/>
              <a:gd name="T32" fmla="*/ 1283 w 2100"/>
              <a:gd name="T33" fmla="*/ 233 h 2566"/>
              <a:gd name="T34" fmla="*/ 1283 w 2100"/>
              <a:gd name="T35" fmla="*/ 466 h 2566"/>
              <a:gd name="T36" fmla="*/ 1867 w 2100"/>
              <a:gd name="T37" fmla="*/ 466 h 2566"/>
              <a:gd name="T38" fmla="*/ 1867 w 2100"/>
              <a:gd name="T39" fmla="*/ 1983 h 2566"/>
              <a:gd name="T40" fmla="*/ 1283 w 2100"/>
              <a:gd name="T41" fmla="*/ 1283 h 2566"/>
              <a:gd name="T42" fmla="*/ 1283 w 2100"/>
              <a:gd name="T43" fmla="*/ 2333 h 2566"/>
              <a:gd name="T44" fmla="*/ 1867 w 2100"/>
              <a:gd name="T45" fmla="*/ 2333 h 2566"/>
              <a:gd name="T46" fmla="*/ 2100 w 2100"/>
              <a:gd name="T47" fmla="*/ 2100 h 2566"/>
              <a:gd name="T48" fmla="*/ 2100 w 2100"/>
              <a:gd name="T49" fmla="*/ 466 h 2566"/>
              <a:gd name="T50" fmla="*/ 1867 w 2100"/>
              <a:gd name="T51" fmla="*/ 233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100" h="2566">
                <a:moveTo>
                  <a:pt x="817" y="233"/>
                </a:moveTo>
                <a:cubicBezTo>
                  <a:pt x="233" y="233"/>
                  <a:pt x="233" y="233"/>
                  <a:pt x="233" y="233"/>
                </a:cubicBezTo>
                <a:cubicBezTo>
                  <a:pt x="105" y="233"/>
                  <a:pt x="0" y="338"/>
                  <a:pt x="0" y="466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8"/>
                  <a:pt x="105" y="2333"/>
                  <a:pt x="233" y="2333"/>
                </a:cubicBezTo>
                <a:cubicBezTo>
                  <a:pt x="817" y="2333"/>
                  <a:pt x="817" y="2333"/>
                  <a:pt x="817" y="2333"/>
                </a:cubicBezTo>
                <a:cubicBezTo>
                  <a:pt x="817" y="2566"/>
                  <a:pt x="817" y="2566"/>
                  <a:pt x="817" y="2566"/>
                </a:cubicBezTo>
                <a:cubicBezTo>
                  <a:pt x="1050" y="2566"/>
                  <a:pt x="1050" y="2566"/>
                  <a:pt x="1050" y="2566"/>
                </a:cubicBezTo>
                <a:cubicBezTo>
                  <a:pt x="1050" y="0"/>
                  <a:pt x="1050" y="0"/>
                  <a:pt x="1050" y="0"/>
                </a:cubicBezTo>
                <a:cubicBezTo>
                  <a:pt x="817" y="0"/>
                  <a:pt x="817" y="0"/>
                  <a:pt x="817" y="0"/>
                </a:cubicBezTo>
                <a:lnTo>
                  <a:pt x="817" y="233"/>
                </a:lnTo>
                <a:close/>
                <a:moveTo>
                  <a:pt x="817" y="1983"/>
                </a:moveTo>
                <a:cubicBezTo>
                  <a:pt x="233" y="1983"/>
                  <a:pt x="233" y="1983"/>
                  <a:pt x="233" y="1983"/>
                </a:cubicBezTo>
                <a:cubicBezTo>
                  <a:pt x="817" y="1283"/>
                  <a:pt x="817" y="1283"/>
                  <a:pt x="817" y="1283"/>
                </a:cubicBezTo>
                <a:lnTo>
                  <a:pt x="817" y="1983"/>
                </a:lnTo>
                <a:close/>
                <a:moveTo>
                  <a:pt x="1867" y="233"/>
                </a:moveTo>
                <a:cubicBezTo>
                  <a:pt x="1283" y="233"/>
                  <a:pt x="1283" y="233"/>
                  <a:pt x="1283" y="233"/>
                </a:cubicBezTo>
                <a:cubicBezTo>
                  <a:pt x="1283" y="466"/>
                  <a:pt x="1283" y="466"/>
                  <a:pt x="1283" y="466"/>
                </a:cubicBezTo>
                <a:cubicBezTo>
                  <a:pt x="1867" y="466"/>
                  <a:pt x="1867" y="466"/>
                  <a:pt x="1867" y="466"/>
                </a:cubicBezTo>
                <a:cubicBezTo>
                  <a:pt x="1867" y="1983"/>
                  <a:pt x="1867" y="1983"/>
                  <a:pt x="1867" y="1983"/>
                </a:cubicBezTo>
                <a:cubicBezTo>
                  <a:pt x="1283" y="1283"/>
                  <a:pt x="1283" y="1283"/>
                  <a:pt x="1283" y="1283"/>
                </a:cubicBezTo>
                <a:cubicBezTo>
                  <a:pt x="1283" y="2333"/>
                  <a:pt x="1283" y="2333"/>
                  <a:pt x="1283" y="2333"/>
                </a:cubicBezTo>
                <a:cubicBezTo>
                  <a:pt x="1867" y="2333"/>
                  <a:pt x="1867" y="2333"/>
                  <a:pt x="1867" y="2333"/>
                </a:cubicBezTo>
                <a:cubicBezTo>
                  <a:pt x="1995" y="2333"/>
                  <a:pt x="2100" y="2228"/>
                  <a:pt x="2100" y="2100"/>
                </a:cubicBezTo>
                <a:cubicBezTo>
                  <a:pt x="2100" y="466"/>
                  <a:pt x="2100" y="466"/>
                  <a:pt x="2100" y="466"/>
                </a:cubicBezTo>
                <a:cubicBezTo>
                  <a:pt x="2100" y="338"/>
                  <a:pt x="1995" y="233"/>
                  <a:pt x="1867" y="2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rol Poi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284 w 2334"/>
              <a:gd name="T1" fmla="*/ 584 h 2334"/>
              <a:gd name="T2" fmla="*/ 1050 w 2334"/>
              <a:gd name="T3" fmla="*/ 584 h 2334"/>
              <a:gd name="T4" fmla="*/ 1050 w 2334"/>
              <a:gd name="T5" fmla="*/ 1050 h 2334"/>
              <a:gd name="T6" fmla="*/ 584 w 2334"/>
              <a:gd name="T7" fmla="*/ 1050 h 2334"/>
              <a:gd name="T8" fmla="*/ 584 w 2334"/>
              <a:gd name="T9" fmla="*/ 1284 h 2334"/>
              <a:gd name="T10" fmla="*/ 1050 w 2334"/>
              <a:gd name="T11" fmla="*/ 1284 h 2334"/>
              <a:gd name="T12" fmla="*/ 1050 w 2334"/>
              <a:gd name="T13" fmla="*/ 1750 h 2334"/>
              <a:gd name="T14" fmla="*/ 1284 w 2334"/>
              <a:gd name="T15" fmla="*/ 1750 h 2334"/>
              <a:gd name="T16" fmla="*/ 1284 w 2334"/>
              <a:gd name="T17" fmla="*/ 1284 h 2334"/>
              <a:gd name="T18" fmla="*/ 1750 w 2334"/>
              <a:gd name="T19" fmla="*/ 1284 h 2334"/>
              <a:gd name="T20" fmla="*/ 1750 w 2334"/>
              <a:gd name="T21" fmla="*/ 1050 h 2334"/>
              <a:gd name="T22" fmla="*/ 1284 w 2334"/>
              <a:gd name="T23" fmla="*/ 1050 h 2334"/>
              <a:gd name="T24" fmla="*/ 1284 w 2334"/>
              <a:gd name="T25" fmla="*/ 584 h 2334"/>
              <a:gd name="T26" fmla="*/ 1167 w 2334"/>
              <a:gd name="T27" fmla="*/ 0 h 2334"/>
              <a:gd name="T28" fmla="*/ 0 w 2334"/>
              <a:gd name="T29" fmla="*/ 1167 h 2334"/>
              <a:gd name="T30" fmla="*/ 1167 w 2334"/>
              <a:gd name="T31" fmla="*/ 2334 h 2334"/>
              <a:gd name="T32" fmla="*/ 2334 w 2334"/>
              <a:gd name="T33" fmla="*/ 1167 h 2334"/>
              <a:gd name="T34" fmla="*/ 1167 w 2334"/>
              <a:gd name="T35" fmla="*/ 0 h 2334"/>
              <a:gd name="T36" fmla="*/ 1167 w 2334"/>
              <a:gd name="T37" fmla="*/ 2100 h 2334"/>
              <a:gd name="T38" fmla="*/ 234 w 2334"/>
              <a:gd name="T39" fmla="*/ 1167 h 2334"/>
              <a:gd name="T40" fmla="*/ 1167 w 2334"/>
              <a:gd name="T41" fmla="*/ 234 h 2334"/>
              <a:gd name="T42" fmla="*/ 2100 w 2334"/>
              <a:gd name="T43" fmla="*/ 1167 h 2334"/>
              <a:gd name="T44" fmla="*/ 1167 w 2334"/>
              <a:gd name="T45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34" h="2334">
                <a:moveTo>
                  <a:pt x="1284" y="584"/>
                </a:moveTo>
                <a:cubicBezTo>
                  <a:pt x="1050" y="584"/>
                  <a:pt x="1050" y="584"/>
                  <a:pt x="1050" y="584"/>
                </a:cubicBezTo>
                <a:cubicBezTo>
                  <a:pt x="1050" y="1050"/>
                  <a:pt x="1050" y="1050"/>
                  <a:pt x="1050" y="1050"/>
                </a:cubicBezTo>
                <a:cubicBezTo>
                  <a:pt x="584" y="1050"/>
                  <a:pt x="584" y="1050"/>
                  <a:pt x="584" y="1050"/>
                </a:cubicBezTo>
                <a:cubicBezTo>
                  <a:pt x="584" y="1284"/>
                  <a:pt x="584" y="1284"/>
                  <a:pt x="584" y="1284"/>
                </a:cubicBezTo>
                <a:cubicBezTo>
                  <a:pt x="1050" y="1284"/>
                  <a:pt x="1050" y="1284"/>
                  <a:pt x="1050" y="1284"/>
                </a:cubicBezTo>
                <a:cubicBezTo>
                  <a:pt x="1050" y="1750"/>
                  <a:pt x="1050" y="1750"/>
                  <a:pt x="1050" y="1750"/>
                </a:cubicBezTo>
                <a:cubicBezTo>
                  <a:pt x="1284" y="1750"/>
                  <a:pt x="1284" y="1750"/>
                  <a:pt x="1284" y="1750"/>
                </a:cubicBezTo>
                <a:cubicBezTo>
                  <a:pt x="1284" y="1284"/>
                  <a:pt x="1284" y="1284"/>
                  <a:pt x="1284" y="1284"/>
                </a:cubicBezTo>
                <a:cubicBezTo>
                  <a:pt x="1750" y="1284"/>
                  <a:pt x="1750" y="1284"/>
                  <a:pt x="1750" y="1284"/>
                </a:cubicBezTo>
                <a:cubicBezTo>
                  <a:pt x="1750" y="1050"/>
                  <a:pt x="1750" y="1050"/>
                  <a:pt x="1750" y="1050"/>
                </a:cubicBezTo>
                <a:cubicBezTo>
                  <a:pt x="1284" y="1050"/>
                  <a:pt x="1284" y="1050"/>
                  <a:pt x="1284" y="1050"/>
                </a:cubicBezTo>
                <a:lnTo>
                  <a:pt x="1284" y="584"/>
                </a:lnTo>
                <a:close/>
                <a:moveTo>
                  <a:pt x="1167" y="0"/>
                </a:moveTo>
                <a:cubicBezTo>
                  <a:pt x="524" y="0"/>
                  <a:pt x="0" y="524"/>
                  <a:pt x="0" y="1167"/>
                </a:cubicBezTo>
                <a:cubicBezTo>
                  <a:pt x="0" y="1810"/>
                  <a:pt x="524" y="2334"/>
                  <a:pt x="1167" y="2334"/>
                </a:cubicBezTo>
                <a:cubicBezTo>
                  <a:pt x="1810" y="2334"/>
                  <a:pt x="2334" y="1810"/>
                  <a:pt x="2334" y="1167"/>
                </a:cubicBezTo>
                <a:cubicBezTo>
                  <a:pt x="2334" y="524"/>
                  <a:pt x="1810" y="0"/>
                  <a:pt x="1167" y="0"/>
                </a:cubicBezTo>
                <a:close/>
                <a:moveTo>
                  <a:pt x="1167" y="2100"/>
                </a:moveTo>
                <a:cubicBezTo>
                  <a:pt x="652" y="2100"/>
                  <a:pt x="234" y="1682"/>
                  <a:pt x="234" y="1167"/>
                </a:cubicBezTo>
                <a:cubicBezTo>
                  <a:pt x="234" y="652"/>
                  <a:pt x="652" y="234"/>
                  <a:pt x="1167" y="234"/>
                </a:cubicBezTo>
                <a:cubicBezTo>
                  <a:pt x="1682" y="234"/>
                  <a:pt x="2100" y="652"/>
                  <a:pt x="2100" y="1167"/>
                </a:cubicBezTo>
                <a:cubicBezTo>
                  <a:pt x="2100" y="1682"/>
                  <a:pt x="1682" y="2100"/>
                  <a:pt x="1167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rol Point Duplica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85869"/>
          </a:xfrm>
          <a:custGeom>
            <a:avLst/>
            <a:gdLst>
              <a:gd name="T0" fmla="*/ 1867 w 2800"/>
              <a:gd name="T1" fmla="*/ 583 h 2100"/>
              <a:gd name="T2" fmla="*/ 1633 w 2800"/>
              <a:gd name="T3" fmla="*/ 583 h 2100"/>
              <a:gd name="T4" fmla="*/ 1633 w 2800"/>
              <a:gd name="T5" fmla="*/ 933 h 2100"/>
              <a:gd name="T6" fmla="*/ 1283 w 2800"/>
              <a:gd name="T7" fmla="*/ 933 h 2100"/>
              <a:gd name="T8" fmla="*/ 1283 w 2800"/>
              <a:gd name="T9" fmla="*/ 1167 h 2100"/>
              <a:gd name="T10" fmla="*/ 1633 w 2800"/>
              <a:gd name="T11" fmla="*/ 1167 h 2100"/>
              <a:gd name="T12" fmla="*/ 1633 w 2800"/>
              <a:gd name="T13" fmla="*/ 1517 h 2100"/>
              <a:gd name="T14" fmla="*/ 1867 w 2800"/>
              <a:gd name="T15" fmla="*/ 1517 h 2100"/>
              <a:gd name="T16" fmla="*/ 1867 w 2800"/>
              <a:gd name="T17" fmla="*/ 1167 h 2100"/>
              <a:gd name="T18" fmla="*/ 2217 w 2800"/>
              <a:gd name="T19" fmla="*/ 1167 h 2100"/>
              <a:gd name="T20" fmla="*/ 2217 w 2800"/>
              <a:gd name="T21" fmla="*/ 933 h 2100"/>
              <a:gd name="T22" fmla="*/ 1867 w 2800"/>
              <a:gd name="T23" fmla="*/ 933 h 2100"/>
              <a:gd name="T24" fmla="*/ 1867 w 2800"/>
              <a:gd name="T25" fmla="*/ 583 h 2100"/>
              <a:gd name="T26" fmla="*/ 233 w 2800"/>
              <a:gd name="T27" fmla="*/ 1050 h 2100"/>
              <a:gd name="T28" fmla="*/ 701 w 2800"/>
              <a:gd name="T29" fmla="*/ 313 h 2100"/>
              <a:gd name="T30" fmla="*/ 701 w 2800"/>
              <a:gd name="T31" fmla="*/ 61 h 2100"/>
              <a:gd name="T32" fmla="*/ 0 w 2800"/>
              <a:gd name="T33" fmla="*/ 1050 h 2100"/>
              <a:gd name="T34" fmla="*/ 701 w 2800"/>
              <a:gd name="T35" fmla="*/ 2039 h 2100"/>
              <a:gd name="T36" fmla="*/ 701 w 2800"/>
              <a:gd name="T37" fmla="*/ 1787 h 2100"/>
              <a:gd name="T38" fmla="*/ 233 w 2800"/>
              <a:gd name="T39" fmla="*/ 1050 h 2100"/>
              <a:gd name="T40" fmla="*/ 1750 w 2800"/>
              <a:gd name="T41" fmla="*/ 0 h 2100"/>
              <a:gd name="T42" fmla="*/ 700 w 2800"/>
              <a:gd name="T43" fmla="*/ 1050 h 2100"/>
              <a:gd name="T44" fmla="*/ 1750 w 2800"/>
              <a:gd name="T45" fmla="*/ 2100 h 2100"/>
              <a:gd name="T46" fmla="*/ 2800 w 2800"/>
              <a:gd name="T47" fmla="*/ 1050 h 2100"/>
              <a:gd name="T48" fmla="*/ 1750 w 2800"/>
              <a:gd name="T49" fmla="*/ 0 h 2100"/>
              <a:gd name="T50" fmla="*/ 1750 w 2800"/>
              <a:gd name="T51" fmla="*/ 1867 h 2100"/>
              <a:gd name="T52" fmla="*/ 933 w 2800"/>
              <a:gd name="T53" fmla="*/ 1050 h 2100"/>
              <a:gd name="T54" fmla="*/ 1750 w 2800"/>
              <a:gd name="T55" fmla="*/ 233 h 2100"/>
              <a:gd name="T56" fmla="*/ 2567 w 2800"/>
              <a:gd name="T57" fmla="*/ 1050 h 2100"/>
              <a:gd name="T58" fmla="*/ 1750 w 2800"/>
              <a:gd name="T59" fmla="*/ 18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800" h="2100">
                <a:moveTo>
                  <a:pt x="1867" y="583"/>
                </a:moveTo>
                <a:cubicBezTo>
                  <a:pt x="1633" y="583"/>
                  <a:pt x="1633" y="583"/>
                  <a:pt x="1633" y="583"/>
                </a:cubicBezTo>
                <a:cubicBezTo>
                  <a:pt x="1633" y="933"/>
                  <a:pt x="1633" y="933"/>
                  <a:pt x="1633" y="933"/>
                </a:cubicBezTo>
                <a:cubicBezTo>
                  <a:pt x="1283" y="933"/>
                  <a:pt x="1283" y="933"/>
                  <a:pt x="1283" y="933"/>
                </a:cubicBezTo>
                <a:cubicBezTo>
                  <a:pt x="1283" y="1167"/>
                  <a:pt x="1283" y="1167"/>
                  <a:pt x="1283" y="1167"/>
                </a:cubicBezTo>
                <a:cubicBezTo>
                  <a:pt x="1633" y="1167"/>
                  <a:pt x="1633" y="1167"/>
                  <a:pt x="1633" y="1167"/>
                </a:cubicBezTo>
                <a:cubicBezTo>
                  <a:pt x="1633" y="1517"/>
                  <a:pt x="1633" y="1517"/>
                  <a:pt x="1633" y="1517"/>
                </a:cubicBezTo>
                <a:cubicBezTo>
                  <a:pt x="1867" y="1517"/>
                  <a:pt x="1867" y="1517"/>
                  <a:pt x="1867" y="1517"/>
                </a:cubicBezTo>
                <a:cubicBezTo>
                  <a:pt x="1867" y="1167"/>
                  <a:pt x="1867" y="1167"/>
                  <a:pt x="1867" y="1167"/>
                </a:cubicBezTo>
                <a:cubicBezTo>
                  <a:pt x="2217" y="1167"/>
                  <a:pt x="2217" y="1167"/>
                  <a:pt x="2217" y="1167"/>
                </a:cubicBezTo>
                <a:cubicBezTo>
                  <a:pt x="2217" y="933"/>
                  <a:pt x="2217" y="933"/>
                  <a:pt x="2217" y="933"/>
                </a:cubicBezTo>
                <a:cubicBezTo>
                  <a:pt x="1867" y="933"/>
                  <a:pt x="1867" y="933"/>
                  <a:pt x="1867" y="933"/>
                </a:cubicBezTo>
                <a:lnTo>
                  <a:pt x="1867" y="583"/>
                </a:lnTo>
                <a:close/>
                <a:moveTo>
                  <a:pt x="233" y="1050"/>
                </a:moveTo>
                <a:cubicBezTo>
                  <a:pt x="233" y="724"/>
                  <a:pt x="425" y="443"/>
                  <a:pt x="701" y="313"/>
                </a:cubicBezTo>
                <a:cubicBezTo>
                  <a:pt x="701" y="61"/>
                  <a:pt x="701" y="61"/>
                  <a:pt x="701" y="61"/>
                </a:cubicBezTo>
                <a:cubicBezTo>
                  <a:pt x="294" y="205"/>
                  <a:pt x="0" y="594"/>
                  <a:pt x="0" y="1050"/>
                </a:cubicBezTo>
                <a:cubicBezTo>
                  <a:pt x="0" y="1506"/>
                  <a:pt x="294" y="1895"/>
                  <a:pt x="701" y="2039"/>
                </a:cubicBezTo>
                <a:cubicBezTo>
                  <a:pt x="701" y="1787"/>
                  <a:pt x="701" y="1787"/>
                  <a:pt x="701" y="1787"/>
                </a:cubicBezTo>
                <a:cubicBezTo>
                  <a:pt x="425" y="1657"/>
                  <a:pt x="233" y="1376"/>
                  <a:pt x="233" y="1050"/>
                </a:cubicBezTo>
                <a:close/>
                <a:moveTo>
                  <a:pt x="1750" y="0"/>
                </a:moveTo>
                <a:cubicBezTo>
                  <a:pt x="1171" y="0"/>
                  <a:pt x="700" y="471"/>
                  <a:pt x="700" y="1050"/>
                </a:cubicBezTo>
                <a:cubicBezTo>
                  <a:pt x="700" y="1629"/>
                  <a:pt x="1171" y="2100"/>
                  <a:pt x="1750" y="2100"/>
                </a:cubicBezTo>
                <a:cubicBezTo>
                  <a:pt x="2329" y="2100"/>
                  <a:pt x="2800" y="1629"/>
                  <a:pt x="2800" y="1050"/>
                </a:cubicBezTo>
                <a:cubicBezTo>
                  <a:pt x="2800" y="471"/>
                  <a:pt x="2329" y="0"/>
                  <a:pt x="1750" y="0"/>
                </a:cubicBezTo>
                <a:close/>
                <a:moveTo>
                  <a:pt x="1750" y="1867"/>
                </a:moveTo>
                <a:cubicBezTo>
                  <a:pt x="1300" y="1867"/>
                  <a:pt x="933" y="1500"/>
                  <a:pt x="933" y="1050"/>
                </a:cubicBezTo>
                <a:cubicBezTo>
                  <a:pt x="933" y="600"/>
                  <a:pt x="1300" y="233"/>
                  <a:pt x="1750" y="233"/>
                </a:cubicBezTo>
                <a:cubicBezTo>
                  <a:pt x="2200" y="233"/>
                  <a:pt x="2567" y="600"/>
                  <a:pt x="2567" y="1050"/>
                </a:cubicBezTo>
                <a:cubicBezTo>
                  <a:pt x="2567" y="1500"/>
                  <a:pt x="2200" y="1867"/>
                  <a:pt x="1750" y="18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1866 w 2566"/>
              <a:gd name="T1" fmla="*/ 1633 h 2566"/>
              <a:gd name="T2" fmla="*/ 2100 w 2566"/>
              <a:gd name="T3" fmla="*/ 1633 h 2566"/>
              <a:gd name="T4" fmla="*/ 2100 w 2566"/>
              <a:gd name="T5" fmla="*/ 700 h 2566"/>
              <a:gd name="T6" fmla="*/ 1866 w 2566"/>
              <a:gd name="T7" fmla="*/ 466 h 2566"/>
              <a:gd name="T8" fmla="*/ 933 w 2566"/>
              <a:gd name="T9" fmla="*/ 466 h 2566"/>
              <a:gd name="T10" fmla="*/ 933 w 2566"/>
              <a:gd name="T11" fmla="*/ 700 h 2566"/>
              <a:gd name="T12" fmla="*/ 1866 w 2566"/>
              <a:gd name="T13" fmla="*/ 700 h 2566"/>
              <a:gd name="T14" fmla="*/ 1866 w 2566"/>
              <a:gd name="T15" fmla="*/ 1633 h 2566"/>
              <a:gd name="T16" fmla="*/ 700 w 2566"/>
              <a:gd name="T17" fmla="*/ 1866 h 2566"/>
              <a:gd name="T18" fmla="*/ 700 w 2566"/>
              <a:gd name="T19" fmla="*/ 0 h 2566"/>
              <a:gd name="T20" fmla="*/ 466 w 2566"/>
              <a:gd name="T21" fmla="*/ 0 h 2566"/>
              <a:gd name="T22" fmla="*/ 466 w 2566"/>
              <a:gd name="T23" fmla="*/ 466 h 2566"/>
              <a:gd name="T24" fmla="*/ 0 w 2566"/>
              <a:gd name="T25" fmla="*/ 466 h 2566"/>
              <a:gd name="T26" fmla="*/ 0 w 2566"/>
              <a:gd name="T27" fmla="*/ 700 h 2566"/>
              <a:gd name="T28" fmla="*/ 466 w 2566"/>
              <a:gd name="T29" fmla="*/ 700 h 2566"/>
              <a:gd name="T30" fmla="*/ 466 w 2566"/>
              <a:gd name="T31" fmla="*/ 1866 h 2566"/>
              <a:gd name="T32" fmla="*/ 700 w 2566"/>
              <a:gd name="T33" fmla="*/ 2100 h 2566"/>
              <a:gd name="T34" fmla="*/ 1866 w 2566"/>
              <a:gd name="T35" fmla="*/ 2100 h 2566"/>
              <a:gd name="T36" fmla="*/ 1866 w 2566"/>
              <a:gd name="T37" fmla="*/ 2566 h 2566"/>
              <a:gd name="T38" fmla="*/ 2100 w 2566"/>
              <a:gd name="T39" fmla="*/ 2566 h 2566"/>
              <a:gd name="T40" fmla="*/ 2100 w 2566"/>
              <a:gd name="T41" fmla="*/ 2100 h 2566"/>
              <a:gd name="T42" fmla="*/ 2566 w 2566"/>
              <a:gd name="T43" fmla="*/ 2100 h 2566"/>
              <a:gd name="T44" fmla="*/ 2566 w 2566"/>
              <a:gd name="T45" fmla="*/ 1866 h 2566"/>
              <a:gd name="T46" fmla="*/ 700 w 2566"/>
              <a:gd name="T47" fmla="*/ 1866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566" h="2566">
                <a:moveTo>
                  <a:pt x="1866" y="1633"/>
                </a:moveTo>
                <a:cubicBezTo>
                  <a:pt x="2100" y="1633"/>
                  <a:pt x="2100" y="1633"/>
                  <a:pt x="2100" y="1633"/>
                </a:cubicBezTo>
                <a:cubicBezTo>
                  <a:pt x="2100" y="700"/>
                  <a:pt x="2100" y="700"/>
                  <a:pt x="2100" y="700"/>
                </a:cubicBezTo>
                <a:cubicBezTo>
                  <a:pt x="2100" y="571"/>
                  <a:pt x="1995" y="466"/>
                  <a:pt x="1866" y="466"/>
                </a:cubicBezTo>
                <a:cubicBezTo>
                  <a:pt x="933" y="466"/>
                  <a:pt x="933" y="466"/>
                  <a:pt x="933" y="466"/>
                </a:cubicBezTo>
                <a:cubicBezTo>
                  <a:pt x="933" y="700"/>
                  <a:pt x="933" y="700"/>
                  <a:pt x="933" y="700"/>
                </a:cubicBezTo>
                <a:cubicBezTo>
                  <a:pt x="1866" y="700"/>
                  <a:pt x="1866" y="700"/>
                  <a:pt x="1866" y="700"/>
                </a:cubicBezTo>
                <a:lnTo>
                  <a:pt x="1866" y="1633"/>
                </a:lnTo>
                <a:close/>
                <a:moveTo>
                  <a:pt x="700" y="1866"/>
                </a:moveTo>
                <a:cubicBezTo>
                  <a:pt x="700" y="0"/>
                  <a:pt x="700" y="0"/>
                  <a:pt x="700" y="0"/>
                </a:cubicBezTo>
                <a:cubicBezTo>
                  <a:pt x="466" y="0"/>
                  <a:pt x="466" y="0"/>
                  <a:pt x="466" y="0"/>
                </a:cubicBezTo>
                <a:cubicBezTo>
                  <a:pt x="466" y="466"/>
                  <a:pt x="466" y="466"/>
                  <a:pt x="466" y="466"/>
                </a:cubicBezTo>
                <a:cubicBezTo>
                  <a:pt x="0" y="466"/>
                  <a:pt x="0" y="466"/>
                  <a:pt x="0" y="466"/>
                </a:cubicBezTo>
                <a:cubicBezTo>
                  <a:pt x="0" y="700"/>
                  <a:pt x="0" y="700"/>
                  <a:pt x="0" y="700"/>
                </a:cubicBezTo>
                <a:cubicBezTo>
                  <a:pt x="466" y="700"/>
                  <a:pt x="466" y="700"/>
                  <a:pt x="466" y="700"/>
                </a:cubicBezTo>
                <a:cubicBezTo>
                  <a:pt x="466" y="1866"/>
                  <a:pt x="466" y="1866"/>
                  <a:pt x="466" y="1866"/>
                </a:cubicBezTo>
                <a:cubicBezTo>
                  <a:pt x="466" y="1995"/>
                  <a:pt x="571" y="2100"/>
                  <a:pt x="700" y="2100"/>
                </a:cubicBezTo>
                <a:cubicBezTo>
                  <a:pt x="1866" y="2100"/>
                  <a:pt x="1866" y="2100"/>
                  <a:pt x="1866" y="2100"/>
                </a:cubicBezTo>
                <a:cubicBezTo>
                  <a:pt x="1866" y="2566"/>
                  <a:pt x="1866" y="2566"/>
                  <a:pt x="1866" y="2566"/>
                </a:cubicBezTo>
                <a:cubicBezTo>
                  <a:pt x="2100" y="2566"/>
                  <a:pt x="2100" y="2566"/>
                  <a:pt x="2100" y="2566"/>
                </a:cubicBezTo>
                <a:cubicBezTo>
                  <a:pt x="2100" y="2100"/>
                  <a:pt x="2100" y="2100"/>
                  <a:pt x="2100" y="2100"/>
                </a:cubicBezTo>
                <a:cubicBezTo>
                  <a:pt x="2566" y="2100"/>
                  <a:pt x="2566" y="2100"/>
                  <a:pt x="2566" y="2100"/>
                </a:cubicBezTo>
                <a:cubicBezTo>
                  <a:pt x="2566" y="1866"/>
                  <a:pt x="2566" y="1866"/>
                  <a:pt x="2566" y="1866"/>
                </a:cubicBezTo>
                <a:lnTo>
                  <a:pt x="700" y="18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p 16 9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539"/>
          </a:xfrm>
          <a:custGeom>
            <a:avLst/>
            <a:gdLst>
              <a:gd name="T0" fmla="*/ 1867 w 2100"/>
              <a:gd name="T1" fmla="*/ 0 h 1400"/>
              <a:gd name="T2" fmla="*/ 233 w 2100"/>
              <a:gd name="T3" fmla="*/ 0 h 1400"/>
              <a:gd name="T4" fmla="*/ 0 w 2100"/>
              <a:gd name="T5" fmla="*/ 233 h 1400"/>
              <a:gd name="T6" fmla="*/ 0 w 2100"/>
              <a:gd name="T7" fmla="*/ 1167 h 1400"/>
              <a:gd name="T8" fmla="*/ 233 w 2100"/>
              <a:gd name="T9" fmla="*/ 1400 h 1400"/>
              <a:gd name="T10" fmla="*/ 1867 w 2100"/>
              <a:gd name="T11" fmla="*/ 1400 h 1400"/>
              <a:gd name="T12" fmla="*/ 2100 w 2100"/>
              <a:gd name="T13" fmla="*/ 1167 h 1400"/>
              <a:gd name="T14" fmla="*/ 2100 w 2100"/>
              <a:gd name="T15" fmla="*/ 233 h 1400"/>
              <a:gd name="T16" fmla="*/ 1867 w 2100"/>
              <a:gd name="T17" fmla="*/ 0 h 1400"/>
              <a:gd name="T18" fmla="*/ 1867 w 2100"/>
              <a:gd name="T19" fmla="*/ 1167 h 1400"/>
              <a:gd name="T20" fmla="*/ 233 w 2100"/>
              <a:gd name="T21" fmla="*/ 1167 h 1400"/>
              <a:gd name="T22" fmla="*/ 233 w 2100"/>
              <a:gd name="T23" fmla="*/ 233 h 1400"/>
              <a:gd name="T24" fmla="*/ 1867 w 2100"/>
              <a:gd name="T25" fmla="*/ 233 h 1400"/>
              <a:gd name="T26" fmla="*/ 1867 w 2100"/>
              <a:gd name="T27" fmla="*/ 1167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00" h="14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167"/>
                  <a:pt x="0" y="1167"/>
                  <a:pt x="0" y="1167"/>
                </a:cubicBezTo>
                <a:cubicBezTo>
                  <a:pt x="0" y="1295"/>
                  <a:pt x="105" y="1400"/>
                  <a:pt x="233" y="1400"/>
                </a:cubicBezTo>
                <a:cubicBezTo>
                  <a:pt x="1867" y="1400"/>
                  <a:pt x="1867" y="1400"/>
                  <a:pt x="1867" y="1400"/>
                </a:cubicBezTo>
                <a:cubicBezTo>
                  <a:pt x="1995" y="1400"/>
                  <a:pt x="2100" y="1295"/>
                  <a:pt x="2100" y="11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867" y="1167"/>
                </a:moveTo>
                <a:cubicBezTo>
                  <a:pt x="233" y="1167"/>
                  <a:pt x="233" y="1167"/>
                  <a:pt x="233" y="1167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867" y="233"/>
                  <a:pt x="1867" y="233"/>
                  <a:pt x="1867" y="233"/>
                </a:cubicBezTo>
                <a:lnTo>
                  <a:pt x="1867" y="11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p 3 2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2472"/>
          </a:xfrm>
          <a:custGeom>
            <a:avLst/>
            <a:gdLst>
              <a:gd name="T0" fmla="*/ 1867 w 2100"/>
              <a:gd name="T1" fmla="*/ 0 h 1866"/>
              <a:gd name="T2" fmla="*/ 233 w 2100"/>
              <a:gd name="T3" fmla="*/ 0 h 1866"/>
              <a:gd name="T4" fmla="*/ 0 w 2100"/>
              <a:gd name="T5" fmla="*/ 233 h 1866"/>
              <a:gd name="T6" fmla="*/ 0 w 2100"/>
              <a:gd name="T7" fmla="*/ 1633 h 1866"/>
              <a:gd name="T8" fmla="*/ 233 w 2100"/>
              <a:gd name="T9" fmla="*/ 1866 h 1866"/>
              <a:gd name="T10" fmla="*/ 1867 w 2100"/>
              <a:gd name="T11" fmla="*/ 1866 h 1866"/>
              <a:gd name="T12" fmla="*/ 2100 w 2100"/>
              <a:gd name="T13" fmla="*/ 1633 h 1866"/>
              <a:gd name="T14" fmla="*/ 2100 w 2100"/>
              <a:gd name="T15" fmla="*/ 233 h 1866"/>
              <a:gd name="T16" fmla="*/ 1867 w 2100"/>
              <a:gd name="T17" fmla="*/ 0 h 1866"/>
              <a:gd name="T18" fmla="*/ 1867 w 2100"/>
              <a:gd name="T19" fmla="*/ 1633 h 1866"/>
              <a:gd name="T20" fmla="*/ 233 w 2100"/>
              <a:gd name="T21" fmla="*/ 1633 h 1866"/>
              <a:gd name="T22" fmla="*/ 233 w 2100"/>
              <a:gd name="T23" fmla="*/ 233 h 1866"/>
              <a:gd name="T24" fmla="*/ 1867 w 2100"/>
              <a:gd name="T25" fmla="*/ 233 h 1866"/>
              <a:gd name="T26" fmla="*/ 1867 w 2100"/>
              <a:gd name="T27" fmla="*/ 163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00" h="1866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3" y="1866"/>
                </a:cubicBezTo>
                <a:cubicBezTo>
                  <a:pt x="1867" y="1866"/>
                  <a:pt x="1867" y="1866"/>
                  <a:pt x="1867" y="1866"/>
                </a:cubicBezTo>
                <a:cubicBezTo>
                  <a:pt x="1995" y="1866"/>
                  <a:pt x="2100" y="1761"/>
                  <a:pt x="2100" y="1633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867" y="1633"/>
                </a:moveTo>
                <a:cubicBezTo>
                  <a:pt x="233" y="1633"/>
                  <a:pt x="233" y="1633"/>
                  <a:pt x="233" y="16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867" y="233"/>
                  <a:pt x="1867" y="233"/>
                  <a:pt x="1867" y="233"/>
                </a:cubicBezTo>
                <a:lnTo>
                  <a:pt x="1867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p 5 4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11466"/>
          </a:xfrm>
          <a:custGeom>
            <a:avLst/>
            <a:gdLst>
              <a:gd name="T0" fmla="*/ 1867 w 2100"/>
              <a:gd name="T1" fmla="*/ 0 h 1634"/>
              <a:gd name="T2" fmla="*/ 233 w 2100"/>
              <a:gd name="T3" fmla="*/ 0 h 1634"/>
              <a:gd name="T4" fmla="*/ 0 w 2100"/>
              <a:gd name="T5" fmla="*/ 234 h 1634"/>
              <a:gd name="T6" fmla="*/ 0 w 2100"/>
              <a:gd name="T7" fmla="*/ 1400 h 1634"/>
              <a:gd name="T8" fmla="*/ 233 w 2100"/>
              <a:gd name="T9" fmla="*/ 1634 h 1634"/>
              <a:gd name="T10" fmla="*/ 1867 w 2100"/>
              <a:gd name="T11" fmla="*/ 1634 h 1634"/>
              <a:gd name="T12" fmla="*/ 2100 w 2100"/>
              <a:gd name="T13" fmla="*/ 1400 h 1634"/>
              <a:gd name="T14" fmla="*/ 2100 w 2100"/>
              <a:gd name="T15" fmla="*/ 234 h 1634"/>
              <a:gd name="T16" fmla="*/ 1867 w 2100"/>
              <a:gd name="T17" fmla="*/ 0 h 1634"/>
              <a:gd name="T18" fmla="*/ 1867 w 2100"/>
              <a:gd name="T19" fmla="*/ 1400 h 1634"/>
              <a:gd name="T20" fmla="*/ 233 w 2100"/>
              <a:gd name="T21" fmla="*/ 1400 h 1634"/>
              <a:gd name="T22" fmla="*/ 233 w 2100"/>
              <a:gd name="T23" fmla="*/ 234 h 1634"/>
              <a:gd name="T24" fmla="*/ 1867 w 2100"/>
              <a:gd name="T25" fmla="*/ 234 h 1634"/>
              <a:gd name="T26" fmla="*/ 1867 w 2100"/>
              <a:gd name="T27" fmla="*/ 1400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00" h="1634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0" y="1529"/>
                  <a:pt x="105" y="1634"/>
                  <a:pt x="233" y="1634"/>
                </a:cubicBezTo>
                <a:cubicBezTo>
                  <a:pt x="1867" y="1634"/>
                  <a:pt x="1867" y="1634"/>
                  <a:pt x="1867" y="1634"/>
                </a:cubicBezTo>
                <a:cubicBezTo>
                  <a:pt x="1995" y="1634"/>
                  <a:pt x="2100" y="1529"/>
                  <a:pt x="2100" y="1400"/>
                </a:cubicBezTo>
                <a:cubicBezTo>
                  <a:pt x="2100" y="234"/>
                  <a:pt x="2100" y="234"/>
                  <a:pt x="2100" y="234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867" y="1400"/>
                </a:moveTo>
                <a:cubicBezTo>
                  <a:pt x="233" y="1400"/>
                  <a:pt x="233" y="1400"/>
                  <a:pt x="233" y="1400"/>
                </a:cubicBezTo>
                <a:cubicBezTo>
                  <a:pt x="233" y="234"/>
                  <a:pt x="233" y="234"/>
                  <a:pt x="233" y="234"/>
                </a:cubicBezTo>
                <a:cubicBezTo>
                  <a:pt x="1867" y="234"/>
                  <a:pt x="1867" y="234"/>
                  <a:pt x="1867" y="234"/>
                </a:cubicBezTo>
                <a:lnTo>
                  <a:pt x="1867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p 7 5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07611"/>
          </a:xfrm>
          <a:custGeom>
            <a:avLst/>
            <a:gdLst>
              <a:gd name="T0" fmla="*/ 1867 w 2100"/>
              <a:gd name="T1" fmla="*/ 0 h 1166"/>
              <a:gd name="T2" fmla="*/ 233 w 2100"/>
              <a:gd name="T3" fmla="*/ 0 h 1166"/>
              <a:gd name="T4" fmla="*/ 0 w 2100"/>
              <a:gd name="T5" fmla="*/ 233 h 1166"/>
              <a:gd name="T6" fmla="*/ 0 w 2100"/>
              <a:gd name="T7" fmla="*/ 933 h 1166"/>
              <a:gd name="T8" fmla="*/ 233 w 2100"/>
              <a:gd name="T9" fmla="*/ 1166 h 1166"/>
              <a:gd name="T10" fmla="*/ 1867 w 2100"/>
              <a:gd name="T11" fmla="*/ 1166 h 1166"/>
              <a:gd name="T12" fmla="*/ 2100 w 2100"/>
              <a:gd name="T13" fmla="*/ 933 h 1166"/>
              <a:gd name="T14" fmla="*/ 2100 w 2100"/>
              <a:gd name="T15" fmla="*/ 233 h 1166"/>
              <a:gd name="T16" fmla="*/ 1867 w 2100"/>
              <a:gd name="T17" fmla="*/ 0 h 1166"/>
              <a:gd name="T18" fmla="*/ 1867 w 2100"/>
              <a:gd name="T19" fmla="*/ 933 h 1166"/>
              <a:gd name="T20" fmla="*/ 233 w 2100"/>
              <a:gd name="T21" fmla="*/ 933 h 1166"/>
              <a:gd name="T22" fmla="*/ 233 w 2100"/>
              <a:gd name="T23" fmla="*/ 233 h 1166"/>
              <a:gd name="T24" fmla="*/ 1867 w 2100"/>
              <a:gd name="T25" fmla="*/ 233 h 1166"/>
              <a:gd name="T26" fmla="*/ 1867 w 2100"/>
              <a:gd name="T27" fmla="*/ 933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00" h="1166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933"/>
                  <a:pt x="0" y="933"/>
                  <a:pt x="0" y="933"/>
                </a:cubicBezTo>
                <a:cubicBezTo>
                  <a:pt x="0" y="1061"/>
                  <a:pt x="105" y="1166"/>
                  <a:pt x="233" y="1166"/>
                </a:cubicBezTo>
                <a:cubicBezTo>
                  <a:pt x="1867" y="1166"/>
                  <a:pt x="1867" y="1166"/>
                  <a:pt x="1867" y="1166"/>
                </a:cubicBezTo>
                <a:cubicBezTo>
                  <a:pt x="1995" y="1166"/>
                  <a:pt x="2100" y="1061"/>
                  <a:pt x="2100" y="933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867" y="933"/>
                </a:moveTo>
                <a:cubicBezTo>
                  <a:pt x="233" y="933"/>
                  <a:pt x="233" y="933"/>
                  <a:pt x="233" y="9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867" y="233"/>
                  <a:pt x="1867" y="233"/>
                  <a:pt x="1867" y="233"/>
                </a:cubicBezTo>
                <a:lnTo>
                  <a:pt x="1867" y="9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p Di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1867 w 2100"/>
              <a:gd name="T19" fmla="*/ 1867 h 2100"/>
              <a:gd name="T20" fmla="*/ 233 w 2100"/>
              <a:gd name="T21" fmla="*/ 1867 h 2100"/>
              <a:gd name="T22" fmla="*/ 233 w 2100"/>
              <a:gd name="T23" fmla="*/ 233 h 2100"/>
              <a:gd name="T24" fmla="*/ 1867 w 2100"/>
              <a:gd name="T25" fmla="*/ 233 h 2100"/>
              <a:gd name="T26" fmla="*/ 1867 w 2100"/>
              <a:gd name="T27" fmla="*/ 18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867" y="1867"/>
                </a:moveTo>
                <a:cubicBezTo>
                  <a:pt x="233" y="1867"/>
                  <a:pt x="233" y="1867"/>
                  <a:pt x="233" y="1867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867" y="233"/>
                  <a:pt x="1867" y="233"/>
                  <a:pt x="1867" y="233"/>
                </a:cubicBezTo>
                <a:lnTo>
                  <a:pt x="1867" y="18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p Fre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2100"/>
              <a:gd name="T1" fmla="*/ 233 h 2100"/>
              <a:gd name="T2" fmla="*/ 0 w 2100"/>
              <a:gd name="T3" fmla="*/ 700 h 2100"/>
              <a:gd name="T4" fmla="*/ 233 w 2100"/>
              <a:gd name="T5" fmla="*/ 700 h 2100"/>
              <a:gd name="T6" fmla="*/ 233 w 2100"/>
              <a:gd name="T7" fmla="*/ 233 h 2100"/>
              <a:gd name="T8" fmla="*/ 700 w 2100"/>
              <a:gd name="T9" fmla="*/ 233 h 2100"/>
              <a:gd name="T10" fmla="*/ 700 w 2100"/>
              <a:gd name="T11" fmla="*/ 0 h 2100"/>
              <a:gd name="T12" fmla="*/ 233 w 2100"/>
              <a:gd name="T13" fmla="*/ 0 h 2100"/>
              <a:gd name="T14" fmla="*/ 0 w 2100"/>
              <a:gd name="T15" fmla="*/ 233 h 2100"/>
              <a:gd name="T16" fmla="*/ 233 w 2100"/>
              <a:gd name="T17" fmla="*/ 1400 h 2100"/>
              <a:gd name="T18" fmla="*/ 0 w 2100"/>
              <a:gd name="T19" fmla="*/ 1400 h 2100"/>
              <a:gd name="T20" fmla="*/ 0 w 2100"/>
              <a:gd name="T21" fmla="*/ 1867 h 2100"/>
              <a:gd name="T22" fmla="*/ 233 w 2100"/>
              <a:gd name="T23" fmla="*/ 2100 h 2100"/>
              <a:gd name="T24" fmla="*/ 700 w 2100"/>
              <a:gd name="T25" fmla="*/ 2100 h 2100"/>
              <a:gd name="T26" fmla="*/ 700 w 2100"/>
              <a:gd name="T27" fmla="*/ 1867 h 2100"/>
              <a:gd name="T28" fmla="*/ 233 w 2100"/>
              <a:gd name="T29" fmla="*/ 1867 h 2100"/>
              <a:gd name="T30" fmla="*/ 233 w 2100"/>
              <a:gd name="T31" fmla="*/ 1400 h 2100"/>
              <a:gd name="T32" fmla="*/ 1867 w 2100"/>
              <a:gd name="T33" fmla="*/ 1867 h 2100"/>
              <a:gd name="T34" fmla="*/ 1400 w 2100"/>
              <a:gd name="T35" fmla="*/ 1867 h 2100"/>
              <a:gd name="T36" fmla="*/ 1400 w 2100"/>
              <a:gd name="T37" fmla="*/ 2100 h 2100"/>
              <a:gd name="T38" fmla="*/ 1867 w 2100"/>
              <a:gd name="T39" fmla="*/ 2100 h 2100"/>
              <a:gd name="T40" fmla="*/ 2100 w 2100"/>
              <a:gd name="T41" fmla="*/ 1867 h 2100"/>
              <a:gd name="T42" fmla="*/ 2100 w 2100"/>
              <a:gd name="T43" fmla="*/ 1400 h 2100"/>
              <a:gd name="T44" fmla="*/ 1867 w 2100"/>
              <a:gd name="T45" fmla="*/ 1400 h 2100"/>
              <a:gd name="T46" fmla="*/ 1867 w 2100"/>
              <a:gd name="T47" fmla="*/ 1867 h 2100"/>
              <a:gd name="T48" fmla="*/ 1867 w 2100"/>
              <a:gd name="T49" fmla="*/ 0 h 2100"/>
              <a:gd name="T50" fmla="*/ 1400 w 2100"/>
              <a:gd name="T51" fmla="*/ 0 h 2100"/>
              <a:gd name="T52" fmla="*/ 1400 w 2100"/>
              <a:gd name="T53" fmla="*/ 233 h 2100"/>
              <a:gd name="T54" fmla="*/ 1867 w 2100"/>
              <a:gd name="T55" fmla="*/ 233 h 2100"/>
              <a:gd name="T56" fmla="*/ 1867 w 2100"/>
              <a:gd name="T57" fmla="*/ 700 h 2100"/>
              <a:gd name="T58" fmla="*/ 2100 w 2100"/>
              <a:gd name="T59" fmla="*/ 700 h 2100"/>
              <a:gd name="T60" fmla="*/ 2100 w 2100"/>
              <a:gd name="T61" fmla="*/ 233 h 2100"/>
              <a:gd name="T62" fmla="*/ 1867 w 2100"/>
              <a:gd name="T63" fmla="*/ 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0" h="2100">
                <a:moveTo>
                  <a:pt x="0" y="233"/>
                </a:moveTo>
                <a:cubicBezTo>
                  <a:pt x="0" y="700"/>
                  <a:pt x="0" y="700"/>
                  <a:pt x="0" y="700"/>
                </a:cubicBezTo>
                <a:cubicBezTo>
                  <a:pt x="233" y="700"/>
                  <a:pt x="233" y="700"/>
                  <a:pt x="233" y="700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700" y="0"/>
                  <a:pt x="700" y="0"/>
                  <a:pt x="700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lose/>
                <a:moveTo>
                  <a:pt x="233" y="1400"/>
                </a:moveTo>
                <a:cubicBezTo>
                  <a:pt x="0" y="1400"/>
                  <a:pt x="0" y="1400"/>
                  <a:pt x="0" y="1400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700" y="2100"/>
                  <a:pt x="700" y="2100"/>
                  <a:pt x="700" y="2100"/>
                </a:cubicBezTo>
                <a:cubicBezTo>
                  <a:pt x="700" y="1867"/>
                  <a:pt x="700" y="1867"/>
                  <a:pt x="700" y="1867"/>
                </a:cubicBezTo>
                <a:cubicBezTo>
                  <a:pt x="233" y="1867"/>
                  <a:pt x="233" y="1867"/>
                  <a:pt x="233" y="1867"/>
                </a:cubicBezTo>
                <a:lnTo>
                  <a:pt x="233" y="1400"/>
                </a:lnTo>
                <a:close/>
                <a:moveTo>
                  <a:pt x="1867" y="1867"/>
                </a:moveTo>
                <a:cubicBezTo>
                  <a:pt x="1400" y="1867"/>
                  <a:pt x="1400" y="1867"/>
                  <a:pt x="1400" y="1867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1400"/>
                  <a:pt x="2100" y="1400"/>
                  <a:pt x="2100" y="1400"/>
                </a:cubicBezTo>
                <a:cubicBezTo>
                  <a:pt x="1867" y="1400"/>
                  <a:pt x="1867" y="1400"/>
                  <a:pt x="1867" y="1400"/>
                </a:cubicBezTo>
                <a:lnTo>
                  <a:pt x="1867" y="1867"/>
                </a:lnTo>
                <a:close/>
                <a:moveTo>
                  <a:pt x="1867" y="0"/>
                </a:moveTo>
                <a:cubicBezTo>
                  <a:pt x="1400" y="0"/>
                  <a:pt x="1400" y="0"/>
                  <a:pt x="1400" y="0"/>
                </a:cubicBezTo>
                <a:cubicBezTo>
                  <a:pt x="1400" y="233"/>
                  <a:pt x="1400" y="233"/>
                  <a:pt x="1400" y="233"/>
                </a:cubicBezTo>
                <a:cubicBezTo>
                  <a:pt x="1867" y="233"/>
                  <a:pt x="1867" y="233"/>
                  <a:pt x="1867" y="233"/>
                </a:cubicBezTo>
                <a:cubicBezTo>
                  <a:pt x="1867" y="700"/>
                  <a:pt x="1867" y="700"/>
                  <a:pt x="1867" y="700"/>
                </a:cubicBezTo>
                <a:cubicBezTo>
                  <a:pt x="2100" y="700"/>
                  <a:pt x="2100" y="700"/>
                  <a:pt x="2100" y="700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p Landscap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11466"/>
          </a:xfrm>
          <a:custGeom>
            <a:avLst/>
            <a:gdLst>
              <a:gd name="T0" fmla="*/ 1867 w 2100"/>
              <a:gd name="T1" fmla="*/ 0 h 1634"/>
              <a:gd name="T2" fmla="*/ 233 w 2100"/>
              <a:gd name="T3" fmla="*/ 0 h 1634"/>
              <a:gd name="T4" fmla="*/ 0 w 2100"/>
              <a:gd name="T5" fmla="*/ 234 h 1634"/>
              <a:gd name="T6" fmla="*/ 0 w 2100"/>
              <a:gd name="T7" fmla="*/ 1400 h 1634"/>
              <a:gd name="T8" fmla="*/ 233 w 2100"/>
              <a:gd name="T9" fmla="*/ 1634 h 1634"/>
              <a:gd name="T10" fmla="*/ 1867 w 2100"/>
              <a:gd name="T11" fmla="*/ 1634 h 1634"/>
              <a:gd name="T12" fmla="*/ 2100 w 2100"/>
              <a:gd name="T13" fmla="*/ 1400 h 1634"/>
              <a:gd name="T14" fmla="*/ 2100 w 2100"/>
              <a:gd name="T15" fmla="*/ 234 h 1634"/>
              <a:gd name="T16" fmla="*/ 1867 w 2100"/>
              <a:gd name="T17" fmla="*/ 0 h 1634"/>
              <a:gd name="T18" fmla="*/ 1867 w 2100"/>
              <a:gd name="T19" fmla="*/ 1400 h 1634"/>
              <a:gd name="T20" fmla="*/ 233 w 2100"/>
              <a:gd name="T21" fmla="*/ 1400 h 1634"/>
              <a:gd name="T22" fmla="*/ 233 w 2100"/>
              <a:gd name="T23" fmla="*/ 234 h 1634"/>
              <a:gd name="T24" fmla="*/ 1867 w 2100"/>
              <a:gd name="T25" fmla="*/ 234 h 1634"/>
              <a:gd name="T26" fmla="*/ 1867 w 2100"/>
              <a:gd name="T27" fmla="*/ 1400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00" h="1634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0" y="1529"/>
                  <a:pt x="105" y="1634"/>
                  <a:pt x="233" y="1634"/>
                </a:cubicBezTo>
                <a:cubicBezTo>
                  <a:pt x="1867" y="1634"/>
                  <a:pt x="1867" y="1634"/>
                  <a:pt x="1867" y="1634"/>
                </a:cubicBezTo>
                <a:cubicBezTo>
                  <a:pt x="1995" y="1634"/>
                  <a:pt x="2100" y="1529"/>
                  <a:pt x="2100" y="1400"/>
                </a:cubicBezTo>
                <a:cubicBezTo>
                  <a:pt x="2100" y="234"/>
                  <a:pt x="2100" y="234"/>
                  <a:pt x="2100" y="234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867" y="1400"/>
                </a:moveTo>
                <a:cubicBezTo>
                  <a:pt x="233" y="1400"/>
                  <a:pt x="233" y="1400"/>
                  <a:pt x="233" y="1400"/>
                </a:cubicBezTo>
                <a:cubicBezTo>
                  <a:pt x="233" y="234"/>
                  <a:pt x="233" y="234"/>
                  <a:pt x="233" y="234"/>
                </a:cubicBezTo>
                <a:cubicBezTo>
                  <a:pt x="1867" y="234"/>
                  <a:pt x="1867" y="234"/>
                  <a:pt x="1867" y="234"/>
                </a:cubicBezTo>
                <a:lnTo>
                  <a:pt x="1867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p Origina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1867 w 2100"/>
              <a:gd name="T19" fmla="*/ 1867 h 2100"/>
              <a:gd name="T20" fmla="*/ 233 w 2100"/>
              <a:gd name="T21" fmla="*/ 1867 h 2100"/>
              <a:gd name="T22" fmla="*/ 233 w 2100"/>
              <a:gd name="T23" fmla="*/ 233 h 2100"/>
              <a:gd name="T24" fmla="*/ 1867 w 2100"/>
              <a:gd name="T25" fmla="*/ 233 h 2100"/>
              <a:gd name="T26" fmla="*/ 1867 w 2100"/>
              <a:gd name="T27" fmla="*/ 1867 h 2100"/>
              <a:gd name="T28" fmla="*/ 1279 w 2100"/>
              <a:gd name="T29" fmla="*/ 1084 h 2100"/>
              <a:gd name="T30" fmla="*/ 958 w 2100"/>
              <a:gd name="T31" fmla="*/ 1497 h 2100"/>
              <a:gd name="T32" fmla="*/ 729 w 2100"/>
              <a:gd name="T33" fmla="*/ 1221 h 2100"/>
              <a:gd name="T34" fmla="*/ 408 w 2100"/>
              <a:gd name="T35" fmla="*/ 1633 h 2100"/>
              <a:gd name="T36" fmla="*/ 1692 w 2100"/>
              <a:gd name="T37" fmla="*/ 1633 h 2100"/>
              <a:gd name="T38" fmla="*/ 1279 w 2100"/>
              <a:gd name="T39" fmla="*/ 1084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867" y="1867"/>
                </a:moveTo>
                <a:cubicBezTo>
                  <a:pt x="233" y="1867"/>
                  <a:pt x="233" y="1867"/>
                  <a:pt x="233" y="1867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867" y="233"/>
                  <a:pt x="1867" y="233"/>
                  <a:pt x="1867" y="233"/>
                </a:cubicBezTo>
                <a:lnTo>
                  <a:pt x="1867" y="1867"/>
                </a:lnTo>
                <a:close/>
                <a:moveTo>
                  <a:pt x="1279" y="1084"/>
                </a:moveTo>
                <a:cubicBezTo>
                  <a:pt x="958" y="1497"/>
                  <a:pt x="958" y="1497"/>
                  <a:pt x="958" y="1497"/>
                </a:cubicBezTo>
                <a:cubicBezTo>
                  <a:pt x="729" y="1221"/>
                  <a:pt x="729" y="1221"/>
                  <a:pt x="729" y="1221"/>
                </a:cubicBezTo>
                <a:cubicBezTo>
                  <a:pt x="408" y="1633"/>
                  <a:pt x="408" y="1633"/>
                  <a:pt x="408" y="1633"/>
                </a:cubicBezTo>
                <a:cubicBezTo>
                  <a:pt x="1692" y="1633"/>
                  <a:pt x="1692" y="1633"/>
                  <a:pt x="1692" y="1633"/>
                </a:cubicBezTo>
                <a:lnTo>
                  <a:pt x="1279" y="108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p Portrai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11466" cy="914400"/>
          </a:xfrm>
          <a:custGeom>
            <a:avLst/>
            <a:gdLst>
              <a:gd name="T0" fmla="*/ 1400 w 1634"/>
              <a:gd name="T1" fmla="*/ 0 h 2100"/>
              <a:gd name="T2" fmla="*/ 234 w 1634"/>
              <a:gd name="T3" fmla="*/ 0 h 2100"/>
              <a:gd name="T4" fmla="*/ 0 w 1634"/>
              <a:gd name="T5" fmla="*/ 233 h 2100"/>
              <a:gd name="T6" fmla="*/ 0 w 1634"/>
              <a:gd name="T7" fmla="*/ 1867 h 2100"/>
              <a:gd name="T8" fmla="*/ 234 w 1634"/>
              <a:gd name="T9" fmla="*/ 2100 h 2100"/>
              <a:gd name="T10" fmla="*/ 1400 w 1634"/>
              <a:gd name="T11" fmla="*/ 2100 h 2100"/>
              <a:gd name="T12" fmla="*/ 1634 w 1634"/>
              <a:gd name="T13" fmla="*/ 1867 h 2100"/>
              <a:gd name="T14" fmla="*/ 1634 w 1634"/>
              <a:gd name="T15" fmla="*/ 233 h 2100"/>
              <a:gd name="T16" fmla="*/ 1400 w 1634"/>
              <a:gd name="T17" fmla="*/ 0 h 2100"/>
              <a:gd name="T18" fmla="*/ 1400 w 1634"/>
              <a:gd name="T19" fmla="*/ 1867 h 2100"/>
              <a:gd name="T20" fmla="*/ 234 w 1634"/>
              <a:gd name="T21" fmla="*/ 1867 h 2100"/>
              <a:gd name="T22" fmla="*/ 234 w 1634"/>
              <a:gd name="T23" fmla="*/ 233 h 2100"/>
              <a:gd name="T24" fmla="*/ 1400 w 1634"/>
              <a:gd name="T25" fmla="*/ 233 h 2100"/>
              <a:gd name="T26" fmla="*/ 1400 w 1634"/>
              <a:gd name="T27" fmla="*/ 18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634" h="2100">
                <a:moveTo>
                  <a:pt x="14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4" y="2100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529" y="2100"/>
                  <a:pt x="1634" y="1995"/>
                  <a:pt x="1634" y="1867"/>
                </a:cubicBezTo>
                <a:cubicBezTo>
                  <a:pt x="1634" y="233"/>
                  <a:pt x="1634" y="233"/>
                  <a:pt x="1634" y="233"/>
                </a:cubicBezTo>
                <a:cubicBezTo>
                  <a:pt x="1634" y="105"/>
                  <a:pt x="1529" y="0"/>
                  <a:pt x="1400" y="0"/>
                </a:cubicBezTo>
                <a:close/>
                <a:moveTo>
                  <a:pt x="1400" y="1867"/>
                </a:moveTo>
                <a:cubicBezTo>
                  <a:pt x="234" y="1867"/>
                  <a:pt x="234" y="1867"/>
                  <a:pt x="234" y="1867"/>
                </a:cubicBezTo>
                <a:cubicBezTo>
                  <a:pt x="234" y="233"/>
                  <a:pt x="234" y="233"/>
                  <a:pt x="234" y="233"/>
                </a:cubicBezTo>
                <a:cubicBezTo>
                  <a:pt x="1400" y="233"/>
                  <a:pt x="1400" y="233"/>
                  <a:pt x="1400" y="233"/>
                </a:cubicBezTo>
                <a:lnTo>
                  <a:pt x="1400" y="18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p Rota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872 w 2800"/>
              <a:gd name="T1" fmla="*/ 2507 h 2800"/>
              <a:gd name="T2" fmla="*/ 175 w 2800"/>
              <a:gd name="T3" fmla="*/ 1517 h 2800"/>
              <a:gd name="T4" fmla="*/ 0 w 2800"/>
              <a:gd name="T5" fmla="*/ 1517 h 2800"/>
              <a:gd name="T6" fmla="*/ 1394 w 2800"/>
              <a:gd name="T7" fmla="*/ 2800 h 2800"/>
              <a:gd name="T8" fmla="*/ 1471 w 2800"/>
              <a:gd name="T9" fmla="*/ 2796 h 2800"/>
              <a:gd name="T10" fmla="*/ 1027 w 2800"/>
              <a:gd name="T11" fmla="*/ 2351 h 2800"/>
              <a:gd name="T12" fmla="*/ 872 w 2800"/>
              <a:gd name="T13" fmla="*/ 2507 h 2800"/>
              <a:gd name="T14" fmla="*/ 1406 w 2800"/>
              <a:gd name="T15" fmla="*/ 0 h 2800"/>
              <a:gd name="T16" fmla="*/ 1329 w 2800"/>
              <a:gd name="T17" fmla="*/ 5 h 2800"/>
              <a:gd name="T18" fmla="*/ 1773 w 2800"/>
              <a:gd name="T19" fmla="*/ 449 h 2800"/>
              <a:gd name="T20" fmla="*/ 1928 w 2800"/>
              <a:gd name="T21" fmla="*/ 294 h 2800"/>
              <a:gd name="T22" fmla="*/ 2625 w 2800"/>
              <a:gd name="T23" fmla="*/ 1283 h 2800"/>
              <a:gd name="T24" fmla="*/ 2800 w 2800"/>
              <a:gd name="T25" fmla="*/ 1283 h 2800"/>
              <a:gd name="T26" fmla="*/ 1406 w 2800"/>
              <a:gd name="T27" fmla="*/ 0 h 2800"/>
              <a:gd name="T28" fmla="*/ 1867 w 2800"/>
              <a:gd name="T29" fmla="*/ 1633 h 2800"/>
              <a:gd name="T30" fmla="*/ 2100 w 2800"/>
              <a:gd name="T31" fmla="*/ 1633 h 2800"/>
              <a:gd name="T32" fmla="*/ 2100 w 2800"/>
              <a:gd name="T33" fmla="*/ 933 h 2800"/>
              <a:gd name="T34" fmla="*/ 1867 w 2800"/>
              <a:gd name="T35" fmla="*/ 700 h 2800"/>
              <a:gd name="T36" fmla="*/ 1167 w 2800"/>
              <a:gd name="T37" fmla="*/ 700 h 2800"/>
              <a:gd name="T38" fmla="*/ 1167 w 2800"/>
              <a:gd name="T39" fmla="*/ 933 h 2800"/>
              <a:gd name="T40" fmla="*/ 1867 w 2800"/>
              <a:gd name="T41" fmla="*/ 933 h 2800"/>
              <a:gd name="T42" fmla="*/ 1867 w 2800"/>
              <a:gd name="T43" fmla="*/ 1633 h 2800"/>
              <a:gd name="T44" fmla="*/ 933 w 2800"/>
              <a:gd name="T45" fmla="*/ 1867 h 2800"/>
              <a:gd name="T46" fmla="*/ 933 w 2800"/>
              <a:gd name="T47" fmla="*/ 467 h 2800"/>
              <a:gd name="T48" fmla="*/ 700 w 2800"/>
              <a:gd name="T49" fmla="*/ 467 h 2800"/>
              <a:gd name="T50" fmla="*/ 700 w 2800"/>
              <a:gd name="T51" fmla="*/ 700 h 2800"/>
              <a:gd name="T52" fmla="*/ 467 w 2800"/>
              <a:gd name="T53" fmla="*/ 700 h 2800"/>
              <a:gd name="T54" fmla="*/ 467 w 2800"/>
              <a:gd name="T55" fmla="*/ 933 h 2800"/>
              <a:gd name="T56" fmla="*/ 700 w 2800"/>
              <a:gd name="T57" fmla="*/ 933 h 2800"/>
              <a:gd name="T58" fmla="*/ 700 w 2800"/>
              <a:gd name="T59" fmla="*/ 1867 h 2800"/>
              <a:gd name="T60" fmla="*/ 933 w 2800"/>
              <a:gd name="T61" fmla="*/ 2100 h 2800"/>
              <a:gd name="T62" fmla="*/ 1867 w 2800"/>
              <a:gd name="T63" fmla="*/ 2100 h 2800"/>
              <a:gd name="T64" fmla="*/ 1867 w 2800"/>
              <a:gd name="T65" fmla="*/ 2333 h 2800"/>
              <a:gd name="T66" fmla="*/ 2100 w 2800"/>
              <a:gd name="T67" fmla="*/ 2333 h 2800"/>
              <a:gd name="T68" fmla="*/ 2100 w 2800"/>
              <a:gd name="T69" fmla="*/ 2100 h 2800"/>
              <a:gd name="T70" fmla="*/ 2333 w 2800"/>
              <a:gd name="T71" fmla="*/ 2100 h 2800"/>
              <a:gd name="T72" fmla="*/ 2333 w 2800"/>
              <a:gd name="T73" fmla="*/ 1867 h 2800"/>
              <a:gd name="T74" fmla="*/ 933 w 2800"/>
              <a:gd name="T75" fmla="*/ 1867 h 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800" h="2800">
                <a:moveTo>
                  <a:pt x="872" y="2507"/>
                </a:moveTo>
                <a:cubicBezTo>
                  <a:pt x="490" y="2325"/>
                  <a:pt x="217" y="1955"/>
                  <a:pt x="175" y="1517"/>
                </a:cubicBezTo>
                <a:cubicBezTo>
                  <a:pt x="0" y="1517"/>
                  <a:pt x="0" y="1517"/>
                  <a:pt x="0" y="1517"/>
                </a:cubicBezTo>
                <a:cubicBezTo>
                  <a:pt x="59" y="2235"/>
                  <a:pt x="660" y="2800"/>
                  <a:pt x="1394" y="2800"/>
                </a:cubicBezTo>
                <a:cubicBezTo>
                  <a:pt x="1421" y="2800"/>
                  <a:pt x="1446" y="2798"/>
                  <a:pt x="1471" y="2796"/>
                </a:cubicBezTo>
                <a:cubicBezTo>
                  <a:pt x="1027" y="2351"/>
                  <a:pt x="1027" y="2351"/>
                  <a:pt x="1027" y="2351"/>
                </a:cubicBezTo>
                <a:lnTo>
                  <a:pt x="872" y="2507"/>
                </a:lnTo>
                <a:close/>
                <a:moveTo>
                  <a:pt x="1406" y="0"/>
                </a:moveTo>
                <a:cubicBezTo>
                  <a:pt x="1379" y="0"/>
                  <a:pt x="1354" y="2"/>
                  <a:pt x="1329" y="5"/>
                </a:cubicBezTo>
                <a:cubicBezTo>
                  <a:pt x="1773" y="449"/>
                  <a:pt x="1773" y="449"/>
                  <a:pt x="1773" y="449"/>
                </a:cubicBezTo>
                <a:cubicBezTo>
                  <a:pt x="1928" y="294"/>
                  <a:pt x="1928" y="294"/>
                  <a:pt x="1928" y="294"/>
                </a:cubicBezTo>
                <a:cubicBezTo>
                  <a:pt x="2310" y="475"/>
                  <a:pt x="2583" y="845"/>
                  <a:pt x="2625" y="1283"/>
                </a:cubicBezTo>
                <a:cubicBezTo>
                  <a:pt x="2800" y="1283"/>
                  <a:pt x="2800" y="1283"/>
                  <a:pt x="2800" y="1283"/>
                </a:cubicBezTo>
                <a:cubicBezTo>
                  <a:pt x="2741" y="565"/>
                  <a:pt x="2140" y="0"/>
                  <a:pt x="1406" y="0"/>
                </a:cubicBezTo>
                <a:close/>
                <a:moveTo>
                  <a:pt x="1867" y="1633"/>
                </a:moveTo>
                <a:cubicBezTo>
                  <a:pt x="2100" y="1633"/>
                  <a:pt x="2100" y="1633"/>
                  <a:pt x="2100" y="1633"/>
                </a:cubicBezTo>
                <a:cubicBezTo>
                  <a:pt x="2100" y="933"/>
                  <a:pt x="2100" y="933"/>
                  <a:pt x="2100" y="933"/>
                </a:cubicBezTo>
                <a:cubicBezTo>
                  <a:pt x="2100" y="804"/>
                  <a:pt x="1995" y="700"/>
                  <a:pt x="1867" y="700"/>
                </a:cubicBezTo>
                <a:cubicBezTo>
                  <a:pt x="1167" y="700"/>
                  <a:pt x="1167" y="700"/>
                  <a:pt x="1167" y="700"/>
                </a:cubicBezTo>
                <a:cubicBezTo>
                  <a:pt x="1167" y="933"/>
                  <a:pt x="1167" y="933"/>
                  <a:pt x="1167" y="933"/>
                </a:cubicBezTo>
                <a:cubicBezTo>
                  <a:pt x="1867" y="933"/>
                  <a:pt x="1867" y="933"/>
                  <a:pt x="1867" y="933"/>
                </a:cubicBezTo>
                <a:lnTo>
                  <a:pt x="1867" y="1633"/>
                </a:lnTo>
                <a:close/>
                <a:moveTo>
                  <a:pt x="933" y="1867"/>
                </a:moveTo>
                <a:cubicBezTo>
                  <a:pt x="933" y="467"/>
                  <a:pt x="933" y="467"/>
                  <a:pt x="933" y="467"/>
                </a:cubicBezTo>
                <a:cubicBezTo>
                  <a:pt x="700" y="467"/>
                  <a:pt x="700" y="467"/>
                  <a:pt x="700" y="467"/>
                </a:cubicBezTo>
                <a:cubicBezTo>
                  <a:pt x="700" y="700"/>
                  <a:pt x="700" y="700"/>
                  <a:pt x="700" y="700"/>
                </a:cubicBezTo>
                <a:cubicBezTo>
                  <a:pt x="467" y="700"/>
                  <a:pt x="467" y="700"/>
                  <a:pt x="467" y="700"/>
                </a:cubicBezTo>
                <a:cubicBezTo>
                  <a:pt x="467" y="933"/>
                  <a:pt x="467" y="933"/>
                  <a:pt x="467" y="933"/>
                </a:cubicBezTo>
                <a:cubicBezTo>
                  <a:pt x="700" y="933"/>
                  <a:pt x="700" y="933"/>
                  <a:pt x="700" y="933"/>
                </a:cubicBezTo>
                <a:cubicBezTo>
                  <a:pt x="700" y="1867"/>
                  <a:pt x="700" y="1867"/>
                  <a:pt x="700" y="1867"/>
                </a:cubicBezTo>
                <a:cubicBezTo>
                  <a:pt x="700" y="1995"/>
                  <a:pt x="804" y="2100"/>
                  <a:pt x="9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867" y="2333"/>
                  <a:pt x="1867" y="2333"/>
                  <a:pt x="1867" y="2333"/>
                </a:cubicBezTo>
                <a:cubicBezTo>
                  <a:pt x="2100" y="2333"/>
                  <a:pt x="2100" y="2333"/>
                  <a:pt x="2100" y="2333"/>
                </a:cubicBezTo>
                <a:cubicBezTo>
                  <a:pt x="2100" y="2100"/>
                  <a:pt x="2100" y="2100"/>
                  <a:pt x="2100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333" y="1867"/>
                  <a:pt x="2333" y="1867"/>
                  <a:pt x="2333" y="1867"/>
                </a:cubicBezTo>
                <a:lnTo>
                  <a:pt x="933" y="18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rop Squa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633 w 1866"/>
              <a:gd name="T1" fmla="*/ 0 h 1866"/>
              <a:gd name="T2" fmla="*/ 233 w 1866"/>
              <a:gd name="T3" fmla="*/ 0 h 1866"/>
              <a:gd name="T4" fmla="*/ 0 w 1866"/>
              <a:gd name="T5" fmla="*/ 233 h 1866"/>
              <a:gd name="T6" fmla="*/ 0 w 1866"/>
              <a:gd name="T7" fmla="*/ 1633 h 1866"/>
              <a:gd name="T8" fmla="*/ 233 w 1866"/>
              <a:gd name="T9" fmla="*/ 1866 h 1866"/>
              <a:gd name="T10" fmla="*/ 1633 w 1866"/>
              <a:gd name="T11" fmla="*/ 1866 h 1866"/>
              <a:gd name="T12" fmla="*/ 1866 w 1866"/>
              <a:gd name="T13" fmla="*/ 1633 h 1866"/>
              <a:gd name="T14" fmla="*/ 1866 w 1866"/>
              <a:gd name="T15" fmla="*/ 233 h 1866"/>
              <a:gd name="T16" fmla="*/ 1633 w 1866"/>
              <a:gd name="T17" fmla="*/ 0 h 1866"/>
              <a:gd name="T18" fmla="*/ 1633 w 1866"/>
              <a:gd name="T19" fmla="*/ 1633 h 1866"/>
              <a:gd name="T20" fmla="*/ 233 w 1866"/>
              <a:gd name="T21" fmla="*/ 1633 h 1866"/>
              <a:gd name="T22" fmla="*/ 233 w 1866"/>
              <a:gd name="T23" fmla="*/ 233 h 1866"/>
              <a:gd name="T24" fmla="*/ 1633 w 1866"/>
              <a:gd name="T25" fmla="*/ 233 h 1866"/>
              <a:gd name="T26" fmla="*/ 1633 w 1866"/>
              <a:gd name="T27" fmla="*/ 163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866" h="1866">
                <a:moveTo>
                  <a:pt x="16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3" y="1866"/>
                </a:cubicBezTo>
                <a:cubicBezTo>
                  <a:pt x="1633" y="1866"/>
                  <a:pt x="1633" y="1866"/>
                  <a:pt x="1633" y="1866"/>
                </a:cubicBezTo>
                <a:cubicBezTo>
                  <a:pt x="1761" y="1866"/>
                  <a:pt x="1866" y="1761"/>
                  <a:pt x="1866" y="1633"/>
                </a:cubicBezTo>
                <a:cubicBezTo>
                  <a:pt x="1866" y="233"/>
                  <a:pt x="1866" y="233"/>
                  <a:pt x="1866" y="233"/>
                </a:cubicBezTo>
                <a:cubicBezTo>
                  <a:pt x="1866" y="105"/>
                  <a:pt x="1761" y="0"/>
                  <a:pt x="1633" y="0"/>
                </a:cubicBezTo>
                <a:close/>
                <a:moveTo>
                  <a:pt x="1633" y="1633"/>
                </a:moveTo>
                <a:cubicBezTo>
                  <a:pt x="233" y="1633"/>
                  <a:pt x="233" y="1633"/>
                  <a:pt x="233" y="16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633" y="233"/>
                  <a:pt x="1633" y="233"/>
                  <a:pt x="1633" y="233"/>
                </a:cubicBezTo>
                <a:lnTo>
                  <a:pt x="1633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haz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48408"/>
          </a:xfrm>
          <a:custGeom>
            <a:avLst/>
            <a:gdLst>
              <a:gd name="T0" fmla="*/ 0 w 5514"/>
              <a:gd name="T1" fmla="*/ 2754 h 3307"/>
              <a:gd name="T2" fmla="*/ 0 w 5514"/>
              <a:gd name="T3" fmla="*/ 3307 h 3307"/>
              <a:gd name="T4" fmla="*/ 5514 w 5514"/>
              <a:gd name="T5" fmla="*/ 3307 h 3307"/>
              <a:gd name="T6" fmla="*/ 5514 w 5514"/>
              <a:gd name="T7" fmla="*/ 2754 h 3307"/>
              <a:gd name="T8" fmla="*/ 0 w 5514"/>
              <a:gd name="T9" fmla="*/ 2754 h 3307"/>
              <a:gd name="T10" fmla="*/ 0 w 5514"/>
              <a:gd name="T11" fmla="*/ 1377 h 3307"/>
              <a:gd name="T12" fmla="*/ 0 w 5514"/>
              <a:gd name="T13" fmla="*/ 1927 h 3307"/>
              <a:gd name="T14" fmla="*/ 5514 w 5514"/>
              <a:gd name="T15" fmla="*/ 1927 h 3307"/>
              <a:gd name="T16" fmla="*/ 5514 w 5514"/>
              <a:gd name="T17" fmla="*/ 1377 h 3307"/>
              <a:gd name="T18" fmla="*/ 0 w 5514"/>
              <a:gd name="T19" fmla="*/ 1377 h 3307"/>
              <a:gd name="T20" fmla="*/ 0 w 5514"/>
              <a:gd name="T21" fmla="*/ 0 h 3307"/>
              <a:gd name="T22" fmla="*/ 0 w 5514"/>
              <a:gd name="T23" fmla="*/ 550 h 3307"/>
              <a:gd name="T24" fmla="*/ 5514 w 5514"/>
              <a:gd name="T25" fmla="*/ 550 h 3307"/>
              <a:gd name="T26" fmla="*/ 5514 w 5514"/>
              <a:gd name="T27" fmla="*/ 0 h 3307"/>
              <a:gd name="T28" fmla="*/ 0 w 5514"/>
              <a:gd name="T29" fmla="*/ 0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514" h="3307">
                <a:moveTo>
                  <a:pt x="0" y="2754"/>
                </a:moveTo>
                <a:lnTo>
                  <a:pt x="0" y="3307"/>
                </a:lnTo>
                <a:lnTo>
                  <a:pt x="5514" y="3307"/>
                </a:lnTo>
                <a:lnTo>
                  <a:pt x="5514" y="2754"/>
                </a:lnTo>
                <a:lnTo>
                  <a:pt x="0" y="2754"/>
                </a:lnTo>
                <a:close/>
                <a:moveTo>
                  <a:pt x="0" y="1377"/>
                </a:moveTo>
                <a:lnTo>
                  <a:pt x="0" y="1927"/>
                </a:lnTo>
                <a:lnTo>
                  <a:pt x="5514" y="1927"/>
                </a:lnTo>
                <a:lnTo>
                  <a:pt x="5514" y="1377"/>
                </a:lnTo>
                <a:lnTo>
                  <a:pt x="0" y="1377"/>
                </a:lnTo>
                <a:close/>
                <a:moveTo>
                  <a:pt x="0" y="0"/>
                </a:moveTo>
                <a:lnTo>
                  <a:pt x="0" y="550"/>
                </a:lnTo>
                <a:lnTo>
                  <a:pt x="5514" y="550"/>
                </a:lnTo>
                <a:lnTo>
                  <a:pt x="551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etail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2472"/>
          </a:xfrm>
          <a:custGeom>
            <a:avLst/>
            <a:gdLst>
              <a:gd name="T0" fmla="*/ 0 w 4961"/>
              <a:gd name="T1" fmla="*/ 0 h 4408"/>
              <a:gd name="T2" fmla="*/ 2481 w 4961"/>
              <a:gd name="T3" fmla="*/ 4408 h 4408"/>
              <a:gd name="T4" fmla="*/ 4961 w 4961"/>
              <a:gd name="T5" fmla="*/ 0 h 4408"/>
              <a:gd name="T6" fmla="*/ 0 w 4961"/>
              <a:gd name="T7" fmla="*/ 0 h 4408"/>
              <a:gd name="T8" fmla="*/ 931 w 4961"/>
              <a:gd name="T9" fmla="*/ 551 h 4408"/>
              <a:gd name="T10" fmla="*/ 4033 w 4961"/>
              <a:gd name="T11" fmla="*/ 551 h 4408"/>
              <a:gd name="T12" fmla="*/ 2481 w 4961"/>
              <a:gd name="T13" fmla="*/ 3307 h 4408"/>
              <a:gd name="T14" fmla="*/ 931 w 4961"/>
              <a:gd name="T15" fmla="*/ 551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961" h="4408">
                <a:moveTo>
                  <a:pt x="0" y="0"/>
                </a:moveTo>
                <a:lnTo>
                  <a:pt x="2481" y="4408"/>
                </a:lnTo>
                <a:lnTo>
                  <a:pt x="4961" y="0"/>
                </a:lnTo>
                <a:lnTo>
                  <a:pt x="0" y="0"/>
                </a:lnTo>
                <a:close/>
                <a:moveTo>
                  <a:pt x="931" y="551"/>
                </a:moveTo>
                <a:lnTo>
                  <a:pt x="4033" y="551"/>
                </a:lnTo>
                <a:lnTo>
                  <a:pt x="2481" y="3307"/>
                </a:lnTo>
                <a:lnTo>
                  <a:pt x="931" y="5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di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2112"/>
              <a:gd name="T1" fmla="*/ 1674 h 2112"/>
              <a:gd name="T2" fmla="*/ 0 w 2112"/>
              <a:gd name="T3" fmla="*/ 2112 h 2112"/>
              <a:gd name="T4" fmla="*/ 438 w 2112"/>
              <a:gd name="T5" fmla="*/ 2112 h 2112"/>
              <a:gd name="T6" fmla="*/ 1728 w 2112"/>
              <a:gd name="T7" fmla="*/ 822 h 2112"/>
              <a:gd name="T8" fmla="*/ 1290 w 2112"/>
              <a:gd name="T9" fmla="*/ 384 h 2112"/>
              <a:gd name="T10" fmla="*/ 0 w 2112"/>
              <a:gd name="T11" fmla="*/ 1674 h 2112"/>
              <a:gd name="T12" fmla="*/ 2066 w 2112"/>
              <a:gd name="T13" fmla="*/ 483 h 2112"/>
              <a:gd name="T14" fmla="*/ 2066 w 2112"/>
              <a:gd name="T15" fmla="*/ 319 h 2112"/>
              <a:gd name="T16" fmla="*/ 1793 w 2112"/>
              <a:gd name="T17" fmla="*/ 46 h 2112"/>
              <a:gd name="T18" fmla="*/ 1629 w 2112"/>
              <a:gd name="T19" fmla="*/ 46 h 2112"/>
              <a:gd name="T20" fmla="*/ 1415 w 2112"/>
              <a:gd name="T21" fmla="*/ 259 h 2112"/>
              <a:gd name="T22" fmla="*/ 1853 w 2112"/>
              <a:gd name="T23" fmla="*/ 697 h 2112"/>
              <a:gd name="T24" fmla="*/ 2066 w 2112"/>
              <a:gd name="T25" fmla="*/ 483 h 21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112" h="2112">
                <a:moveTo>
                  <a:pt x="0" y="1674"/>
                </a:moveTo>
                <a:cubicBezTo>
                  <a:pt x="0" y="2112"/>
                  <a:pt x="0" y="2112"/>
                  <a:pt x="0" y="2112"/>
                </a:cubicBezTo>
                <a:cubicBezTo>
                  <a:pt x="438" y="2112"/>
                  <a:pt x="438" y="2112"/>
                  <a:pt x="438" y="2112"/>
                </a:cubicBezTo>
                <a:cubicBezTo>
                  <a:pt x="1728" y="822"/>
                  <a:pt x="1728" y="822"/>
                  <a:pt x="1728" y="822"/>
                </a:cubicBezTo>
                <a:cubicBezTo>
                  <a:pt x="1290" y="384"/>
                  <a:pt x="1290" y="384"/>
                  <a:pt x="1290" y="384"/>
                </a:cubicBezTo>
                <a:lnTo>
                  <a:pt x="0" y="1674"/>
                </a:lnTo>
                <a:close/>
                <a:moveTo>
                  <a:pt x="2066" y="483"/>
                </a:moveTo>
                <a:cubicBezTo>
                  <a:pt x="2112" y="438"/>
                  <a:pt x="2112" y="364"/>
                  <a:pt x="2066" y="319"/>
                </a:cubicBezTo>
                <a:cubicBezTo>
                  <a:pt x="1793" y="46"/>
                  <a:pt x="1793" y="46"/>
                  <a:pt x="1793" y="46"/>
                </a:cubicBezTo>
                <a:cubicBezTo>
                  <a:pt x="1748" y="0"/>
                  <a:pt x="1674" y="0"/>
                  <a:pt x="1629" y="46"/>
                </a:cubicBezTo>
                <a:cubicBezTo>
                  <a:pt x="1415" y="259"/>
                  <a:pt x="1415" y="259"/>
                  <a:pt x="1415" y="259"/>
                </a:cubicBezTo>
                <a:cubicBezTo>
                  <a:pt x="1853" y="697"/>
                  <a:pt x="1853" y="697"/>
                  <a:pt x="1853" y="697"/>
                </a:cubicBezTo>
                <a:lnTo>
                  <a:pt x="2066" y="4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osu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517 w 2334"/>
              <a:gd name="T1" fmla="*/ 1750 h 2334"/>
              <a:gd name="T2" fmla="*/ 1517 w 2334"/>
              <a:gd name="T3" fmla="*/ 1984 h 2334"/>
              <a:gd name="T4" fmla="*/ 1750 w 2334"/>
              <a:gd name="T5" fmla="*/ 1984 h 2334"/>
              <a:gd name="T6" fmla="*/ 1750 w 2334"/>
              <a:gd name="T7" fmla="*/ 1750 h 2334"/>
              <a:gd name="T8" fmla="*/ 1984 w 2334"/>
              <a:gd name="T9" fmla="*/ 1750 h 2334"/>
              <a:gd name="T10" fmla="*/ 1984 w 2334"/>
              <a:gd name="T11" fmla="*/ 1517 h 2334"/>
              <a:gd name="T12" fmla="*/ 1750 w 2334"/>
              <a:gd name="T13" fmla="*/ 1517 h 2334"/>
              <a:gd name="T14" fmla="*/ 1750 w 2334"/>
              <a:gd name="T15" fmla="*/ 1284 h 2334"/>
              <a:gd name="T16" fmla="*/ 1517 w 2334"/>
              <a:gd name="T17" fmla="*/ 1284 h 2334"/>
              <a:gd name="T18" fmla="*/ 1517 w 2334"/>
              <a:gd name="T19" fmla="*/ 1517 h 2334"/>
              <a:gd name="T20" fmla="*/ 1284 w 2334"/>
              <a:gd name="T21" fmla="*/ 1517 h 2334"/>
              <a:gd name="T22" fmla="*/ 1284 w 2334"/>
              <a:gd name="T23" fmla="*/ 1750 h 2334"/>
              <a:gd name="T24" fmla="*/ 1517 w 2334"/>
              <a:gd name="T25" fmla="*/ 1750 h 2334"/>
              <a:gd name="T26" fmla="*/ 2100 w 2334"/>
              <a:gd name="T27" fmla="*/ 0 h 2334"/>
              <a:gd name="T28" fmla="*/ 234 w 2334"/>
              <a:gd name="T29" fmla="*/ 0 h 2334"/>
              <a:gd name="T30" fmla="*/ 0 w 2334"/>
              <a:gd name="T31" fmla="*/ 234 h 2334"/>
              <a:gd name="T32" fmla="*/ 0 w 2334"/>
              <a:gd name="T33" fmla="*/ 2100 h 2334"/>
              <a:gd name="T34" fmla="*/ 234 w 2334"/>
              <a:gd name="T35" fmla="*/ 2334 h 2334"/>
              <a:gd name="T36" fmla="*/ 2100 w 2334"/>
              <a:gd name="T37" fmla="*/ 2334 h 2334"/>
              <a:gd name="T38" fmla="*/ 2334 w 2334"/>
              <a:gd name="T39" fmla="*/ 2100 h 2334"/>
              <a:gd name="T40" fmla="*/ 2334 w 2334"/>
              <a:gd name="T41" fmla="*/ 234 h 2334"/>
              <a:gd name="T42" fmla="*/ 2100 w 2334"/>
              <a:gd name="T43" fmla="*/ 0 h 2334"/>
              <a:gd name="T44" fmla="*/ 350 w 2334"/>
              <a:gd name="T45" fmla="*/ 350 h 2334"/>
              <a:gd name="T46" fmla="*/ 1050 w 2334"/>
              <a:gd name="T47" fmla="*/ 350 h 2334"/>
              <a:gd name="T48" fmla="*/ 1050 w 2334"/>
              <a:gd name="T49" fmla="*/ 584 h 2334"/>
              <a:gd name="T50" fmla="*/ 350 w 2334"/>
              <a:gd name="T51" fmla="*/ 584 h 2334"/>
              <a:gd name="T52" fmla="*/ 350 w 2334"/>
              <a:gd name="T53" fmla="*/ 350 h 2334"/>
              <a:gd name="T54" fmla="*/ 2100 w 2334"/>
              <a:gd name="T55" fmla="*/ 2100 h 2334"/>
              <a:gd name="T56" fmla="*/ 234 w 2334"/>
              <a:gd name="T57" fmla="*/ 2100 h 2334"/>
              <a:gd name="T58" fmla="*/ 2100 w 2334"/>
              <a:gd name="T59" fmla="*/ 234 h 2334"/>
              <a:gd name="T60" fmla="*/ 2100 w 2334"/>
              <a:gd name="T61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334" h="2334">
                <a:moveTo>
                  <a:pt x="1517" y="1750"/>
                </a:moveTo>
                <a:cubicBezTo>
                  <a:pt x="1517" y="1984"/>
                  <a:pt x="1517" y="1984"/>
                  <a:pt x="1517" y="1984"/>
                </a:cubicBezTo>
                <a:cubicBezTo>
                  <a:pt x="1750" y="1984"/>
                  <a:pt x="1750" y="1984"/>
                  <a:pt x="1750" y="1984"/>
                </a:cubicBezTo>
                <a:cubicBezTo>
                  <a:pt x="1750" y="1750"/>
                  <a:pt x="1750" y="1750"/>
                  <a:pt x="1750" y="1750"/>
                </a:cubicBezTo>
                <a:cubicBezTo>
                  <a:pt x="1984" y="1750"/>
                  <a:pt x="1984" y="1750"/>
                  <a:pt x="1984" y="1750"/>
                </a:cubicBezTo>
                <a:cubicBezTo>
                  <a:pt x="1984" y="1517"/>
                  <a:pt x="1984" y="1517"/>
                  <a:pt x="1984" y="1517"/>
                </a:cubicBezTo>
                <a:cubicBezTo>
                  <a:pt x="1750" y="1517"/>
                  <a:pt x="1750" y="1517"/>
                  <a:pt x="1750" y="1517"/>
                </a:cubicBezTo>
                <a:cubicBezTo>
                  <a:pt x="1750" y="1284"/>
                  <a:pt x="1750" y="1284"/>
                  <a:pt x="1750" y="1284"/>
                </a:cubicBezTo>
                <a:cubicBezTo>
                  <a:pt x="1517" y="1284"/>
                  <a:pt x="1517" y="1284"/>
                  <a:pt x="1517" y="1284"/>
                </a:cubicBezTo>
                <a:cubicBezTo>
                  <a:pt x="1517" y="1517"/>
                  <a:pt x="1517" y="1517"/>
                  <a:pt x="1517" y="1517"/>
                </a:cubicBezTo>
                <a:cubicBezTo>
                  <a:pt x="1284" y="1517"/>
                  <a:pt x="1284" y="1517"/>
                  <a:pt x="1284" y="1517"/>
                </a:cubicBezTo>
                <a:cubicBezTo>
                  <a:pt x="1284" y="1750"/>
                  <a:pt x="1284" y="1750"/>
                  <a:pt x="1284" y="1750"/>
                </a:cubicBezTo>
                <a:lnTo>
                  <a:pt x="1517" y="1750"/>
                </a:lnTo>
                <a:close/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4" y="2334"/>
                </a:cubicBezTo>
                <a:cubicBezTo>
                  <a:pt x="2100" y="2334"/>
                  <a:pt x="2100" y="2334"/>
                  <a:pt x="2100" y="2334"/>
                </a:cubicBezTo>
                <a:cubicBezTo>
                  <a:pt x="2229" y="2334"/>
                  <a:pt x="2334" y="2229"/>
                  <a:pt x="2334" y="2100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350" y="350"/>
                </a:moveTo>
                <a:cubicBezTo>
                  <a:pt x="1050" y="350"/>
                  <a:pt x="1050" y="350"/>
                  <a:pt x="1050" y="350"/>
                </a:cubicBezTo>
                <a:cubicBezTo>
                  <a:pt x="1050" y="584"/>
                  <a:pt x="1050" y="584"/>
                  <a:pt x="1050" y="584"/>
                </a:cubicBezTo>
                <a:cubicBezTo>
                  <a:pt x="350" y="584"/>
                  <a:pt x="350" y="584"/>
                  <a:pt x="350" y="584"/>
                </a:cubicBezTo>
                <a:lnTo>
                  <a:pt x="350" y="350"/>
                </a:lnTo>
                <a:close/>
                <a:moveTo>
                  <a:pt x="2100" y="2100"/>
                </a:moveTo>
                <a:cubicBezTo>
                  <a:pt x="234" y="2100"/>
                  <a:pt x="234" y="2100"/>
                  <a:pt x="234" y="2100"/>
                </a:cubicBezTo>
                <a:cubicBezTo>
                  <a:pt x="2100" y="234"/>
                  <a:pt x="2100" y="234"/>
                  <a:pt x="2100" y="234"/>
                </a:cubicBezTo>
                <a:lnTo>
                  <a:pt x="2100" y="2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osure Neg 1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92745"/>
          </a:xfrm>
          <a:custGeom>
            <a:avLst/>
            <a:gdLst>
              <a:gd name="T0" fmla="*/ 0 w 4134"/>
              <a:gd name="T1" fmla="*/ 1654 h 3584"/>
              <a:gd name="T2" fmla="*/ 0 w 4134"/>
              <a:gd name="T3" fmla="*/ 2207 h 3584"/>
              <a:gd name="T4" fmla="*/ 2204 w 4134"/>
              <a:gd name="T5" fmla="*/ 2207 h 3584"/>
              <a:gd name="T6" fmla="*/ 2204 w 4134"/>
              <a:gd name="T7" fmla="*/ 1654 h 3584"/>
              <a:gd name="T8" fmla="*/ 0 w 4134"/>
              <a:gd name="T9" fmla="*/ 1654 h 3584"/>
              <a:gd name="T10" fmla="*/ 4134 w 4134"/>
              <a:gd name="T11" fmla="*/ 3584 h 3584"/>
              <a:gd name="T12" fmla="*/ 3581 w 4134"/>
              <a:gd name="T13" fmla="*/ 3584 h 3584"/>
              <a:gd name="T14" fmla="*/ 3581 w 4134"/>
              <a:gd name="T15" fmla="*/ 657 h 3584"/>
              <a:gd name="T16" fmla="*/ 2754 w 4134"/>
              <a:gd name="T17" fmla="*/ 938 h 3584"/>
              <a:gd name="T18" fmla="*/ 2754 w 4134"/>
              <a:gd name="T19" fmla="*/ 470 h 3584"/>
              <a:gd name="T20" fmla="*/ 4051 w 4134"/>
              <a:gd name="T21" fmla="*/ 0 h 3584"/>
              <a:gd name="T22" fmla="*/ 4134 w 4134"/>
              <a:gd name="T23" fmla="*/ 0 h 3584"/>
              <a:gd name="T24" fmla="*/ 4134 w 4134"/>
              <a:gd name="T25" fmla="*/ 3584 h 3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134" h="3584">
                <a:moveTo>
                  <a:pt x="0" y="1654"/>
                </a:moveTo>
                <a:lnTo>
                  <a:pt x="0" y="2207"/>
                </a:lnTo>
                <a:lnTo>
                  <a:pt x="2204" y="2207"/>
                </a:lnTo>
                <a:lnTo>
                  <a:pt x="2204" y="1654"/>
                </a:lnTo>
                <a:lnTo>
                  <a:pt x="0" y="1654"/>
                </a:lnTo>
                <a:close/>
                <a:moveTo>
                  <a:pt x="4134" y="3584"/>
                </a:moveTo>
                <a:lnTo>
                  <a:pt x="3581" y="3584"/>
                </a:lnTo>
                <a:lnTo>
                  <a:pt x="3581" y="657"/>
                </a:lnTo>
                <a:lnTo>
                  <a:pt x="2754" y="938"/>
                </a:lnTo>
                <a:lnTo>
                  <a:pt x="2754" y="470"/>
                </a:lnTo>
                <a:lnTo>
                  <a:pt x="4051" y="0"/>
                </a:lnTo>
                <a:lnTo>
                  <a:pt x="4134" y="0"/>
                </a:lnTo>
                <a:lnTo>
                  <a:pt x="4134" y="358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osure Neg 2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25780"/>
          </a:xfrm>
          <a:custGeom>
            <a:avLst/>
            <a:gdLst>
              <a:gd name="T0" fmla="*/ 1523 w 2217"/>
              <a:gd name="T1" fmla="*/ 1318 h 1517"/>
              <a:gd name="T2" fmla="*/ 1857 w 2217"/>
              <a:gd name="T3" fmla="*/ 959 h 1517"/>
              <a:gd name="T4" fmla="*/ 1978 w 2217"/>
              <a:gd name="T5" fmla="*/ 822 h 1517"/>
              <a:gd name="T6" fmla="*/ 2073 w 2217"/>
              <a:gd name="T7" fmla="*/ 685 h 1517"/>
              <a:gd name="T8" fmla="*/ 2137 w 2217"/>
              <a:gd name="T9" fmla="*/ 549 h 1517"/>
              <a:gd name="T10" fmla="*/ 2159 w 2217"/>
              <a:gd name="T11" fmla="*/ 411 h 1517"/>
              <a:gd name="T12" fmla="*/ 2127 w 2217"/>
              <a:gd name="T13" fmla="*/ 241 h 1517"/>
              <a:gd name="T14" fmla="*/ 2036 w 2217"/>
              <a:gd name="T15" fmla="*/ 111 h 1517"/>
              <a:gd name="T16" fmla="*/ 1889 w 2217"/>
              <a:gd name="T17" fmla="*/ 28 h 1517"/>
              <a:gd name="T18" fmla="*/ 1689 w 2217"/>
              <a:gd name="T19" fmla="*/ 0 h 1517"/>
              <a:gd name="T20" fmla="*/ 1473 w 2217"/>
              <a:gd name="T21" fmla="*/ 38 h 1517"/>
              <a:gd name="T22" fmla="*/ 1314 w 2217"/>
              <a:gd name="T23" fmla="*/ 140 h 1517"/>
              <a:gd name="T24" fmla="*/ 1216 w 2217"/>
              <a:gd name="T25" fmla="*/ 292 h 1517"/>
              <a:gd name="T26" fmla="*/ 1183 w 2217"/>
              <a:gd name="T27" fmla="*/ 467 h 1517"/>
              <a:gd name="T28" fmla="*/ 1433 w 2217"/>
              <a:gd name="T29" fmla="*/ 467 h 1517"/>
              <a:gd name="T30" fmla="*/ 1448 w 2217"/>
              <a:gd name="T31" fmla="*/ 365 h 1517"/>
              <a:gd name="T32" fmla="*/ 1495 w 2217"/>
              <a:gd name="T33" fmla="*/ 278 h 1517"/>
              <a:gd name="T34" fmla="*/ 1574 w 2217"/>
              <a:gd name="T35" fmla="*/ 221 h 1517"/>
              <a:gd name="T36" fmla="*/ 1686 w 2217"/>
              <a:gd name="T37" fmla="*/ 200 h 1517"/>
              <a:gd name="T38" fmla="*/ 1781 w 2217"/>
              <a:gd name="T39" fmla="*/ 217 h 1517"/>
              <a:gd name="T40" fmla="*/ 1849 w 2217"/>
              <a:gd name="T41" fmla="*/ 268 h 1517"/>
              <a:gd name="T42" fmla="*/ 1893 w 2217"/>
              <a:gd name="T43" fmla="*/ 343 h 1517"/>
              <a:gd name="T44" fmla="*/ 1908 w 2217"/>
              <a:gd name="T45" fmla="*/ 438 h 1517"/>
              <a:gd name="T46" fmla="*/ 1898 w 2217"/>
              <a:gd name="T47" fmla="*/ 514 h 1517"/>
              <a:gd name="T48" fmla="*/ 1865 w 2217"/>
              <a:gd name="T49" fmla="*/ 595 h 1517"/>
              <a:gd name="T50" fmla="*/ 1799 w 2217"/>
              <a:gd name="T51" fmla="*/ 692 h 1517"/>
              <a:gd name="T52" fmla="*/ 1697 w 2217"/>
              <a:gd name="T53" fmla="*/ 812 h 1517"/>
              <a:gd name="T54" fmla="*/ 1210 w 2217"/>
              <a:gd name="T55" fmla="*/ 1343 h 1517"/>
              <a:gd name="T56" fmla="*/ 1210 w 2217"/>
              <a:gd name="T57" fmla="*/ 1517 h 1517"/>
              <a:gd name="T58" fmla="*/ 2217 w 2217"/>
              <a:gd name="T59" fmla="*/ 1517 h 1517"/>
              <a:gd name="T60" fmla="*/ 2217 w 2217"/>
              <a:gd name="T61" fmla="*/ 1318 h 1517"/>
              <a:gd name="T62" fmla="*/ 1523 w 2217"/>
              <a:gd name="T63" fmla="*/ 1318 h 1517"/>
              <a:gd name="T64" fmla="*/ 0 w 2217"/>
              <a:gd name="T65" fmla="*/ 700 h 1517"/>
              <a:gd name="T66" fmla="*/ 0 w 2217"/>
              <a:gd name="T67" fmla="*/ 934 h 1517"/>
              <a:gd name="T68" fmla="*/ 934 w 2217"/>
              <a:gd name="T69" fmla="*/ 934 h 1517"/>
              <a:gd name="T70" fmla="*/ 934 w 2217"/>
              <a:gd name="T71" fmla="*/ 700 h 1517"/>
              <a:gd name="T72" fmla="*/ 0 w 2217"/>
              <a:gd name="T73" fmla="*/ 700 h 1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17" h="1517">
                <a:moveTo>
                  <a:pt x="1523" y="1318"/>
                </a:moveTo>
                <a:cubicBezTo>
                  <a:pt x="1857" y="959"/>
                  <a:pt x="1857" y="959"/>
                  <a:pt x="1857" y="959"/>
                </a:cubicBezTo>
                <a:cubicBezTo>
                  <a:pt x="1901" y="914"/>
                  <a:pt x="1940" y="867"/>
                  <a:pt x="1978" y="822"/>
                </a:cubicBezTo>
                <a:cubicBezTo>
                  <a:pt x="2015" y="776"/>
                  <a:pt x="2047" y="731"/>
                  <a:pt x="2073" y="685"/>
                </a:cubicBezTo>
                <a:cubicBezTo>
                  <a:pt x="2100" y="640"/>
                  <a:pt x="2121" y="594"/>
                  <a:pt x="2137" y="549"/>
                </a:cubicBezTo>
                <a:cubicBezTo>
                  <a:pt x="2152" y="503"/>
                  <a:pt x="2159" y="457"/>
                  <a:pt x="2159" y="411"/>
                </a:cubicBezTo>
                <a:cubicBezTo>
                  <a:pt x="2159" y="349"/>
                  <a:pt x="2148" y="292"/>
                  <a:pt x="2127" y="241"/>
                </a:cubicBezTo>
                <a:cubicBezTo>
                  <a:pt x="2106" y="189"/>
                  <a:pt x="2076" y="146"/>
                  <a:pt x="2036" y="111"/>
                </a:cubicBezTo>
                <a:cubicBezTo>
                  <a:pt x="1996" y="75"/>
                  <a:pt x="1946" y="48"/>
                  <a:pt x="1889" y="28"/>
                </a:cubicBezTo>
                <a:cubicBezTo>
                  <a:pt x="1830" y="10"/>
                  <a:pt x="1763" y="0"/>
                  <a:pt x="1689" y="0"/>
                </a:cubicBezTo>
                <a:cubicBezTo>
                  <a:pt x="1608" y="0"/>
                  <a:pt x="1536" y="13"/>
                  <a:pt x="1473" y="38"/>
                </a:cubicBezTo>
                <a:cubicBezTo>
                  <a:pt x="1410" y="62"/>
                  <a:pt x="1356" y="97"/>
                  <a:pt x="1314" y="140"/>
                </a:cubicBezTo>
                <a:cubicBezTo>
                  <a:pt x="1271" y="183"/>
                  <a:pt x="1238" y="234"/>
                  <a:pt x="1216" y="292"/>
                </a:cubicBezTo>
                <a:cubicBezTo>
                  <a:pt x="1195" y="347"/>
                  <a:pt x="1184" y="405"/>
                  <a:pt x="1183" y="467"/>
                </a:cubicBezTo>
                <a:cubicBezTo>
                  <a:pt x="1433" y="467"/>
                  <a:pt x="1433" y="467"/>
                  <a:pt x="1433" y="467"/>
                </a:cubicBezTo>
                <a:cubicBezTo>
                  <a:pt x="1434" y="431"/>
                  <a:pt x="1439" y="397"/>
                  <a:pt x="1448" y="365"/>
                </a:cubicBezTo>
                <a:cubicBezTo>
                  <a:pt x="1459" y="332"/>
                  <a:pt x="1475" y="302"/>
                  <a:pt x="1495" y="278"/>
                </a:cubicBezTo>
                <a:cubicBezTo>
                  <a:pt x="1516" y="253"/>
                  <a:pt x="1543" y="235"/>
                  <a:pt x="1574" y="221"/>
                </a:cubicBezTo>
                <a:cubicBezTo>
                  <a:pt x="1606" y="207"/>
                  <a:pt x="1644" y="200"/>
                  <a:pt x="1686" y="200"/>
                </a:cubicBezTo>
                <a:cubicBezTo>
                  <a:pt x="1722" y="200"/>
                  <a:pt x="1754" y="206"/>
                  <a:pt x="1781" y="217"/>
                </a:cubicBezTo>
                <a:cubicBezTo>
                  <a:pt x="1808" y="229"/>
                  <a:pt x="1831" y="246"/>
                  <a:pt x="1849" y="268"/>
                </a:cubicBezTo>
                <a:cubicBezTo>
                  <a:pt x="1868" y="288"/>
                  <a:pt x="1882" y="314"/>
                  <a:pt x="1893" y="343"/>
                </a:cubicBezTo>
                <a:cubicBezTo>
                  <a:pt x="1902" y="372"/>
                  <a:pt x="1908" y="404"/>
                  <a:pt x="1908" y="438"/>
                </a:cubicBezTo>
                <a:cubicBezTo>
                  <a:pt x="1908" y="464"/>
                  <a:pt x="1904" y="488"/>
                  <a:pt x="1898" y="514"/>
                </a:cubicBezTo>
                <a:cubicBezTo>
                  <a:pt x="1891" y="539"/>
                  <a:pt x="1881" y="566"/>
                  <a:pt x="1865" y="595"/>
                </a:cubicBezTo>
                <a:cubicBezTo>
                  <a:pt x="1848" y="625"/>
                  <a:pt x="1827" y="657"/>
                  <a:pt x="1799" y="692"/>
                </a:cubicBezTo>
                <a:cubicBezTo>
                  <a:pt x="1772" y="727"/>
                  <a:pt x="1739" y="768"/>
                  <a:pt x="1697" y="812"/>
                </a:cubicBezTo>
                <a:cubicBezTo>
                  <a:pt x="1210" y="1343"/>
                  <a:pt x="1210" y="1343"/>
                  <a:pt x="1210" y="1343"/>
                </a:cubicBezTo>
                <a:cubicBezTo>
                  <a:pt x="1210" y="1517"/>
                  <a:pt x="1210" y="1517"/>
                  <a:pt x="1210" y="1517"/>
                </a:cubicBezTo>
                <a:cubicBezTo>
                  <a:pt x="2217" y="1517"/>
                  <a:pt x="2217" y="1517"/>
                  <a:pt x="2217" y="1517"/>
                </a:cubicBezTo>
                <a:cubicBezTo>
                  <a:pt x="2217" y="1318"/>
                  <a:pt x="2217" y="1318"/>
                  <a:pt x="2217" y="1318"/>
                </a:cubicBezTo>
                <a:lnTo>
                  <a:pt x="1523" y="1318"/>
                </a:lnTo>
                <a:close/>
                <a:moveTo>
                  <a:pt x="0" y="700"/>
                </a:moveTo>
                <a:cubicBezTo>
                  <a:pt x="0" y="934"/>
                  <a:pt x="0" y="934"/>
                  <a:pt x="0" y="934"/>
                </a:cubicBezTo>
                <a:cubicBezTo>
                  <a:pt x="934" y="934"/>
                  <a:pt x="934" y="934"/>
                  <a:pt x="934" y="934"/>
                </a:cubicBezTo>
                <a:cubicBezTo>
                  <a:pt x="934" y="700"/>
                  <a:pt x="934" y="700"/>
                  <a:pt x="934" y="700"/>
                </a:cubicBezTo>
                <a:lnTo>
                  <a:pt x="0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osure Plus 1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3469"/>
          </a:xfrm>
          <a:custGeom>
            <a:avLst/>
            <a:gdLst>
              <a:gd name="T0" fmla="*/ 1653 w 4408"/>
              <a:gd name="T1" fmla="*/ 553 h 3584"/>
              <a:gd name="T2" fmla="*/ 1101 w 4408"/>
              <a:gd name="T3" fmla="*/ 553 h 3584"/>
              <a:gd name="T4" fmla="*/ 1101 w 4408"/>
              <a:gd name="T5" fmla="*/ 1654 h 3584"/>
              <a:gd name="T6" fmla="*/ 0 w 4408"/>
              <a:gd name="T7" fmla="*/ 1654 h 3584"/>
              <a:gd name="T8" fmla="*/ 0 w 4408"/>
              <a:gd name="T9" fmla="*/ 2207 h 3584"/>
              <a:gd name="T10" fmla="*/ 1101 w 4408"/>
              <a:gd name="T11" fmla="*/ 2207 h 3584"/>
              <a:gd name="T12" fmla="*/ 1101 w 4408"/>
              <a:gd name="T13" fmla="*/ 3307 h 3584"/>
              <a:gd name="T14" fmla="*/ 1653 w 4408"/>
              <a:gd name="T15" fmla="*/ 3307 h 3584"/>
              <a:gd name="T16" fmla="*/ 1653 w 4408"/>
              <a:gd name="T17" fmla="*/ 2207 h 3584"/>
              <a:gd name="T18" fmla="*/ 2754 w 4408"/>
              <a:gd name="T19" fmla="*/ 2207 h 3584"/>
              <a:gd name="T20" fmla="*/ 2754 w 4408"/>
              <a:gd name="T21" fmla="*/ 1654 h 3584"/>
              <a:gd name="T22" fmla="*/ 1653 w 4408"/>
              <a:gd name="T23" fmla="*/ 1654 h 3584"/>
              <a:gd name="T24" fmla="*/ 1653 w 4408"/>
              <a:gd name="T25" fmla="*/ 553 h 3584"/>
              <a:gd name="T26" fmla="*/ 4408 w 4408"/>
              <a:gd name="T27" fmla="*/ 3584 h 3584"/>
              <a:gd name="T28" fmla="*/ 3857 w 4408"/>
              <a:gd name="T29" fmla="*/ 3584 h 3584"/>
              <a:gd name="T30" fmla="*/ 3857 w 4408"/>
              <a:gd name="T31" fmla="*/ 657 h 3584"/>
              <a:gd name="T32" fmla="*/ 3031 w 4408"/>
              <a:gd name="T33" fmla="*/ 938 h 3584"/>
              <a:gd name="T34" fmla="*/ 3031 w 4408"/>
              <a:gd name="T35" fmla="*/ 470 h 3584"/>
              <a:gd name="T36" fmla="*/ 4325 w 4408"/>
              <a:gd name="T37" fmla="*/ 0 h 3584"/>
              <a:gd name="T38" fmla="*/ 4408 w 4408"/>
              <a:gd name="T39" fmla="*/ 0 h 3584"/>
              <a:gd name="T40" fmla="*/ 4408 w 4408"/>
              <a:gd name="T41" fmla="*/ 3584 h 3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408" h="3584">
                <a:moveTo>
                  <a:pt x="1653" y="553"/>
                </a:moveTo>
                <a:lnTo>
                  <a:pt x="1101" y="553"/>
                </a:lnTo>
                <a:lnTo>
                  <a:pt x="1101" y="1654"/>
                </a:lnTo>
                <a:lnTo>
                  <a:pt x="0" y="1654"/>
                </a:lnTo>
                <a:lnTo>
                  <a:pt x="0" y="2207"/>
                </a:lnTo>
                <a:lnTo>
                  <a:pt x="1101" y="2207"/>
                </a:lnTo>
                <a:lnTo>
                  <a:pt x="1101" y="3307"/>
                </a:lnTo>
                <a:lnTo>
                  <a:pt x="1653" y="3307"/>
                </a:lnTo>
                <a:lnTo>
                  <a:pt x="1653" y="2207"/>
                </a:lnTo>
                <a:lnTo>
                  <a:pt x="2754" y="2207"/>
                </a:lnTo>
                <a:lnTo>
                  <a:pt x="2754" y="1654"/>
                </a:lnTo>
                <a:lnTo>
                  <a:pt x="1653" y="1654"/>
                </a:lnTo>
                <a:lnTo>
                  <a:pt x="1653" y="553"/>
                </a:lnTo>
                <a:close/>
                <a:moveTo>
                  <a:pt x="4408" y="3584"/>
                </a:moveTo>
                <a:lnTo>
                  <a:pt x="3857" y="3584"/>
                </a:lnTo>
                <a:lnTo>
                  <a:pt x="3857" y="657"/>
                </a:lnTo>
                <a:lnTo>
                  <a:pt x="3031" y="938"/>
                </a:lnTo>
                <a:lnTo>
                  <a:pt x="3031" y="470"/>
                </a:lnTo>
                <a:lnTo>
                  <a:pt x="4325" y="0"/>
                </a:lnTo>
                <a:lnTo>
                  <a:pt x="4408" y="0"/>
                </a:lnTo>
                <a:lnTo>
                  <a:pt x="4408" y="358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osure Plus 2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94343"/>
          </a:xfrm>
          <a:custGeom>
            <a:avLst/>
            <a:gdLst>
              <a:gd name="T0" fmla="*/ 1639 w 2334"/>
              <a:gd name="T1" fmla="*/ 1318 h 1517"/>
              <a:gd name="T2" fmla="*/ 1973 w 2334"/>
              <a:gd name="T3" fmla="*/ 959 h 1517"/>
              <a:gd name="T4" fmla="*/ 2095 w 2334"/>
              <a:gd name="T5" fmla="*/ 822 h 1517"/>
              <a:gd name="T6" fmla="*/ 2190 w 2334"/>
              <a:gd name="T7" fmla="*/ 685 h 1517"/>
              <a:gd name="T8" fmla="*/ 2253 w 2334"/>
              <a:gd name="T9" fmla="*/ 549 h 1517"/>
              <a:gd name="T10" fmla="*/ 2275 w 2334"/>
              <a:gd name="T11" fmla="*/ 411 h 1517"/>
              <a:gd name="T12" fmla="*/ 2244 w 2334"/>
              <a:gd name="T13" fmla="*/ 241 h 1517"/>
              <a:gd name="T14" fmla="*/ 2153 w 2334"/>
              <a:gd name="T15" fmla="*/ 111 h 1517"/>
              <a:gd name="T16" fmla="*/ 2006 w 2334"/>
              <a:gd name="T17" fmla="*/ 28 h 1517"/>
              <a:gd name="T18" fmla="*/ 1805 w 2334"/>
              <a:gd name="T19" fmla="*/ 0 h 1517"/>
              <a:gd name="T20" fmla="*/ 1589 w 2334"/>
              <a:gd name="T21" fmla="*/ 38 h 1517"/>
              <a:gd name="T22" fmla="*/ 1431 w 2334"/>
              <a:gd name="T23" fmla="*/ 140 h 1517"/>
              <a:gd name="T24" fmla="*/ 1333 w 2334"/>
              <a:gd name="T25" fmla="*/ 292 h 1517"/>
              <a:gd name="T26" fmla="*/ 1300 w 2334"/>
              <a:gd name="T27" fmla="*/ 467 h 1517"/>
              <a:gd name="T28" fmla="*/ 1550 w 2334"/>
              <a:gd name="T29" fmla="*/ 467 h 1517"/>
              <a:gd name="T30" fmla="*/ 1565 w 2334"/>
              <a:gd name="T31" fmla="*/ 365 h 1517"/>
              <a:gd name="T32" fmla="*/ 1612 w 2334"/>
              <a:gd name="T33" fmla="*/ 278 h 1517"/>
              <a:gd name="T34" fmla="*/ 1691 w 2334"/>
              <a:gd name="T35" fmla="*/ 221 h 1517"/>
              <a:gd name="T36" fmla="*/ 1803 w 2334"/>
              <a:gd name="T37" fmla="*/ 200 h 1517"/>
              <a:gd name="T38" fmla="*/ 1897 w 2334"/>
              <a:gd name="T39" fmla="*/ 217 h 1517"/>
              <a:gd name="T40" fmla="*/ 1966 w 2334"/>
              <a:gd name="T41" fmla="*/ 268 h 1517"/>
              <a:gd name="T42" fmla="*/ 2009 w 2334"/>
              <a:gd name="T43" fmla="*/ 343 h 1517"/>
              <a:gd name="T44" fmla="*/ 2024 w 2334"/>
              <a:gd name="T45" fmla="*/ 438 h 1517"/>
              <a:gd name="T46" fmla="*/ 2015 w 2334"/>
              <a:gd name="T47" fmla="*/ 514 h 1517"/>
              <a:gd name="T48" fmla="*/ 1981 w 2334"/>
              <a:gd name="T49" fmla="*/ 595 h 1517"/>
              <a:gd name="T50" fmla="*/ 1916 w 2334"/>
              <a:gd name="T51" fmla="*/ 692 h 1517"/>
              <a:gd name="T52" fmla="*/ 1813 w 2334"/>
              <a:gd name="T53" fmla="*/ 812 h 1517"/>
              <a:gd name="T54" fmla="*/ 1327 w 2334"/>
              <a:gd name="T55" fmla="*/ 1343 h 1517"/>
              <a:gd name="T56" fmla="*/ 1327 w 2334"/>
              <a:gd name="T57" fmla="*/ 1517 h 1517"/>
              <a:gd name="T58" fmla="*/ 2334 w 2334"/>
              <a:gd name="T59" fmla="*/ 1517 h 1517"/>
              <a:gd name="T60" fmla="*/ 2334 w 2334"/>
              <a:gd name="T61" fmla="*/ 1318 h 1517"/>
              <a:gd name="T62" fmla="*/ 1639 w 2334"/>
              <a:gd name="T63" fmla="*/ 1318 h 1517"/>
              <a:gd name="T64" fmla="*/ 700 w 2334"/>
              <a:gd name="T65" fmla="*/ 234 h 1517"/>
              <a:gd name="T66" fmla="*/ 467 w 2334"/>
              <a:gd name="T67" fmla="*/ 234 h 1517"/>
              <a:gd name="T68" fmla="*/ 467 w 2334"/>
              <a:gd name="T69" fmla="*/ 700 h 1517"/>
              <a:gd name="T70" fmla="*/ 0 w 2334"/>
              <a:gd name="T71" fmla="*/ 700 h 1517"/>
              <a:gd name="T72" fmla="*/ 0 w 2334"/>
              <a:gd name="T73" fmla="*/ 934 h 1517"/>
              <a:gd name="T74" fmla="*/ 467 w 2334"/>
              <a:gd name="T75" fmla="*/ 934 h 1517"/>
              <a:gd name="T76" fmla="*/ 467 w 2334"/>
              <a:gd name="T77" fmla="*/ 1400 h 1517"/>
              <a:gd name="T78" fmla="*/ 700 w 2334"/>
              <a:gd name="T79" fmla="*/ 1400 h 1517"/>
              <a:gd name="T80" fmla="*/ 700 w 2334"/>
              <a:gd name="T81" fmla="*/ 934 h 1517"/>
              <a:gd name="T82" fmla="*/ 1167 w 2334"/>
              <a:gd name="T83" fmla="*/ 934 h 1517"/>
              <a:gd name="T84" fmla="*/ 1167 w 2334"/>
              <a:gd name="T85" fmla="*/ 700 h 1517"/>
              <a:gd name="T86" fmla="*/ 700 w 2334"/>
              <a:gd name="T87" fmla="*/ 700 h 1517"/>
              <a:gd name="T88" fmla="*/ 700 w 2334"/>
              <a:gd name="T89" fmla="*/ 234 h 1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334" h="1517">
                <a:moveTo>
                  <a:pt x="1639" y="1318"/>
                </a:moveTo>
                <a:cubicBezTo>
                  <a:pt x="1973" y="959"/>
                  <a:pt x="1973" y="959"/>
                  <a:pt x="1973" y="959"/>
                </a:cubicBezTo>
                <a:cubicBezTo>
                  <a:pt x="2018" y="914"/>
                  <a:pt x="2057" y="867"/>
                  <a:pt x="2095" y="822"/>
                </a:cubicBezTo>
                <a:cubicBezTo>
                  <a:pt x="2132" y="776"/>
                  <a:pt x="2163" y="731"/>
                  <a:pt x="2190" y="685"/>
                </a:cubicBezTo>
                <a:cubicBezTo>
                  <a:pt x="2217" y="640"/>
                  <a:pt x="2238" y="594"/>
                  <a:pt x="2253" y="549"/>
                </a:cubicBezTo>
                <a:cubicBezTo>
                  <a:pt x="2268" y="503"/>
                  <a:pt x="2275" y="457"/>
                  <a:pt x="2275" y="411"/>
                </a:cubicBezTo>
                <a:cubicBezTo>
                  <a:pt x="2275" y="349"/>
                  <a:pt x="2265" y="292"/>
                  <a:pt x="2244" y="241"/>
                </a:cubicBezTo>
                <a:cubicBezTo>
                  <a:pt x="2223" y="189"/>
                  <a:pt x="2193" y="146"/>
                  <a:pt x="2153" y="111"/>
                </a:cubicBezTo>
                <a:cubicBezTo>
                  <a:pt x="2113" y="75"/>
                  <a:pt x="2063" y="48"/>
                  <a:pt x="2006" y="28"/>
                </a:cubicBezTo>
                <a:cubicBezTo>
                  <a:pt x="1946" y="10"/>
                  <a:pt x="1880" y="0"/>
                  <a:pt x="1805" y="0"/>
                </a:cubicBezTo>
                <a:cubicBezTo>
                  <a:pt x="1725" y="0"/>
                  <a:pt x="1652" y="13"/>
                  <a:pt x="1589" y="38"/>
                </a:cubicBezTo>
                <a:cubicBezTo>
                  <a:pt x="1526" y="62"/>
                  <a:pt x="1473" y="97"/>
                  <a:pt x="1431" y="140"/>
                </a:cubicBezTo>
                <a:cubicBezTo>
                  <a:pt x="1388" y="183"/>
                  <a:pt x="1355" y="234"/>
                  <a:pt x="1333" y="292"/>
                </a:cubicBezTo>
                <a:cubicBezTo>
                  <a:pt x="1312" y="347"/>
                  <a:pt x="1301" y="405"/>
                  <a:pt x="1300" y="467"/>
                </a:cubicBezTo>
                <a:cubicBezTo>
                  <a:pt x="1550" y="467"/>
                  <a:pt x="1550" y="467"/>
                  <a:pt x="1550" y="467"/>
                </a:cubicBezTo>
                <a:cubicBezTo>
                  <a:pt x="1551" y="431"/>
                  <a:pt x="1556" y="397"/>
                  <a:pt x="1565" y="365"/>
                </a:cubicBezTo>
                <a:cubicBezTo>
                  <a:pt x="1575" y="332"/>
                  <a:pt x="1592" y="302"/>
                  <a:pt x="1612" y="278"/>
                </a:cubicBezTo>
                <a:cubicBezTo>
                  <a:pt x="1633" y="253"/>
                  <a:pt x="1659" y="235"/>
                  <a:pt x="1691" y="221"/>
                </a:cubicBezTo>
                <a:cubicBezTo>
                  <a:pt x="1722" y="207"/>
                  <a:pt x="1761" y="200"/>
                  <a:pt x="1803" y="200"/>
                </a:cubicBezTo>
                <a:cubicBezTo>
                  <a:pt x="1839" y="200"/>
                  <a:pt x="1870" y="206"/>
                  <a:pt x="1897" y="217"/>
                </a:cubicBezTo>
                <a:cubicBezTo>
                  <a:pt x="1924" y="229"/>
                  <a:pt x="1947" y="246"/>
                  <a:pt x="1966" y="268"/>
                </a:cubicBezTo>
                <a:cubicBezTo>
                  <a:pt x="1985" y="288"/>
                  <a:pt x="1999" y="314"/>
                  <a:pt x="2009" y="343"/>
                </a:cubicBezTo>
                <a:cubicBezTo>
                  <a:pt x="2019" y="372"/>
                  <a:pt x="2024" y="404"/>
                  <a:pt x="2024" y="438"/>
                </a:cubicBezTo>
                <a:cubicBezTo>
                  <a:pt x="2024" y="464"/>
                  <a:pt x="2021" y="488"/>
                  <a:pt x="2015" y="514"/>
                </a:cubicBezTo>
                <a:cubicBezTo>
                  <a:pt x="2008" y="539"/>
                  <a:pt x="1998" y="566"/>
                  <a:pt x="1981" y="595"/>
                </a:cubicBezTo>
                <a:cubicBezTo>
                  <a:pt x="1965" y="625"/>
                  <a:pt x="1944" y="657"/>
                  <a:pt x="1916" y="692"/>
                </a:cubicBezTo>
                <a:cubicBezTo>
                  <a:pt x="1889" y="727"/>
                  <a:pt x="1855" y="768"/>
                  <a:pt x="1813" y="812"/>
                </a:cubicBezTo>
                <a:cubicBezTo>
                  <a:pt x="1327" y="1343"/>
                  <a:pt x="1327" y="1343"/>
                  <a:pt x="1327" y="1343"/>
                </a:cubicBezTo>
                <a:cubicBezTo>
                  <a:pt x="1327" y="1517"/>
                  <a:pt x="1327" y="1517"/>
                  <a:pt x="1327" y="1517"/>
                </a:cubicBezTo>
                <a:cubicBezTo>
                  <a:pt x="2334" y="1517"/>
                  <a:pt x="2334" y="1517"/>
                  <a:pt x="2334" y="1517"/>
                </a:cubicBezTo>
                <a:cubicBezTo>
                  <a:pt x="2334" y="1318"/>
                  <a:pt x="2334" y="1318"/>
                  <a:pt x="2334" y="1318"/>
                </a:cubicBezTo>
                <a:lnTo>
                  <a:pt x="1639" y="1318"/>
                </a:lnTo>
                <a:close/>
                <a:moveTo>
                  <a:pt x="700" y="234"/>
                </a:moveTo>
                <a:cubicBezTo>
                  <a:pt x="467" y="234"/>
                  <a:pt x="467" y="234"/>
                  <a:pt x="467" y="234"/>
                </a:cubicBezTo>
                <a:cubicBezTo>
                  <a:pt x="467" y="700"/>
                  <a:pt x="467" y="700"/>
                  <a:pt x="467" y="700"/>
                </a:cubicBezTo>
                <a:cubicBezTo>
                  <a:pt x="0" y="700"/>
                  <a:pt x="0" y="700"/>
                  <a:pt x="0" y="700"/>
                </a:cubicBezTo>
                <a:cubicBezTo>
                  <a:pt x="0" y="934"/>
                  <a:pt x="0" y="934"/>
                  <a:pt x="0" y="934"/>
                </a:cubicBezTo>
                <a:cubicBezTo>
                  <a:pt x="467" y="934"/>
                  <a:pt x="467" y="934"/>
                  <a:pt x="467" y="934"/>
                </a:cubicBezTo>
                <a:cubicBezTo>
                  <a:pt x="467" y="1400"/>
                  <a:pt x="467" y="1400"/>
                  <a:pt x="467" y="1400"/>
                </a:cubicBezTo>
                <a:cubicBezTo>
                  <a:pt x="700" y="1400"/>
                  <a:pt x="700" y="1400"/>
                  <a:pt x="700" y="1400"/>
                </a:cubicBezTo>
                <a:cubicBezTo>
                  <a:pt x="700" y="934"/>
                  <a:pt x="700" y="934"/>
                  <a:pt x="700" y="934"/>
                </a:cubicBezTo>
                <a:cubicBezTo>
                  <a:pt x="1167" y="934"/>
                  <a:pt x="1167" y="934"/>
                  <a:pt x="1167" y="934"/>
                </a:cubicBezTo>
                <a:cubicBezTo>
                  <a:pt x="1167" y="700"/>
                  <a:pt x="1167" y="700"/>
                  <a:pt x="1167" y="700"/>
                </a:cubicBezTo>
                <a:cubicBezTo>
                  <a:pt x="700" y="700"/>
                  <a:pt x="700" y="700"/>
                  <a:pt x="700" y="700"/>
                </a:cubicBezTo>
                <a:lnTo>
                  <a:pt x="700" y="2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osure 0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82726" cy="914400"/>
          </a:xfrm>
          <a:custGeom>
            <a:avLst/>
            <a:gdLst>
              <a:gd name="T0" fmla="*/ 966 w 967"/>
              <a:gd name="T1" fmla="*/ 875 h 1517"/>
              <a:gd name="T2" fmla="*/ 931 w 967"/>
              <a:gd name="T3" fmla="*/ 1173 h 1517"/>
              <a:gd name="T4" fmla="*/ 834 w 967"/>
              <a:gd name="T5" fmla="*/ 1371 h 1517"/>
              <a:gd name="T6" fmla="*/ 682 w 967"/>
              <a:gd name="T7" fmla="*/ 1482 h 1517"/>
              <a:gd name="T8" fmla="*/ 484 w 967"/>
              <a:gd name="T9" fmla="*/ 1517 h 1517"/>
              <a:gd name="T10" fmla="*/ 287 w 967"/>
              <a:gd name="T11" fmla="*/ 1482 h 1517"/>
              <a:gd name="T12" fmla="*/ 134 w 967"/>
              <a:gd name="T13" fmla="*/ 1371 h 1517"/>
              <a:gd name="T14" fmla="*/ 35 w 967"/>
              <a:gd name="T15" fmla="*/ 1173 h 1517"/>
              <a:gd name="T16" fmla="*/ 0 w 967"/>
              <a:gd name="T17" fmla="*/ 875 h 1517"/>
              <a:gd name="T18" fmla="*/ 0 w 967"/>
              <a:gd name="T19" fmla="*/ 637 h 1517"/>
              <a:gd name="T20" fmla="*/ 35 w 967"/>
              <a:gd name="T21" fmla="*/ 340 h 1517"/>
              <a:gd name="T22" fmla="*/ 133 w 967"/>
              <a:gd name="T23" fmla="*/ 143 h 1517"/>
              <a:gd name="T24" fmla="*/ 286 w 967"/>
              <a:gd name="T25" fmla="*/ 34 h 1517"/>
              <a:gd name="T26" fmla="*/ 483 w 967"/>
              <a:gd name="T27" fmla="*/ 0 h 1517"/>
              <a:gd name="T28" fmla="*/ 681 w 967"/>
              <a:gd name="T29" fmla="*/ 34 h 1517"/>
              <a:gd name="T30" fmla="*/ 834 w 967"/>
              <a:gd name="T31" fmla="*/ 143 h 1517"/>
              <a:gd name="T32" fmla="*/ 932 w 967"/>
              <a:gd name="T33" fmla="*/ 340 h 1517"/>
              <a:gd name="T34" fmla="*/ 967 w 967"/>
              <a:gd name="T35" fmla="*/ 637 h 1517"/>
              <a:gd name="T36" fmla="*/ 967 w 967"/>
              <a:gd name="T37" fmla="*/ 875 h 1517"/>
              <a:gd name="T38" fmla="*/ 966 w 967"/>
              <a:gd name="T39" fmla="*/ 875 h 1517"/>
              <a:gd name="T40" fmla="*/ 720 w 967"/>
              <a:gd name="T41" fmla="*/ 600 h 1517"/>
              <a:gd name="T42" fmla="*/ 705 w 967"/>
              <a:gd name="T43" fmla="*/ 411 h 1517"/>
              <a:gd name="T44" fmla="*/ 658 w 967"/>
              <a:gd name="T45" fmla="*/ 287 h 1517"/>
              <a:gd name="T46" fmla="*/ 583 w 967"/>
              <a:gd name="T47" fmla="*/ 220 h 1517"/>
              <a:gd name="T48" fmla="*/ 483 w 967"/>
              <a:gd name="T49" fmla="*/ 197 h 1517"/>
              <a:gd name="T50" fmla="*/ 383 w 967"/>
              <a:gd name="T51" fmla="*/ 219 h 1517"/>
              <a:gd name="T52" fmla="*/ 308 w 967"/>
              <a:gd name="T53" fmla="*/ 286 h 1517"/>
              <a:gd name="T54" fmla="*/ 261 w 967"/>
              <a:gd name="T55" fmla="*/ 410 h 1517"/>
              <a:gd name="T56" fmla="*/ 246 w 967"/>
              <a:gd name="T57" fmla="*/ 599 h 1517"/>
              <a:gd name="T58" fmla="*/ 246 w 967"/>
              <a:gd name="T59" fmla="*/ 910 h 1517"/>
              <a:gd name="T60" fmla="*/ 262 w 967"/>
              <a:gd name="T61" fmla="*/ 1099 h 1517"/>
              <a:gd name="T62" fmla="*/ 309 w 967"/>
              <a:gd name="T63" fmla="*/ 1226 h 1517"/>
              <a:gd name="T64" fmla="*/ 384 w 967"/>
              <a:gd name="T65" fmla="*/ 1298 h 1517"/>
              <a:gd name="T66" fmla="*/ 485 w 967"/>
              <a:gd name="T67" fmla="*/ 1320 h 1517"/>
              <a:gd name="T68" fmla="*/ 587 w 967"/>
              <a:gd name="T69" fmla="*/ 1298 h 1517"/>
              <a:gd name="T70" fmla="*/ 660 w 967"/>
              <a:gd name="T71" fmla="*/ 1226 h 1517"/>
              <a:gd name="T72" fmla="*/ 706 w 967"/>
              <a:gd name="T73" fmla="*/ 1099 h 1517"/>
              <a:gd name="T74" fmla="*/ 721 w 967"/>
              <a:gd name="T75" fmla="*/ 910 h 1517"/>
              <a:gd name="T76" fmla="*/ 721 w 967"/>
              <a:gd name="T77" fmla="*/ 600 h 1517"/>
              <a:gd name="T78" fmla="*/ 720 w 967"/>
              <a:gd name="T79" fmla="*/ 600 h 1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967" h="1517">
                <a:moveTo>
                  <a:pt x="966" y="875"/>
                </a:moveTo>
                <a:cubicBezTo>
                  <a:pt x="966" y="992"/>
                  <a:pt x="954" y="1091"/>
                  <a:pt x="931" y="1173"/>
                </a:cubicBezTo>
                <a:cubicBezTo>
                  <a:pt x="908" y="1254"/>
                  <a:pt x="875" y="1321"/>
                  <a:pt x="834" y="1371"/>
                </a:cubicBezTo>
                <a:cubicBezTo>
                  <a:pt x="792" y="1422"/>
                  <a:pt x="742" y="1459"/>
                  <a:pt x="682" y="1482"/>
                </a:cubicBezTo>
                <a:cubicBezTo>
                  <a:pt x="623" y="1505"/>
                  <a:pt x="558" y="1517"/>
                  <a:pt x="484" y="1517"/>
                </a:cubicBezTo>
                <a:cubicBezTo>
                  <a:pt x="412" y="1517"/>
                  <a:pt x="347" y="1505"/>
                  <a:pt x="287" y="1482"/>
                </a:cubicBezTo>
                <a:cubicBezTo>
                  <a:pt x="228" y="1459"/>
                  <a:pt x="176" y="1422"/>
                  <a:pt x="134" y="1371"/>
                </a:cubicBezTo>
                <a:cubicBezTo>
                  <a:pt x="92" y="1320"/>
                  <a:pt x="58" y="1253"/>
                  <a:pt x="35" y="1173"/>
                </a:cubicBezTo>
                <a:cubicBezTo>
                  <a:pt x="12" y="1091"/>
                  <a:pt x="0" y="992"/>
                  <a:pt x="0" y="875"/>
                </a:cubicBezTo>
                <a:cubicBezTo>
                  <a:pt x="0" y="637"/>
                  <a:pt x="0" y="637"/>
                  <a:pt x="0" y="637"/>
                </a:cubicBezTo>
                <a:cubicBezTo>
                  <a:pt x="0" y="521"/>
                  <a:pt x="12" y="421"/>
                  <a:pt x="35" y="340"/>
                </a:cubicBezTo>
                <a:cubicBezTo>
                  <a:pt x="58" y="258"/>
                  <a:pt x="91" y="193"/>
                  <a:pt x="133" y="143"/>
                </a:cubicBezTo>
                <a:cubicBezTo>
                  <a:pt x="175" y="93"/>
                  <a:pt x="226" y="56"/>
                  <a:pt x="286" y="34"/>
                </a:cubicBezTo>
                <a:cubicBezTo>
                  <a:pt x="344" y="12"/>
                  <a:pt x="411" y="0"/>
                  <a:pt x="483" y="0"/>
                </a:cubicBezTo>
                <a:cubicBezTo>
                  <a:pt x="556" y="0"/>
                  <a:pt x="622" y="12"/>
                  <a:pt x="681" y="34"/>
                </a:cubicBezTo>
                <a:cubicBezTo>
                  <a:pt x="741" y="56"/>
                  <a:pt x="792" y="93"/>
                  <a:pt x="834" y="143"/>
                </a:cubicBezTo>
                <a:cubicBezTo>
                  <a:pt x="876" y="193"/>
                  <a:pt x="909" y="258"/>
                  <a:pt x="932" y="340"/>
                </a:cubicBezTo>
                <a:cubicBezTo>
                  <a:pt x="955" y="421"/>
                  <a:pt x="967" y="520"/>
                  <a:pt x="967" y="637"/>
                </a:cubicBezTo>
                <a:cubicBezTo>
                  <a:pt x="967" y="875"/>
                  <a:pt x="967" y="875"/>
                  <a:pt x="967" y="875"/>
                </a:cubicBezTo>
                <a:lnTo>
                  <a:pt x="966" y="875"/>
                </a:lnTo>
                <a:close/>
                <a:moveTo>
                  <a:pt x="720" y="600"/>
                </a:moveTo>
                <a:cubicBezTo>
                  <a:pt x="720" y="525"/>
                  <a:pt x="714" y="462"/>
                  <a:pt x="705" y="411"/>
                </a:cubicBezTo>
                <a:cubicBezTo>
                  <a:pt x="694" y="360"/>
                  <a:pt x="679" y="319"/>
                  <a:pt x="658" y="287"/>
                </a:cubicBezTo>
                <a:cubicBezTo>
                  <a:pt x="638" y="256"/>
                  <a:pt x="612" y="234"/>
                  <a:pt x="583" y="220"/>
                </a:cubicBezTo>
                <a:cubicBezTo>
                  <a:pt x="554" y="204"/>
                  <a:pt x="520" y="197"/>
                  <a:pt x="483" y="197"/>
                </a:cubicBezTo>
                <a:cubicBezTo>
                  <a:pt x="446" y="197"/>
                  <a:pt x="412" y="204"/>
                  <a:pt x="383" y="219"/>
                </a:cubicBezTo>
                <a:cubicBezTo>
                  <a:pt x="354" y="233"/>
                  <a:pt x="328" y="255"/>
                  <a:pt x="308" y="286"/>
                </a:cubicBezTo>
                <a:cubicBezTo>
                  <a:pt x="288" y="318"/>
                  <a:pt x="272" y="358"/>
                  <a:pt x="261" y="410"/>
                </a:cubicBezTo>
                <a:cubicBezTo>
                  <a:pt x="251" y="461"/>
                  <a:pt x="246" y="524"/>
                  <a:pt x="246" y="599"/>
                </a:cubicBezTo>
                <a:cubicBezTo>
                  <a:pt x="246" y="910"/>
                  <a:pt x="246" y="910"/>
                  <a:pt x="246" y="910"/>
                </a:cubicBezTo>
                <a:cubicBezTo>
                  <a:pt x="246" y="985"/>
                  <a:pt x="252" y="1048"/>
                  <a:pt x="262" y="1099"/>
                </a:cubicBezTo>
                <a:cubicBezTo>
                  <a:pt x="273" y="1152"/>
                  <a:pt x="289" y="1194"/>
                  <a:pt x="309" y="1226"/>
                </a:cubicBezTo>
                <a:cubicBezTo>
                  <a:pt x="329" y="1259"/>
                  <a:pt x="355" y="1283"/>
                  <a:pt x="384" y="1298"/>
                </a:cubicBezTo>
                <a:cubicBezTo>
                  <a:pt x="413" y="1313"/>
                  <a:pt x="447" y="1320"/>
                  <a:pt x="485" y="1320"/>
                </a:cubicBezTo>
                <a:cubicBezTo>
                  <a:pt x="524" y="1320"/>
                  <a:pt x="558" y="1313"/>
                  <a:pt x="587" y="1298"/>
                </a:cubicBezTo>
                <a:cubicBezTo>
                  <a:pt x="616" y="1283"/>
                  <a:pt x="640" y="1259"/>
                  <a:pt x="660" y="1226"/>
                </a:cubicBezTo>
                <a:cubicBezTo>
                  <a:pt x="680" y="1194"/>
                  <a:pt x="695" y="1152"/>
                  <a:pt x="706" y="1099"/>
                </a:cubicBezTo>
                <a:cubicBezTo>
                  <a:pt x="716" y="1047"/>
                  <a:pt x="721" y="984"/>
                  <a:pt x="721" y="910"/>
                </a:cubicBezTo>
                <a:cubicBezTo>
                  <a:pt x="721" y="600"/>
                  <a:pt x="721" y="600"/>
                  <a:pt x="721" y="600"/>
                </a:cubicBezTo>
                <a:lnTo>
                  <a:pt x="720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1745 w 2566"/>
              <a:gd name="T1" fmla="*/ 1084 h 2566"/>
              <a:gd name="T2" fmla="*/ 1424 w 2566"/>
              <a:gd name="T3" fmla="*/ 1497 h 2566"/>
              <a:gd name="T4" fmla="*/ 1196 w 2566"/>
              <a:gd name="T5" fmla="*/ 1221 h 2566"/>
              <a:gd name="T6" fmla="*/ 875 w 2566"/>
              <a:gd name="T7" fmla="*/ 1633 h 2566"/>
              <a:gd name="T8" fmla="*/ 2158 w 2566"/>
              <a:gd name="T9" fmla="*/ 1633 h 2566"/>
              <a:gd name="T10" fmla="*/ 1745 w 2566"/>
              <a:gd name="T11" fmla="*/ 1084 h 2566"/>
              <a:gd name="T12" fmla="*/ 233 w 2566"/>
              <a:gd name="T13" fmla="*/ 466 h 2566"/>
              <a:gd name="T14" fmla="*/ 0 w 2566"/>
              <a:gd name="T15" fmla="*/ 466 h 2566"/>
              <a:gd name="T16" fmla="*/ 0 w 2566"/>
              <a:gd name="T17" fmla="*/ 2333 h 2566"/>
              <a:gd name="T18" fmla="*/ 233 w 2566"/>
              <a:gd name="T19" fmla="*/ 2566 h 2566"/>
              <a:gd name="T20" fmla="*/ 2100 w 2566"/>
              <a:gd name="T21" fmla="*/ 2566 h 2566"/>
              <a:gd name="T22" fmla="*/ 2100 w 2566"/>
              <a:gd name="T23" fmla="*/ 2333 h 2566"/>
              <a:gd name="T24" fmla="*/ 233 w 2566"/>
              <a:gd name="T25" fmla="*/ 2333 h 2566"/>
              <a:gd name="T26" fmla="*/ 233 w 2566"/>
              <a:gd name="T27" fmla="*/ 466 h 2566"/>
              <a:gd name="T28" fmla="*/ 2333 w 2566"/>
              <a:gd name="T29" fmla="*/ 0 h 2566"/>
              <a:gd name="T30" fmla="*/ 700 w 2566"/>
              <a:gd name="T31" fmla="*/ 0 h 2566"/>
              <a:gd name="T32" fmla="*/ 466 w 2566"/>
              <a:gd name="T33" fmla="*/ 233 h 2566"/>
              <a:gd name="T34" fmla="*/ 466 w 2566"/>
              <a:gd name="T35" fmla="*/ 1866 h 2566"/>
              <a:gd name="T36" fmla="*/ 700 w 2566"/>
              <a:gd name="T37" fmla="*/ 2100 h 2566"/>
              <a:gd name="T38" fmla="*/ 2333 w 2566"/>
              <a:gd name="T39" fmla="*/ 2100 h 2566"/>
              <a:gd name="T40" fmla="*/ 2566 w 2566"/>
              <a:gd name="T41" fmla="*/ 1866 h 2566"/>
              <a:gd name="T42" fmla="*/ 2566 w 2566"/>
              <a:gd name="T43" fmla="*/ 233 h 2566"/>
              <a:gd name="T44" fmla="*/ 2333 w 2566"/>
              <a:gd name="T45" fmla="*/ 0 h 2566"/>
              <a:gd name="T46" fmla="*/ 2333 w 2566"/>
              <a:gd name="T47" fmla="*/ 1866 h 2566"/>
              <a:gd name="T48" fmla="*/ 700 w 2566"/>
              <a:gd name="T49" fmla="*/ 1866 h 2566"/>
              <a:gd name="T50" fmla="*/ 700 w 2566"/>
              <a:gd name="T51" fmla="*/ 233 h 2566"/>
              <a:gd name="T52" fmla="*/ 2333 w 2566"/>
              <a:gd name="T53" fmla="*/ 233 h 2566"/>
              <a:gd name="T54" fmla="*/ 2333 w 2566"/>
              <a:gd name="T55" fmla="*/ 1866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566" h="2566">
                <a:moveTo>
                  <a:pt x="1745" y="1084"/>
                </a:moveTo>
                <a:cubicBezTo>
                  <a:pt x="1424" y="1497"/>
                  <a:pt x="1424" y="1497"/>
                  <a:pt x="1424" y="1497"/>
                </a:cubicBezTo>
                <a:cubicBezTo>
                  <a:pt x="1196" y="1221"/>
                  <a:pt x="1196" y="1221"/>
                  <a:pt x="1196" y="1221"/>
                </a:cubicBezTo>
                <a:cubicBezTo>
                  <a:pt x="875" y="1633"/>
                  <a:pt x="875" y="1633"/>
                  <a:pt x="875" y="1633"/>
                </a:cubicBezTo>
                <a:cubicBezTo>
                  <a:pt x="2158" y="1633"/>
                  <a:pt x="2158" y="1633"/>
                  <a:pt x="2158" y="1633"/>
                </a:cubicBezTo>
                <a:lnTo>
                  <a:pt x="1745" y="1084"/>
                </a:lnTo>
                <a:close/>
                <a:moveTo>
                  <a:pt x="233" y="466"/>
                </a:moveTo>
                <a:cubicBezTo>
                  <a:pt x="0" y="466"/>
                  <a:pt x="0" y="466"/>
                  <a:pt x="0" y="466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3" y="2566"/>
                </a:cubicBezTo>
                <a:cubicBezTo>
                  <a:pt x="2100" y="2566"/>
                  <a:pt x="2100" y="2566"/>
                  <a:pt x="2100" y="2566"/>
                </a:cubicBezTo>
                <a:cubicBezTo>
                  <a:pt x="2100" y="2333"/>
                  <a:pt x="2100" y="2333"/>
                  <a:pt x="2100" y="2333"/>
                </a:cubicBezTo>
                <a:cubicBezTo>
                  <a:pt x="233" y="2333"/>
                  <a:pt x="233" y="2333"/>
                  <a:pt x="233" y="2333"/>
                </a:cubicBezTo>
                <a:lnTo>
                  <a:pt x="233" y="466"/>
                </a:lnTo>
                <a:close/>
                <a:moveTo>
                  <a:pt x="23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1" y="0"/>
                  <a:pt x="466" y="105"/>
                  <a:pt x="466" y="233"/>
                </a:cubicBezTo>
                <a:cubicBezTo>
                  <a:pt x="466" y="1866"/>
                  <a:pt x="466" y="1866"/>
                  <a:pt x="466" y="1866"/>
                </a:cubicBezTo>
                <a:cubicBezTo>
                  <a:pt x="466" y="1995"/>
                  <a:pt x="571" y="2100"/>
                  <a:pt x="700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6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866"/>
                </a:moveTo>
                <a:cubicBezTo>
                  <a:pt x="700" y="1866"/>
                  <a:pt x="700" y="1866"/>
                  <a:pt x="700" y="1866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8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1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3 w 2566"/>
              <a:gd name="T1" fmla="*/ 466 h 2566"/>
              <a:gd name="T2" fmla="*/ 0 w 2566"/>
              <a:gd name="T3" fmla="*/ 466 h 2566"/>
              <a:gd name="T4" fmla="*/ 0 w 2566"/>
              <a:gd name="T5" fmla="*/ 2333 h 2566"/>
              <a:gd name="T6" fmla="*/ 233 w 2566"/>
              <a:gd name="T7" fmla="*/ 2566 h 2566"/>
              <a:gd name="T8" fmla="*/ 2100 w 2566"/>
              <a:gd name="T9" fmla="*/ 2566 h 2566"/>
              <a:gd name="T10" fmla="*/ 2100 w 2566"/>
              <a:gd name="T11" fmla="*/ 2333 h 2566"/>
              <a:gd name="T12" fmla="*/ 233 w 2566"/>
              <a:gd name="T13" fmla="*/ 2333 h 2566"/>
              <a:gd name="T14" fmla="*/ 233 w 2566"/>
              <a:gd name="T15" fmla="*/ 466 h 2566"/>
              <a:gd name="T16" fmla="*/ 1516 w 2566"/>
              <a:gd name="T17" fmla="*/ 1633 h 2566"/>
              <a:gd name="T18" fmla="*/ 1750 w 2566"/>
              <a:gd name="T19" fmla="*/ 1633 h 2566"/>
              <a:gd name="T20" fmla="*/ 1750 w 2566"/>
              <a:gd name="T21" fmla="*/ 466 h 2566"/>
              <a:gd name="T22" fmla="*/ 1283 w 2566"/>
              <a:gd name="T23" fmla="*/ 466 h 2566"/>
              <a:gd name="T24" fmla="*/ 1283 w 2566"/>
              <a:gd name="T25" fmla="*/ 700 h 2566"/>
              <a:gd name="T26" fmla="*/ 1516 w 2566"/>
              <a:gd name="T27" fmla="*/ 700 h 2566"/>
              <a:gd name="T28" fmla="*/ 1516 w 2566"/>
              <a:gd name="T29" fmla="*/ 1633 h 2566"/>
              <a:gd name="T30" fmla="*/ 2333 w 2566"/>
              <a:gd name="T31" fmla="*/ 0 h 2566"/>
              <a:gd name="T32" fmla="*/ 700 w 2566"/>
              <a:gd name="T33" fmla="*/ 0 h 2566"/>
              <a:gd name="T34" fmla="*/ 466 w 2566"/>
              <a:gd name="T35" fmla="*/ 233 h 2566"/>
              <a:gd name="T36" fmla="*/ 466 w 2566"/>
              <a:gd name="T37" fmla="*/ 1866 h 2566"/>
              <a:gd name="T38" fmla="*/ 700 w 2566"/>
              <a:gd name="T39" fmla="*/ 2100 h 2566"/>
              <a:gd name="T40" fmla="*/ 2333 w 2566"/>
              <a:gd name="T41" fmla="*/ 2100 h 2566"/>
              <a:gd name="T42" fmla="*/ 2566 w 2566"/>
              <a:gd name="T43" fmla="*/ 1866 h 2566"/>
              <a:gd name="T44" fmla="*/ 2566 w 2566"/>
              <a:gd name="T45" fmla="*/ 233 h 2566"/>
              <a:gd name="T46" fmla="*/ 2333 w 2566"/>
              <a:gd name="T47" fmla="*/ 0 h 2566"/>
              <a:gd name="T48" fmla="*/ 2333 w 2566"/>
              <a:gd name="T49" fmla="*/ 1866 h 2566"/>
              <a:gd name="T50" fmla="*/ 700 w 2566"/>
              <a:gd name="T51" fmla="*/ 1866 h 2566"/>
              <a:gd name="T52" fmla="*/ 700 w 2566"/>
              <a:gd name="T53" fmla="*/ 233 h 2566"/>
              <a:gd name="T54" fmla="*/ 2333 w 2566"/>
              <a:gd name="T55" fmla="*/ 233 h 2566"/>
              <a:gd name="T56" fmla="*/ 2333 w 2566"/>
              <a:gd name="T57" fmla="*/ 1866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566" h="2566">
                <a:moveTo>
                  <a:pt x="233" y="466"/>
                </a:moveTo>
                <a:cubicBezTo>
                  <a:pt x="0" y="466"/>
                  <a:pt x="0" y="466"/>
                  <a:pt x="0" y="466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3" y="2566"/>
                </a:cubicBezTo>
                <a:cubicBezTo>
                  <a:pt x="2100" y="2566"/>
                  <a:pt x="2100" y="2566"/>
                  <a:pt x="2100" y="2566"/>
                </a:cubicBezTo>
                <a:cubicBezTo>
                  <a:pt x="2100" y="2333"/>
                  <a:pt x="2100" y="2333"/>
                  <a:pt x="2100" y="2333"/>
                </a:cubicBezTo>
                <a:cubicBezTo>
                  <a:pt x="233" y="2333"/>
                  <a:pt x="233" y="2333"/>
                  <a:pt x="233" y="2333"/>
                </a:cubicBezTo>
                <a:lnTo>
                  <a:pt x="233" y="466"/>
                </a:lnTo>
                <a:close/>
                <a:moveTo>
                  <a:pt x="1516" y="1633"/>
                </a:moveTo>
                <a:cubicBezTo>
                  <a:pt x="1750" y="1633"/>
                  <a:pt x="1750" y="1633"/>
                  <a:pt x="1750" y="1633"/>
                </a:cubicBezTo>
                <a:cubicBezTo>
                  <a:pt x="1750" y="466"/>
                  <a:pt x="1750" y="466"/>
                  <a:pt x="1750" y="466"/>
                </a:cubicBezTo>
                <a:cubicBezTo>
                  <a:pt x="1283" y="466"/>
                  <a:pt x="1283" y="466"/>
                  <a:pt x="1283" y="466"/>
                </a:cubicBezTo>
                <a:cubicBezTo>
                  <a:pt x="1283" y="700"/>
                  <a:pt x="1283" y="700"/>
                  <a:pt x="1283" y="700"/>
                </a:cubicBezTo>
                <a:cubicBezTo>
                  <a:pt x="1516" y="700"/>
                  <a:pt x="1516" y="700"/>
                  <a:pt x="1516" y="700"/>
                </a:cubicBezTo>
                <a:lnTo>
                  <a:pt x="1516" y="1633"/>
                </a:lnTo>
                <a:close/>
                <a:moveTo>
                  <a:pt x="23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1" y="0"/>
                  <a:pt x="466" y="105"/>
                  <a:pt x="466" y="233"/>
                </a:cubicBezTo>
                <a:cubicBezTo>
                  <a:pt x="466" y="1866"/>
                  <a:pt x="466" y="1866"/>
                  <a:pt x="466" y="1866"/>
                </a:cubicBezTo>
                <a:cubicBezTo>
                  <a:pt x="466" y="1995"/>
                  <a:pt x="571" y="2100"/>
                  <a:pt x="700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6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866"/>
                </a:moveTo>
                <a:cubicBezTo>
                  <a:pt x="700" y="1866"/>
                  <a:pt x="700" y="1866"/>
                  <a:pt x="700" y="1866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8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2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3 w 2566"/>
              <a:gd name="T1" fmla="*/ 466 h 2566"/>
              <a:gd name="T2" fmla="*/ 0 w 2566"/>
              <a:gd name="T3" fmla="*/ 466 h 2566"/>
              <a:gd name="T4" fmla="*/ 0 w 2566"/>
              <a:gd name="T5" fmla="*/ 2333 h 2566"/>
              <a:gd name="T6" fmla="*/ 233 w 2566"/>
              <a:gd name="T7" fmla="*/ 2566 h 2566"/>
              <a:gd name="T8" fmla="*/ 2100 w 2566"/>
              <a:gd name="T9" fmla="*/ 2566 h 2566"/>
              <a:gd name="T10" fmla="*/ 2100 w 2566"/>
              <a:gd name="T11" fmla="*/ 2333 h 2566"/>
              <a:gd name="T12" fmla="*/ 233 w 2566"/>
              <a:gd name="T13" fmla="*/ 2333 h 2566"/>
              <a:gd name="T14" fmla="*/ 233 w 2566"/>
              <a:gd name="T15" fmla="*/ 466 h 2566"/>
              <a:gd name="T16" fmla="*/ 2333 w 2566"/>
              <a:gd name="T17" fmla="*/ 0 h 2566"/>
              <a:gd name="T18" fmla="*/ 700 w 2566"/>
              <a:gd name="T19" fmla="*/ 0 h 2566"/>
              <a:gd name="T20" fmla="*/ 466 w 2566"/>
              <a:gd name="T21" fmla="*/ 233 h 2566"/>
              <a:gd name="T22" fmla="*/ 466 w 2566"/>
              <a:gd name="T23" fmla="*/ 1866 h 2566"/>
              <a:gd name="T24" fmla="*/ 700 w 2566"/>
              <a:gd name="T25" fmla="*/ 2100 h 2566"/>
              <a:gd name="T26" fmla="*/ 2333 w 2566"/>
              <a:gd name="T27" fmla="*/ 2100 h 2566"/>
              <a:gd name="T28" fmla="*/ 2566 w 2566"/>
              <a:gd name="T29" fmla="*/ 1866 h 2566"/>
              <a:gd name="T30" fmla="*/ 2566 w 2566"/>
              <a:gd name="T31" fmla="*/ 233 h 2566"/>
              <a:gd name="T32" fmla="*/ 2333 w 2566"/>
              <a:gd name="T33" fmla="*/ 0 h 2566"/>
              <a:gd name="T34" fmla="*/ 2333 w 2566"/>
              <a:gd name="T35" fmla="*/ 1866 h 2566"/>
              <a:gd name="T36" fmla="*/ 700 w 2566"/>
              <a:gd name="T37" fmla="*/ 1866 h 2566"/>
              <a:gd name="T38" fmla="*/ 700 w 2566"/>
              <a:gd name="T39" fmla="*/ 233 h 2566"/>
              <a:gd name="T40" fmla="*/ 2333 w 2566"/>
              <a:gd name="T41" fmla="*/ 233 h 2566"/>
              <a:gd name="T42" fmla="*/ 2333 w 2566"/>
              <a:gd name="T43" fmla="*/ 1866 h 2566"/>
              <a:gd name="T44" fmla="*/ 1866 w 2566"/>
              <a:gd name="T45" fmla="*/ 1400 h 2566"/>
              <a:gd name="T46" fmla="*/ 1400 w 2566"/>
              <a:gd name="T47" fmla="*/ 1400 h 2566"/>
              <a:gd name="T48" fmla="*/ 1400 w 2566"/>
              <a:gd name="T49" fmla="*/ 1166 h 2566"/>
              <a:gd name="T50" fmla="*/ 1633 w 2566"/>
              <a:gd name="T51" fmla="*/ 1166 h 2566"/>
              <a:gd name="T52" fmla="*/ 1866 w 2566"/>
              <a:gd name="T53" fmla="*/ 933 h 2566"/>
              <a:gd name="T54" fmla="*/ 1866 w 2566"/>
              <a:gd name="T55" fmla="*/ 700 h 2566"/>
              <a:gd name="T56" fmla="*/ 1633 w 2566"/>
              <a:gd name="T57" fmla="*/ 466 h 2566"/>
              <a:gd name="T58" fmla="*/ 1166 w 2566"/>
              <a:gd name="T59" fmla="*/ 466 h 2566"/>
              <a:gd name="T60" fmla="*/ 1166 w 2566"/>
              <a:gd name="T61" fmla="*/ 700 h 2566"/>
              <a:gd name="T62" fmla="*/ 1633 w 2566"/>
              <a:gd name="T63" fmla="*/ 700 h 2566"/>
              <a:gd name="T64" fmla="*/ 1633 w 2566"/>
              <a:gd name="T65" fmla="*/ 933 h 2566"/>
              <a:gd name="T66" fmla="*/ 1400 w 2566"/>
              <a:gd name="T67" fmla="*/ 933 h 2566"/>
              <a:gd name="T68" fmla="*/ 1166 w 2566"/>
              <a:gd name="T69" fmla="*/ 1166 h 2566"/>
              <a:gd name="T70" fmla="*/ 1166 w 2566"/>
              <a:gd name="T71" fmla="*/ 1633 h 2566"/>
              <a:gd name="T72" fmla="*/ 1866 w 2566"/>
              <a:gd name="T73" fmla="*/ 1633 h 2566"/>
              <a:gd name="T74" fmla="*/ 1866 w 2566"/>
              <a:gd name="T75" fmla="*/ 140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566" h="2566">
                <a:moveTo>
                  <a:pt x="233" y="466"/>
                </a:moveTo>
                <a:cubicBezTo>
                  <a:pt x="0" y="466"/>
                  <a:pt x="0" y="466"/>
                  <a:pt x="0" y="466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3" y="2566"/>
                </a:cubicBezTo>
                <a:cubicBezTo>
                  <a:pt x="2100" y="2566"/>
                  <a:pt x="2100" y="2566"/>
                  <a:pt x="2100" y="2566"/>
                </a:cubicBezTo>
                <a:cubicBezTo>
                  <a:pt x="2100" y="2333"/>
                  <a:pt x="2100" y="2333"/>
                  <a:pt x="2100" y="2333"/>
                </a:cubicBezTo>
                <a:cubicBezTo>
                  <a:pt x="233" y="2333"/>
                  <a:pt x="233" y="2333"/>
                  <a:pt x="233" y="2333"/>
                </a:cubicBezTo>
                <a:lnTo>
                  <a:pt x="233" y="466"/>
                </a:lnTo>
                <a:close/>
                <a:moveTo>
                  <a:pt x="23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1" y="0"/>
                  <a:pt x="466" y="105"/>
                  <a:pt x="466" y="233"/>
                </a:cubicBezTo>
                <a:cubicBezTo>
                  <a:pt x="466" y="1866"/>
                  <a:pt x="466" y="1866"/>
                  <a:pt x="466" y="1866"/>
                </a:cubicBezTo>
                <a:cubicBezTo>
                  <a:pt x="466" y="1995"/>
                  <a:pt x="571" y="2100"/>
                  <a:pt x="700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6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866"/>
                </a:moveTo>
                <a:cubicBezTo>
                  <a:pt x="700" y="1866"/>
                  <a:pt x="700" y="1866"/>
                  <a:pt x="700" y="1866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866"/>
                </a:lnTo>
                <a:close/>
                <a:moveTo>
                  <a:pt x="1866" y="1400"/>
                </a:moveTo>
                <a:cubicBezTo>
                  <a:pt x="1400" y="1400"/>
                  <a:pt x="1400" y="1400"/>
                  <a:pt x="1400" y="1400"/>
                </a:cubicBezTo>
                <a:cubicBezTo>
                  <a:pt x="1400" y="1166"/>
                  <a:pt x="1400" y="1166"/>
                  <a:pt x="1400" y="1166"/>
                </a:cubicBezTo>
                <a:cubicBezTo>
                  <a:pt x="1633" y="1166"/>
                  <a:pt x="1633" y="1166"/>
                  <a:pt x="1633" y="1166"/>
                </a:cubicBezTo>
                <a:cubicBezTo>
                  <a:pt x="1761" y="1166"/>
                  <a:pt x="1866" y="1062"/>
                  <a:pt x="1866" y="933"/>
                </a:cubicBezTo>
                <a:cubicBezTo>
                  <a:pt x="1866" y="700"/>
                  <a:pt x="1866" y="700"/>
                  <a:pt x="1866" y="700"/>
                </a:cubicBezTo>
                <a:cubicBezTo>
                  <a:pt x="1866" y="570"/>
                  <a:pt x="1761" y="466"/>
                  <a:pt x="1633" y="466"/>
                </a:cubicBezTo>
                <a:cubicBezTo>
                  <a:pt x="1166" y="466"/>
                  <a:pt x="1166" y="466"/>
                  <a:pt x="1166" y="466"/>
                </a:cubicBezTo>
                <a:cubicBezTo>
                  <a:pt x="1166" y="700"/>
                  <a:pt x="1166" y="700"/>
                  <a:pt x="1166" y="700"/>
                </a:cubicBezTo>
                <a:cubicBezTo>
                  <a:pt x="1633" y="700"/>
                  <a:pt x="1633" y="700"/>
                  <a:pt x="1633" y="700"/>
                </a:cubicBezTo>
                <a:cubicBezTo>
                  <a:pt x="1633" y="933"/>
                  <a:pt x="1633" y="933"/>
                  <a:pt x="1633" y="933"/>
                </a:cubicBezTo>
                <a:cubicBezTo>
                  <a:pt x="1400" y="933"/>
                  <a:pt x="1400" y="933"/>
                  <a:pt x="1400" y="933"/>
                </a:cubicBezTo>
                <a:cubicBezTo>
                  <a:pt x="1271" y="933"/>
                  <a:pt x="1166" y="1037"/>
                  <a:pt x="1166" y="1166"/>
                </a:cubicBezTo>
                <a:cubicBezTo>
                  <a:pt x="1166" y="1633"/>
                  <a:pt x="1166" y="1633"/>
                  <a:pt x="1166" y="1633"/>
                </a:cubicBezTo>
                <a:cubicBezTo>
                  <a:pt x="1866" y="1633"/>
                  <a:pt x="1866" y="1633"/>
                  <a:pt x="1866" y="1633"/>
                </a:cubicBezTo>
                <a:lnTo>
                  <a:pt x="1866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3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33 w 2566"/>
              <a:gd name="T1" fmla="*/ 0 h 2566"/>
              <a:gd name="T2" fmla="*/ 700 w 2566"/>
              <a:gd name="T3" fmla="*/ 0 h 2566"/>
              <a:gd name="T4" fmla="*/ 466 w 2566"/>
              <a:gd name="T5" fmla="*/ 233 h 2566"/>
              <a:gd name="T6" fmla="*/ 466 w 2566"/>
              <a:gd name="T7" fmla="*/ 1866 h 2566"/>
              <a:gd name="T8" fmla="*/ 700 w 2566"/>
              <a:gd name="T9" fmla="*/ 2100 h 2566"/>
              <a:gd name="T10" fmla="*/ 2333 w 2566"/>
              <a:gd name="T11" fmla="*/ 2100 h 2566"/>
              <a:gd name="T12" fmla="*/ 2566 w 2566"/>
              <a:gd name="T13" fmla="*/ 1866 h 2566"/>
              <a:gd name="T14" fmla="*/ 2566 w 2566"/>
              <a:gd name="T15" fmla="*/ 233 h 2566"/>
              <a:gd name="T16" fmla="*/ 2333 w 2566"/>
              <a:gd name="T17" fmla="*/ 0 h 2566"/>
              <a:gd name="T18" fmla="*/ 2333 w 2566"/>
              <a:gd name="T19" fmla="*/ 1866 h 2566"/>
              <a:gd name="T20" fmla="*/ 700 w 2566"/>
              <a:gd name="T21" fmla="*/ 1866 h 2566"/>
              <a:gd name="T22" fmla="*/ 700 w 2566"/>
              <a:gd name="T23" fmla="*/ 233 h 2566"/>
              <a:gd name="T24" fmla="*/ 2333 w 2566"/>
              <a:gd name="T25" fmla="*/ 233 h 2566"/>
              <a:gd name="T26" fmla="*/ 2333 w 2566"/>
              <a:gd name="T27" fmla="*/ 1866 h 2566"/>
              <a:gd name="T28" fmla="*/ 233 w 2566"/>
              <a:gd name="T29" fmla="*/ 466 h 2566"/>
              <a:gd name="T30" fmla="*/ 0 w 2566"/>
              <a:gd name="T31" fmla="*/ 466 h 2566"/>
              <a:gd name="T32" fmla="*/ 0 w 2566"/>
              <a:gd name="T33" fmla="*/ 2333 h 2566"/>
              <a:gd name="T34" fmla="*/ 233 w 2566"/>
              <a:gd name="T35" fmla="*/ 2566 h 2566"/>
              <a:gd name="T36" fmla="*/ 2100 w 2566"/>
              <a:gd name="T37" fmla="*/ 2566 h 2566"/>
              <a:gd name="T38" fmla="*/ 2100 w 2566"/>
              <a:gd name="T39" fmla="*/ 2333 h 2566"/>
              <a:gd name="T40" fmla="*/ 233 w 2566"/>
              <a:gd name="T41" fmla="*/ 2333 h 2566"/>
              <a:gd name="T42" fmla="*/ 233 w 2566"/>
              <a:gd name="T43" fmla="*/ 466 h 2566"/>
              <a:gd name="T44" fmla="*/ 1866 w 2566"/>
              <a:gd name="T45" fmla="*/ 1400 h 2566"/>
              <a:gd name="T46" fmla="*/ 1866 w 2566"/>
              <a:gd name="T47" fmla="*/ 1225 h 2566"/>
              <a:gd name="T48" fmla="*/ 1691 w 2566"/>
              <a:gd name="T49" fmla="*/ 1050 h 2566"/>
              <a:gd name="T50" fmla="*/ 1866 w 2566"/>
              <a:gd name="T51" fmla="*/ 875 h 2566"/>
              <a:gd name="T52" fmla="*/ 1866 w 2566"/>
              <a:gd name="T53" fmla="*/ 700 h 2566"/>
              <a:gd name="T54" fmla="*/ 1633 w 2566"/>
              <a:gd name="T55" fmla="*/ 466 h 2566"/>
              <a:gd name="T56" fmla="*/ 1166 w 2566"/>
              <a:gd name="T57" fmla="*/ 466 h 2566"/>
              <a:gd name="T58" fmla="*/ 1166 w 2566"/>
              <a:gd name="T59" fmla="*/ 700 h 2566"/>
              <a:gd name="T60" fmla="*/ 1633 w 2566"/>
              <a:gd name="T61" fmla="*/ 700 h 2566"/>
              <a:gd name="T62" fmla="*/ 1633 w 2566"/>
              <a:gd name="T63" fmla="*/ 933 h 2566"/>
              <a:gd name="T64" fmla="*/ 1400 w 2566"/>
              <a:gd name="T65" fmla="*/ 933 h 2566"/>
              <a:gd name="T66" fmla="*/ 1400 w 2566"/>
              <a:gd name="T67" fmla="*/ 1166 h 2566"/>
              <a:gd name="T68" fmla="*/ 1633 w 2566"/>
              <a:gd name="T69" fmla="*/ 1166 h 2566"/>
              <a:gd name="T70" fmla="*/ 1633 w 2566"/>
              <a:gd name="T71" fmla="*/ 1400 h 2566"/>
              <a:gd name="T72" fmla="*/ 1166 w 2566"/>
              <a:gd name="T73" fmla="*/ 1400 h 2566"/>
              <a:gd name="T74" fmla="*/ 1166 w 2566"/>
              <a:gd name="T75" fmla="*/ 1633 h 2566"/>
              <a:gd name="T76" fmla="*/ 1633 w 2566"/>
              <a:gd name="T77" fmla="*/ 1633 h 2566"/>
              <a:gd name="T78" fmla="*/ 1866 w 2566"/>
              <a:gd name="T79" fmla="*/ 140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66" h="2566">
                <a:moveTo>
                  <a:pt x="23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1" y="0"/>
                  <a:pt x="466" y="105"/>
                  <a:pt x="466" y="233"/>
                </a:cubicBezTo>
                <a:cubicBezTo>
                  <a:pt x="466" y="1866"/>
                  <a:pt x="466" y="1866"/>
                  <a:pt x="466" y="1866"/>
                </a:cubicBezTo>
                <a:cubicBezTo>
                  <a:pt x="466" y="1995"/>
                  <a:pt x="571" y="2100"/>
                  <a:pt x="700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6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866"/>
                </a:moveTo>
                <a:cubicBezTo>
                  <a:pt x="700" y="1866"/>
                  <a:pt x="700" y="1866"/>
                  <a:pt x="700" y="1866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866"/>
                </a:lnTo>
                <a:close/>
                <a:moveTo>
                  <a:pt x="233" y="466"/>
                </a:moveTo>
                <a:cubicBezTo>
                  <a:pt x="0" y="466"/>
                  <a:pt x="0" y="466"/>
                  <a:pt x="0" y="466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3" y="2566"/>
                </a:cubicBezTo>
                <a:cubicBezTo>
                  <a:pt x="2100" y="2566"/>
                  <a:pt x="2100" y="2566"/>
                  <a:pt x="2100" y="2566"/>
                </a:cubicBezTo>
                <a:cubicBezTo>
                  <a:pt x="2100" y="2333"/>
                  <a:pt x="2100" y="2333"/>
                  <a:pt x="2100" y="2333"/>
                </a:cubicBezTo>
                <a:cubicBezTo>
                  <a:pt x="233" y="2333"/>
                  <a:pt x="233" y="2333"/>
                  <a:pt x="233" y="2333"/>
                </a:cubicBezTo>
                <a:lnTo>
                  <a:pt x="233" y="466"/>
                </a:lnTo>
                <a:close/>
                <a:moveTo>
                  <a:pt x="1866" y="1400"/>
                </a:moveTo>
                <a:cubicBezTo>
                  <a:pt x="1866" y="1225"/>
                  <a:pt x="1866" y="1225"/>
                  <a:pt x="1866" y="1225"/>
                </a:cubicBezTo>
                <a:cubicBezTo>
                  <a:pt x="1866" y="1128"/>
                  <a:pt x="1788" y="1050"/>
                  <a:pt x="1691" y="1050"/>
                </a:cubicBezTo>
                <a:cubicBezTo>
                  <a:pt x="1788" y="1050"/>
                  <a:pt x="1866" y="972"/>
                  <a:pt x="1866" y="875"/>
                </a:cubicBezTo>
                <a:cubicBezTo>
                  <a:pt x="1866" y="700"/>
                  <a:pt x="1866" y="700"/>
                  <a:pt x="1866" y="700"/>
                </a:cubicBezTo>
                <a:cubicBezTo>
                  <a:pt x="1866" y="570"/>
                  <a:pt x="1761" y="466"/>
                  <a:pt x="1633" y="466"/>
                </a:cubicBezTo>
                <a:cubicBezTo>
                  <a:pt x="1166" y="466"/>
                  <a:pt x="1166" y="466"/>
                  <a:pt x="1166" y="466"/>
                </a:cubicBezTo>
                <a:cubicBezTo>
                  <a:pt x="1166" y="700"/>
                  <a:pt x="1166" y="700"/>
                  <a:pt x="1166" y="700"/>
                </a:cubicBezTo>
                <a:cubicBezTo>
                  <a:pt x="1633" y="700"/>
                  <a:pt x="1633" y="700"/>
                  <a:pt x="1633" y="700"/>
                </a:cubicBezTo>
                <a:cubicBezTo>
                  <a:pt x="1633" y="933"/>
                  <a:pt x="1633" y="933"/>
                  <a:pt x="1633" y="933"/>
                </a:cubicBezTo>
                <a:cubicBezTo>
                  <a:pt x="1400" y="933"/>
                  <a:pt x="1400" y="933"/>
                  <a:pt x="1400" y="933"/>
                </a:cubicBezTo>
                <a:cubicBezTo>
                  <a:pt x="1400" y="1166"/>
                  <a:pt x="1400" y="1166"/>
                  <a:pt x="1400" y="1166"/>
                </a:cubicBezTo>
                <a:cubicBezTo>
                  <a:pt x="1633" y="1166"/>
                  <a:pt x="1633" y="1166"/>
                  <a:pt x="1633" y="1166"/>
                </a:cubicBezTo>
                <a:cubicBezTo>
                  <a:pt x="1633" y="1400"/>
                  <a:pt x="1633" y="1400"/>
                  <a:pt x="1633" y="1400"/>
                </a:cubicBezTo>
                <a:cubicBezTo>
                  <a:pt x="1166" y="1400"/>
                  <a:pt x="1166" y="1400"/>
                  <a:pt x="1166" y="1400"/>
                </a:cubicBezTo>
                <a:cubicBezTo>
                  <a:pt x="1166" y="1633"/>
                  <a:pt x="1166" y="1633"/>
                  <a:pt x="1166" y="1633"/>
                </a:cubicBezTo>
                <a:cubicBezTo>
                  <a:pt x="1633" y="1633"/>
                  <a:pt x="1633" y="1633"/>
                  <a:pt x="1633" y="1633"/>
                </a:cubicBezTo>
                <a:cubicBezTo>
                  <a:pt x="1761" y="1633"/>
                  <a:pt x="1866" y="1529"/>
                  <a:pt x="1866" y="1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4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3 w 2566"/>
              <a:gd name="T1" fmla="*/ 466 h 2566"/>
              <a:gd name="T2" fmla="*/ 0 w 2566"/>
              <a:gd name="T3" fmla="*/ 466 h 2566"/>
              <a:gd name="T4" fmla="*/ 0 w 2566"/>
              <a:gd name="T5" fmla="*/ 2333 h 2566"/>
              <a:gd name="T6" fmla="*/ 233 w 2566"/>
              <a:gd name="T7" fmla="*/ 2566 h 2566"/>
              <a:gd name="T8" fmla="*/ 2100 w 2566"/>
              <a:gd name="T9" fmla="*/ 2566 h 2566"/>
              <a:gd name="T10" fmla="*/ 2100 w 2566"/>
              <a:gd name="T11" fmla="*/ 2333 h 2566"/>
              <a:gd name="T12" fmla="*/ 233 w 2566"/>
              <a:gd name="T13" fmla="*/ 2333 h 2566"/>
              <a:gd name="T14" fmla="*/ 233 w 2566"/>
              <a:gd name="T15" fmla="*/ 466 h 2566"/>
              <a:gd name="T16" fmla="*/ 1633 w 2566"/>
              <a:gd name="T17" fmla="*/ 1633 h 2566"/>
              <a:gd name="T18" fmla="*/ 1866 w 2566"/>
              <a:gd name="T19" fmla="*/ 1633 h 2566"/>
              <a:gd name="T20" fmla="*/ 1866 w 2566"/>
              <a:gd name="T21" fmla="*/ 466 h 2566"/>
              <a:gd name="T22" fmla="*/ 1633 w 2566"/>
              <a:gd name="T23" fmla="*/ 466 h 2566"/>
              <a:gd name="T24" fmla="*/ 1633 w 2566"/>
              <a:gd name="T25" fmla="*/ 933 h 2566"/>
              <a:gd name="T26" fmla="*/ 1400 w 2566"/>
              <a:gd name="T27" fmla="*/ 933 h 2566"/>
              <a:gd name="T28" fmla="*/ 1400 w 2566"/>
              <a:gd name="T29" fmla="*/ 466 h 2566"/>
              <a:gd name="T30" fmla="*/ 1166 w 2566"/>
              <a:gd name="T31" fmla="*/ 466 h 2566"/>
              <a:gd name="T32" fmla="*/ 1166 w 2566"/>
              <a:gd name="T33" fmla="*/ 1166 h 2566"/>
              <a:gd name="T34" fmla="*/ 1633 w 2566"/>
              <a:gd name="T35" fmla="*/ 1166 h 2566"/>
              <a:gd name="T36" fmla="*/ 1633 w 2566"/>
              <a:gd name="T37" fmla="*/ 1633 h 2566"/>
              <a:gd name="T38" fmla="*/ 2333 w 2566"/>
              <a:gd name="T39" fmla="*/ 0 h 2566"/>
              <a:gd name="T40" fmla="*/ 700 w 2566"/>
              <a:gd name="T41" fmla="*/ 0 h 2566"/>
              <a:gd name="T42" fmla="*/ 466 w 2566"/>
              <a:gd name="T43" fmla="*/ 233 h 2566"/>
              <a:gd name="T44" fmla="*/ 466 w 2566"/>
              <a:gd name="T45" fmla="*/ 1866 h 2566"/>
              <a:gd name="T46" fmla="*/ 700 w 2566"/>
              <a:gd name="T47" fmla="*/ 2100 h 2566"/>
              <a:gd name="T48" fmla="*/ 2333 w 2566"/>
              <a:gd name="T49" fmla="*/ 2100 h 2566"/>
              <a:gd name="T50" fmla="*/ 2566 w 2566"/>
              <a:gd name="T51" fmla="*/ 1866 h 2566"/>
              <a:gd name="T52" fmla="*/ 2566 w 2566"/>
              <a:gd name="T53" fmla="*/ 233 h 2566"/>
              <a:gd name="T54" fmla="*/ 2333 w 2566"/>
              <a:gd name="T55" fmla="*/ 0 h 2566"/>
              <a:gd name="T56" fmla="*/ 2333 w 2566"/>
              <a:gd name="T57" fmla="*/ 1866 h 2566"/>
              <a:gd name="T58" fmla="*/ 700 w 2566"/>
              <a:gd name="T59" fmla="*/ 1866 h 2566"/>
              <a:gd name="T60" fmla="*/ 700 w 2566"/>
              <a:gd name="T61" fmla="*/ 233 h 2566"/>
              <a:gd name="T62" fmla="*/ 2333 w 2566"/>
              <a:gd name="T63" fmla="*/ 233 h 2566"/>
              <a:gd name="T64" fmla="*/ 2333 w 2566"/>
              <a:gd name="T65" fmla="*/ 1866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566" h="2566">
                <a:moveTo>
                  <a:pt x="233" y="466"/>
                </a:moveTo>
                <a:cubicBezTo>
                  <a:pt x="0" y="466"/>
                  <a:pt x="0" y="466"/>
                  <a:pt x="0" y="466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3" y="2566"/>
                </a:cubicBezTo>
                <a:cubicBezTo>
                  <a:pt x="2100" y="2566"/>
                  <a:pt x="2100" y="2566"/>
                  <a:pt x="2100" y="2566"/>
                </a:cubicBezTo>
                <a:cubicBezTo>
                  <a:pt x="2100" y="2333"/>
                  <a:pt x="2100" y="2333"/>
                  <a:pt x="2100" y="2333"/>
                </a:cubicBezTo>
                <a:cubicBezTo>
                  <a:pt x="233" y="2333"/>
                  <a:pt x="233" y="2333"/>
                  <a:pt x="233" y="2333"/>
                </a:cubicBezTo>
                <a:lnTo>
                  <a:pt x="233" y="466"/>
                </a:lnTo>
                <a:close/>
                <a:moveTo>
                  <a:pt x="1633" y="1633"/>
                </a:moveTo>
                <a:cubicBezTo>
                  <a:pt x="1866" y="1633"/>
                  <a:pt x="1866" y="1633"/>
                  <a:pt x="1866" y="1633"/>
                </a:cubicBezTo>
                <a:cubicBezTo>
                  <a:pt x="1866" y="466"/>
                  <a:pt x="1866" y="466"/>
                  <a:pt x="1866" y="466"/>
                </a:cubicBezTo>
                <a:cubicBezTo>
                  <a:pt x="1633" y="466"/>
                  <a:pt x="1633" y="466"/>
                  <a:pt x="1633" y="466"/>
                </a:cubicBezTo>
                <a:cubicBezTo>
                  <a:pt x="1633" y="933"/>
                  <a:pt x="1633" y="933"/>
                  <a:pt x="1633" y="933"/>
                </a:cubicBezTo>
                <a:cubicBezTo>
                  <a:pt x="1400" y="933"/>
                  <a:pt x="1400" y="933"/>
                  <a:pt x="1400" y="933"/>
                </a:cubicBezTo>
                <a:cubicBezTo>
                  <a:pt x="1400" y="466"/>
                  <a:pt x="1400" y="466"/>
                  <a:pt x="1400" y="466"/>
                </a:cubicBezTo>
                <a:cubicBezTo>
                  <a:pt x="1166" y="466"/>
                  <a:pt x="1166" y="466"/>
                  <a:pt x="1166" y="466"/>
                </a:cubicBezTo>
                <a:cubicBezTo>
                  <a:pt x="1166" y="1166"/>
                  <a:pt x="1166" y="1166"/>
                  <a:pt x="1166" y="1166"/>
                </a:cubicBezTo>
                <a:cubicBezTo>
                  <a:pt x="1633" y="1166"/>
                  <a:pt x="1633" y="1166"/>
                  <a:pt x="1633" y="1166"/>
                </a:cubicBezTo>
                <a:lnTo>
                  <a:pt x="1633" y="1633"/>
                </a:lnTo>
                <a:close/>
                <a:moveTo>
                  <a:pt x="23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1" y="0"/>
                  <a:pt x="466" y="105"/>
                  <a:pt x="466" y="233"/>
                </a:cubicBezTo>
                <a:cubicBezTo>
                  <a:pt x="466" y="1866"/>
                  <a:pt x="466" y="1866"/>
                  <a:pt x="466" y="1866"/>
                </a:cubicBezTo>
                <a:cubicBezTo>
                  <a:pt x="466" y="1995"/>
                  <a:pt x="571" y="2100"/>
                  <a:pt x="700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6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866"/>
                </a:moveTo>
                <a:cubicBezTo>
                  <a:pt x="700" y="1866"/>
                  <a:pt x="700" y="1866"/>
                  <a:pt x="700" y="1866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8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5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33 w 2566"/>
              <a:gd name="T1" fmla="*/ 0 h 2566"/>
              <a:gd name="T2" fmla="*/ 700 w 2566"/>
              <a:gd name="T3" fmla="*/ 0 h 2566"/>
              <a:gd name="T4" fmla="*/ 466 w 2566"/>
              <a:gd name="T5" fmla="*/ 233 h 2566"/>
              <a:gd name="T6" fmla="*/ 466 w 2566"/>
              <a:gd name="T7" fmla="*/ 1866 h 2566"/>
              <a:gd name="T8" fmla="*/ 700 w 2566"/>
              <a:gd name="T9" fmla="*/ 2100 h 2566"/>
              <a:gd name="T10" fmla="*/ 2333 w 2566"/>
              <a:gd name="T11" fmla="*/ 2100 h 2566"/>
              <a:gd name="T12" fmla="*/ 2566 w 2566"/>
              <a:gd name="T13" fmla="*/ 1866 h 2566"/>
              <a:gd name="T14" fmla="*/ 2566 w 2566"/>
              <a:gd name="T15" fmla="*/ 233 h 2566"/>
              <a:gd name="T16" fmla="*/ 2333 w 2566"/>
              <a:gd name="T17" fmla="*/ 0 h 2566"/>
              <a:gd name="T18" fmla="*/ 2333 w 2566"/>
              <a:gd name="T19" fmla="*/ 1866 h 2566"/>
              <a:gd name="T20" fmla="*/ 700 w 2566"/>
              <a:gd name="T21" fmla="*/ 1866 h 2566"/>
              <a:gd name="T22" fmla="*/ 700 w 2566"/>
              <a:gd name="T23" fmla="*/ 233 h 2566"/>
              <a:gd name="T24" fmla="*/ 2333 w 2566"/>
              <a:gd name="T25" fmla="*/ 233 h 2566"/>
              <a:gd name="T26" fmla="*/ 2333 w 2566"/>
              <a:gd name="T27" fmla="*/ 1866 h 2566"/>
              <a:gd name="T28" fmla="*/ 233 w 2566"/>
              <a:gd name="T29" fmla="*/ 466 h 2566"/>
              <a:gd name="T30" fmla="*/ 0 w 2566"/>
              <a:gd name="T31" fmla="*/ 466 h 2566"/>
              <a:gd name="T32" fmla="*/ 0 w 2566"/>
              <a:gd name="T33" fmla="*/ 2333 h 2566"/>
              <a:gd name="T34" fmla="*/ 233 w 2566"/>
              <a:gd name="T35" fmla="*/ 2566 h 2566"/>
              <a:gd name="T36" fmla="*/ 2100 w 2566"/>
              <a:gd name="T37" fmla="*/ 2566 h 2566"/>
              <a:gd name="T38" fmla="*/ 2100 w 2566"/>
              <a:gd name="T39" fmla="*/ 2333 h 2566"/>
              <a:gd name="T40" fmla="*/ 233 w 2566"/>
              <a:gd name="T41" fmla="*/ 2333 h 2566"/>
              <a:gd name="T42" fmla="*/ 233 w 2566"/>
              <a:gd name="T43" fmla="*/ 466 h 2566"/>
              <a:gd name="T44" fmla="*/ 1866 w 2566"/>
              <a:gd name="T45" fmla="*/ 1400 h 2566"/>
              <a:gd name="T46" fmla="*/ 1866 w 2566"/>
              <a:gd name="T47" fmla="*/ 1166 h 2566"/>
              <a:gd name="T48" fmla="*/ 1633 w 2566"/>
              <a:gd name="T49" fmla="*/ 933 h 2566"/>
              <a:gd name="T50" fmla="*/ 1400 w 2566"/>
              <a:gd name="T51" fmla="*/ 933 h 2566"/>
              <a:gd name="T52" fmla="*/ 1400 w 2566"/>
              <a:gd name="T53" fmla="*/ 700 h 2566"/>
              <a:gd name="T54" fmla="*/ 1866 w 2566"/>
              <a:gd name="T55" fmla="*/ 700 h 2566"/>
              <a:gd name="T56" fmla="*/ 1866 w 2566"/>
              <a:gd name="T57" fmla="*/ 466 h 2566"/>
              <a:gd name="T58" fmla="*/ 1166 w 2566"/>
              <a:gd name="T59" fmla="*/ 466 h 2566"/>
              <a:gd name="T60" fmla="*/ 1166 w 2566"/>
              <a:gd name="T61" fmla="*/ 1166 h 2566"/>
              <a:gd name="T62" fmla="*/ 1633 w 2566"/>
              <a:gd name="T63" fmla="*/ 1166 h 2566"/>
              <a:gd name="T64" fmla="*/ 1633 w 2566"/>
              <a:gd name="T65" fmla="*/ 1400 h 2566"/>
              <a:gd name="T66" fmla="*/ 1166 w 2566"/>
              <a:gd name="T67" fmla="*/ 1400 h 2566"/>
              <a:gd name="T68" fmla="*/ 1166 w 2566"/>
              <a:gd name="T69" fmla="*/ 1633 h 2566"/>
              <a:gd name="T70" fmla="*/ 1633 w 2566"/>
              <a:gd name="T71" fmla="*/ 1633 h 2566"/>
              <a:gd name="T72" fmla="*/ 1866 w 2566"/>
              <a:gd name="T73" fmla="*/ 140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566" h="2566">
                <a:moveTo>
                  <a:pt x="23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1" y="0"/>
                  <a:pt x="466" y="105"/>
                  <a:pt x="466" y="233"/>
                </a:cubicBezTo>
                <a:cubicBezTo>
                  <a:pt x="466" y="1866"/>
                  <a:pt x="466" y="1866"/>
                  <a:pt x="466" y="1866"/>
                </a:cubicBezTo>
                <a:cubicBezTo>
                  <a:pt x="466" y="1995"/>
                  <a:pt x="571" y="2100"/>
                  <a:pt x="700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6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866"/>
                </a:moveTo>
                <a:cubicBezTo>
                  <a:pt x="700" y="1866"/>
                  <a:pt x="700" y="1866"/>
                  <a:pt x="700" y="1866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866"/>
                </a:lnTo>
                <a:close/>
                <a:moveTo>
                  <a:pt x="233" y="466"/>
                </a:moveTo>
                <a:cubicBezTo>
                  <a:pt x="0" y="466"/>
                  <a:pt x="0" y="466"/>
                  <a:pt x="0" y="466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3" y="2566"/>
                </a:cubicBezTo>
                <a:cubicBezTo>
                  <a:pt x="2100" y="2566"/>
                  <a:pt x="2100" y="2566"/>
                  <a:pt x="2100" y="2566"/>
                </a:cubicBezTo>
                <a:cubicBezTo>
                  <a:pt x="2100" y="2333"/>
                  <a:pt x="2100" y="2333"/>
                  <a:pt x="2100" y="2333"/>
                </a:cubicBezTo>
                <a:cubicBezTo>
                  <a:pt x="233" y="2333"/>
                  <a:pt x="233" y="2333"/>
                  <a:pt x="233" y="2333"/>
                </a:cubicBezTo>
                <a:lnTo>
                  <a:pt x="233" y="466"/>
                </a:lnTo>
                <a:close/>
                <a:moveTo>
                  <a:pt x="1866" y="1400"/>
                </a:moveTo>
                <a:cubicBezTo>
                  <a:pt x="1866" y="1166"/>
                  <a:pt x="1866" y="1166"/>
                  <a:pt x="1866" y="1166"/>
                </a:cubicBezTo>
                <a:cubicBezTo>
                  <a:pt x="1866" y="1037"/>
                  <a:pt x="1761" y="933"/>
                  <a:pt x="1633" y="933"/>
                </a:cubicBezTo>
                <a:cubicBezTo>
                  <a:pt x="1400" y="933"/>
                  <a:pt x="1400" y="933"/>
                  <a:pt x="1400" y="933"/>
                </a:cubicBezTo>
                <a:cubicBezTo>
                  <a:pt x="1400" y="700"/>
                  <a:pt x="1400" y="700"/>
                  <a:pt x="1400" y="700"/>
                </a:cubicBezTo>
                <a:cubicBezTo>
                  <a:pt x="1866" y="700"/>
                  <a:pt x="1866" y="700"/>
                  <a:pt x="1866" y="700"/>
                </a:cubicBezTo>
                <a:cubicBezTo>
                  <a:pt x="1866" y="466"/>
                  <a:pt x="1866" y="466"/>
                  <a:pt x="1866" y="466"/>
                </a:cubicBezTo>
                <a:cubicBezTo>
                  <a:pt x="1166" y="466"/>
                  <a:pt x="1166" y="466"/>
                  <a:pt x="1166" y="466"/>
                </a:cubicBezTo>
                <a:cubicBezTo>
                  <a:pt x="1166" y="1166"/>
                  <a:pt x="1166" y="1166"/>
                  <a:pt x="1166" y="1166"/>
                </a:cubicBezTo>
                <a:cubicBezTo>
                  <a:pt x="1633" y="1166"/>
                  <a:pt x="1633" y="1166"/>
                  <a:pt x="1633" y="1166"/>
                </a:cubicBezTo>
                <a:cubicBezTo>
                  <a:pt x="1633" y="1400"/>
                  <a:pt x="1633" y="1400"/>
                  <a:pt x="1633" y="1400"/>
                </a:cubicBezTo>
                <a:cubicBezTo>
                  <a:pt x="1166" y="1400"/>
                  <a:pt x="1166" y="1400"/>
                  <a:pt x="1166" y="1400"/>
                </a:cubicBezTo>
                <a:cubicBezTo>
                  <a:pt x="1166" y="1633"/>
                  <a:pt x="1166" y="1633"/>
                  <a:pt x="1166" y="1633"/>
                </a:cubicBezTo>
                <a:cubicBezTo>
                  <a:pt x="1633" y="1633"/>
                  <a:pt x="1633" y="1633"/>
                  <a:pt x="1633" y="1633"/>
                </a:cubicBezTo>
                <a:cubicBezTo>
                  <a:pt x="1761" y="1633"/>
                  <a:pt x="1866" y="1529"/>
                  <a:pt x="1866" y="1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6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3 w 2566"/>
              <a:gd name="T1" fmla="*/ 466 h 2566"/>
              <a:gd name="T2" fmla="*/ 0 w 2566"/>
              <a:gd name="T3" fmla="*/ 466 h 2566"/>
              <a:gd name="T4" fmla="*/ 0 w 2566"/>
              <a:gd name="T5" fmla="*/ 2333 h 2566"/>
              <a:gd name="T6" fmla="*/ 233 w 2566"/>
              <a:gd name="T7" fmla="*/ 2566 h 2566"/>
              <a:gd name="T8" fmla="*/ 2100 w 2566"/>
              <a:gd name="T9" fmla="*/ 2566 h 2566"/>
              <a:gd name="T10" fmla="*/ 2100 w 2566"/>
              <a:gd name="T11" fmla="*/ 2333 h 2566"/>
              <a:gd name="T12" fmla="*/ 233 w 2566"/>
              <a:gd name="T13" fmla="*/ 2333 h 2566"/>
              <a:gd name="T14" fmla="*/ 233 w 2566"/>
              <a:gd name="T15" fmla="*/ 466 h 2566"/>
              <a:gd name="T16" fmla="*/ 2333 w 2566"/>
              <a:gd name="T17" fmla="*/ 0 h 2566"/>
              <a:gd name="T18" fmla="*/ 700 w 2566"/>
              <a:gd name="T19" fmla="*/ 0 h 2566"/>
              <a:gd name="T20" fmla="*/ 466 w 2566"/>
              <a:gd name="T21" fmla="*/ 233 h 2566"/>
              <a:gd name="T22" fmla="*/ 466 w 2566"/>
              <a:gd name="T23" fmla="*/ 1866 h 2566"/>
              <a:gd name="T24" fmla="*/ 700 w 2566"/>
              <a:gd name="T25" fmla="*/ 2100 h 2566"/>
              <a:gd name="T26" fmla="*/ 2333 w 2566"/>
              <a:gd name="T27" fmla="*/ 2100 h 2566"/>
              <a:gd name="T28" fmla="*/ 2566 w 2566"/>
              <a:gd name="T29" fmla="*/ 1866 h 2566"/>
              <a:gd name="T30" fmla="*/ 2566 w 2566"/>
              <a:gd name="T31" fmla="*/ 233 h 2566"/>
              <a:gd name="T32" fmla="*/ 2333 w 2566"/>
              <a:gd name="T33" fmla="*/ 0 h 2566"/>
              <a:gd name="T34" fmla="*/ 2333 w 2566"/>
              <a:gd name="T35" fmla="*/ 1866 h 2566"/>
              <a:gd name="T36" fmla="*/ 700 w 2566"/>
              <a:gd name="T37" fmla="*/ 1866 h 2566"/>
              <a:gd name="T38" fmla="*/ 700 w 2566"/>
              <a:gd name="T39" fmla="*/ 233 h 2566"/>
              <a:gd name="T40" fmla="*/ 2333 w 2566"/>
              <a:gd name="T41" fmla="*/ 233 h 2566"/>
              <a:gd name="T42" fmla="*/ 2333 w 2566"/>
              <a:gd name="T43" fmla="*/ 1866 h 2566"/>
              <a:gd name="T44" fmla="*/ 1400 w 2566"/>
              <a:gd name="T45" fmla="*/ 1633 h 2566"/>
              <a:gd name="T46" fmla="*/ 1633 w 2566"/>
              <a:gd name="T47" fmla="*/ 1633 h 2566"/>
              <a:gd name="T48" fmla="*/ 1866 w 2566"/>
              <a:gd name="T49" fmla="*/ 1400 h 2566"/>
              <a:gd name="T50" fmla="*/ 1866 w 2566"/>
              <a:gd name="T51" fmla="*/ 1166 h 2566"/>
              <a:gd name="T52" fmla="*/ 1633 w 2566"/>
              <a:gd name="T53" fmla="*/ 933 h 2566"/>
              <a:gd name="T54" fmla="*/ 1400 w 2566"/>
              <a:gd name="T55" fmla="*/ 933 h 2566"/>
              <a:gd name="T56" fmla="*/ 1400 w 2566"/>
              <a:gd name="T57" fmla="*/ 700 h 2566"/>
              <a:gd name="T58" fmla="*/ 1866 w 2566"/>
              <a:gd name="T59" fmla="*/ 700 h 2566"/>
              <a:gd name="T60" fmla="*/ 1866 w 2566"/>
              <a:gd name="T61" fmla="*/ 466 h 2566"/>
              <a:gd name="T62" fmla="*/ 1400 w 2566"/>
              <a:gd name="T63" fmla="*/ 466 h 2566"/>
              <a:gd name="T64" fmla="*/ 1166 w 2566"/>
              <a:gd name="T65" fmla="*/ 700 h 2566"/>
              <a:gd name="T66" fmla="*/ 1166 w 2566"/>
              <a:gd name="T67" fmla="*/ 1400 h 2566"/>
              <a:gd name="T68" fmla="*/ 1400 w 2566"/>
              <a:gd name="T69" fmla="*/ 1633 h 2566"/>
              <a:gd name="T70" fmla="*/ 1400 w 2566"/>
              <a:gd name="T71" fmla="*/ 1166 h 2566"/>
              <a:gd name="T72" fmla="*/ 1633 w 2566"/>
              <a:gd name="T73" fmla="*/ 1166 h 2566"/>
              <a:gd name="T74" fmla="*/ 1633 w 2566"/>
              <a:gd name="T75" fmla="*/ 1400 h 2566"/>
              <a:gd name="T76" fmla="*/ 1400 w 2566"/>
              <a:gd name="T77" fmla="*/ 1400 h 2566"/>
              <a:gd name="T78" fmla="*/ 1400 w 2566"/>
              <a:gd name="T79" fmla="*/ 1166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66" h="2566">
                <a:moveTo>
                  <a:pt x="233" y="466"/>
                </a:moveTo>
                <a:cubicBezTo>
                  <a:pt x="0" y="466"/>
                  <a:pt x="0" y="466"/>
                  <a:pt x="0" y="466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3" y="2566"/>
                </a:cubicBezTo>
                <a:cubicBezTo>
                  <a:pt x="2100" y="2566"/>
                  <a:pt x="2100" y="2566"/>
                  <a:pt x="2100" y="2566"/>
                </a:cubicBezTo>
                <a:cubicBezTo>
                  <a:pt x="2100" y="2333"/>
                  <a:pt x="2100" y="2333"/>
                  <a:pt x="2100" y="2333"/>
                </a:cubicBezTo>
                <a:cubicBezTo>
                  <a:pt x="233" y="2333"/>
                  <a:pt x="233" y="2333"/>
                  <a:pt x="233" y="2333"/>
                </a:cubicBezTo>
                <a:lnTo>
                  <a:pt x="233" y="466"/>
                </a:lnTo>
                <a:close/>
                <a:moveTo>
                  <a:pt x="23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1" y="0"/>
                  <a:pt x="466" y="105"/>
                  <a:pt x="466" y="233"/>
                </a:cubicBezTo>
                <a:cubicBezTo>
                  <a:pt x="466" y="1866"/>
                  <a:pt x="466" y="1866"/>
                  <a:pt x="466" y="1866"/>
                </a:cubicBezTo>
                <a:cubicBezTo>
                  <a:pt x="466" y="1995"/>
                  <a:pt x="571" y="2100"/>
                  <a:pt x="700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6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866"/>
                </a:moveTo>
                <a:cubicBezTo>
                  <a:pt x="700" y="1866"/>
                  <a:pt x="700" y="1866"/>
                  <a:pt x="700" y="1866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866"/>
                </a:lnTo>
                <a:close/>
                <a:moveTo>
                  <a:pt x="1400" y="1633"/>
                </a:moveTo>
                <a:cubicBezTo>
                  <a:pt x="1633" y="1633"/>
                  <a:pt x="1633" y="1633"/>
                  <a:pt x="1633" y="1633"/>
                </a:cubicBezTo>
                <a:cubicBezTo>
                  <a:pt x="1761" y="1633"/>
                  <a:pt x="1866" y="1529"/>
                  <a:pt x="1866" y="1400"/>
                </a:cubicBezTo>
                <a:cubicBezTo>
                  <a:pt x="1866" y="1166"/>
                  <a:pt x="1866" y="1166"/>
                  <a:pt x="1866" y="1166"/>
                </a:cubicBezTo>
                <a:cubicBezTo>
                  <a:pt x="1866" y="1037"/>
                  <a:pt x="1761" y="933"/>
                  <a:pt x="1633" y="933"/>
                </a:cubicBezTo>
                <a:cubicBezTo>
                  <a:pt x="1400" y="933"/>
                  <a:pt x="1400" y="933"/>
                  <a:pt x="1400" y="933"/>
                </a:cubicBezTo>
                <a:cubicBezTo>
                  <a:pt x="1400" y="700"/>
                  <a:pt x="1400" y="700"/>
                  <a:pt x="1400" y="700"/>
                </a:cubicBezTo>
                <a:cubicBezTo>
                  <a:pt x="1866" y="700"/>
                  <a:pt x="1866" y="700"/>
                  <a:pt x="1866" y="700"/>
                </a:cubicBezTo>
                <a:cubicBezTo>
                  <a:pt x="1866" y="466"/>
                  <a:pt x="1866" y="466"/>
                  <a:pt x="1866" y="466"/>
                </a:cubicBezTo>
                <a:cubicBezTo>
                  <a:pt x="1400" y="466"/>
                  <a:pt x="1400" y="466"/>
                  <a:pt x="1400" y="466"/>
                </a:cubicBezTo>
                <a:cubicBezTo>
                  <a:pt x="1271" y="466"/>
                  <a:pt x="1166" y="570"/>
                  <a:pt x="1166" y="700"/>
                </a:cubicBezTo>
                <a:cubicBezTo>
                  <a:pt x="1166" y="1400"/>
                  <a:pt x="1166" y="1400"/>
                  <a:pt x="1166" y="1400"/>
                </a:cubicBezTo>
                <a:cubicBezTo>
                  <a:pt x="1166" y="1529"/>
                  <a:pt x="1271" y="1633"/>
                  <a:pt x="1400" y="1633"/>
                </a:cubicBezTo>
                <a:close/>
                <a:moveTo>
                  <a:pt x="1400" y="1166"/>
                </a:moveTo>
                <a:cubicBezTo>
                  <a:pt x="1633" y="1166"/>
                  <a:pt x="1633" y="1166"/>
                  <a:pt x="1633" y="1166"/>
                </a:cubicBezTo>
                <a:cubicBezTo>
                  <a:pt x="1633" y="1400"/>
                  <a:pt x="1633" y="1400"/>
                  <a:pt x="1633" y="1400"/>
                </a:cubicBezTo>
                <a:cubicBezTo>
                  <a:pt x="1400" y="1400"/>
                  <a:pt x="1400" y="1400"/>
                  <a:pt x="1400" y="1400"/>
                </a:cubicBezTo>
                <a:lnTo>
                  <a:pt x="1400" y="1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7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3 w 2566"/>
              <a:gd name="T1" fmla="*/ 466 h 2566"/>
              <a:gd name="T2" fmla="*/ 0 w 2566"/>
              <a:gd name="T3" fmla="*/ 466 h 2566"/>
              <a:gd name="T4" fmla="*/ 0 w 2566"/>
              <a:gd name="T5" fmla="*/ 2333 h 2566"/>
              <a:gd name="T6" fmla="*/ 233 w 2566"/>
              <a:gd name="T7" fmla="*/ 2566 h 2566"/>
              <a:gd name="T8" fmla="*/ 2100 w 2566"/>
              <a:gd name="T9" fmla="*/ 2566 h 2566"/>
              <a:gd name="T10" fmla="*/ 2100 w 2566"/>
              <a:gd name="T11" fmla="*/ 2333 h 2566"/>
              <a:gd name="T12" fmla="*/ 233 w 2566"/>
              <a:gd name="T13" fmla="*/ 2333 h 2566"/>
              <a:gd name="T14" fmla="*/ 233 w 2566"/>
              <a:gd name="T15" fmla="*/ 466 h 2566"/>
              <a:gd name="T16" fmla="*/ 2333 w 2566"/>
              <a:gd name="T17" fmla="*/ 0 h 2566"/>
              <a:gd name="T18" fmla="*/ 700 w 2566"/>
              <a:gd name="T19" fmla="*/ 0 h 2566"/>
              <a:gd name="T20" fmla="*/ 466 w 2566"/>
              <a:gd name="T21" fmla="*/ 233 h 2566"/>
              <a:gd name="T22" fmla="*/ 466 w 2566"/>
              <a:gd name="T23" fmla="*/ 1866 h 2566"/>
              <a:gd name="T24" fmla="*/ 700 w 2566"/>
              <a:gd name="T25" fmla="*/ 2100 h 2566"/>
              <a:gd name="T26" fmla="*/ 2333 w 2566"/>
              <a:gd name="T27" fmla="*/ 2100 h 2566"/>
              <a:gd name="T28" fmla="*/ 2566 w 2566"/>
              <a:gd name="T29" fmla="*/ 1866 h 2566"/>
              <a:gd name="T30" fmla="*/ 2566 w 2566"/>
              <a:gd name="T31" fmla="*/ 233 h 2566"/>
              <a:gd name="T32" fmla="*/ 2333 w 2566"/>
              <a:gd name="T33" fmla="*/ 0 h 2566"/>
              <a:gd name="T34" fmla="*/ 2333 w 2566"/>
              <a:gd name="T35" fmla="*/ 1866 h 2566"/>
              <a:gd name="T36" fmla="*/ 700 w 2566"/>
              <a:gd name="T37" fmla="*/ 1866 h 2566"/>
              <a:gd name="T38" fmla="*/ 700 w 2566"/>
              <a:gd name="T39" fmla="*/ 233 h 2566"/>
              <a:gd name="T40" fmla="*/ 2333 w 2566"/>
              <a:gd name="T41" fmla="*/ 233 h 2566"/>
              <a:gd name="T42" fmla="*/ 2333 w 2566"/>
              <a:gd name="T43" fmla="*/ 1866 h 2566"/>
              <a:gd name="T44" fmla="*/ 1400 w 2566"/>
              <a:gd name="T45" fmla="*/ 1633 h 2566"/>
              <a:gd name="T46" fmla="*/ 1866 w 2566"/>
              <a:gd name="T47" fmla="*/ 700 h 2566"/>
              <a:gd name="T48" fmla="*/ 1866 w 2566"/>
              <a:gd name="T49" fmla="*/ 466 h 2566"/>
              <a:gd name="T50" fmla="*/ 1166 w 2566"/>
              <a:gd name="T51" fmla="*/ 466 h 2566"/>
              <a:gd name="T52" fmla="*/ 1166 w 2566"/>
              <a:gd name="T53" fmla="*/ 700 h 2566"/>
              <a:gd name="T54" fmla="*/ 1633 w 2566"/>
              <a:gd name="T55" fmla="*/ 700 h 2566"/>
              <a:gd name="T56" fmla="*/ 1166 w 2566"/>
              <a:gd name="T57" fmla="*/ 1633 h 2566"/>
              <a:gd name="T58" fmla="*/ 1400 w 2566"/>
              <a:gd name="T59" fmla="*/ 1633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566" h="2566">
                <a:moveTo>
                  <a:pt x="233" y="466"/>
                </a:moveTo>
                <a:cubicBezTo>
                  <a:pt x="0" y="466"/>
                  <a:pt x="0" y="466"/>
                  <a:pt x="0" y="466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3" y="2566"/>
                </a:cubicBezTo>
                <a:cubicBezTo>
                  <a:pt x="2100" y="2566"/>
                  <a:pt x="2100" y="2566"/>
                  <a:pt x="2100" y="2566"/>
                </a:cubicBezTo>
                <a:cubicBezTo>
                  <a:pt x="2100" y="2333"/>
                  <a:pt x="2100" y="2333"/>
                  <a:pt x="2100" y="2333"/>
                </a:cubicBezTo>
                <a:cubicBezTo>
                  <a:pt x="233" y="2333"/>
                  <a:pt x="233" y="2333"/>
                  <a:pt x="233" y="2333"/>
                </a:cubicBezTo>
                <a:lnTo>
                  <a:pt x="233" y="466"/>
                </a:lnTo>
                <a:close/>
                <a:moveTo>
                  <a:pt x="23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1" y="0"/>
                  <a:pt x="466" y="105"/>
                  <a:pt x="466" y="233"/>
                </a:cubicBezTo>
                <a:cubicBezTo>
                  <a:pt x="466" y="1866"/>
                  <a:pt x="466" y="1866"/>
                  <a:pt x="466" y="1866"/>
                </a:cubicBezTo>
                <a:cubicBezTo>
                  <a:pt x="466" y="1995"/>
                  <a:pt x="571" y="2100"/>
                  <a:pt x="700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6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866"/>
                </a:moveTo>
                <a:cubicBezTo>
                  <a:pt x="700" y="1866"/>
                  <a:pt x="700" y="1866"/>
                  <a:pt x="700" y="1866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866"/>
                </a:lnTo>
                <a:close/>
                <a:moveTo>
                  <a:pt x="1400" y="1633"/>
                </a:moveTo>
                <a:cubicBezTo>
                  <a:pt x="1866" y="700"/>
                  <a:pt x="1866" y="700"/>
                  <a:pt x="1866" y="700"/>
                </a:cubicBezTo>
                <a:cubicBezTo>
                  <a:pt x="1866" y="466"/>
                  <a:pt x="1866" y="466"/>
                  <a:pt x="1866" y="466"/>
                </a:cubicBezTo>
                <a:cubicBezTo>
                  <a:pt x="1166" y="466"/>
                  <a:pt x="1166" y="466"/>
                  <a:pt x="1166" y="466"/>
                </a:cubicBezTo>
                <a:cubicBezTo>
                  <a:pt x="1166" y="700"/>
                  <a:pt x="1166" y="700"/>
                  <a:pt x="1166" y="700"/>
                </a:cubicBezTo>
                <a:cubicBezTo>
                  <a:pt x="1633" y="700"/>
                  <a:pt x="1633" y="700"/>
                  <a:pt x="1633" y="700"/>
                </a:cubicBezTo>
                <a:cubicBezTo>
                  <a:pt x="1166" y="1633"/>
                  <a:pt x="1166" y="1633"/>
                  <a:pt x="1166" y="1633"/>
                </a:cubicBezTo>
                <a:lnTo>
                  <a:pt x="1400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8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3 w 2566"/>
              <a:gd name="T1" fmla="*/ 466 h 2566"/>
              <a:gd name="T2" fmla="*/ 0 w 2566"/>
              <a:gd name="T3" fmla="*/ 466 h 2566"/>
              <a:gd name="T4" fmla="*/ 0 w 2566"/>
              <a:gd name="T5" fmla="*/ 2333 h 2566"/>
              <a:gd name="T6" fmla="*/ 233 w 2566"/>
              <a:gd name="T7" fmla="*/ 2566 h 2566"/>
              <a:gd name="T8" fmla="*/ 2100 w 2566"/>
              <a:gd name="T9" fmla="*/ 2566 h 2566"/>
              <a:gd name="T10" fmla="*/ 2100 w 2566"/>
              <a:gd name="T11" fmla="*/ 2333 h 2566"/>
              <a:gd name="T12" fmla="*/ 233 w 2566"/>
              <a:gd name="T13" fmla="*/ 2333 h 2566"/>
              <a:gd name="T14" fmla="*/ 233 w 2566"/>
              <a:gd name="T15" fmla="*/ 466 h 2566"/>
              <a:gd name="T16" fmla="*/ 2333 w 2566"/>
              <a:gd name="T17" fmla="*/ 0 h 2566"/>
              <a:gd name="T18" fmla="*/ 700 w 2566"/>
              <a:gd name="T19" fmla="*/ 0 h 2566"/>
              <a:gd name="T20" fmla="*/ 466 w 2566"/>
              <a:gd name="T21" fmla="*/ 233 h 2566"/>
              <a:gd name="T22" fmla="*/ 466 w 2566"/>
              <a:gd name="T23" fmla="*/ 1866 h 2566"/>
              <a:gd name="T24" fmla="*/ 700 w 2566"/>
              <a:gd name="T25" fmla="*/ 2100 h 2566"/>
              <a:gd name="T26" fmla="*/ 2333 w 2566"/>
              <a:gd name="T27" fmla="*/ 2100 h 2566"/>
              <a:gd name="T28" fmla="*/ 2566 w 2566"/>
              <a:gd name="T29" fmla="*/ 1866 h 2566"/>
              <a:gd name="T30" fmla="*/ 2566 w 2566"/>
              <a:gd name="T31" fmla="*/ 233 h 2566"/>
              <a:gd name="T32" fmla="*/ 2333 w 2566"/>
              <a:gd name="T33" fmla="*/ 0 h 2566"/>
              <a:gd name="T34" fmla="*/ 2333 w 2566"/>
              <a:gd name="T35" fmla="*/ 1866 h 2566"/>
              <a:gd name="T36" fmla="*/ 700 w 2566"/>
              <a:gd name="T37" fmla="*/ 1866 h 2566"/>
              <a:gd name="T38" fmla="*/ 700 w 2566"/>
              <a:gd name="T39" fmla="*/ 233 h 2566"/>
              <a:gd name="T40" fmla="*/ 2333 w 2566"/>
              <a:gd name="T41" fmla="*/ 233 h 2566"/>
              <a:gd name="T42" fmla="*/ 2333 w 2566"/>
              <a:gd name="T43" fmla="*/ 1866 h 2566"/>
              <a:gd name="T44" fmla="*/ 1400 w 2566"/>
              <a:gd name="T45" fmla="*/ 1633 h 2566"/>
              <a:gd name="T46" fmla="*/ 1633 w 2566"/>
              <a:gd name="T47" fmla="*/ 1633 h 2566"/>
              <a:gd name="T48" fmla="*/ 1866 w 2566"/>
              <a:gd name="T49" fmla="*/ 1400 h 2566"/>
              <a:gd name="T50" fmla="*/ 1866 w 2566"/>
              <a:gd name="T51" fmla="*/ 1225 h 2566"/>
              <a:gd name="T52" fmla="*/ 1691 w 2566"/>
              <a:gd name="T53" fmla="*/ 1050 h 2566"/>
              <a:gd name="T54" fmla="*/ 1866 w 2566"/>
              <a:gd name="T55" fmla="*/ 875 h 2566"/>
              <a:gd name="T56" fmla="*/ 1866 w 2566"/>
              <a:gd name="T57" fmla="*/ 700 h 2566"/>
              <a:gd name="T58" fmla="*/ 1633 w 2566"/>
              <a:gd name="T59" fmla="*/ 466 h 2566"/>
              <a:gd name="T60" fmla="*/ 1400 w 2566"/>
              <a:gd name="T61" fmla="*/ 466 h 2566"/>
              <a:gd name="T62" fmla="*/ 1166 w 2566"/>
              <a:gd name="T63" fmla="*/ 700 h 2566"/>
              <a:gd name="T64" fmla="*/ 1166 w 2566"/>
              <a:gd name="T65" fmla="*/ 875 h 2566"/>
              <a:gd name="T66" fmla="*/ 1341 w 2566"/>
              <a:gd name="T67" fmla="*/ 1050 h 2566"/>
              <a:gd name="T68" fmla="*/ 1166 w 2566"/>
              <a:gd name="T69" fmla="*/ 1225 h 2566"/>
              <a:gd name="T70" fmla="*/ 1166 w 2566"/>
              <a:gd name="T71" fmla="*/ 1400 h 2566"/>
              <a:gd name="T72" fmla="*/ 1400 w 2566"/>
              <a:gd name="T73" fmla="*/ 1633 h 2566"/>
              <a:gd name="T74" fmla="*/ 1400 w 2566"/>
              <a:gd name="T75" fmla="*/ 700 h 2566"/>
              <a:gd name="T76" fmla="*/ 1633 w 2566"/>
              <a:gd name="T77" fmla="*/ 700 h 2566"/>
              <a:gd name="T78" fmla="*/ 1633 w 2566"/>
              <a:gd name="T79" fmla="*/ 933 h 2566"/>
              <a:gd name="T80" fmla="*/ 1400 w 2566"/>
              <a:gd name="T81" fmla="*/ 933 h 2566"/>
              <a:gd name="T82" fmla="*/ 1400 w 2566"/>
              <a:gd name="T83" fmla="*/ 700 h 2566"/>
              <a:gd name="T84" fmla="*/ 1400 w 2566"/>
              <a:gd name="T85" fmla="*/ 1166 h 2566"/>
              <a:gd name="T86" fmla="*/ 1633 w 2566"/>
              <a:gd name="T87" fmla="*/ 1166 h 2566"/>
              <a:gd name="T88" fmla="*/ 1633 w 2566"/>
              <a:gd name="T89" fmla="*/ 1400 h 2566"/>
              <a:gd name="T90" fmla="*/ 1400 w 2566"/>
              <a:gd name="T91" fmla="*/ 1400 h 2566"/>
              <a:gd name="T92" fmla="*/ 1400 w 2566"/>
              <a:gd name="T93" fmla="*/ 1166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566" h="2566">
                <a:moveTo>
                  <a:pt x="233" y="466"/>
                </a:moveTo>
                <a:cubicBezTo>
                  <a:pt x="0" y="466"/>
                  <a:pt x="0" y="466"/>
                  <a:pt x="0" y="466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3" y="2566"/>
                </a:cubicBezTo>
                <a:cubicBezTo>
                  <a:pt x="2100" y="2566"/>
                  <a:pt x="2100" y="2566"/>
                  <a:pt x="2100" y="2566"/>
                </a:cubicBezTo>
                <a:cubicBezTo>
                  <a:pt x="2100" y="2333"/>
                  <a:pt x="2100" y="2333"/>
                  <a:pt x="2100" y="2333"/>
                </a:cubicBezTo>
                <a:cubicBezTo>
                  <a:pt x="233" y="2333"/>
                  <a:pt x="233" y="2333"/>
                  <a:pt x="233" y="2333"/>
                </a:cubicBezTo>
                <a:lnTo>
                  <a:pt x="233" y="466"/>
                </a:lnTo>
                <a:close/>
                <a:moveTo>
                  <a:pt x="23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1" y="0"/>
                  <a:pt x="466" y="105"/>
                  <a:pt x="466" y="233"/>
                </a:cubicBezTo>
                <a:cubicBezTo>
                  <a:pt x="466" y="1866"/>
                  <a:pt x="466" y="1866"/>
                  <a:pt x="466" y="1866"/>
                </a:cubicBezTo>
                <a:cubicBezTo>
                  <a:pt x="466" y="1995"/>
                  <a:pt x="571" y="2100"/>
                  <a:pt x="700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6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866"/>
                </a:moveTo>
                <a:cubicBezTo>
                  <a:pt x="700" y="1866"/>
                  <a:pt x="700" y="1866"/>
                  <a:pt x="700" y="1866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866"/>
                </a:lnTo>
                <a:close/>
                <a:moveTo>
                  <a:pt x="1400" y="1633"/>
                </a:moveTo>
                <a:cubicBezTo>
                  <a:pt x="1633" y="1633"/>
                  <a:pt x="1633" y="1633"/>
                  <a:pt x="1633" y="1633"/>
                </a:cubicBezTo>
                <a:cubicBezTo>
                  <a:pt x="1761" y="1633"/>
                  <a:pt x="1866" y="1529"/>
                  <a:pt x="1866" y="1400"/>
                </a:cubicBezTo>
                <a:cubicBezTo>
                  <a:pt x="1866" y="1225"/>
                  <a:pt x="1866" y="1225"/>
                  <a:pt x="1866" y="1225"/>
                </a:cubicBezTo>
                <a:cubicBezTo>
                  <a:pt x="1866" y="1128"/>
                  <a:pt x="1788" y="1050"/>
                  <a:pt x="1691" y="1050"/>
                </a:cubicBezTo>
                <a:cubicBezTo>
                  <a:pt x="1788" y="1050"/>
                  <a:pt x="1866" y="972"/>
                  <a:pt x="1866" y="875"/>
                </a:cubicBezTo>
                <a:cubicBezTo>
                  <a:pt x="1866" y="700"/>
                  <a:pt x="1866" y="700"/>
                  <a:pt x="1866" y="700"/>
                </a:cubicBezTo>
                <a:cubicBezTo>
                  <a:pt x="1866" y="570"/>
                  <a:pt x="1761" y="466"/>
                  <a:pt x="1633" y="466"/>
                </a:cubicBezTo>
                <a:cubicBezTo>
                  <a:pt x="1400" y="466"/>
                  <a:pt x="1400" y="466"/>
                  <a:pt x="1400" y="466"/>
                </a:cubicBezTo>
                <a:cubicBezTo>
                  <a:pt x="1271" y="466"/>
                  <a:pt x="1166" y="570"/>
                  <a:pt x="1166" y="700"/>
                </a:cubicBezTo>
                <a:cubicBezTo>
                  <a:pt x="1166" y="875"/>
                  <a:pt x="1166" y="875"/>
                  <a:pt x="1166" y="875"/>
                </a:cubicBezTo>
                <a:cubicBezTo>
                  <a:pt x="1166" y="972"/>
                  <a:pt x="1244" y="1050"/>
                  <a:pt x="1341" y="1050"/>
                </a:cubicBezTo>
                <a:cubicBezTo>
                  <a:pt x="1244" y="1050"/>
                  <a:pt x="1166" y="1128"/>
                  <a:pt x="1166" y="1225"/>
                </a:cubicBezTo>
                <a:cubicBezTo>
                  <a:pt x="1166" y="1400"/>
                  <a:pt x="1166" y="1400"/>
                  <a:pt x="1166" y="1400"/>
                </a:cubicBezTo>
                <a:cubicBezTo>
                  <a:pt x="1166" y="1529"/>
                  <a:pt x="1271" y="1633"/>
                  <a:pt x="1400" y="1633"/>
                </a:cubicBezTo>
                <a:close/>
                <a:moveTo>
                  <a:pt x="1400" y="700"/>
                </a:moveTo>
                <a:cubicBezTo>
                  <a:pt x="1633" y="700"/>
                  <a:pt x="1633" y="700"/>
                  <a:pt x="1633" y="700"/>
                </a:cubicBezTo>
                <a:cubicBezTo>
                  <a:pt x="1633" y="933"/>
                  <a:pt x="1633" y="933"/>
                  <a:pt x="1633" y="933"/>
                </a:cubicBezTo>
                <a:cubicBezTo>
                  <a:pt x="1400" y="933"/>
                  <a:pt x="1400" y="933"/>
                  <a:pt x="1400" y="933"/>
                </a:cubicBezTo>
                <a:lnTo>
                  <a:pt x="1400" y="700"/>
                </a:lnTo>
                <a:close/>
                <a:moveTo>
                  <a:pt x="1400" y="1166"/>
                </a:moveTo>
                <a:cubicBezTo>
                  <a:pt x="1633" y="1166"/>
                  <a:pt x="1633" y="1166"/>
                  <a:pt x="1633" y="1166"/>
                </a:cubicBezTo>
                <a:cubicBezTo>
                  <a:pt x="1633" y="1400"/>
                  <a:pt x="1633" y="1400"/>
                  <a:pt x="1633" y="1400"/>
                </a:cubicBezTo>
                <a:cubicBezTo>
                  <a:pt x="1400" y="1400"/>
                  <a:pt x="1400" y="1400"/>
                  <a:pt x="1400" y="1400"/>
                </a:cubicBezTo>
                <a:lnTo>
                  <a:pt x="1400" y="1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9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3 w 2566"/>
              <a:gd name="T1" fmla="*/ 466 h 2566"/>
              <a:gd name="T2" fmla="*/ 0 w 2566"/>
              <a:gd name="T3" fmla="*/ 466 h 2566"/>
              <a:gd name="T4" fmla="*/ 0 w 2566"/>
              <a:gd name="T5" fmla="*/ 2333 h 2566"/>
              <a:gd name="T6" fmla="*/ 233 w 2566"/>
              <a:gd name="T7" fmla="*/ 2566 h 2566"/>
              <a:gd name="T8" fmla="*/ 2100 w 2566"/>
              <a:gd name="T9" fmla="*/ 2566 h 2566"/>
              <a:gd name="T10" fmla="*/ 2100 w 2566"/>
              <a:gd name="T11" fmla="*/ 2333 h 2566"/>
              <a:gd name="T12" fmla="*/ 233 w 2566"/>
              <a:gd name="T13" fmla="*/ 2333 h 2566"/>
              <a:gd name="T14" fmla="*/ 233 w 2566"/>
              <a:gd name="T15" fmla="*/ 466 h 2566"/>
              <a:gd name="T16" fmla="*/ 2333 w 2566"/>
              <a:gd name="T17" fmla="*/ 0 h 2566"/>
              <a:gd name="T18" fmla="*/ 700 w 2566"/>
              <a:gd name="T19" fmla="*/ 0 h 2566"/>
              <a:gd name="T20" fmla="*/ 466 w 2566"/>
              <a:gd name="T21" fmla="*/ 233 h 2566"/>
              <a:gd name="T22" fmla="*/ 466 w 2566"/>
              <a:gd name="T23" fmla="*/ 1866 h 2566"/>
              <a:gd name="T24" fmla="*/ 700 w 2566"/>
              <a:gd name="T25" fmla="*/ 2100 h 2566"/>
              <a:gd name="T26" fmla="*/ 2333 w 2566"/>
              <a:gd name="T27" fmla="*/ 2100 h 2566"/>
              <a:gd name="T28" fmla="*/ 2566 w 2566"/>
              <a:gd name="T29" fmla="*/ 1866 h 2566"/>
              <a:gd name="T30" fmla="*/ 2566 w 2566"/>
              <a:gd name="T31" fmla="*/ 233 h 2566"/>
              <a:gd name="T32" fmla="*/ 2333 w 2566"/>
              <a:gd name="T33" fmla="*/ 0 h 2566"/>
              <a:gd name="T34" fmla="*/ 2333 w 2566"/>
              <a:gd name="T35" fmla="*/ 1866 h 2566"/>
              <a:gd name="T36" fmla="*/ 700 w 2566"/>
              <a:gd name="T37" fmla="*/ 1866 h 2566"/>
              <a:gd name="T38" fmla="*/ 700 w 2566"/>
              <a:gd name="T39" fmla="*/ 233 h 2566"/>
              <a:gd name="T40" fmla="*/ 2333 w 2566"/>
              <a:gd name="T41" fmla="*/ 233 h 2566"/>
              <a:gd name="T42" fmla="*/ 2333 w 2566"/>
              <a:gd name="T43" fmla="*/ 1866 h 2566"/>
              <a:gd name="T44" fmla="*/ 1633 w 2566"/>
              <a:gd name="T45" fmla="*/ 466 h 2566"/>
              <a:gd name="T46" fmla="*/ 1400 w 2566"/>
              <a:gd name="T47" fmla="*/ 466 h 2566"/>
              <a:gd name="T48" fmla="*/ 1166 w 2566"/>
              <a:gd name="T49" fmla="*/ 700 h 2566"/>
              <a:gd name="T50" fmla="*/ 1166 w 2566"/>
              <a:gd name="T51" fmla="*/ 933 h 2566"/>
              <a:gd name="T52" fmla="*/ 1400 w 2566"/>
              <a:gd name="T53" fmla="*/ 1166 h 2566"/>
              <a:gd name="T54" fmla="*/ 1633 w 2566"/>
              <a:gd name="T55" fmla="*/ 1166 h 2566"/>
              <a:gd name="T56" fmla="*/ 1633 w 2566"/>
              <a:gd name="T57" fmla="*/ 1400 h 2566"/>
              <a:gd name="T58" fmla="*/ 1166 w 2566"/>
              <a:gd name="T59" fmla="*/ 1400 h 2566"/>
              <a:gd name="T60" fmla="*/ 1166 w 2566"/>
              <a:gd name="T61" fmla="*/ 1633 h 2566"/>
              <a:gd name="T62" fmla="*/ 1633 w 2566"/>
              <a:gd name="T63" fmla="*/ 1633 h 2566"/>
              <a:gd name="T64" fmla="*/ 1866 w 2566"/>
              <a:gd name="T65" fmla="*/ 1400 h 2566"/>
              <a:gd name="T66" fmla="*/ 1866 w 2566"/>
              <a:gd name="T67" fmla="*/ 700 h 2566"/>
              <a:gd name="T68" fmla="*/ 1633 w 2566"/>
              <a:gd name="T69" fmla="*/ 466 h 2566"/>
              <a:gd name="T70" fmla="*/ 1633 w 2566"/>
              <a:gd name="T71" fmla="*/ 933 h 2566"/>
              <a:gd name="T72" fmla="*/ 1400 w 2566"/>
              <a:gd name="T73" fmla="*/ 933 h 2566"/>
              <a:gd name="T74" fmla="*/ 1400 w 2566"/>
              <a:gd name="T75" fmla="*/ 700 h 2566"/>
              <a:gd name="T76" fmla="*/ 1633 w 2566"/>
              <a:gd name="T77" fmla="*/ 700 h 2566"/>
              <a:gd name="T78" fmla="*/ 1633 w 2566"/>
              <a:gd name="T79" fmla="*/ 933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566" h="2566">
                <a:moveTo>
                  <a:pt x="233" y="466"/>
                </a:moveTo>
                <a:cubicBezTo>
                  <a:pt x="0" y="466"/>
                  <a:pt x="0" y="466"/>
                  <a:pt x="0" y="466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3" y="2566"/>
                </a:cubicBezTo>
                <a:cubicBezTo>
                  <a:pt x="2100" y="2566"/>
                  <a:pt x="2100" y="2566"/>
                  <a:pt x="2100" y="2566"/>
                </a:cubicBezTo>
                <a:cubicBezTo>
                  <a:pt x="2100" y="2333"/>
                  <a:pt x="2100" y="2333"/>
                  <a:pt x="2100" y="2333"/>
                </a:cubicBezTo>
                <a:cubicBezTo>
                  <a:pt x="233" y="2333"/>
                  <a:pt x="233" y="2333"/>
                  <a:pt x="233" y="2333"/>
                </a:cubicBezTo>
                <a:lnTo>
                  <a:pt x="233" y="466"/>
                </a:lnTo>
                <a:close/>
                <a:moveTo>
                  <a:pt x="23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1" y="0"/>
                  <a:pt x="466" y="105"/>
                  <a:pt x="466" y="233"/>
                </a:cubicBezTo>
                <a:cubicBezTo>
                  <a:pt x="466" y="1866"/>
                  <a:pt x="466" y="1866"/>
                  <a:pt x="466" y="1866"/>
                </a:cubicBezTo>
                <a:cubicBezTo>
                  <a:pt x="466" y="1995"/>
                  <a:pt x="571" y="2100"/>
                  <a:pt x="700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6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866"/>
                </a:moveTo>
                <a:cubicBezTo>
                  <a:pt x="700" y="1866"/>
                  <a:pt x="700" y="1866"/>
                  <a:pt x="700" y="1866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866"/>
                </a:lnTo>
                <a:close/>
                <a:moveTo>
                  <a:pt x="1633" y="466"/>
                </a:moveTo>
                <a:cubicBezTo>
                  <a:pt x="1400" y="466"/>
                  <a:pt x="1400" y="466"/>
                  <a:pt x="1400" y="466"/>
                </a:cubicBezTo>
                <a:cubicBezTo>
                  <a:pt x="1271" y="466"/>
                  <a:pt x="1166" y="570"/>
                  <a:pt x="1166" y="700"/>
                </a:cubicBezTo>
                <a:cubicBezTo>
                  <a:pt x="1166" y="933"/>
                  <a:pt x="1166" y="933"/>
                  <a:pt x="1166" y="933"/>
                </a:cubicBezTo>
                <a:cubicBezTo>
                  <a:pt x="1166" y="1062"/>
                  <a:pt x="1271" y="1166"/>
                  <a:pt x="1400" y="1166"/>
                </a:cubicBezTo>
                <a:cubicBezTo>
                  <a:pt x="1633" y="1166"/>
                  <a:pt x="1633" y="1166"/>
                  <a:pt x="1633" y="1166"/>
                </a:cubicBezTo>
                <a:cubicBezTo>
                  <a:pt x="1633" y="1400"/>
                  <a:pt x="1633" y="1400"/>
                  <a:pt x="1633" y="1400"/>
                </a:cubicBezTo>
                <a:cubicBezTo>
                  <a:pt x="1166" y="1400"/>
                  <a:pt x="1166" y="1400"/>
                  <a:pt x="1166" y="1400"/>
                </a:cubicBezTo>
                <a:cubicBezTo>
                  <a:pt x="1166" y="1633"/>
                  <a:pt x="1166" y="1633"/>
                  <a:pt x="1166" y="1633"/>
                </a:cubicBezTo>
                <a:cubicBezTo>
                  <a:pt x="1633" y="1633"/>
                  <a:pt x="1633" y="1633"/>
                  <a:pt x="1633" y="1633"/>
                </a:cubicBezTo>
                <a:cubicBezTo>
                  <a:pt x="1761" y="1633"/>
                  <a:pt x="1866" y="1529"/>
                  <a:pt x="1866" y="1400"/>
                </a:cubicBezTo>
                <a:cubicBezTo>
                  <a:pt x="1866" y="700"/>
                  <a:pt x="1866" y="700"/>
                  <a:pt x="1866" y="700"/>
                </a:cubicBezTo>
                <a:cubicBezTo>
                  <a:pt x="1866" y="570"/>
                  <a:pt x="1761" y="466"/>
                  <a:pt x="1633" y="466"/>
                </a:cubicBezTo>
                <a:close/>
                <a:moveTo>
                  <a:pt x="1633" y="933"/>
                </a:moveTo>
                <a:cubicBezTo>
                  <a:pt x="1400" y="933"/>
                  <a:pt x="1400" y="933"/>
                  <a:pt x="1400" y="933"/>
                </a:cubicBezTo>
                <a:cubicBezTo>
                  <a:pt x="1400" y="700"/>
                  <a:pt x="1400" y="700"/>
                  <a:pt x="1400" y="700"/>
                </a:cubicBezTo>
                <a:cubicBezTo>
                  <a:pt x="1633" y="700"/>
                  <a:pt x="1633" y="700"/>
                  <a:pt x="1633" y="700"/>
                </a:cubicBezTo>
                <a:lnTo>
                  <a:pt x="1633" y="9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9 Plu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3 w 2566"/>
              <a:gd name="T1" fmla="*/ 466 h 2566"/>
              <a:gd name="T2" fmla="*/ 0 w 2566"/>
              <a:gd name="T3" fmla="*/ 466 h 2566"/>
              <a:gd name="T4" fmla="*/ 0 w 2566"/>
              <a:gd name="T5" fmla="*/ 2333 h 2566"/>
              <a:gd name="T6" fmla="*/ 233 w 2566"/>
              <a:gd name="T7" fmla="*/ 2566 h 2566"/>
              <a:gd name="T8" fmla="*/ 2100 w 2566"/>
              <a:gd name="T9" fmla="*/ 2566 h 2566"/>
              <a:gd name="T10" fmla="*/ 2100 w 2566"/>
              <a:gd name="T11" fmla="*/ 2333 h 2566"/>
              <a:gd name="T12" fmla="*/ 233 w 2566"/>
              <a:gd name="T13" fmla="*/ 2333 h 2566"/>
              <a:gd name="T14" fmla="*/ 233 w 2566"/>
              <a:gd name="T15" fmla="*/ 466 h 2566"/>
              <a:gd name="T16" fmla="*/ 1516 w 2566"/>
              <a:gd name="T17" fmla="*/ 1283 h 2566"/>
              <a:gd name="T18" fmla="*/ 1516 w 2566"/>
              <a:gd name="T19" fmla="*/ 816 h 2566"/>
              <a:gd name="T20" fmla="*/ 1283 w 2566"/>
              <a:gd name="T21" fmla="*/ 583 h 2566"/>
              <a:gd name="T22" fmla="*/ 1166 w 2566"/>
              <a:gd name="T23" fmla="*/ 583 h 2566"/>
              <a:gd name="T24" fmla="*/ 933 w 2566"/>
              <a:gd name="T25" fmla="*/ 816 h 2566"/>
              <a:gd name="T26" fmla="*/ 933 w 2566"/>
              <a:gd name="T27" fmla="*/ 933 h 2566"/>
              <a:gd name="T28" fmla="*/ 1166 w 2566"/>
              <a:gd name="T29" fmla="*/ 1166 h 2566"/>
              <a:gd name="T30" fmla="*/ 1283 w 2566"/>
              <a:gd name="T31" fmla="*/ 1166 h 2566"/>
              <a:gd name="T32" fmla="*/ 1283 w 2566"/>
              <a:gd name="T33" fmla="*/ 1283 h 2566"/>
              <a:gd name="T34" fmla="*/ 933 w 2566"/>
              <a:gd name="T35" fmla="*/ 1283 h 2566"/>
              <a:gd name="T36" fmla="*/ 933 w 2566"/>
              <a:gd name="T37" fmla="*/ 1516 h 2566"/>
              <a:gd name="T38" fmla="*/ 1283 w 2566"/>
              <a:gd name="T39" fmla="*/ 1516 h 2566"/>
              <a:gd name="T40" fmla="*/ 1516 w 2566"/>
              <a:gd name="T41" fmla="*/ 1283 h 2566"/>
              <a:gd name="T42" fmla="*/ 1166 w 2566"/>
              <a:gd name="T43" fmla="*/ 933 h 2566"/>
              <a:gd name="T44" fmla="*/ 1166 w 2566"/>
              <a:gd name="T45" fmla="*/ 816 h 2566"/>
              <a:gd name="T46" fmla="*/ 1283 w 2566"/>
              <a:gd name="T47" fmla="*/ 816 h 2566"/>
              <a:gd name="T48" fmla="*/ 1283 w 2566"/>
              <a:gd name="T49" fmla="*/ 933 h 2566"/>
              <a:gd name="T50" fmla="*/ 1166 w 2566"/>
              <a:gd name="T51" fmla="*/ 933 h 2566"/>
              <a:gd name="T52" fmla="*/ 2333 w 2566"/>
              <a:gd name="T53" fmla="*/ 0 h 2566"/>
              <a:gd name="T54" fmla="*/ 700 w 2566"/>
              <a:gd name="T55" fmla="*/ 0 h 2566"/>
              <a:gd name="T56" fmla="*/ 466 w 2566"/>
              <a:gd name="T57" fmla="*/ 233 h 2566"/>
              <a:gd name="T58" fmla="*/ 466 w 2566"/>
              <a:gd name="T59" fmla="*/ 1866 h 2566"/>
              <a:gd name="T60" fmla="*/ 700 w 2566"/>
              <a:gd name="T61" fmla="*/ 2100 h 2566"/>
              <a:gd name="T62" fmla="*/ 2333 w 2566"/>
              <a:gd name="T63" fmla="*/ 2100 h 2566"/>
              <a:gd name="T64" fmla="*/ 2566 w 2566"/>
              <a:gd name="T65" fmla="*/ 1866 h 2566"/>
              <a:gd name="T66" fmla="*/ 2566 w 2566"/>
              <a:gd name="T67" fmla="*/ 233 h 2566"/>
              <a:gd name="T68" fmla="*/ 2333 w 2566"/>
              <a:gd name="T69" fmla="*/ 0 h 2566"/>
              <a:gd name="T70" fmla="*/ 2333 w 2566"/>
              <a:gd name="T71" fmla="*/ 933 h 2566"/>
              <a:gd name="T72" fmla="*/ 2100 w 2566"/>
              <a:gd name="T73" fmla="*/ 933 h 2566"/>
              <a:gd name="T74" fmla="*/ 2100 w 2566"/>
              <a:gd name="T75" fmla="*/ 700 h 2566"/>
              <a:gd name="T76" fmla="*/ 1866 w 2566"/>
              <a:gd name="T77" fmla="*/ 700 h 2566"/>
              <a:gd name="T78" fmla="*/ 1866 w 2566"/>
              <a:gd name="T79" fmla="*/ 933 h 2566"/>
              <a:gd name="T80" fmla="*/ 1633 w 2566"/>
              <a:gd name="T81" fmla="*/ 933 h 2566"/>
              <a:gd name="T82" fmla="*/ 1633 w 2566"/>
              <a:gd name="T83" fmla="*/ 1166 h 2566"/>
              <a:gd name="T84" fmla="*/ 1866 w 2566"/>
              <a:gd name="T85" fmla="*/ 1166 h 2566"/>
              <a:gd name="T86" fmla="*/ 1866 w 2566"/>
              <a:gd name="T87" fmla="*/ 1400 h 2566"/>
              <a:gd name="T88" fmla="*/ 2100 w 2566"/>
              <a:gd name="T89" fmla="*/ 1400 h 2566"/>
              <a:gd name="T90" fmla="*/ 2100 w 2566"/>
              <a:gd name="T91" fmla="*/ 1166 h 2566"/>
              <a:gd name="T92" fmla="*/ 2333 w 2566"/>
              <a:gd name="T93" fmla="*/ 1166 h 2566"/>
              <a:gd name="T94" fmla="*/ 2333 w 2566"/>
              <a:gd name="T95" fmla="*/ 1866 h 2566"/>
              <a:gd name="T96" fmla="*/ 700 w 2566"/>
              <a:gd name="T97" fmla="*/ 1866 h 2566"/>
              <a:gd name="T98" fmla="*/ 700 w 2566"/>
              <a:gd name="T99" fmla="*/ 233 h 2566"/>
              <a:gd name="T100" fmla="*/ 2333 w 2566"/>
              <a:gd name="T101" fmla="*/ 233 h 2566"/>
              <a:gd name="T102" fmla="*/ 2333 w 2566"/>
              <a:gd name="T103" fmla="*/ 933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566" h="2566">
                <a:moveTo>
                  <a:pt x="233" y="466"/>
                </a:moveTo>
                <a:cubicBezTo>
                  <a:pt x="0" y="466"/>
                  <a:pt x="0" y="466"/>
                  <a:pt x="0" y="466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3" y="2566"/>
                </a:cubicBezTo>
                <a:cubicBezTo>
                  <a:pt x="2100" y="2566"/>
                  <a:pt x="2100" y="2566"/>
                  <a:pt x="2100" y="2566"/>
                </a:cubicBezTo>
                <a:cubicBezTo>
                  <a:pt x="2100" y="2333"/>
                  <a:pt x="2100" y="2333"/>
                  <a:pt x="2100" y="2333"/>
                </a:cubicBezTo>
                <a:cubicBezTo>
                  <a:pt x="233" y="2333"/>
                  <a:pt x="233" y="2333"/>
                  <a:pt x="233" y="2333"/>
                </a:cubicBezTo>
                <a:lnTo>
                  <a:pt x="233" y="466"/>
                </a:lnTo>
                <a:close/>
                <a:moveTo>
                  <a:pt x="1516" y="1283"/>
                </a:moveTo>
                <a:cubicBezTo>
                  <a:pt x="1516" y="816"/>
                  <a:pt x="1516" y="816"/>
                  <a:pt x="1516" y="816"/>
                </a:cubicBezTo>
                <a:cubicBezTo>
                  <a:pt x="1516" y="687"/>
                  <a:pt x="1411" y="583"/>
                  <a:pt x="1283" y="583"/>
                </a:cubicBezTo>
                <a:cubicBezTo>
                  <a:pt x="1166" y="583"/>
                  <a:pt x="1166" y="583"/>
                  <a:pt x="1166" y="583"/>
                </a:cubicBezTo>
                <a:cubicBezTo>
                  <a:pt x="1038" y="583"/>
                  <a:pt x="933" y="687"/>
                  <a:pt x="933" y="816"/>
                </a:cubicBezTo>
                <a:cubicBezTo>
                  <a:pt x="933" y="933"/>
                  <a:pt x="933" y="933"/>
                  <a:pt x="933" y="933"/>
                </a:cubicBezTo>
                <a:cubicBezTo>
                  <a:pt x="933" y="1062"/>
                  <a:pt x="1038" y="1166"/>
                  <a:pt x="1166" y="1166"/>
                </a:cubicBezTo>
                <a:cubicBezTo>
                  <a:pt x="1283" y="1166"/>
                  <a:pt x="1283" y="1166"/>
                  <a:pt x="1283" y="1166"/>
                </a:cubicBezTo>
                <a:cubicBezTo>
                  <a:pt x="1283" y="1283"/>
                  <a:pt x="1283" y="1283"/>
                  <a:pt x="1283" y="1283"/>
                </a:cubicBezTo>
                <a:cubicBezTo>
                  <a:pt x="933" y="1283"/>
                  <a:pt x="933" y="1283"/>
                  <a:pt x="933" y="1283"/>
                </a:cubicBezTo>
                <a:cubicBezTo>
                  <a:pt x="933" y="1516"/>
                  <a:pt x="933" y="1516"/>
                  <a:pt x="933" y="1516"/>
                </a:cubicBezTo>
                <a:cubicBezTo>
                  <a:pt x="1283" y="1516"/>
                  <a:pt x="1283" y="1516"/>
                  <a:pt x="1283" y="1516"/>
                </a:cubicBezTo>
                <a:cubicBezTo>
                  <a:pt x="1411" y="1516"/>
                  <a:pt x="1516" y="1412"/>
                  <a:pt x="1516" y="1283"/>
                </a:cubicBezTo>
                <a:close/>
                <a:moveTo>
                  <a:pt x="1166" y="933"/>
                </a:moveTo>
                <a:cubicBezTo>
                  <a:pt x="1166" y="816"/>
                  <a:pt x="1166" y="816"/>
                  <a:pt x="1166" y="816"/>
                </a:cubicBezTo>
                <a:cubicBezTo>
                  <a:pt x="1283" y="816"/>
                  <a:pt x="1283" y="816"/>
                  <a:pt x="1283" y="816"/>
                </a:cubicBezTo>
                <a:cubicBezTo>
                  <a:pt x="1283" y="933"/>
                  <a:pt x="1283" y="933"/>
                  <a:pt x="1283" y="933"/>
                </a:cubicBezTo>
                <a:lnTo>
                  <a:pt x="1166" y="933"/>
                </a:lnTo>
                <a:close/>
                <a:moveTo>
                  <a:pt x="23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1" y="0"/>
                  <a:pt x="466" y="105"/>
                  <a:pt x="466" y="233"/>
                </a:cubicBezTo>
                <a:cubicBezTo>
                  <a:pt x="466" y="1866"/>
                  <a:pt x="466" y="1866"/>
                  <a:pt x="466" y="1866"/>
                </a:cubicBezTo>
                <a:cubicBezTo>
                  <a:pt x="466" y="1995"/>
                  <a:pt x="571" y="2100"/>
                  <a:pt x="700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6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933"/>
                </a:moveTo>
                <a:cubicBezTo>
                  <a:pt x="2100" y="933"/>
                  <a:pt x="2100" y="933"/>
                  <a:pt x="2100" y="933"/>
                </a:cubicBezTo>
                <a:cubicBezTo>
                  <a:pt x="2100" y="700"/>
                  <a:pt x="2100" y="700"/>
                  <a:pt x="2100" y="700"/>
                </a:cubicBezTo>
                <a:cubicBezTo>
                  <a:pt x="1866" y="700"/>
                  <a:pt x="1866" y="700"/>
                  <a:pt x="1866" y="700"/>
                </a:cubicBezTo>
                <a:cubicBezTo>
                  <a:pt x="1866" y="933"/>
                  <a:pt x="1866" y="933"/>
                  <a:pt x="1866" y="933"/>
                </a:cubicBezTo>
                <a:cubicBezTo>
                  <a:pt x="1633" y="933"/>
                  <a:pt x="1633" y="933"/>
                  <a:pt x="1633" y="933"/>
                </a:cubicBezTo>
                <a:cubicBezTo>
                  <a:pt x="1633" y="1166"/>
                  <a:pt x="1633" y="1166"/>
                  <a:pt x="1633" y="1166"/>
                </a:cubicBezTo>
                <a:cubicBezTo>
                  <a:pt x="1866" y="1166"/>
                  <a:pt x="1866" y="1166"/>
                  <a:pt x="1866" y="1166"/>
                </a:cubicBezTo>
                <a:cubicBezTo>
                  <a:pt x="1866" y="1400"/>
                  <a:pt x="1866" y="1400"/>
                  <a:pt x="1866" y="1400"/>
                </a:cubicBezTo>
                <a:cubicBezTo>
                  <a:pt x="2100" y="1400"/>
                  <a:pt x="2100" y="1400"/>
                  <a:pt x="2100" y="1400"/>
                </a:cubicBezTo>
                <a:cubicBezTo>
                  <a:pt x="2100" y="1166"/>
                  <a:pt x="2100" y="1166"/>
                  <a:pt x="2100" y="1166"/>
                </a:cubicBezTo>
                <a:cubicBezTo>
                  <a:pt x="2333" y="1166"/>
                  <a:pt x="2333" y="1166"/>
                  <a:pt x="2333" y="1166"/>
                </a:cubicBezTo>
                <a:cubicBezTo>
                  <a:pt x="2333" y="1866"/>
                  <a:pt x="2333" y="1866"/>
                  <a:pt x="2333" y="1866"/>
                </a:cubicBezTo>
                <a:cubicBezTo>
                  <a:pt x="700" y="1866"/>
                  <a:pt x="700" y="1866"/>
                  <a:pt x="700" y="1866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9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B And W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1867 w 2100"/>
              <a:gd name="T19" fmla="*/ 1867 h 2100"/>
              <a:gd name="T20" fmla="*/ 1050 w 2100"/>
              <a:gd name="T21" fmla="*/ 933 h 2100"/>
              <a:gd name="T22" fmla="*/ 1050 w 2100"/>
              <a:gd name="T23" fmla="*/ 1867 h 2100"/>
              <a:gd name="T24" fmla="*/ 233 w 2100"/>
              <a:gd name="T25" fmla="*/ 1867 h 2100"/>
              <a:gd name="T26" fmla="*/ 1050 w 2100"/>
              <a:gd name="T27" fmla="*/ 933 h 2100"/>
              <a:gd name="T28" fmla="*/ 1050 w 2100"/>
              <a:gd name="T29" fmla="*/ 233 h 2100"/>
              <a:gd name="T30" fmla="*/ 1867 w 2100"/>
              <a:gd name="T31" fmla="*/ 233 h 2100"/>
              <a:gd name="T32" fmla="*/ 1867 w 2100"/>
              <a:gd name="T33" fmla="*/ 18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867" y="1867"/>
                </a:moveTo>
                <a:cubicBezTo>
                  <a:pt x="1050" y="933"/>
                  <a:pt x="1050" y="933"/>
                  <a:pt x="1050" y="933"/>
                </a:cubicBezTo>
                <a:cubicBezTo>
                  <a:pt x="1050" y="1867"/>
                  <a:pt x="1050" y="1867"/>
                  <a:pt x="1050" y="1867"/>
                </a:cubicBezTo>
                <a:cubicBezTo>
                  <a:pt x="233" y="1867"/>
                  <a:pt x="233" y="1867"/>
                  <a:pt x="233" y="1867"/>
                </a:cubicBezTo>
                <a:cubicBezTo>
                  <a:pt x="1050" y="933"/>
                  <a:pt x="1050" y="933"/>
                  <a:pt x="1050" y="933"/>
                </a:cubicBezTo>
                <a:cubicBezTo>
                  <a:pt x="1050" y="233"/>
                  <a:pt x="1050" y="233"/>
                  <a:pt x="1050" y="233"/>
                </a:cubicBezTo>
                <a:cubicBezTo>
                  <a:pt x="1867" y="233"/>
                  <a:pt x="1867" y="233"/>
                  <a:pt x="1867" y="233"/>
                </a:cubicBezTo>
                <a:lnTo>
                  <a:pt x="1867" y="18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Center Focu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33 w 2100"/>
              <a:gd name="T1" fmla="*/ 1400 h 2100"/>
              <a:gd name="T2" fmla="*/ 0 w 2100"/>
              <a:gd name="T3" fmla="*/ 1400 h 2100"/>
              <a:gd name="T4" fmla="*/ 0 w 2100"/>
              <a:gd name="T5" fmla="*/ 1867 h 2100"/>
              <a:gd name="T6" fmla="*/ 233 w 2100"/>
              <a:gd name="T7" fmla="*/ 2100 h 2100"/>
              <a:gd name="T8" fmla="*/ 700 w 2100"/>
              <a:gd name="T9" fmla="*/ 2100 h 2100"/>
              <a:gd name="T10" fmla="*/ 700 w 2100"/>
              <a:gd name="T11" fmla="*/ 1867 h 2100"/>
              <a:gd name="T12" fmla="*/ 233 w 2100"/>
              <a:gd name="T13" fmla="*/ 1867 h 2100"/>
              <a:gd name="T14" fmla="*/ 233 w 2100"/>
              <a:gd name="T15" fmla="*/ 1400 h 2100"/>
              <a:gd name="T16" fmla="*/ 233 w 2100"/>
              <a:gd name="T17" fmla="*/ 233 h 2100"/>
              <a:gd name="T18" fmla="*/ 700 w 2100"/>
              <a:gd name="T19" fmla="*/ 233 h 2100"/>
              <a:gd name="T20" fmla="*/ 700 w 2100"/>
              <a:gd name="T21" fmla="*/ 0 h 2100"/>
              <a:gd name="T22" fmla="*/ 233 w 2100"/>
              <a:gd name="T23" fmla="*/ 0 h 2100"/>
              <a:gd name="T24" fmla="*/ 0 w 2100"/>
              <a:gd name="T25" fmla="*/ 233 h 2100"/>
              <a:gd name="T26" fmla="*/ 0 w 2100"/>
              <a:gd name="T27" fmla="*/ 700 h 2100"/>
              <a:gd name="T28" fmla="*/ 233 w 2100"/>
              <a:gd name="T29" fmla="*/ 700 h 2100"/>
              <a:gd name="T30" fmla="*/ 233 w 2100"/>
              <a:gd name="T31" fmla="*/ 233 h 2100"/>
              <a:gd name="T32" fmla="*/ 1867 w 2100"/>
              <a:gd name="T33" fmla="*/ 0 h 2100"/>
              <a:gd name="T34" fmla="*/ 1400 w 2100"/>
              <a:gd name="T35" fmla="*/ 0 h 2100"/>
              <a:gd name="T36" fmla="*/ 1400 w 2100"/>
              <a:gd name="T37" fmla="*/ 233 h 2100"/>
              <a:gd name="T38" fmla="*/ 1867 w 2100"/>
              <a:gd name="T39" fmla="*/ 233 h 2100"/>
              <a:gd name="T40" fmla="*/ 1867 w 2100"/>
              <a:gd name="T41" fmla="*/ 700 h 2100"/>
              <a:gd name="T42" fmla="*/ 2100 w 2100"/>
              <a:gd name="T43" fmla="*/ 700 h 2100"/>
              <a:gd name="T44" fmla="*/ 2100 w 2100"/>
              <a:gd name="T45" fmla="*/ 233 h 2100"/>
              <a:gd name="T46" fmla="*/ 1867 w 2100"/>
              <a:gd name="T47" fmla="*/ 0 h 2100"/>
              <a:gd name="T48" fmla="*/ 1867 w 2100"/>
              <a:gd name="T49" fmla="*/ 1867 h 2100"/>
              <a:gd name="T50" fmla="*/ 1400 w 2100"/>
              <a:gd name="T51" fmla="*/ 1867 h 2100"/>
              <a:gd name="T52" fmla="*/ 1400 w 2100"/>
              <a:gd name="T53" fmla="*/ 2100 h 2100"/>
              <a:gd name="T54" fmla="*/ 1867 w 2100"/>
              <a:gd name="T55" fmla="*/ 2100 h 2100"/>
              <a:gd name="T56" fmla="*/ 2100 w 2100"/>
              <a:gd name="T57" fmla="*/ 1867 h 2100"/>
              <a:gd name="T58" fmla="*/ 2100 w 2100"/>
              <a:gd name="T59" fmla="*/ 1400 h 2100"/>
              <a:gd name="T60" fmla="*/ 1867 w 2100"/>
              <a:gd name="T61" fmla="*/ 1400 h 2100"/>
              <a:gd name="T62" fmla="*/ 1867 w 2100"/>
              <a:gd name="T63" fmla="*/ 1867 h 2100"/>
              <a:gd name="T64" fmla="*/ 1050 w 2100"/>
              <a:gd name="T65" fmla="*/ 700 h 2100"/>
              <a:gd name="T66" fmla="*/ 700 w 2100"/>
              <a:gd name="T67" fmla="*/ 1050 h 2100"/>
              <a:gd name="T68" fmla="*/ 1050 w 2100"/>
              <a:gd name="T69" fmla="*/ 1400 h 2100"/>
              <a:gd name="T70" fmla="*/ 1400 w 2100"/>
              <a:gd name="T71" fmla="*/ 1050 h 2100"/>
              <a:gd name="T72" fmla="*/ 1050 w 2100"/>
              <a:gd name="T73" fmla="*/ 70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100" h="2100">
                <a:moveTo>
                  <a:pt x="233" y="1400"/>
                </a:moveTo>
                <a:cubicBezTo>
                  <a:pt x="0" y="1400"/>
                  <a:pt x="0" y="1400"/>
                  <a:pt x="0" y="1400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700" y="2100"/>
                  <a:pt x="700" y="2100"/>
                  <a:pt x="700" y="2100"/>
                </a:cubicBezTo>
                <a:cubicBezTo>
                  <a:pt x="700" y="1867"/>
                  <a:pt x="700" y="1867"/>
                  <a:pt x="700" y="1867"/>
                </a:cubicBezTo>
                <a:cubicBezTo>
                  <a:pt x="233" y="1867"/>
                  <a:pt x="233" y="1867"/>
                  <a:pt x="233" y="1867"/>
                </a:cubicBezTo>
                <a:lnTo>
                  <a:pt x="233" y="1400"/>
                </a:lnTo>
                <a:close/>
                <a:moveTo>
                  <a:pt x="233" y="233"/>
                </a:moveTo>
                <a:cubicBezTo>
                  <a:pt x="700" y="233"/>
                  <a:pt x="700" y="233"/>
                  <a:pt x="700" y="233"/>
                </a:cubicBezTo>
                <a:cubicBezTo>
                  <a:pt x="700" y="0"/>
                  <a:pt x="700" y="0"/>
                  <a:pt x="700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700"/>
                  <a:pt x="0" y="700"/>
                  <a:pt x="0" y="700"/>
                </a:cubicBezTo>
                <a:cubicBezTo>
                  <a:pt x="233" y="700"/>
                  <a:pt x="233" y="700"/>
                  <a:pt x="233" y="700"/>
                </a:cubicBezTo>
                <a:lnTo>
                  <a:pt x="233" y="233"/>
                </a:lnTo>
                <a:close/>
                <a:moveTo>
                  <a:pt x="1867" y="0"/>
                </a:moveTo>
                <a:cubicBezTo>
                  <a:pt x="1400" y="0"/>
                  <a:pt x="1400" y="0"/>
                  <a:pt x="1400" y="0"/>
                </a:cubicBezTo>
                <a:cubicBezTo>
                  <a:pt x="1400" y="233"/>
                  <a:pt x="1400" y="233"/>
                  <a:pt x="1400" y="233"/>
                </a:cubicBezTo>
                <a:cubicBezTo>
                  <a:pt x="1867" y="233"/>
                  <a:pt x="1867" y="233"/>
                  <a:pt x="1867" y="233"/>
                </a:cubicBezTo>
                <a:cubicBezTo>
                  <a:pt x="1867" y="700"/>
                  <a:pt x="1867" y="700"/>
                  <a:pt x="1867" y="700"/>
                </a:cubicBezTo>
                <a:cubicBezTo>
                  <a:pt x="2100" y="700"/>
                  <a:pt x="2100" y="700"/>
                  <a:pt x="2100" y="700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867" y="1867"/>
                </a:moveTo>
                <a:cubicBezTo>
                  <a:pt x="1400" y="1867"/>
                  <a:pt x="1400" y="1867"/>
                  <a:pt x="1400" y="1867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1400"/>
                  <a:pt x="2100" y="1400"/>
                  <a:pt x="2100" y="1400"/>
                </a:cubicBezTo>
                <a:cubicBezTo>
                  <a:pt x="1867" y="1400"/>
                  <a:pt x="1867" y="1400"/>
                  <a:pt x="1867" y="1400"/>
                </a:cubicBezTo>
                <a:lnTo>
                  <a:pt x="1867" y="1867"/>
                </a:lnTo>
                <a:close/>
                <a:moveTo>
                  <a:pt x="1050" y="700"/>
                </a:moveTo>
                <a:cubicBezTo>
                  <a:pt x="856" y="700"/>
                  <a:pt x="700" y="856"/>
                  <a:pt x="700" y="1050"/>
                </a:cubicBezTo>
                <a:cubicBezTo>
                  <a:pt x="700" y="1244"/>
                  <a:pt x="856" y="1400"/>
                  <a:pt x="1050" y="1400"/>
                </a:cubicBezTo>
                <a:cubicBezTo>
                  <a:pt x="1244" y="1400"/>
                  <a:pt x="1400" y="1244"/>
                  <a:pt x="1400" y="1050"/>
                </a:cubicBezTo>
                <a:cubicBezTo>
                  <a:pt x="1400" y="856"/>
                  <a:pt x="1244" y="700"/>
                  <a:pt x="1050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Drama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416"/>
          </a:xfrm>
          <a:custGeom>
            <a:avLst/>
            <a:gdLst>
              <a:gd name="T0" fmla="*/ 2257 w 2800"/>
              <a:gd name="T1" fmla="*/ 704 h 1866"/>
              <a:gd name="T2" fmla="*/ 1400 w 2800"/>
              <a:gd name="T3" fmla="*/ 0 h 1866"/>
              <a:gd name="T4" fmla="*/ 625 w 2800"/>
              <a:gd name="T5" fmla="*/ 471 h 1866"/>
              <a:gd name="T6" fmla="*/ 0 w 2800"/>
              <a:gd name="T7" fmla="*/ 1166 h 1866"/>
              <a:gd name="T8" fmla="*/ 700 w 2800"/>
              <a:gd name="T9" fmla="*/ 1866 h 1866"/>
              <a:gd name="T10" fmla="*/ 2217 w 2800"/>
              <a:gd name="T11" fmla="*/ 1866 h 1866"/>
              <a:gd name="T12" fmla="*/ 2800 w 2800"/>
              <a:gd name="T13" fmla="*/ 1283 h 1866"/>
              <a:gd name="T14" fmla="*/ 2257 w 2800"/>
              <a:gd name="T15" fmla="*/ 704 h 1866"/>
              <a:gd name="T16" fmla="*/ 2217 w 2800"/>
              <a:gd name="T17" fmla="*/ 1633 h 1866"/>
              <a:gd name="T18" fmla="*/ 700 w 2800"/>
              <a:gd name="T19" fmla="*/ 1633 h 1866"/>
              <a:gd name="T20" fmla="*/ 233 w 2800"/>
              <a:gd name="T21" fmla="*/ 1166 h 1866"/>
              <a:gd name="T22" fmla="*/ 700 w 2800"/>
              <a:gd name="T23" fmla="*/ 700 h 1866"/>
              <a:gd name="T24" fmla="*/ 1167 w 2800"/>
              <a:gd name="T25" fmla="*/ 1166 h 1866"/>
              <a:gd name="T26" fmla="*/ 1400 w 2800"/>
              <a:gd name="T27" fmla="*/ 1166 h 1866"/>
              <a:gd name="T28" fmla="*/ 887 w 2800"/>
              <a:gd name="T29" fmla="*/ 492 h 1866"/>
              <a:gd name="T30" fmla="*/ 1400 w 2800"/>
              <a:gd name="T31" fmla="*/ 233 h 1866"/>
              <a:gd name="T32" fmla="*/ 2042 w 2800"/>
              <a:gd name="T33" fmla="*/ 875 h 1866"/>
              <a:gd name="T34" fmla="*/ 2042 w 2800"/>
              <a:gd name="T35" fmla="*/ 933 h 1866"/>
              <a:gd name="T36" fmla="*/ 2217 w 2800"/>
              <a:gd name="T37" fmla="*/ 933 h 1866"/>
              <a:gd name="T38" fmla="*/ 2567 w 2800"/>
              <a:gd name="T39" fmla="*/ 1283 h 1866"/>
              <a:gd name="T40" fmla="*/ 2217 w 2800"/>
              <a:gd name="T41" fmla="*/ 163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800" h="1866">
                <a:moveTo>
                  <a:pt x="2257" y="704"/>
                </a:moveTo>
                <a:cubicBezTo>
                  <a:pt x="2178" y="302"/>
                  <a:pt x="1825" y="0"/>
                  <a:pt x="1400" y="0"/>
                </a:cubicBezTo>
                <a:cubicBezTo>
                  <a:pt x="1063" y="0"/>
                  <a:pt x="771" y="191"/>
                  <a:pt x="625" y="471"/>
                </a:cubicBezTo>
                <a:cubicBezTo>
                  <a:pt x="274" y="508"/>
                  <a:pt x="0" y="805"/>
                  <a:pt x="0" y="1166"/>
                </a:cubicBezTo>
                <a:cubicBezTo>
                  <a:pt x="0" y="1553"/>
                  <a:pt x="314" y="1866"/>
                  <a:pt x="700" y="1866"/>
                </a:cubicBezTo>
                <a:cubicBezTo>
                  <a:pt x="2217" y="1866"/>
                  <a:pt x="2217" y="1866"/>
                  <a:pt x="2217" y="1866"/>
                </a:cubicBezTo>
                <a:cubicBezTo>
                  <a:pt x="2539" y="1866"/>
                  <a:pt x="2800" y="1605"/>
                  <a:pt x="2800" y="1283"/>
                </a:cubicBezTo>
                <a:cubicBezTo>
                  <a:pt x="2800" y="975"/>
                  <a:pt x="2561" y="725"/>
                  <a:pt x="2257" y="704"/>
                </a:cubicBezTo>
                <a:close/>
                <a:moveTo>
                  <a:pt x="2217" y="1633"/>
                </a:moveTo>
                <a:cubicBezTo>
                  <a:pt x="700" y="1633"/>
                  <a:pt x="700" y="1633"/>
                  <a:pt x="700" y="1633"/>
                </a:cubicBezTo>
                <a:cubicBezTo>
                  <a:pt x="442" y="1633"/>
                  <a:pt x="233" y="1424"/>
                  <a:pt x="233" y="1166"/>
                </a:cubicBezTo>
                <a:cubicBezTo>
                  <a:pt x="233" y="909"/>
                  <a:pt x="442" y="700"/>
                  <a:pt x="700" y="700"/>
                </a:cubicBezTo>
                <a:cubicBezTo>
                  <a:pt x="958" y="700"/>
                  <a:pt x="1167" y="909"/>
                  <a:pt x="1167" y="1166"/>
                </a:cubicBezTo>
                <a:cubicBezTo>
                  <a:pt x="1400" y="1166"/>
                  <a:pt x="1400" y="1166"/>
                  <a:pt x="1400" y="1166"/>
                </a:cubicBezTo>
                <a:cubicBezTo>
                  <a:pt x="1400" y="844"/>
                  <a:pt x="1183" y="574"/>
                  <a:pt x="887" y="492"/>
                </a:cubicBezTo>
                <a:cubicBezTo>
                  <a:pt x="1004" y="336"/>
                  <a:pt x="1190" y="233"/>
                  <a:pt x="1400" y="233"/>
                </a:cubicBezTo>
                <a:cubicBezTo>
                  <a:pt x="1753" y="233"/>
                  <a:pt x="2042" y="521"/>
                  <a:pt x="2042" y="875"/>
                </a:cubicBezTo>
                <a:cubicBezTo>
                  <a:pt x="2042" y="933"/>
                  <a:pt x="2042" y="933"/>
                  <a:pt x="2042" y="933"/>
                </a:cubicBezTo>
                <a:cubicBezTo>
                  <a:pt x="2217" y="933"/>
                  <a:pt x="2217" y="933"/>
                  <a:pt x="2217" y="933"/>
                </a:cubicBezTo>
                <a:cubicBezTo>
                  <a:pt x="2409" y="933"/>
                  <a:pt x="2567" y="1090"/>
                  <a:pt x="2567" y="1283"/>
                </a:cubicBezTo>
                <a:cubicBezTo>
                  <a:pt x="2567" y="1476"/>
                  <a:pt x="2409" y="1633"/>
                  <a:pt x="2217" y="16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Frame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31465" cy="914400"/>
          </a:xfrm>
          <a:custGeom>
            <a:avLst/>
            <a:gdLst>
              <a:gd name="T0" fmla="*/ 2100 w 2334"/>
              <a:gd name="T1" fmla="*/ 467 h 2567"/>
              <a:gd name="T2" fmla="*/ 1634 w 2334"/>
              <a:gd name="T3" fmla="*/ 467 h 2567"/>
              <a:gd name="T4" fmla="*/ 1167 w 2334"/>
              <a:gd name="T5" fmla="*/ 0 h 2567"/>
              <a:gd name="T6" fmla="*/ 700 w 2334"/>
              <a:gd name="T7" fmla="*/ 467 h 2567"/>
              <a:gd name="T8" fmla="*/ 234 w 2334"/>
              <a:gd name="T9" fmla="*/ 467 h 2567"/>
              <a:gd name="T10" fmla="*/ 0 w 2334"/>
              <a:gd name="T11" fmla="*/ 700 h 2567"/>
              <a:gd name="T12" fmla="*/ 0 w 2334"/>
              <a:gd name="T13" fmla="*/ 2333 h 2567"/>
              <a:gd name="T14" fmla="*/ 234 w 2334"/>
              <a:gd name="T15" fmla="*/ 2567 h 2567"/>
              <a:gd name="T16" fmla="*/ 2100 w 2334"/>
              <a:gd name="T17" fmla="*/ 2567 h 2567"/>
              <a:gd name="T18" fmla="*/ 2334 w 2334"/>
              <a:gd name="T19" fmla="*/ 2333 h 2567"/>
              <a:gd name="T20" fmla="*/ 2334 w 2334"/>
              <a:gd name="T21" fmla="*/ 700 h 2567"/>
              <a:gd name="T22" fmla="*/ 2100 w 2334"/>
              <a:gd name="T23" fmla="*/ 467 h 2567"/>
              <a:gd name="T24" fmla="*/ 2100 w 2334"/>
              <a:gd name="T25" fmla="*/ 2333 h 2567"/>
              <a:gd name="T26" fmla="*/ 234 w 2334"/>
              <a:gd name="T27" fmla="*/ 2333 h 2567"/>
              <a:gd name="T28" fmla="*/ 234 w 2334"/>
              <a:gd name="T29" fmla="*/ 700 h 2567"/>
              <a:gd name="T30" fmla="*/ 761 w 2334"/>
              <a:gd name="T31" fmla="*/ 700 h 2567"/>
              <a:gd name="T32" fmla="*/ 1172 w 2334"/>
              <a:gd name="T33" fmla="*/ 292 h 2567"/>
              <a:gd name="T34" fmla="*/ 1578 w 2334"/>
              <a:gd name="T35" fmla="*/ 700 h 2567"/>
              <a:gd name="T36" fmla="*/ 2100 w 2334"/>
              <a:gd name="T37" fmla="*/ 700 h 2567"/>
              <a:gd name="T38" fmla="*/ 2100 w 2334"/>
              <a:gd name="T39" fmla="*/ 2333 h 2567"/>
              <a:gd name="T40" fmla="*/ 1867 w 2334"/>
              <a:gd name="T41" fmla="*/ 933 h 2567"/>
              <a:gd name="T42" fmla="*/ 467 w 2334"/>
              <a:gd name="T43" fmla="*/ 933 h 2567"/>
              <a:gd name="T44" fmla="*/ 467 w 2334"/>
              <a:gd name="T45" fmla="*/ 2100 h 2567"/>
              <a:gd name="T46" fmla="*/ 1867 w 2334"/>
              <a:gd name="T47" fmla="*/ 2100 h 25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4" h="2567">
                <a:moveTo>
                  <a:pt x="2100" y="467"/>
                </a:moveTo>
                <a:cubicBezTo>
                  <a:pt x="1634" y="467"/>
                  <a:pt x="1634" y="467"/>
                  <a:pt x="1634" y="467"/>
                </a:cubicBezTo>
                <a:cubicBezTo>
                  <a:pt x="1167" y="0"/>
                  <a:pt x="1167" y="0"/>
                  <a:pt x="1167" y="0"/>
                </a:cubicBezTo>
                <a:cubicBezTo>
                  <a:pt x="700" y="467"/>
                  <a:pt x="700" y="467"/>
                  <a:pt x="700" y="467"/>
                </a:cubicBezTo>
                <a:cubicBezTo>
                  <a:pt x="234" y="467"/>
                  <a:pt x="234" y="467"/>
                  <a:pt x="234" y="467"/>
                </a:cubicBezTo>
                <a:cubicBezTo>
                  <a:pt x="105" y="467"/>
                  <a:pt x="0" y="572"/>
                  <a:pt x="0" y="700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2"/>
                  <a:pt x="105" y="2567"/>
                  <a:pt x="234" y="2567"/>
                </a:cubicBezTo>
                <a:cubicBezTo>
                  <a:pt x="2100" y="2567"/>
                  <a:pt x="2100" y="2567"/>
                  <a:pt x="2100" y="2567"/>
                </a:cubicBezTo>
                <a:cubicBezTo>
                  <a:pt x="2229" y="2567"/>
                  <a:pt x="2334" y="2462"/>
                  <a:pt x="2334" y="2333"/>
                </a:cubicBezTo>
                <a:cubicBezTo>
                  <a:pt x="2334" y="700"/>
                  <a:pt x="2334" y="700"/>
                  <a:pt x="2334" y="700"/>
                </a:cubicBezTo>
                <a:cubicBezTo>
                  <a:pt x="2334" y="572"/>
                  <a:pt x="2229" y="467"/>
                  <a:pt x="2100" y="467"/>
                </a:cubicBezTo>
                <a:close/>
                <a:moveTo>
                  <a:pt x="2100" y="2333"/>
                </a:moveTo>
                <a:cubicBezTo>
                  <a:pt x="234" y="2333"/>
                  <a:pt x="234" y="2333"/>
                  <a:pt x="234" y="2333"/>
                </a:cubicBezTo>
                <a:cubicBezTo>
                  <a:pt x="234" y="700"/>
                  <a:pt x="234" y="700"/>
                  <a:pt x="234" y="700"/>
                </a:cubicBezTo>
                <a:cubicBezTo>
                  <a:pt x="761" y="700"/>
                  <a:pt x="761" y="700"/>
                  <a:pt x="761" y="700"/>
                </a:cubicBezTo>
                <a:cubicBezTo>
                  <a:pt x="1172" y="292"/>
                  <a:pt x="1172" y="292"/>
                  <a:pt x="1172" y="292"/>
                </a:cubicBezTo>
                <a:cubicBezTo>
                  <a:pt x="1578" y="700"/>
                  <a:pt x="1578" y="700"/>
                  <a:pt x="1578" y="700"/>
                </a:cubicBezTo>
                <a:cubicBezTo>
                  <a:pt x="2100" y="700"/>
                  <a:pt x="2100" y="700"/>
                  <a:pt x="2100" y="700"/>
                </a:cubicBezTo>
                <a:lnTo>
                  <a:pt x="2100" y="2333"/>
                </a:lnTo>
                <a:close/>
                <a:moveTo>
                  <a:pt x="1867" y="933"/>
                </a:moveTo>
                <a:cubicBezTo>
                  <a:pt x="467" y="933"/>
                  <a:pt x="467" y="933"/>
                  <a:pt x="467" y="933"/>
                </a:cubicBezTo>
                <a:cubicBezTo>
                  <a:pt x="467" y="2100"/>
                  <a:pt x="467" y="2100"/>
                  <a:pt x="467" y="2100"/>
                </a:cubicBezTo>
                <a:cubicBezTo>
                  <a:pt x="1867" y="2100"/>
                  <a:pt x="1867" y="2100"/>
                  <a:pt x="1867" y="2100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HDR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98832"/>
          </a:xfrm>
          <a:custGeom>
            <a:avLst/>
            <a:gdLst>
              <a:gd name="T0" fmla="*/ 1516 w 2566"/>
              <a:gd name="T1" fmla="*/ 0 h 1400"/>
              <a:gd name="T2" fmla="*/ 1079 w 2566"/>
              <a:gd name="T3" fmla="*/ 583 h 1400"/>
              <a:gd name="T4" fmla="*/ 1411 w 2566"/>
              <a:gd name="T5" fmla="*/ 1027 h 1400"/>
              <a:gd name="T6" fmla="*/ 1225 w 2566"/>
              <a:gd name="T7" fmla="*/ 1167 h 1400"/>
              <a:gd name="T8" fmla="*/ 700 w 2566"/>
              <a:gd name="T9" fmla="*/ 467 h 1400"/>
              <a:gd name="T10" fmla="*/ 0 w 2566"/>
              <a:gd name="T11" fmla="*/ 1400 h 1400"/>
              <a:gd name="T12" fmla="*/ 2566 w 2566"/>
              <a:gd name="T13" fmla="*/ 1400 h 1400"/>
              <a:gd name="T14" fmla="*/ 1516 w 2566"/>
              <a:gd name="T15" fmla="*/ 0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66" h="1400">
                <a:moveTo>
                  <a:pt x="1516" y="0"/>
                </a:moveTo>
                <a:cubicBezTo>
                  <a:pt x="1079" y="583"/>
                  <a:pt x="1079" y="583"/>
                  <a:pt x="1079" y="583"/>
                </a:cubicBezTo>
                <a:cubicBezTo>
                  <a:pt x="1411" y="1027"/>
                  <a:pt x="1411" y="1027"/>
                  <a:pt x="1411" y="1027"/>
                </a:cubicBezTo>
                <a:cubicBezTo>
                  <a:pt x="1225" y="1167"/>
                  <a:pt x="1225" y="1167"/>
                  <a:pt x="1225" y="1167"/>
                </a:cubicBezTo>
                <a:cubicBezTo>
                  <a:pt x="1028" y="904"/>
                  <a:pt x="700" y="467"/>
                  <a:pt x="700" y="467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2566" y="1400"/>
                  <a:pt x="2566" y="1400"/>
                  <a:pt x="2566" y="1400"/>
                </a:cubicBezTo>
                <a:lnTo>
                  <a:pt x="151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No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33 w 2566"/>
              <a:gd name="T1" fmla="*/ 466 h 2566"/>
              <a:gd name="T2" fmla="*/ 0 w 2566"/>
              <a:gd name="T3" fmla="*/ 466 h 2566"/>
              <a:gd name="T4" fmla="*/ 0 w 2566"/>
              <a:gd name="T5" fmla="*/ 2333 h 2566"/>
              <a:gd name="T6" fmla="*/ 233 w 2566"/>
              <a:gd name="T7" fmla="*/ 2566 h 2566"/>
              <a:gd name="T8" fmla="*/ 2100 w 2566"/>
              <a:gd name="T9" fmla="*/ 2566 h 2566"/>
              <a:gd name="T10" fmla="*/ 2100 w 2566"/>
              <a:gd name="T11" fmla="*/ 2333 h 2566"/>
              <a:gd name="T12" fmla="*/ 233 w 2566"/>
              <a:gd name="T13" fmla="*/ 2333 h 2566"/>
              <a:gd name="T14" fmla="*/ 233 w 2566"/>
              <a:gd name="T15" fmla="*/ 466 h 2566"/>
              <a:gd name="T16" fmla="*/ 2333 w 2566"/>
              <a:gd name="T17" fmla="*/ 0 h 2566"/>
              <a:gd name="T18" fmla="*/ 700 w 2566"/>
              <a:gd name="T19" fmla="*/ 0 h 2566"/>
              <a:gd name="T20" fmla="*/ 466 w 2566"/>
              <a:gd name="T21" fmla="*/ 233 h 2566"/>
              <a:gd name="T22" fmla="*/ 466 w 2566"/>
              <a:gd name="T23" fmla="*/ 1866 h 2566"/>
              <a:gd name="T24" fmla="*/ 700 w 2566"/>
              <a:gd name="T25" fmla="*/ 2100 h 2566"/>
              <a:gd name="T26" fmla="*/ 2333 w 2566"/>
              <a:gd name="T27" fmla="*/ 2100 h 2566"/>
              <a:gd name="T28" fmla="*/ 2566 w 2566"/>
              <a:gd name="T29" fmla="*/ 1866 h 2566"/>
              <a:gd name="T30" fmla="*/ 2566 w 2566"/>
              <a:gd name="T31" fmla="*/ 233 h 2566"/>
              <a:gd name="T32" fmla="*/ 2333 w 2566"/>
              <a:gd name="T33" fmla="*/ 0 h 2566"/>
              <a:gd name="T34" fmla="*/ 2333 w 2566"/>
              <a:gd name="T35" fmla="*/ 1866 h 2566"/>
              <a:gd name="T36" fmla="*/ 700 w 2566"/>
              <a:gd name="T37" fmla="*/ 1866 h 2566"/>
              <a:gd name="T38" fmla="*/ 700 w 2566"/>
              <a:gd name="T39" fmla="*/ 233 h 2566"/>
              <a:gd name="T40" fmla="*/ 2333 w 2566"/>
              <a:gd name="T41" fmla="*/ 233 h 2566"/>
              <a:gd name="T42" fmla="*/ 2333 w 2566"/>
              <a:gd name="T43" fmla="*/ 1866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66" h="2566">
                <a:moveTo>
                  <a:pt x="233" y="466"/>
                </a:moveTo>
                <a:cubicBezTo>
                  <a:pt x="0" y="466"/>
                  <a:pt x="0" y="466"/>
                  <a:pt x="0" y="466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3" y="2566"/>
                </a:cubicBezTo>
                <a:cubicBezTo>
                  <a:pt x="2100" y="2566"/>
                  <a:pt x="2100" y="2566"/>
                  <a:pt x="2100" y="2566"/>
                </a:cubicBezTo>
                <a:cubicBezTo>
                  <a:pt x="2100" y="2333"/>
                  <a:pt x="2100" y="2333"/>
                  <a:pt x="2100" y="2333"/>
                </a:cubicBezTo>
                <a:cubicBezTo>
                  <a:pt x="233" y="2333"/>
                  <a:pt x="233" y="2333"/>
                  <a:pt x="233" y="2333"/>
                </a:cubicBezTo>
                <a:lnTo>
                  <a:pt x="233" y="466"/>
                </a:lnTo>
                <a:close/>
                <a:moveTo>
                  <a:pt x="23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1" y="0"/>
                  <a:pt x="466" y="105"/>
                  <a:pt x="466" y="233"/>
                </a:cubicBezTo>
                <a:cubicBezTo>
                  <a:pt x="466" y="1866"/>
                  <a:pt x="466" y="1866"/>
                  <a:pt x="466" y="1866"/>
                </a:cubicBezTo>
                <a:cubicBezTo>
                  <a:pt x="466" y="1995"/>
                  <a:pt x="571" y="2100"/>
                  <a:pt x="700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6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866"/>
                </a:moveTo>
                <a:cubicBezTo>
                  <a:pt x="700" y="1866"/>
                  <a:pt x="700" y="1866"/>
                  <a:pt x="700" y="1866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8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Tilt Shif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044 w 2322"/>
              <a:gd name="T1" fmla="*/ 236 h 2322"/>
              <a:gd name="T2" fmla="*/ 1044 w 2322"/>
              <a:gd name="T3" fmla="*/ 0 h 2322"/>
              <a:gd name="T4" fmla="*/ 424 w 2322"/>
              <a:gd name="T5" fmla="*/ 258 h 2322"/>
              <a:gd name="T6" fmla="*/ 589 w 2322"/>
              <a:gd name="T7" fmla="*/ 425 h 2322"/>
              <a:gd name="T8" fmla="*/ 1044 w 2322"/>
              <a:gd name="T9" fmla="*/ 236 h 2322"/>
              <a:gd name="T10" fmla="*/ 1898 w 2322"/>
              <a:gd name="T11" fmla="*/ 258 h 2322"/>
              <a:gd name="T12" fmla="*/ 1278 w 2322"/>
              <a:gd name="T13" fmla="*/ 0 h 2322"/>
              <a:gd name="T14" fmla="*/ 1278 w 2322"/>
              <a:gd name="T15" fmla="*/ 236 h 2322"/>
              <a:gd name="T16" fmla="*/ 1733 w 2322"/>
              <a:gd name="T17" fmla="*/ 425 h 2322"/>
              <a:gd name="T18" fmla="*/ 1898 w 2322"/>
              <a:gd name="T19" fmla="*/ 258 h 2322"/>
              <a:gd name="T20" fmla="*/ 2086 w 2322"/>
              <a:gd name="T21" fmla="*/ 1044 h 2322"/>
              <a:gd name="T22" fmla="*/ 2322 w 2322"/>
              <a:gd name="T23" fmla="*/ 1044 h 2322"/>
              <a:gd name="T24" fmla="*/ 2064 w 2322"/>
              <a:gd name="T25" fmla="*/ 424 h 2322"/>
              <a:gd name="T26" fmla="*/ 1897 w 2322"/>
              <a:gd name="T27" fmla="*/ 589 h 2322"/>
              <a:gd name="T28" fmla="*/ 2086 w 2322"/>
              <a:gd name="T29" fmla="*/ 1044 h 2322"/>
              <a:gd name="T30" fmla="*/ 425 w 2322"/>
              <a:gd name="T31" fmla="*/ 589 h 2322"/>
              <a:gd name="T32" fmla="*/ 258 w 2322"/>
              <a:gd name="T33" fmla="*/ 424 h 2322"/>
              <a:gd name="T34" fmla="*/ 0 w 2322"/>
              <a:gd name="T35" fmla="*/ 1044 h 2322"/>
              <a:gd name="T36" fmla="*/ 236 w 2322"/>
              <a:gd name="T37" fmla="*/ 1044 h 2322"/>
              <a:gd name="T38" fmla="*/ 425 w 2322"/>
              <a:gd name="T39" fmla="*/ 589 h 2322"/>
              <a:gd name="T40" fmla="*/ 236 w 2322"/>
              <a:gd name="T41" fmla="*/ 1278 h 2322"/>
              <a:gd name="T42" fmla="*/ 0 w 2322"/>
              <a:gd name="T43" fmla="*/ 1278 h 2322"/>
              <a:gd name="T44" fmla="*/ 258 w 2322"/>
              <a:gd name="T45" fmla="*/ 1898 h 2322"/>
              <a:gd name="T46" fmla="*/ 425 w 2322"/>
              <a:gd name="T47" fmla="*/ 1732 h 2322"/>
              <a:gd name="T48" fmla="*/ 236 w 2322"/>
              <a:gd name="T49" fmla="*/ 1278 h 2322"/>
              <a:gd name="T50" fmla="*/ 1511 w 2322"/>
              <a:gd name="T51" fmla="*/ 1161 h 2322"/>
              <a:gd name="T52" fmla="*/ 1161 w 2322"/>
              <a:gd name="T53" fmla="*/ 811 h 2322"/>
              <a:gd name="T54" fmla="*/ 811 w 2322"/>
              <a:gd name="T55" fmla="*/ 1161 h 2322"/>
              <a:gd name="T56" fmla="*/ 1161 w 2322"/>
              <a:gd name="T57" fmla="*/ 1511 h 2322"/>
              <a:gd name="T58" fmla="*/ 1511 w 2322"/>
              <a:gd name="T59" fmla="*/ 1161 h 2322"/>
              <a:gd name="T60" fmla="*/ 1897 w 2322"/>
              <a:gd name="T61" fmla="*/ 1733 h 2322"/>
              <a:gd name="T62" fmla="*/ 2064 w 2322"/>
              <a:gd name="T63" fmla="*/ 1900 h 2322"/>
              <a:gd name="T64" fmla="*/ 2322 w 2322"/>
              <a:gd name="T65" fmla="*/ 1279 h 2322"/>
              <a:gd name="T66" fmla="*/ 2086 w 2322"/>
              <a:gd name="T67" fmla="*/ 1279 h 2322"/>
              <a:gd name="T68" fmla="*/ 1897 w 2322"/>
              <a:gd name="T69" fmla="*/ 1733 h 2322"/>
              <a:gd name="T70" fmla="*/ 1278 w 2322"/>
              <a:gd name="T71" fmla="*/ 2086 h 2322"/>
              <a:gd name="T72" fmla="*/ 1278 w 2322"/>
              <a:gd name="T73" fmla="*/ 2322 h 2322"/>
              <a:gd name="T74" fmla="*/ 1898 w 2322"/>
              <a:gd name="T75" fmla="*/ 2064 h 2322"/>
              <a:gd name="T76" fmla="*/ 1732 w 2322"/>
              <a:gd name="T77" fmla="*/ 1897 h 2322"/>
              <a:gd name="T78" fmla="*/ 1278 w 2322"/>
              <a:gd name="T79" fmla="*/ 2086 h 2322"/>
              <a:gd name="T80" fmla="*/ 424 w 2322"/>
              <a:gd name="T81" fmla="*/ 2064 h 2322"/>
              <a:gd name="T82" fmla="*/ 1044 w 2322"/>
              <a:gd name="T83" fmla="*/ 2322 h 2322"/>
              <a:gd name="T84" fmla="*/ 1044 w 2322"/>
              <a:gd name="T85" fmla="*/ 2086 h 2322"/>
              <a:gd name="T86" fmla="*/ 589 w 2322"/>
              <a:gd name="T87" fmla="*/ 1897 h 2322"/>
              <a:gd name="T88" fmla="*/ 424 w 2322"/>
              <a:gd name="T89" fmla="*/ 2064 h 23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322" h="2322">
                <a:moveTo>
                  <a:pt x="1044" y="236"/>
                </a:moveTo>
                <a:cubicBezTo>
                  <a:pt x="1044" y="0"/>
                  <a:pt x="1044" y="0"/>
                  <a:pt x="1044" y="0"/>
                </a:cubicBezTo>
                <a:cubicBezTo>
                  <a:pt x="810" y="23"/>
                  <a:pt x="596" y="117"/>
                  <a:pt x="424" y="258"/>
                </a:cubicBezTo>
                <a:cubicBezTo>
                  <a:pt x="589" y="425"/>
                  <a:pt x="589" y="425"/>
                  <a:pt x="589" y="425"/>
                </a:cubicBezTo>
                <a:cubicBezTo>
                  <a:pt x="719" y="325"/>
                  <a:pt x="874" y="257"/>
                  <a:pt x="1044" y="236"/>
                </a:cubicBezTo>
                <a:close/>
                <a:moveTo>
                  <a:pt x="1898" y="258"/>
                </a:moveTo>
                <a:cubicBezTo>
                  <a:pt x="1726" y="117"/>
                  <a:pt x="1512" y="23"/>
                  <a:pt x="1278" y="0"/>
                </a:cubicBezTo>
                <a:cubicBezTo>
                  <a:pt x="1278" y="236"/>
                  <a:pt x="1278" y="236"/>
                  <a:pt x="1278" y="236"/>
                </a:cubicBezTo>
                <a:cubicBezTo>
                  <a:pt x="1448" y="257"/>
                  <a:pt x="1603" y="325"/>
                  <a:pt x="1733" y="425"/>
                </a:cubicBezTo>
                <a:lnTo>
                  <a:pt x="1898" y="258"/>
                </a:lnTo>
                <a:close/>
                <a:moveTo>
                  <a:pt x="2086" y="1044"/>
                </a:moveTo>
                <a:cubicBezTo>
                  <a:pt x="2322" y="1044"/>
                  <a:pt x="2322" y="1044"/>
                  <a:pt x="2322" y="1044"/>
                </a:cubicBezTo>
                <a:cubicBezTo>
                  <a:pt x="2299" y="810"/>
                  <a:pt x="2205" y="596"/>
                  <a:pt x="2064" y="424"/>
                </a:cubicBezTo>
                <a:cubicBezTo>
                  <a:pt x="1897" y="589"/>
                  <a:pt x="1897" y="589"/>
                  <a:pt x="1897" y="589"/>
                </a:cubicBezTo>
                <a:cubicBezTo>
                  <a:pt x="1997" y="719"/>
                  <a:pt x="2065" y="874"/>
                  <a:pt x="2086" y="1044"/>
                </a:cubicBezTo>
                <a:close/>
                <a:moveTo>
                  <a:pt x="425" y="589"/>
                </a:moveTo>
                <a:cubicBezTo>
                  <a:pt x="258" y="424"/>
                  <a:pt x="258" y="424"/>
                  <a:pt x="258" y="424"/>
                </a:cubicBezTo>
                <a:cubicBezTo>
                  <a:pt x="117" y="596"/>
                  <a:pt x="24" y="810"/>
                  <a:pt x="0" y="1044"/>
                </a:cubicBezTo>
                <a:cubicBezTo>
                  <a:pt x="236" y="1044"/>
                  <a:pt x="236" y="1044"/>
                  <a:pt x="236" y="1044"/>
                </a:cubicBezTo>
                <a:cubicBezTo>
                  <a:pt x="257" y="874"/>
                  <a:pt x="325" y="719"/>
                  <a:pt x="425" y="589"/>
                </a:cubicBezTo>
                <a:close/>
                <a:moveTo>
                  <a:pt x="236" y="1278"/>
                </a:moveTo>
                <a:cubicBezTo>
                  <a:pt x="0" y="1278"/>
                  <a:pt x="0" y="1278"/>
                  <a:pt x="0" y="1278"/>
                </a:cubicBezTo>
                <a:cubicBezTo>
                  <a:pt x="24" y="1512"/>
                  <a:pt x="117" y="1726"/>
                  <a:pt x="258" y="1898"/>
                </a:cubicBezTo>
                <a:cubicBezTo>
                  <a:pt x="425" y="1732"/>
                  <a:pt x="425" y="1732"/>
                  <a:pt x="425" y="1732"/>
                </a:cubicBezTo>
                <a:cubicBezTo>
                  <a:pt x="325" y="1603"/>
                  <a:pt x="257" y="1448"/>
                  <a:pt x="236" y="1278"/>
                </a:cubicBezTo>
                <a:close/>
                <a:moveTo>
                  <a:pt x="1511" y="1161"/>
                </a:moveTo>
                <a:cubicBezTo>
                  <a:pt x="1511" y="967"/>
                  <a:pt x="1355" y="811"/>
                  <a:pt x="1161" y="811"/>
                </a:cubicBezTo>
                <a:cubicBezTo>
                  <a:pt x="967" y="811"/>
                  <a:pt x="811" y="967"/>
                  <a:pt x="811" y="1161"/>
                </a:cubicBezTo>
                <a:cubicBezTo>
                  <a:pt x="811" y="1355"/>
                  <a:pt x="967" y="1511"/>
                  <a:pt x="1161" y="1511"/>
                </a:cubicBezTo>
                <a:cubicBezTo>
                  <a:pt x="1355" y="1511"/>
                  <a:pt x="1511" y="1355"/>
                  <a:pt x="1511" y="1161"/>
                </a:cubicBezTo>
                <a:close/>
                <a:moveTo>
                  <a:pt x="1897" y="1733"/>
                </a:moveTo>
                <a:cubicBezTo>
                  <a:pt x="2064" y="1900"/>
                  <a:pt x="2064" y="1900"/>
                  <a:pt x="2064" y="1900"/>
                </a:cubicBezTo>
                <a:cubicBezTo>
                  <a:pt x="2205" y="1727"/>
                  <a:pt x="2299" y="1512"/>
                  <a:pt x="2322" y="1279"/>
                </a:cubicBezTo>
                <a:cubicBezTo>
                  <a:pt x="2086" y="1279"/>
                  <a:pt x="2086" y="1279"/>
                  <a:pt x="2086" y="1279"/>
                </a:cubicBezTo>
                <a:cubicBezTo>
                  <a:pt x="2065" y="1448"/>
                  <a:pt x="1997" y="1603"/>
                  <a:pt x="1897" y="1733"/>
                </a:cubicBezTo>
                <a:close/>
                <a:moveTo>
                  <a:pt x="1278" y="2086"/>
                </a:moveTo>
                <a:cubicBezTo>
                  <a:pt x="1278" y="2322"/>
                  <a:pt x="1278" y="2322"/>
                  <a:pt x="1278" y="2322"/>
                </a:cubicBezTo>
                <a:cubicBezTo>
                  <a:pt x="1512" y="2298"/>
                  <a:pt x="1726" y="2205"/>
                  <a:pt x="1898" y="2064"/>
                </a:cubicBezTo>
                <a:cubicBezTo>
                  <a:pt x="1732" y="1897"/>
                  <a:pt x="1732" y="1897"/>
                  <a:pt x="1732" y="1897"/>
                </a:cubicBezTo>
                <a:cubicBezTo>
                  <a:pt x="1603" y="1997"/>
                  <a:pt x="1448" y="2065"/>
                  <a:pt x="1278" y="2086"/>
                </a:cubicBezTo>
                <a:close/>
                <a:moveTo>
                  <a:pt x="424" y="2064"/>
                </a:moveTo>
                <a:cubicBezTo>
                  <a:pt x="596" y="2205"/>
                  <a:pt x="811" y="2298"/>
                  <a:pt x="1044" y="2322"/>
                </a:cubicBezTo>
                <a:cubicBezTo>
                  <a:pt x="1044" y="2086"/>
                  <a:pt x="1044" y="2086"/>
                  <a:pt x="1044" y="2086"/>
                </a:cubicBezTo>
                <a:cubicBezTo>
                  <a:pt x="874" y="2065"/>
                  <a:pt x="719" y="1997"/>
                  <a:pt x="589" y="1897"/>
                </a:cubicBezTo>
                <a:lnTo>
                  <a:pt x="424" y="206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lter Vintag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93222" cy="914400"/>
          </a:xfrm>
          <a:custGeom>
            <a:avLst/>
            <a:gdLst>
              <a:gd name="T0" fmla="*/ 1914 w 2264"/>
              <a:gd name="T1" fmla="*/ 1352 h 2610"/>
              <a:gd name="T2" fmla="*/ 1813 w 2264"/>
              <a:gd name="T3" fmla="*/ 1305 h 2610"/>
              <a:gd name="T4" fmla="*/ 1914 w 2264"/>
              <a:gd name="T5" fmla="*/ 1258 h 2610"/>
              <a:gd name="T6" fmla="*/ 2264 w 2264"/>
              <a:gd name="T7" fmla="*/ 653 h 2610"/>
              <a:gd name="T8" fmla="*/ 1564 w 2264"/>
              <a:gd name="T9" fmla="*/ 653 h 2610"/>
              <a:gd name="T10" fmla="*/ 1473 w 2264"/>
              <a:gd name="T11" fmla="*/ 716 h 2610"/>
              <a:gd name="T12" fmla="*/ 1482 w 2264"/>
              <a:gd name="T13" fmla="*/ 605 h 2610"/>
              <a:gd name="T14" fmla="*/ 1132 w 2264"/>
              <a:gd name="T15" fmla="*/ 0 h 2610"/>
              <a:gd name="T16" fmla="*/ 782 w 2264"/>
              <a:gd name="T17" fmla="*/ 605 h 2610"/>
              <a:gd name="T18" fmla="*/ 791 w 2264"/>
              <a:gd name="T19" fmla="*/ 716 h 2610"/>
              <a:gd name="T20" fmla="*/ 700 w 2264"/>
              <a:gd name="T21" fmla="*/ 652 h 2610"/>
              <a:gd name="T22" fmla="*/ 0 w 2264"/>
              <a:gd name="T23" fmla="*/ 652 h 2610"/>
              <a:gd name="T24" fmla="*/ 350 w 2264"/>
              <a:gd name="T25" fmla="*/ 1257 h 2610"/>
              <a:gd name="T26" fmla="*/ 451 w 2264"/>
              <a:gd name="T27" fmla="*/ 1304 h 2610"/>
              <a:gd name="T28" fmla="*/ 350 w 2264"/>
              <a:gd name="T29" fmla="*/ 1351 h 2610"/>
              <a:gd name="T30" fmla="*/ 0 w 2264"/>
              <a:gd name="T31" fmla="*/ 1956 h 2610"/>
              <a:gd name="T32" fmla="*/ 700 w 2264"/>
              <a:gd name="T33" fmla="*/ 1956 h 2610"/>
              <a:gd name="T34" fmla="*/ 791 w 2264"/>
              <a:gd name="T35" fmla="*/ 1893 h 2610"/>
              <a:gd name="T36" fmla="*/ 782 w 2264"/>
              <a:gd name="T37" fmla="*/ 2005 h 2610"/>
              <a:gd name="T38" fmla="*/ 1132 w 2264"/>
              <a:gd name="T39" fmla="*/ 2610 h 2610"/>
              <a:gd name="T40" fmla="*/ 1482 w 2264"/>
              <a:gd name="T41" fmla="*/ 2005 h 2610"/>
              <a:gd name="T42" fmla="*/ 1473 w 2264"/>
              <a:gd name="T43" fmla="*/ 1894 h 2610"/>
              <a:gd name="T44" fmla="*/ 1564 w 2264"/>
              <a:gd name="T45" fmla="*/ 1957 h 2610"/>
              <a:gd name="T46" fmla="*/ 2264 w 2264"/>
              <a:gd name="T47" fmla="*/ 1957 h 2610"/>
              <a:gd name="T48" fmla="*/ 1914 w 2264"/>
              <a:gd name="T49" fmla="*/ 1352 h 2610"/>
              <a:gd name="T50" fmla="*/ 1132 w 2264"/>
              <a:gd name="T51" fmla="*/ 1772 h 2610"/>
              <a:gd name="T52" fmla="*/ 665 w 2264"/>
              <a:gd name="T53" fmla="*/ 1305 h 2610"/>
              <a:gd name="T54" fmla="*/ 1132 w 2264"/>
              <a:gd name="T55" fmla="*/ 838 h 2610"/>
              <a:gd name="T56" fmla="*/ 1599 w 2264"/>
              <a:gd name="T57" fmla="*/ 1305 h 2610"/>
              <a:gd name="T58" fmla="*/ 1132 w 2264"/>
              <a:gd name="T59" fmla="*/ 1772 h 2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264" h="2610">
                <a:moveTo>
                  <a:pt x="1914" y="1352"/>
                </a:moveTo>
                <a:cubicBezTo>
                  <a:pt x="1881" y="1333"/>
                  <a:pt x="1847" y="1318"/>
                  <a:pt x="1813" y="1305"/>
                </a:cubicBezTo>
                <a:cubicBezTo>
                  <a:pt x="1847" y="1292"/>
                  <a:pt x="1881" y="1277"/>
                  <a:pt x="1914" y="1258"/>
                </a:cubicBezTo>
                <a:cubicBezTo>
                  <a:pt x="2138" y="1129"/>
                  <a:pt x="2262" y="894"/>
                  <a:pt x="2264" y="653"/>
                </a:cubicBezTo>
                <a:cubicBezTo>
                  <a:pt x="2055" y="533"/>
                  <a:pt x="1789" y="523"/>
                  <a:pt x="1564" y="653"/>
                </a:cubicBezTo>
                <a:cubicBezTo>
                  <a:pt x="1531" y="671"/>
                  <a:pt x="1501" y="694"/>
                  <a:pt x="1473" y="716"/>
                </a:cubicBezTo>
                <a:cubicBezTo>
                  <a:pt x="1479" y="680"/>
                  <a:pt x="1482" y="642"/>
                  <a:pt x="1482" y="605"/>
                </a:cubicBezTo>
                <a:cubicBezTo>
                  <a:pt x="1482" y="346"/>
                  <a:pt x="1341" y="121"/>
                  <a:pt x="1132" y="0"/>
                </a:cubicBezTo>
                <a:cubicBezTo>
                  <a:pt x="923" y="121"/>
                  <a:pt x="782" y="346"/>
                  <a:pt x="782" y="605"/>
                </a:cubicBezTo>
                <a:cubicBezTo>
                  <a:pt x="782" y="642"/>
                  <a:pt x="785" y="680"/>
                  <a:pt x="791" y="716"/>
                </a:cubicBezTo>
                <a:cubicBezTo>
                  <a:pt x="763" y="692"/>
                  <a:pt x="733" y="670"/>
                  <a:pt x="700" y="652"/>
                </a:cubicBezTo>
                <a:cubicBezTo>
                  <a:pt x="476" y="522"/>
                  <a:pt x="210" y="532"/>
                  <a:pt x="0" y="652"/>
                </a:cubicBezTo>
                <a:cubicBezTo>
                  <a:pt x="0" y="893"/>
                  <a:pt x="125" y="1128"/>
                  <a:pt x="350" y="1257"/>
                </a:cubicBezTo>
                <a:cubicBezTo>
                  <a:pt x="383" y="1276"/>
                  <a:pt x="417" y="1291"/>
                  <a:pt x="451" y="1304"/>
                </a:cubicBezTo>
                <a:cubicBezTo>
                  <a:pt x="417" y="1317"/>
                  <a:pt x="383" y="1332"/>
                  <a:pt x="350" y="1351"/>
                </a:cubicBezTo>
                <a:cubicBezTo>
                  <a:pt x="126" y="1480"/>
                  <a:pt x="2" y="1714"/>
                  <a:pt x="0" y="1956"/>
                </a:cubicBezTo>
                <a:cubicBezTo>
                  <a:pt x="209" y="2076"/>
                  <a:pt x="475" y="2085"/>
                  <a:pt x="700" y="1956"/>
                </a:cubicBezTo>
                <a:cubicBezTo>
                  <a:pt x="733" y="1937"/>
                  <a:pt x="763" y="1915"/>
                  <a:pt x="791" y="1893"/>
                </a:cubicBezTo>
                <a:cubicBezTo>
                  <a:pt x="785" y="1930"/>
                  <a:pt x="782" y="1968"/>
                  <a:pt x="782" y="2005"/>
                </a:cubicBezTo>
                <a:cubicBezTo>
                  <a:pt x="782" y="2264"/>
                  <a:pt x="923" y="2489"/>
                  <a:pt x="1132" y="2610"/>
                </a:cubicBezTo>
                <a:cubicBezTo>
                  <a:pt x="1341" y="2489"/>
                  <a:pt x="1482" y="2264"/>
                  <a:pt x="1482" y="2005"/>
                </a:cubicBezTo>
                <a:cubicBezTo>
                  <a:pt x="1482" y="1968"/>
                  <a:pt x="1479" y="1930"/>
                  <a:pt x="1473" y="1894"/>
                </a:cubicBezTo>
                <a:cubicBezTo>
                  <a:pt x="1501" y="1917"/>
                  <a:pt x="1531" y="1938"/>
                  <a:pt x="1564" y="1957"/>
                </a:cubicBezTo>
                <a:cubicBezTo>
                  <a:pt x="1788" y="2087"/>
                  <a:pt x="2054" y="2077"/>
                  <a:pt x="2264" y="1957"/>
                </a:cubicBezTo>
                <a:cubicBezTo>
                  <a:pt x="2262" y="1716"/>
                  <a:pt x="2138" y="1481"/>
                  <a:pt x="1914" y="1352"/>
                </a:cubicBezTo>
                <a:close/>
                <a:moveTo>
                  <a:pt x="1132" y="1772"/>
                </a:moveTo>
                <a:cubicBezTo>
                  <a:pt x="874" y="1772"/>
                  <a:pt x="665" y="1563"/>
                  <a:pt x="665" y="1305"/>
                </a:cubicBezTo>
                <a:cubicBezTo>
                  <a:pt x="665" y="1047"/>
                  <a:pt x="874" y="838"/>
                  <a:pt x="1132" y="838"/>
                </a:cubicBezTo>
                <a:cubicBezTo>
                  <a:pt x="1390" y="838"/>
                  <a:pt x="1599" y="1047"/>
                  <a:pt x="1599" y="1305"/>
                </a:cubicBezTo>
                <a:cubicBezTo>
                  <a:pt x="1599" y="1563"/>
                  <a:pt x="1390" y="1772"/>
                  <a:pt x="1132" y="17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a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700 w 2566"/>
              <a:gd name="T1" fmla="*/ 1166 h 2566"/>
              <a:gd name="T2" fmla="*/ 0 w 2566"/>
              <a:gd name="T3" fmla="*/ 1166 h 2566"/>
              <a:gd name="T4" fmla="*/ 0 w 2566"/>
              <a:gd name="T5" fmla="*/ 1400 h 2566"/>
              <a:gd name="T6" fmla="*/ 700 w 2566"/>
              <a:gd name="T7" fmla="*/ 1400 h 2566"/>
              <a:gd name="T8" fmla="*/ 700 w 2566"/>
              <a:gd name="T9" fmla="*/ 1166 h 2566"/>
              <a:gd name="T10" fmla="*/ 953 w 2566"/>
              <a:gd name="T11" fmla="*/ 788 h 2566"/>
              <a:gd name="T12" fmla="*/ 705 w 2566"/>
              <a:gd name="T13" fmla="*/ 541 h 2566"/>
              <a:gd name="T14" fmla="*/ 541 w 2566"/>
              <a:gd name="T15" fmla="*/ 705 h 2566"/>
              <a:gd name="T16" fmla="*/ 788 w 2566"/>
              <a:gd name="T17" fmla="*/ 953 h 2566"/>
              <a:gd name="T18" fmla="*/ 953 w 2566"/>
              <a:gd name="T19" fmla="*/ 788 h 2566"/>
              <a:gd name="T20" fmla="*/ 1400 w 2566"/>
              <a:gd name="T21" fmla="*/ 0 h 2566"/>
              <a:gd name="T22" fmla="*/ 1166 w 2566"/>
              <a:gd name="T23" fmla="*/ 0 h 2566"/>
              <a:gd name="T24" fmla="*/ 1166 w 2566"/>
              <a:gd name="T25" fmla="*/ 700 h 2566"/>
              <a:gd name="T26" fmla="*/ 1400 w 2566"/>
              <a:gd name="T27" fmla="*/ 700 h 2566"/>
              <a:gd name="T28" fmla="*/ 1400 w 2566"/>
              <a:gd name="T29" fmla="*/ 0 h 2566"/>
              <a:gd name="T30" fmla="*/ 2025 w 2566"/>
              <a:gd name="T31" fmla="*/ 705 h 2566"/>
              <a:gd name="T32" fmla="*/ 1861 w 2566"/>
              <a:gd name="T33" fmla="*/ 541 h 2566"/>
              <a:gd name="T34" fmla="*/ 1613 w 2566"/>
              <a:gd name="T35" fmla="*/ 788 h 2566"/>
              <a:gd name="T36" fmla="*/ 1778 w 2566"/>
              <a:gd name="T37" fmla="*/ 953 h 2566"/>
              <a:gd name="T38" fmla="*/ 2025 w 2566"/>
              <a:gd name="T39" fmla="*/ 705 h 2566"/>
              <a:gd name="T40" fmla="*/ 1866 w 2566"/>
              <a:gd name="T41" fmla="*/ 1166 h 2566"/>
              <a:gd name="T42" fmla="*/ 1866 w 2566"/>
              <a:gd name="T43" fmla="*/ 1400 h 2566"/>
              <a:gd name="T44" fmla="*/ 2566 w 2566"/>
              <a:gd name="T45" fmla="*/ 1400 h 2566"/>
              <a:gd name="T46" fmla="*/ 2566 w 2566"/>
              <a:gd name="T47" fmla="*/ 1166 h 2566"/>
              <a:gd name="T48" fmla="*/ 1866 w 2566"/>
              <a:gd name="T49" fmla="*/ 1166 h 2566"/>
              <a:gd name="T50" fmla="*/ 1283 w 2566"/>
              <a:gd name="T51" fmla="*/ 933 h 2566"/>
              <a:gd name="T52" fmla="*/ 933 w 2566"/>
              <a:gd name="T53" fmla="*/ 1283 h 2566"/>
              <a:gd name="T54" fmla="*/ 1283 w 2566"/>
              <a:gd name="T55" fmla="*/ 1633 h 2566"/>
              <a:gd name="T56" fmla="*/ 1633 w 2566"/>
              <a:gd name="T57" fmla="*/ 1283 h 2566"/>
              <a:gd name="T58" fmla="*/ 1283 w 2566"/>
              <a:gd name="T59" fmla="*/ 933 h 2566"/>
              <a:gd name="T60" fmla="*/ 1613 w 2566"/>
              <a:gd name="T61" fmla="*/ 1778 h 2566"/>
              <a:gd name="T62" fmla="*/ 1861 w 2566"/>
              <a:gd name="T63" fmla="*/ 2025 h 2566"/>
              <a:gd name="T64" fmla="*/ 2025 w 2566"/>
              <a:gd name="T65" fmla="*/ 1861 h 2566"/>
              <a:gd name="T66" fmla="*/ 1778 w 2566"/>
              <a:gd name="T67" fmla="*/ 1613 h 2566"/>
              <a:gd name="T68" fmla="*/ 1613 w 2566"/>
              <a:gd name="T69" fmla="*/ 1778 h 2566"/>
              <a:gd name="T70" fmla="*/ 541 w 2566"/>
              <a:gd name="T71" fmla="*/ 1861 h 2566"/>
              <a:gd name="T72" fmla="*/ 705 w 2566"/>
              <a:gd name="T73" fmla="*/ 2025 h 2566"/>
              <a:gd name="T74" fmla="*/ 953 w 2566"/>
              <a:gd name="T75" fmla="*/ 1778 h 2566"/>
              <a:gd name="T76" fmla="*/ 788 w 2566"/>
              <a:gd name="T77" fmla="*/ 1613 h 2566"/>
              <a:gd name="T78" fmla="*/ 541 w 2566"/>
              <a:gd name="T79" fmla="*/ 1861 h 2566"/>
              <a:gd name="T80" fmla="*/ 1166 w 2566"/>
              <a:gd name="T81" fmla="*/ 2566 h 2566"/>
              <a:gd name="T82" fmla="*/ 1400 w 2566"/>
              <a:gd name="T83" fmla="*/ 2566 h 2566"/>
              <a:gd name="T84" fmla="*/ 1400 w 2566"/>
              <a:gd name="T85" fmla="*/ 1866 h 2566"/>
              <a:gd name="T86" fmla="*/ 1166 w 2566"/>
              <a:gd name="T87" fmla="*/ 1866 h 2566"/>
              <a:gd name="T88" fmla="*/ 1166 w 2566"/>
              <a:gd name="T89" fmla="*/ 2566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566" h="2566">
                <a:moveTo>
                  <a:pt x="700" y="1166"/>
                </a:moveTo>
                <a:cubicBezTo>
                  <a:pt x="0" y="1166"/>
                  <a:pt x="0" y="1166"/>
                  <a:pt x="0" y="1166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700" y="1400"/>
                  <a:pt x="700" y="1400"/>
                  <a:pt x="700" y="1400"/>
                </a:cubicBezTo>
                <a:lnTo>
                  <a:pt x="700" y="1166"/>
                </a:lnTo>
                <a:close/>
                <a:moveTo>
                  <a:pt x="953" y="788"/>
                </a:moveTo>
                <a:cubicBezTo>
                  <a:pt x="705" y="541"/>
                  <a:pt x="705" y="541"/>
                  <a:pt x="705" y="541"/>
                </a:cubicBezTo>
                <a:cubicBezTo>
                  <a:pt x="541" y="705"/>
                  <a:pt x="541" y="705"/>
                  <a:pt x="541" y="705"/>
                </a:cubicBezTo>
                <a:cubicBezTo>
                  <a:pt x="788" y="953"/>
                  <a:pt x="788" y="953"/>
                  <a:pt x="788" y="953"/>
                </a:cubicBezTo>
                <a:lnTo>
                  <a:pt x="953" y="788"/>
                </a:lnTo>
                <a:close/>
                <a:moveTo>
                  <a:pt x="1400" y="0"/>
                </a:moveTo>
                <a:cubicBezTo>
                  <a:pt x="1166" y="0"/>
                  <a:pt x="1166" y="0"/>
                  <a:pt x="1166" y="0"/>
                </a:cubicBezTo>
                <a:cubicBezTo>
                  <a:pt x="1166" y="700"/>
                  <a:pt x="1166" y="700"/>
                  <a:pt x="1166" y="700"/>
                </a:cubicBezTo>
                <a:cubicBezTo>
                  <a:pt x="1400" y="700"/>
                  <a:pt x="1400" y="700"/>
                  <a:pt x="1400" y="700"/>
                </a:cubicBezTo>
                <a:lnTo>
                  <a:pt x="1400" y="0"/>
                </a:lnTo>
                <a:close/>
                <a:moveTo>
                  <a:pt x="2025" y="705"/>
                </a:moveTo>
                <a:cubicBezTo>
                  <a:pt x="1861" y="541"/>
                  <a:pt x="1861" y="541"/>
                  <a:pt x="1861" y="541"/>
                </a:cubicBezTo>
                <a:cubicBezTo>
                  <a:pt x="1613" y="788"/>
                  <a:pt x="1613" y="788"/>
                  <a:pt x="1613" y="788"/>
                </a:cubicBezTo>
                <a:cubicBezTo>
                  <a:pt x="1778" y="953"/>
                  <a:pt x="1778" y="953"/>
                  <a:pt x="1778" y="953"/>
                </a:cubicBezTo>
                <a:lnTo>
                  <a:pt x="2025" y="705"/>
                </a:lnTo>
                <a:close/>
                <a:moveTo>
                  <a:pt x="1866" y="1166"/>
                </a:moveTo>
                <a:cubicBezTo>
                  <a:pt x="1866" y="1400"/>
                  <a:pt x="1866" y="1400"/>
                  <a:pt x="1866" y="1400"/>
                </a:cubicBezTo>
                <a:cubicBezTo>
                  <a:pt x="2566" y="1400"/>
                  <a:pt x="2566" y="1400"/>
                  <a:pt x="2566" y="1400"/>
                </a:cubicBezTo>
                <a:cubicBezTo>
                  <a:pt x="2566" y="1166"/>
                  <a:pt x="2566" y="1166"/>
                  <a:pt x="2566" y="1166"/>
                </a:cubicBezTo>
                <a:lnTo>
                  <a:pt x="1866" y="1166"/>
                </a:lnTo>
                <a:close/>
                <a:moveTo>
                  <a:pt x="1283" y="933"/>
                </a:moveTo>
                <a:cubicBezTo>
                  <a:pt x="1089" y="933"/>
                  <a:pt x="933" y="1089"/>
                  <a:pt x="933" y="1283"/>
                </a:cubicBezTo>
                <a:cubicBezTo>
                  <a:pt x="933" y="1477"/>
                  <a:pt x="1089" y="1633"/>
                  <a:pt x="1283" y="1633"/>
                </a:cubicBezTo>
                <a:cubicBezTo>
                  <a:pt x="1477" y="1633"/>
                  <a:pt x="1633" y="1477"/>
                  <a:pt x="1633" y="1283"/>
                </a:cubicBezTo>
                <a:cubicBezTo>
                  <a:pt x="1633" y="1089"/>
                  <a:pt x="1477" y="933"/>
                  <a:pt x="1283" y="933"/>
                </a:cubicBezTo>
                <a:close/>
                <a:moveTo>
                  <a:pt x="1613" y="1778"/>
                </a:moveTo>
                <a:cubicBezTo>
                  <a:pt x="1861" y="2025"/>
                  <a:pt x="1861" y="2025"/>
                  <a:pt x="1861" y="2025"/>
                </a:cubicBezTo>
                <a:cubicBezTo>
                  <a:pt x="2025" y="1861"/>
                  <a:pt x="2025" y="1861"/>
                  <a:pt x="2025" y="1861"/>
                </a:cubicBezTo>
                <a:cubicBezTo>
                  <a:pt x="1778" y="1613"/>
                  <a:pt x="1778" y="1613"/>
                  <a:pt x="1778" y="1613"/>
                </a:cubicBezTo>
                <a:lnTo>
                  <a:pt x="1613" y="1778"/>
                </a:lnTo>
                <a:close/>
                <a:moveTo>
                  <a:pt x="541" y="1861"/>
                </a:moveTo>
                <a:cubicBezTo>
                  <a:pt x="705" y="2025"/>
                  <a:pt x="705" y="2025"/>
                  <a:pt x="705" y="2025"/>
                </a:cubicBezTo>
                <a:cubicBezTo>
                  <a:pt x="953" y="1778"/>
                  <a:pt x="953" y="1778"/>
                  <a:pt x="953" y="1778"/>
                </a:cubicBezTo>
                <a:cubicBezTo>
                  <a:pt x="788" y="1613"/>
                  <a:pt x="788" y="1613"/>
                  <a:pt x="788" y="1613"/>
                </a:cubicBezTo>
                <a:lnTo>
                  <a:pt x="541" y="1861"/>
                </a:lnTo>
                <a:close/>
                <a:moveTo>
                  <a:pt x="1166" y="2566"/>
                </a:moveTo>
                <a:cubicBezTo>
                  <a:pt x="1400" y="2566"/>
                  <a:pt x="1400" y="2566"/>
                  <a:pt x="1400" y="2566"/>
                </a:cubicBezTo>
                <a:cubicBezTo>
                  <a:pt x="1400" y="1866"/>
                  <a:pt x="1400" y="1866"/>
                  <a:pt x="1400" y="1866"/>
                </a:cubicBezTo>
                <a:cubicBezTo>
                  <a:pt x="1166" y="1866"/>
                  <a:pt x="1166" y="1866"/>
                  <a:pt x="1166" y="1866"/>
                </a:cubicBezTo>
                <a:lnTo>
                  <a:pt x="1166" y="25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ash Aut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36185" cy="914400"/>
          </a:xfrm>
          <a:custGeom>
            <a:avLst/>
            <a:gdLst>
              <a:gd name="T0" fmla="*/ 0 w 5292"/>
              <a:gd name="T1" fmla="*/ 0 h 5787"/>
              <a:gd name="T2" fmla="*/ 0 w 5292"/>
              <a:gd name="T3" fmla="*/ 3307 h 5787"/>
              <a:gd name="T4" fmla="*/ 827 w 5292"/>
              <a:gd name="T5" fmla="*/ 3307 h 5787"/>
              <a:gd name="T6" fmla="*/ 827 w 5292"/>
              <a:gd name="T7" fmla="*/ 5787 h 5787"/>
              <a:gd name="T8" fmla="*/ 2757 w 5292"/>
              <a:gd name="T9" fmla="*/ 2480 h 5787"/>
              <a:gd name="T10" fmla="*/ 1654 w 5292"/>
              <a:gd name="T11" fmla="*/ 2480 h 5787"/>
              <a:gd name="T12" fmla="*/ 2757 w 5292"/>
              <a:gd name="T13" fmla="*/ 0 h 5787"/>
              <a:gd name="T14" fmla="*/ 0 w 5292"/>
              <a:gd name="T15" fmla="*/ 0 h 5787"/>
              <a:gd name="T16" fmla="*/ 4411 w 5292"/>
              <a:gd name="T17" fmla="*/ 0 h 5787"/>
              <a:gd name="T18" fmla="*/ 3858 w 5292"/>
              <a:gd name="T19" fmla="*/ 0 h 5787"/>
              <a:gd name="T20" fmla="*/ 2977 w 5292"/>
              <a:gd name="T21" fmla="*/ 2480 h 5787"/>
              <a:gd name="T22" fmla="*/ 3501 w 5292"/>
              <a:gd name="T23" fmla="*/ 2480 h 5787"/>
              <a:gd name="T24" fmla="*/ 3693 w 5292"/>
              <a:gd name="T25" fmla="*/ 1929 h 5787"/>
              <a:gd name="T26" fmla="*/ 4576 w 5292"/>
              <a:gd name="T27" fmla="*/ 1929 h 5787"/>
              <a:gd name="T28" fmla="*/ 4767 w 5292"/>
              <a:gd name="T29" fmla="*/ 2480 h 5787"/>
              <a:gd name="T30" fmla="*/ 5292 w 5292"/>
              <a:gd name="T31" fmla="*/ 2480 h 5787"/>
              <a:gd name="T32" fmla="*/ 4411 w 5292"/>
              <a:gd name="T33" fmla="*/ 0 h 5787"/>
              <a:gd name="T34" fmla="*/ 3818 w 5292"/>
              <a:gd name="T35" fmla="*/ 1556 h 5787"/>
              <a:gd name="T36" fmla="*/ 4134 w 5292"/>
              <a:gd name="T37" fmla="*/ 552 h 5787"/>
              <a:gd name="T38" fmla="*/ 4451 w 5292"/>
              <a:gd name="T39" fmla="*/ 1556 h 5787"/>
              <a:gd name="T40" fmla="*/ 3818 w 5292"/>
              <a:gd name="T41" fmla="*/ 1556 h 57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5292" h="5787">
                <a:moveTo>
                  <a:pt x="0" y="0"/>
                </a:moveTo>
                <a:lnTo>
                  <a:pt x="0" y="3307"/>
                </a:lnTo>
                <a:lnTo>
                  <a:pt x="827" y="3307"/>
                </a:lnTo>
                <a:lnTo>
                  <a:pt x="827" y="5787"/>
                </a:lnTo>
                <a:lnTo>
                  <a:pt x="2757" y="2480"/>
                </a:lnTo>
                <a:lnTo>
                  <a:pt x="1654" y="2480"/>
                </a:lnTo>
                <a:lnTo>
                  <a:pt x="2757" y="0"/>
                </a:lnTo>
                <a:lnTo>
                  <a:pt x="0" y="0"/>
                </a:lnTo>
                <a:close/>
                <a:moveTo>
                  <a:pt x="4411" y="0"/>
                </a:moveTo>
                <a:lnTo>
                  <a:pt x="3858" y="0"/>
                </a:lnTo>
                <a:lnTo>
                  <a:pt x="2977" y="2480"/>
                </a:lnTo>
                <a:lnTo>
                  <a:pt x="3501" y="2480"/>
                </a:lnTo>
                <a:lnTo>
                  <a:pt x="3693" y="1929"/>
                </a:lnTo>
                <a:lnTo>
                  <a:pt x="4576" y="1929"/>
                </a:lnTo>
                <a:lnTo>
                  <a:pt x="4767" y="2480"/>
                </a:lnTo>
                <a:lnTo>
                  <a:pt x="5292" y="2480"/>
                </a:lnTo>
                <a:lnTo>
                  <a:pt x="4411" y="0"/>
                </a:lnTo>
                <a:close/>
                <a:moveTo>
                  <a:pt x="3818" y="1556"/>
                </a:moveTo>
                <a:lnTo>
                  <a:pt x="4134" y="552"/>
                </a:lnTo>
                <a:lnTo>
                  <a:pt x="4451" y="1556"/>
                </a:lnTo>
                <a:lnTo>
                  <a:pt x="3818" y="15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ash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77398" cy="914400"/>
          </a:xfrm>
          <a:custGeom>
            <a:avLst/>
            <a:gdLst>
              <a:gd name="T0" fmla="*/ 352 w 4687"/>
              <a:gd name="T1" fmla="*/ 276 h 5513"/>
              <a:gd name="T2" fmla="*/ 0 w 4687"/>
              <a:gd name="T3" fmla="*/ 626 h 5513"/>
              <a:gd name="T4" fmla="*/ 1380 w 4687"/>
              <a:gd name="T5" fmla="*/ 2003 h 5513"/>
              <a:gd name="T6" fmla="*/ 1380 w 4687"/>
              <a:gd name="T7" fmla="*/ 3033 h 5513"/>
              <a:gd name="T8" fmla="*/ 2206 w 4687"/>
              <a:gd name="T9" fmla="*/ 3033 h 5513"/>
              <a:gd name="T10" fmla="*/ 2206 w 4687"/>
              <a:gd name="T11" fmla="*/ 5513 h 5513"/>
              <a:gd name="T12" fmla="*/ 3191 w 4687"/>
              <a:gd name="T13" fmla="*/ 3819 h 5513"/>
              <a:gd name="T14" fmla="*/ 4337 w 4687"/>
              <a:gd name="T15" fmla="*/ 4960 h 5513"/>
              <a:gd name="T16" fmla="*/ 4687 w 4687"/>
              <a:gd name="T17" fmla="*/ 4611 h 5513"/>
              <a:gd name="T18" fmla="*/ 352 w 4687"/>
              <a:gd name="T19" fmla="*/ 276 h 5513"/>
              <a:gd name="T20" fmla="*/ 4134 w 4687"/>
              <a:gd name="T21" fmla="*/ 2206 h 5513"/>
              <a:gd name="T22" fmla="*/ 3033 w 4687"/>
              <a:gd name="T23" fmla="*/ 2206 h 5513"/>
              <a:gd name="T24" fmla="*/ 4134 w 4687"/>
              <a:gd name="T25" fmla="*/ 0 h 5513"/>
              <a:gd name="T26" fmla="*/ 1380 w 4687"/>
              <a:gd name="T27" fmla="*/ 0 h 5513"/>
              <a:gd name="T28" fmla="*/ 1380 w 4687"/>
              <a:gd name="T29" fmla="*/ 602 h 5513"/>
              <a:gd name="T30" fmla="*/ 3711 w 4687"/>
              <a:gd name="T31" fmla="*/ 2933 h 5513"/>
              <a:gd name="T32" fmla="*/ 4134 w 4687"/>
              <a:gd name="T33" fmla="*/ 2206 h 5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687" h="5513">
                <a:moveTo>
                  <a:pt x="352" y="276"/>
                </a:moveTo>
                <a:lnTo>
                  <a:pt x="0" y="626"/>
                </a:lnTo>
                <a:lnTo>
                  <a:pt x="1380" y="2003"/>
                </a:lnTo>
                <a:lnTo>
                  <a:pt x="1380" y="3033"/>
                </a:lnTo>
                <a:lnTo>
                  <a:pt x="2206" y="3033"/>
                </a:lnTo>
                <a:lnTo>
                  <a:pt x="2206" y="5513"/>
                </a:lnTo>
                <a:lnTo>
                  <a:pt x="3191" y="3819"/>
                </a:lnTo>
                <a:lnTo>
                  <a:pt x="4337" y="4960"/>
                </a:lnTo>
                <a:lnTo>
                  <a:pt x="4687" y="4611"/>
                </a:lnTo>
                <a:lnTo>
                  <a:pt x="352" y="276"/>
                </a:lnTo>
                <a:close/>
                <a:moveTo>
                  <a:pt x="4134" y="2206"/>
                </a:moveTo>
                <a:lnTo>
                  <a:pt x="3033" y="2206"/>
                </a:lnTo>
                <a:lnTo>
                  <a:pt x="4134" y="0"/>
                </a:lnTo>
                <a:lnTo>
                  <a:pt x="1380" y="0"/>
                </a:lnTo>
                <a:lnTo>
                  <a:pt x="1380" y="602"/>
                </a:lnTo>
                <a:lnTo>
                  <a:pt x="3711" y="2933"/>
                </a:lnTo>
                <a:lnTo>
                  <a:pt x="4134" y="220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ash On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456785" cy="914400"/>
          </a:xfrm>
          <a:custGeom>
            <a:avLst/>
            <a:gdLst>
              <a:gd name="T0" fmla="*/ 0 w 2754"/>
              <a:gd name="T1" fmla="*/ 0 h 5513"/>
              <a:gd name="T2" fmla="*/ 0 w 2754"/>
              <a:gd name="T3" fmla="*/ 3033 h 5513"/>
              <a:gd name="T4" fmla="*/ 826 w 2754"/>
              <a:gd name="T5" fmla="*/ 3033 h 5513"/>
              <a:gd name="T6" fmla="*/ 826 w 2754"/>
              <a:gd name="T7" fmla="*/ 5513 h 5513"/>
              <a:gd name="T8" fmla="*/ 2754 w 2754"/>
              <a:gd name="T9" fmla="*/ 2206 h 5513"/>
              <a:gd name="T10" fmla="*/ 1653 w 2754"/>
              <a:gd name="T11" fmla="*/ 2206 h 5513"/>
              <a:gd name="T12" fmla="*/ 2754 w 2754"/>
              <a:gd name="T13" fmla="*/ 0 h 5513"/>
              <a:gd name="T14" fmla="*/ 0 w 2754"/>
              <a:gd name="T15" fmla="*/ 0 h 5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754" h="5513">
                <a:moveTo>
                  <a:pt x="0" y="0"/>
                </a:moveTo>
                <a:lnTo>
                  <a:pt x="0" y="3033"/>
                </a:lnTo>
                <a:lnTo>
                  <a:pt x="826" y="3033"/>
                </a:lnTo>
                <a:lnTo>
                  <a:pt x="826" y="5513"/>
                </a:lnTo>
                <a:lnTo>
                  <a:pt x="2754" y="2206"/>
                </a:lnTo>
                <a:lnTo>
                  <a:pt x="1653" y="2206"/>
                </a:lnTo>
                <a:lnTo>
                  <a:pt x="2754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i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48447" cy="914400"/>
          </a:xfrm>
          <a:custGeom>
            <a:avLst/>
            <a:gdLst>
              <a:gd name="T0" fmla="*/ 1400 w 2100"/>
              <a:gd name="T1" fmla="*/ 2333 h 2566"/>
              <a:gd name="T2" fmla="*/ 1633 w 2100"/>
              <a:gd name="T3" fmla="*/ 2333 h 2566"/>
              <a:gd name="T4" fmla="*/ 1633 w 2100"/>
              <a:gd name="T5" fmla="*/ 2100 h 2566"/>
              <a:gd name="T6" fmla="*/ 1400 w 2100"/>
              <a:gd name="T7" fmla="*/ 2100 h 2566"/>
              <a:gd name="T8" fmla="*/ 1400 w 2100"/>
              <a:gd name="T9" fmla="*/ 2333 h 2566"/>
              <a:gd name="T10" fmla="*/ 1867 w 2100"/>
              <a:gd name="T11" fmla="*/ 933 h 2566"/>
              <a:gd name="T12" fmla="*/ 2100 w 2100"/>
              <a:gd name="T13" fmla="*/ 933 h 2566"/>
              <a:gd name="T14" fmla="*/ 2100 w 2100"/>
              <a:gd name="T15" fmla="*/ 700 h 2566"/>
              <a:gd name="T16" fmla="*/ 1867 w 2100"/>
              <a:gd name="T17" fmla="*/ 700 h 2566"/>
              <a:gd name="T18" fmla="*/ 1867 w 2100"/>
              <a:gd name="T19" fmla="*/ 933 h 2566"/>
              <a:gd name="T20" fmla="*/ 0 w 2100"/>
              <a:gd name="T21" fmla="*/ 466 h 2566"/>
              <a:gd name="T22" fmla="*/ 0 w 2100"/>
              <a:gd name="T23" fmla="*/ 2100 h 2566"/>
              <a:gd name="T24" fmla="*/ 233 w 2100"/>
              <a:gd name="T25" fmla="*/ 2333 h 2566"/>
              <a:gd name="T26" fmla="*/ 700 w 2100"/>
              <a:gd name="T27" fmla="*/ 2333 h 2566"/>
              <a:gd name="T28" fmla="*/ 700 w 2100"/>
              <a:gd name="T29" fmla="*/ 2100 h 2566"/>
              <a:gd name="T30" fmla="*/ 233 w 2100"/>
              <a:gd name="T31" fmla="*/ 2100 h 2566"/>
              <a:gd name="T32" fmla="*/ 233 w 2100"/>
              <a:gd name="T33" fmla="*/ 466 h 2566"/>
              <a:gd name="T34" fmla="*/ 700 w 2100"/>
              <a:gd name="T35" fmla="*/ 466 h 2566"/>
              <a:gd name="T36" fmla="*/ 700 w 2100"/>
              <a:gd name="T37" fmla="*/ 233 h 2566"/>
              <a:gd name="T38" fmla="*/ 233 w 2100"/>
              <a:gd name="T39" fmla="*/ 233 h 2566"/>
              <a:gd name="T40" fmla="*/ 0 w 2100"/>
              <a:gd name="T41" fmla="*/ 466 h 2566"/>
              <a:gd name="T42" fmla="*/ 1867 w 2100"/>
              <a:gd name="T43" fmla="*/ 233 h 2566"/>
              <a:gd name="T44" fmla="*/ 1867 w 2100"/>
              <a:gd name="T45" fmla="*/ 466 h 2566"/>
              <a:gd name="T46" fmla="*/ 2100 w 2100"/>
              <a:gd name="T47" fmla="*/ 466 h 2566"/>
              <a:gd name="T48" fmla="*/ 1867 w 2100"/>
              <a:gd name="T49" fmla="*/ 233 h 2566"/>
              <a:gd name="T50" fmla="*/ 933 w 2100"/>
              <a:gd name="T51" fmla="*/ 2566 h 2566"/>
              <a:gd name="T52" fmla="*/ 1167 w 2100"/>
              <a:gd name="T53" fmla="*/ 2566 h 2566"/>
              <a:gd name="T54" fmla="*/ 1167 w 2100"/>
              <a:gd name="T55" fmla="*/ 0 h 2566"/>
              <a:gd name="T56" fmla="*/ 933 w 2100"/>
              <a:gd name="T57" fmla="*/ 0 h 2566"/>
              <a:gd name="T58" fmla="*/ 933 w 2100"/>
              <a:gd name="T59" fmla="*/ 2566 h 2566"/>
              <a:gd name="T60" fmla="*/ 1867 w 2100"/>
              <a:gd name="T61" fmla="*/ 1866 h 2566"/>
              <a:gd name="T62" fmla="*/ 2100 w 2100"/>
              <a:gd name="T63" fmla="*/ 1866 h 2566"/>
              <a:gd name="T64" fmla="*/ 2100 w 2100"/>
              <a:gd name="T65" fmla="*/ 1633 h 2566"/>
              <a:gd name="T66" fmla="*/ 1867 w 2100"/>
              <a:gd name="T67" fmla="*/ 1633 h 2566"/>
              <a:gd name="T68" fmla="*/ 1867 w 2100"/>
              <a:gd name="T69" fmla="*/ 1866 h 2566"/>
              <a:gd name="T70" fmla="*/ 1400 w 2100"/>
              <a:gd name="T71" fmla="*/ 466 h 2566"/>
              <a:gd name="T72" fmla="*/ 1633 w 2100"/>
              <a:gd name="T73" fmla="*/ 466 h 2566"/>
              <a:gd name="T74" fmla="*/ 1633 w 2100"/>
              <a:gd name="T75" fmla="*/ 233 h 2566"/>
              <a:gd name="T76" fmla="*/ 1400 w 2100"/>
              <a:gd name="T77" fmla="*/ 233 h 2566"/>
              <a:gd name="T78" fmla="*/ 1400 w 2100"/>
              <a:gd name="T79" fmla="*/ 466 h 2566"/>
              <a:gd name="T80" fmla="*/ 1867 w 2100"/>
              <a:gd name="T81" fmla="*/ 1400 h 2566"/>
              <a:gd name="T82" fmla="*/ 2100 w 2100"/>
              <a:gd name="T83" fmla="*/ 1400 h 2566"/>
              <a:gd name="T84" fmla="*/ 2100 w 2100"/>
              <a:gd name="T85" fmla="*/ 1166 h 2566"/>
              <a:gd name="T86" fmla="*/ 1867 w 2100"/>
              <a:gd name="T87" fmla="*/ 1166 h 2566"/>
              <a:gd name="T88" fmla="*/ 1867 w 2100"/>
              <a:gd name="T89" fmla="*/ 1400 h 2566"/>
              <a:gd name="T90" fmla="*/ 1867 w 2100"/>
              <a:gd name="T91" fmla="*/ 2333 h 2566"/>
              <a:gd name="T92" fmla="*/ 2100 w 2100"/>
              <a:gd name="T93" fmla="*/ 2100 h 2566"/>
              <a:gd name="T94" fmla="*/ 1867 w 2100"/>
              <a:gd name="T95" fmla="*/ 2100 h 2566"/>
              <a:gd name="T96" fmla="*/ 1867 w 2100"/>
              <a:gd name="T97" fmla="*/ 2333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100" h="2566">
                <a:moveTo>
                  <a:pt x="1400" y="2333"/>
                </a:moveTo>
                <a:cubicBezTo>
                  <a:pt x="1633" y="2333"/>
                  <a:pt x="1633" y="2333"/>
                  <a:pt x="1633" y="2333"/>
                </a:cubicBezTo>
                <a:cubicBezTo>
                  <a:pt x="1633" y="2100"/>
                  <a:pt x="1633" y="2100"/>
                  <a:pt x="1633" y="2100"/>
                </a:cubicBezTo>
                <a:cubicBezTo>
                  <a:pt x="1400" y="2100"/>
                  <a:pt x="1400" y="2100"/>
                  <a:pt x="1400" y="2100"/>
                </a:cubicBezTo>
                <a:lnTo>
                  <a:pt x="1400" y="2333"/>
                </a:lnTo>
                <a:close/>
                <a:moveTo>
                  <a:pt x="1867" y="933"/>
                </a:moveTo>
                <a:cubicBezTo>
                  <a:pt x="2100" y="933"/>
                  <a:pt x="2100" y="933"/>
                  <a:pt x="2100" y="933"/>
                </a:cubicBezTo>
                <a:cubicBezTo>
                  <a:pt x="2100" y="700"/>
                  <a:pt x="2100" y="700"/>
                  <a:pt x="2100" y="700"/>
                </a:cubicBezTo>
                <a:cubicBezTo>
                  <a:pt x="1867" y="700"/>
                  <a:pt x="1867" y="700"/>
                  <a:pt x="1867" y="700"/>
                </a:cubicBezTo>
                <a:lnTo>
                  <a:pt x="1867" y="933"/>
                </a:lnTo>
                <a:close/>
                <a:moveTo>
                  <a:pt x="0" y="466"/>
                </a:moveTo>
                <a:cubicBezTo>
                  <a:pt x="0" y="2100"/>
                  <a:pt x="0" y="2100"/>
                  <a:pt x="0" y="2100"/>
                </a:cubicBezTo>
                <a:cubicBezTo>
                  <a:pt x="0" y="2228"/>
                  <a:pt x="105" y="2333"/>
                  <a:pt x="233" y="2333"/>
                </a:cubicBezTo>
                <a:cubicBezTo>
                  <a:pt x="700" y="2333"/>
                  <a:pt x="700" y="2333"/>
                  <a:pt x="700" y="2333"/>
                </a:cubicBezTo>
                <a:cubicBezTo>
                  <a:pt x="700" y="2100"/>
                  <a:pt x="700" y="2100"/>
                  <a:pt x="700" y="2100"/>
                </a:cubicBezTo>
                <a:cubicBezTo>
                  <a:pt x="233" y="2100"/>
                  <a:pt x="233" y="2100"/>
                  <a:pt x="233" y="2100"/>
                </a:cubicBezTo>
                <a:cubicBezTo>
                  <a:pt x="233" y="466"/>
                  <a:pt x="233" y="466"/>
                  <a:pt x="233" y="466"/>
                </a:cubicBezTo>
                <a:cubicBezTo>
                  <a:pt x="700" y="466"/>
                  <a:pt x="700" y="466"/>
                  <a:pt x="700" y="466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05" y="233"/>
                  <a:pt x="0" y="338"/>
                  <a:pt x="0" y="466"/>
                </a:cubicBezTo>
                <a:close/>
                <a:moveTo>
                  <a:pt x="1867" y="233"/>
                </a:moveTo>
                <a:cubicBezTo>
                  <a:pt x="1867" y="466"/>
                  <a:pt x="1867" y="466"/>
                  <a:pt x="1867" y="466"/>
                </a:cubicBezTo>
                <a:cubicBezTo>
                  <a:pt x="2100" y="466"/>
                  <a:pt x="2100" y="466"/>
                  <a:pt x="2100" y="466"/>
                </a:cubicBezTo>
                <a:cubicBezTo>
                  <a:pt x="2100" y="338"/>
                  <a:pt x="1995" y="233"/>
                  <a:pt x="1867" y="233"/>
                </a:cubicBezTo>
                <a:close/>
                <a:moveTo>
                  <a:pt x="933" y="2566"/>
                </a:moveTo>
                <a:cubicBezTo>
                  <a:pt x="1167" y="2566"/>
                  <a:pt x="1167" y="2566"/>
                  <a:pt x="1167" y="2566"/>
                </a:cubicBezTo>
                <a:cubicBezTo>
                  <a:pt x="1167" y="0"/>
                  <a:pt x="1167" y="0"/>
                  <a:pt x="1167" y="0"/>
                </a:cubicBezTo>
                <a:cubicBezTo>
                  <a:pt x="933" y="0"/>
                  <a:pt x="933" y="0"/>
                  <a:pt x="933" y="0"/>
                </a:cubicBezTo>
                <a:lnTo>
                  <a:pt x="933" y="2566"/>
                </a:lnTo>
                <a:close/>
                <a:moveTo>
                  <a:pt x="1867" y="1866"/>
                </a:moveTo>
                <a:cubicBezTo>
                  <a:pt x="2100" y="1866"/>
                  <a:pt x="2100" y="1866"/>
                  <a:pt x="2100" y="1866"/>
                </a:cubicBezTo>
                <a:cubicBezTo>
                  <a:pt x="2100" y="1633"/>
                  <a:pt x="2100" y="1633"/>
                  <a:pt x="2100" y="1633"/>
                </a:cubicBezTo>
                <a:cubicBezTo>
                  <a:pt x="1867" y="1633"/>
                  <a:pt x="1867" y="1633"/>
                  <a:pt x="1867" y="1633"/>
                </a:cubicBezTo>
                <a:lnTo>
                  <a:pt x="1867" y="1866"/>
                </a:lnTo>
                <a:close/>
                <a:moveTo>
                  <a:pt x="1400" y="466"/>
                </a:moveTo>
                <a:cubicBezTo>
                  <a:pt x="1633" y="466"/>
                  <a:pt x="1633" y="466"/>
                  <a:pt x="1633" y="466"/>
                </a:cubicBezTo>
                <a:cubicBezTo>
                  <a:pt x="1633" y="233"/>
                  <a:pt x="1633" y="233"/>
                  <a:pt x="1633" y="233"/>
                </a:cubicBezTo>
                <a:cubicBezTo>
                  <a:pt x="1400" y="233"/>
                  <a:pt x="1400" y="233"/>
                  <a:pt x="1400" y="233"/>
                </a:cubicBezTo>
                <a:lnTo>
                  <a:pt x="1400" y="466"/>
                </a:lnTo>
                <a:close/>
                <a:moveTo>
                  <a:pt x="1867" y="1400"/>
                </a:moveTo>
                <a:cubicBezTo>
                  <a:pt x="2100" y="1400"/>
                  <a:pt x="2100" y="1400"/>
                  <a:pt x="2100" y="1400"/>
                </a:cubicBezTo>
                <a:cubicBezTo>
                  <a:pt x="2100" y="1166"/>
                  <a:pt x="2100" y="1166"/>
                  <a:pt x="2100" y="1166"/>
                </a:cubicBezTo>
                <a:cubicBezTo>
                  <a:pt x="1867" y="1166"/>
                  <a:pt x="1867" y="1166"/>
                  <a:pt x="1867" y="1166"/>
                </a:cubicBezTo>
                <a:lnTo>
                  <a:pt x="1867" y="1400"/>
                </a:lnTo>
                <a:close/>
                <a:moveTo>
                  <a:pt x="1867" y="2333"/>
                </a:moveTo>
                <a:cubicBezTo>
                  <a:pt x="1995" y="2333"/>
                  <a:pt x="2100" y="2228"/>
                  <a:pt x="2100" y="2100"/>
                </a:cubicBezTo>
                <a:cubicBezTo>
                  <a:pt x="1867" y="2100"/>
                  <a:pt x="1867" y="2100"/>
                  <a:pt x="1867" y="2100"/>
                </a:cubicBezTo>
                <a:lnTo>
                  <a:pt x="1867" y="23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die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167 w 2100"/>
              <a:gd name="T1" fmla="*/ 700 h 2100"/>
              <a:gd name="T2" fmla="*/ 933 w 2100"/>
              <a:gd name="T3" fmla="*/ 933 h 2100"/>
              <a:gd name="T4" fmla="*/ 700 w 2100"/>
              <a:gd name="T5" fmla="*/ 933 h 2100"/>
              <a:gd name="T6" fmla="*/ 933 w 2100"/>
              <a:gd name="T7" fmla="*/ 1167 h 2100"/>
              <a:gd name="T8" fmla="*/ 700 w 2100"/>
              <a:gd name="T9" fmla="*/ 933 h 2100"/>
              <a:gd name="T10" fmla="*/ 1400 w 2100"/>
              <a:gd name="T11" fmla="*/ 933 h 2100"/>
              <a:gd name="T12" fmla="*/ 1167 w 2100"/>
              <a:gd name="T13" fmla="*/ 1167 h 2100"/>
              <a:gd name="T14" fmla="*/ 1400 w 2100"/>
              <a:gd name="T15" fmla="*/ 700 h 2100"/>
              <a:gd name="T16" fmla="*/ 1633 w 2100"/>
              <a:gd name="T17" fmla="*/ 933 h 2100"/>
              <a:gd name="T18" fmla="*/ 1400 w 2100"/>
              <a:gd name="T19" fmla="*/ 700 h 2100"/>
              <a:gd name="T20" fmla="*/ 700 w 2100"/>
              <a:gd name="T21" fmla="*/ 700 h 2100"/>
              <a:gd name="T22" fmla="*/ 467 w 2100"/>
              <a:gd name="T23" fmla="*/ 933 h 2100"/>
              <a:gd name="T24" fmla="*/ 1867 w 2100"/>
              <a:gd name="T25" fmla="*/ 0 h 2100"/>
              <a:gd name="T26" fmla="*/ 0 w 2100"/>
              <a:gd name="T27" fmla="*/ 233 h 2100"/>
              <a:gd name="T28" fmla="*/ 233 w 2100"/>
              <a:gd name="T29" fmla="*/ 2100 h 2100"/>
              <a:gd name="T30" fmla="*/ 2100 w 2100"/>
              <a:gd name="T31" fmla="*/ 1867 h 2100"/>
              <a:gd name="T32" fmla="*/ 1867 w 2100"/>
              <a:gd name="T33" fmla="*/ 0 h 2100"/>
              <a:gd name="T34" fmla="*/ 467 w 2100"/>
              <a:gd name="T35" fmla="*/ 1750 h 2100"/>
              <a:gd name="T36" fmla="*/ 700 w 2100"/>
              <a:gd name="T37" fmla="*/ 1517 h 2100"/>
              <a:gd name="T38" fmla="*/ 1167 w 2100"/>
              <a:gd name="T39" fmla="*/ 1750 h 2100"/>
              <a:gd name="T40" fmla="*/ 933 w 2100"/>
              <a:gd name="T41" fmla="*/ 1517 h 2100"/>
              <a:gd name="T42" fmla="*/ 1167 w 2100"/>
              <a:gd name="T43" fmla="*/ 1750 h 2100"/>
              <a:gd name="T44" fmla="*/ 1400 w 2100"/>
              <a:gd name="T45" fmla="*/ 1750 h 2100"/>
              <a:gd name="T46" fmla="*/ 1633 w 2100"/>
              <a:gd name="T47" fmla="*/ 1517 h 2100"/>
              <a:gd name="T48" fmla="*/ 1867 w 2100"/>
              <a:gd name="T49" fmla="*/ 933 h 2100"/>
              <a:gd name="T50" fmla="*/ 1633 w 2100"/>
              <a:gd name="T51" fmla="*/ 1167 h 2100"/>
              <a:gd name="T52" fmla="*/ 1867 w 2100"/>
              <a:gd name="T53" fmla="*/ 1400 h 2100"/>
              <a:gd name="T54" fmla="*/ 1633 w 2100"/>
              <a:gd name="T55" fmla="*/ 1167 h 2100"/>
              <a:gd name="T56" fmla="*/ 1400 w 2100"/>
              <a:gd name="T57" fmla="*/ 1400 h 2100"/>
              <a:gd name="T58" fmla="*/ 1167 w 2100"/>
              <a:gd name="T59" fmla="*/ 1167 h 2100"/>
              <a:gd name="T60" fmla="*/ 933 w 2100"/>
              <a:gd name="T61" fmla="*/ 1400 h 2100"/>
              <a:gd name="T62" fmla="*/ 700 w 2100"/>
              <a:gd name="T63" fmla="*/ 1167 h 2100"/>
              <a:gd name="T64" fmla="*/ 467 w 2100"/>
              <a:gd name="T65" fmla="*/ 1400 h 2100"/>
              <a:gd name="T66" fmla="*/ 233 w 2100"/>
              <a:gd name="T67" fmla="*/ 1167 h 2100"/>
              <a:gd name="T68" fmla="*/ 467 w 2100"/>
              <a:gd name="T69" fmla="*/ 933 h 2100"/>
              <a:gd name="T70" fmla="*/ 233 w 2100"/>
              <a:gd name="T71" fmla="*/ 233 h 2100"/>
              <a:gd name="T72" fmla="*/ 1867 w 2100"/>
              <a:gd name="T73" fmla="*/ 9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100" h="2100">
                <a:moveTo>
                  <a:pt x="933" y="700"/>
                </a:moveTo>
                <a:cubicBezTo>
                  <a:pt x="1167" y="700"/>
                  <a:pt x="1167" y="700"/>
                  <a:pt x="1167" y="700"/>
                </a:cubicBezTo>
                <a:cubicBezTo>
                  <a:pt x="1167" y="933"/>
                  <a:pt x="1167" y="933"/>
                  <a:pt x="1167" y="933"/>
                </a:cubicBezTo>
                <a:cubicBezTo>
                  <a:pt x="933" y="933"/>
                  <a:pt x="933" y="933"/>
                  <a:pt x="933" y="933"/>
                </a:cubicBezTo>
                <a:lnTo>
                  <a:pt x="933" y="700"/>
                </a:lnTo>
                <a:close/>
                <a:moveTo>
                  <a:pt x="700" y="933"/>
                </a:moveTo>
                <a:cubicBezTo>
                  <a:pt x="933" y="933"/>
                  <a:pt x="933" y="933"/>
                  <a:pt x="933" y="933"/>
                </a:cubicBezTo>
                <a:cubicBezTo>
                  <a:pt x="933" y="1167"/>
                  <a:pt x="933" y="1167"/>
                  <a:pt x="933" y="1167"/>
                </a:cubicBezTo>
                <a:cubicBezTo>
                  <a:pt x="700" y="1167"/>
                  <a:pt x="700" y="1167"/>
                  <a:pt x="700" y="1167"/>
                </a:cubicBezTo>
                <a:lnTo>
                  <a:pt x="700" y="933"/>
                </a:lnTo>
                <a:close/>
                <a:moveTo>
                  <a:pt x="1167" y="933"/>
                </a:moveTo>
                <a:cubicBezTo>
                  <a:pt x="1400" y="933"/>
                  <a:pt x="1400" y="933"/>
                  <a:pt x="1400" y="933"/>
                </a:cubicBezTo>
                <a:cubicBezTo>
                  <a:pt x="1400" y="1167"/>
                  <a:pt x="1400" y="1167"/>
                  <a:pt x="1400" y="1167"/>
                </a:cubicBezTo>
                <a:cubicBezTo>
                  <a:pt x="1167" y="1167"/>
                  <a:pt x="1167" y="1167"/>
                  <a:pt x="1167" y="1167"/>
                </a:cubicBezTo>
                <a:lnTo>
                  <a:pt x="1167" y="933"/>
                </a:lnTo>
                <a:close/>
                <a:moveTo>
                  <a:pt x="1400" y="700"/>
                </a:moveTo>
                <a:cubicBezTo>
                  <a:pt x="1633" y="700"/>
                  <a:pt x="1633" y="700"/>
                  <a:pt x="1633" y="700"/>
                </a:cubicBezTo>
                <a:cubicBezTo>
                  <a:pt x="1633" y="933"/>
                  <a:pt x="1633" y="933"/>
                  <a:pt x="1633" y="933"/>
                </a:cubicBezTo>
                <a:cubicBezTo>
                  <a:pt x="1400" y="933"/>
                  <a:pt x="1400" y="933"/>
                  <a:pt x="1400" y="933"/>
                </a:cubicBezTo>
                <a:lnTo>
                  <a:pt x="1400" y="700"/>
                </a:lnTo>
                <a:close/>
                <a:moveTo>
                  <a:pt x="467" y="700"/>
                </a:moveTo>
                <a:cubicBezTo>
                  <a:pt x="700" y="700"/>
                  <a:pt x="700" y="700"/>
                  <a:pt x="700" y="700"/>
                </a:cubicBezTo>
                <a:cubicBezTo>
                  <a:pt x="700" y="933"/>
                  <a:pt x="700" y="933"/>
                  <a:pt x="700" y="933"/>
                </a:cubicBezTo>
                <a:cubicBezTo>
                  <a:pt x="467" y="933"/>
                  <a:pt x="467" y="933"/>
                  <a:pt x="467" y="933"/>
                </a:cubicBezTo>
                <a:lnTo>
                  <a:pt x="467" y="700"/>
                </a:lnTo>
                <a:close/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700" y="1750"/>
                </a:moveTo>
                <a:cubicBezTo>
                  <a:pt x="467" y="1750"/>
                  <a:pt x="467" y="1750"/>
                  <a:pt x="467" y="1750"/>
                </a:cubicBezTo>
                <a:cubicBezTo>
                  <a:pt x="467" y="1517"/>
                  <a:pt x="467" y="1517"/>
                  <a:pt x="467" y="1517"/>
                </a:cubicBezTo>
                <a:cubicBezTo>
                  <a:pt x="700" y="1517"/>
                  <a:pt x="700" y="1517"/>
                  <a:pt x="700" y="1517"/>
                </a:cubicBezTo>
                <a:lnTo>
                  <a:pt x="700" y="1750"/>
                </a:lnTo>
                <a:close/>
                <a:moveTo>
                  <a:pt x="1167" y="1750"/>
                </a:moveTo>
                <a:cubicBezTo>
                  <a:pt x="933" y="1750"/>
                  <a:pt x="933" y="1750"/>
                  <a:pt x="933" y="1750"/>
                </a:cubicBezTo>
                <a:cubicBezTo>
                  <a:pt x="933" y="1517"/>
                  <a:pt x="933" y="1517"/>
                  <a:pt x="933" y="1517"/>
                </a:cubicBezTo>
                <a:cubicBezTo>
                  <a:pt x="1167" y="1517"/>
                  <a:pt x="1167" y="1517"/>
                  <a:pt x="1167" y="1517"/>
                </a:cubicBezTo>
                <a:lnTo>
                  <a:pt x="1167" y="1750"/>
                </a:lnTo>
                <a:close/>
                <a:moveTo>
                  <a:pt x="1633" y="1750"/>
                </a:moveTo>
                <a:cubicBezTo>
                  <a:pt x="1400" y="1750"/>
                  <a:pt x="1400" y="1750"/>
                  <a:pt x="1400" y="1750"/>
                </a:cubicBezTo>
                <a:cubicBezTo>
                  <a:pt x="1400" y="1517"/>
                  <a:pt x="1400" y="1517"/>
                  <a:pt x="1400" y="1517"/>
                </a:cubicBezTo>
                <a:cubicBezTo>
                  <a:pt x="1633" y="1517"/>
                  <a:pt x="1633" y="1517"/>
                  <a:pt x="1633" y="1517"/>
                </a:cubicBezTo>
                <a:lnTo>
                  <a:pt x="1633" y="1750"/>
                </a:lnTo>
                <a:close/>
                <a:moveTo>
                  <a:pt x="1867" y="933"/>
                </a:moveTo>
                <a:cubicBezTo>
                  <a:pt x="1633" y="933"/>
                  <a:pt x="1633" y="933"/>
                  <a:pt x="1633" y="933"/>
                </a:cubicBezTo>
                <a:cubicBezTo>
                  <a:pt x="1633" y="1167"/>
                  <a:pt x="1633" y="1167"/>
                  <a:pt x="1633" y="1167"/>
                </a:cubicBezTo>
                <a:cubicBezTo>
                  <a:pt x="1867" y="1167"/>
                  <a:pt x="1867" y="1167"/>
                  <a:pt x="1867" y="1167"/>
                </a:cubicBezTo>
                <a:cubicBezTo>
                  <a:pt x="1867" y="1400"/>
                  <a:pt x="1867" y="1400"/>
                  <a:pt x="1867" y="1400"/>
                </a:cubicBezTo>
                <a:cubicBezTo>
                  <a:pt x="1633" y="1400"/>
                  <a:pt x="1633" y="1400"/>
                  <a:pt x="1633" y="1400"/>
                </a:cubicBezTo>
                <a:cubicBezTo>
                  <a:pt x="1633" y="1167"/>
                  <a:pt x="1633" y="1167"/>
                  <a:pt x="1633" y="1167"/>
                </a:cubicBezTo>
                <a:cubicBezTo>
                  <a:pt x="1400" y="1167"/>
                  <a:pt x="1400" y="1167"/>
                  <a:pt x="1400" y="1167"/>
                </a:cubicBezTo>
                <a:cubicBezTo>
                  <a:pt x="1400" y="1400"/>
                  <a:pt x="1400" y="1400"/>
                  <a:pt x="1400" y="1400"/>
                </a:cubicBezTo>
                <a:cubicBezTo>
                  <a:pt x="1167" y="1400"/>
                  <a:pt x="1167" y="1400"/>
                  <a:pt x="1167" y="1400"/>
                </a:cubicBezTo>
                <a:cubicBezTo>
                  <a:pt x="1167" y="1167"/>
                  <a:pt x="1167" y="1167"/>
                  <a:pt x="1167" y="1167"/>
                </a:cubicBezTo>
                <a:cubicBezTo>
                  <a:pt x="933" y="1167"/>
                  <a:pt x="933" y="1167"/>
                  <a:pt x="933" y="1167"/>
                </a:cubicBezTo>
                <a:cubicBezTo>
                  <a:pt x="933" y="1400"/>
                  <a:pt x="933" y="1400"/>
                  <a:pt x="933" y="1400"/>
                </a:cubicBezTo>
                <a:cubicBezTo>
                  <a:pt x="700" y="1400"/>
                  <a:pt x="700" y="1400"/>
                  <a:pt x="700" y="1400"/>
                </a:cubicBezTo>
                <a:cubicBezTo>
                  <a:pt x="700" y="1167"/>
                  <a:pt x="700" y="1167"/>
                  <a:pt x="700" y="1167"/>
                </a:cubicBezTo>
                <a:cubicBezTo>
                  <a:pt x="467" y="1167"/>
                  <a:pt x="467" y="1167"/>
                  <a:pt x="467" y="1167"/>
                </a:cubicBezTo>
                <a:cubicBezTo>
                  <a:pt x="467" y="1400"/>
                  <a:pt x="467" y="1400"/>
                  <a:pt x="467" y="1400"/>
                </a:cubicBezTo>
                <a:cubicBezTo>
                  <a:pt x="233" y="1400"/>
                  <a:pt x="233" y="1400"/>
                  <a:pt x="233" y="1400"/>
                </a:cubicBezTo>
                <a:cubicBezTo>
                  <a:pt x="233" y="1167"/>
                  <a:pt x="233" y="1167"/>
                  <a:pt x="233" y="1167"/>
                </a:cubicBezTo>
                <a:cubicBezTo>
                  <a:pt x="467" y="1167"/>
                  <a:pt x="467" y="1167"/>
                  <a:pt x="467" y="1167"/>
                </a:cubicBezTo>
                <a:cubicBezTo>
                  <a:pt x="467" y="933"/>
                  <a:pt x="467" y="933"/>
                  <a:pt x="467" y="933"/>
                </a:cubicBezTo>
                <a:cubicBezTo>
                  <a:pt x="233" y="933"/>
                  <a:pt x="233" y="933"/>
                  <a:pt x="233" y="9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867" y="233"/>
                  <a:pt x="1867" y="233"/>
                  <a:pt x="1867" y="233"/>
                </a:cubicBezTo>
                <a:lnTo>
                  <a:pt x="1867" y="9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i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700 w 1866"/>
              <a:gd name="T1" fmla="*/ 933 h 1866"/>
              <a:gd name="T2" fmla="*/ 466 w 1866"/>
              <a:gd name="T3" fmla="*/ 1166 h 1866"/>
              <a:gd name="T4" fmla="*/ 700 w 1866"/>
              <a:gd name="T5" fmla="*/ 1400 h 1866"/>
              <a:gd name="T6" fmla="*/ 933 w 1866"/>
              <a:gd name="T7" fmla="*/ 1166 h 1866"/>
              <a:gd name="T8" fmla="*/ 700 w 1866"/>
              <a:gd name="T9" fmla="*/ 933 h 1866"/>
              <a:gd name="T10" fmla="*/ 233 w 1866"/>
              <a:gd name="T11" fmla="*/ 466 h 1866"/>
              <a:gd name="T12" fmla="*/ 0 w 1866"/>
              <a:gd name="T13" fmla="*/ 700 h 1866"/>
              <a:gd name="T14" fmla="*/ 233 w 1866"/>
              <a:gd name="T15" fmla="*/ 933 h 1866"/>
              <a:gd name="T16" fmla="*/ 466 w 1866"/>
              <a:gd name="T17" fmla="*/ 700 h 1866"/>
              <a:gd name="T18" fmla="*/ 233 w 1866"/>
              <a:gd name="T19" fmla="*/ 466 h 1866"/>
              <a:gd name="T20" fmla="*/ 233 w 1866"/>
              <a:gd name="T21" fmla="*/ 1400 h 1866"/>
              <a:gd name="T22" fmla="*/ 0 w 1866"/>
              <a:gd name="T23" fmla="*/ 1633 h 1866"/>
              <a:gd name="T24" fmla="*/ 233 w 1866"/>
              <a:gd name="T25" fmla="*/ 1866 h 1866"/>
              <a:gd name="T26" fmla="*/ 466 w 1866"/>
              <a:gd name="T27" fmla="*/ 1633 h 1866"/>
              <a:gd name="T28" fmla="*/ 233 w 1866"/>
              <a:gd name="T29" fmla="*/ 1400 h 1866"/>
              <a:gd name="T30" fmla="*/ 1633 w 1866"/>
              <a:gd name="T31" fmla="*/ 466 h 1866"/>
              <a:gd name="T32" fmla="*/ 1866 w 1866"/>
              <a:gd name="T33" fmla="*/ 233 h 1866"/>
              <a:gd name="T34" fmla="*/ 1633 w 1866"/>
              <a:gd name="T35" fmla="*/ 0 h 1866"/>
              <a:gd name="T36" fmla="*/ 1400 w 1866"/>
              <a:gd name="T37" fmla="*/ 233 h 1866"/>
              <a:gd name="T38" fmla="*/ 1633 w 1866"/>
              <a:gd name="T39" fmla="*/ 466 h 1866"/>
              <a:gd name="T40" fmla="*/ 1166 w 1866"/>
              <a:gd name="T41" fmla="*/ 1400 h 1866"/>
              <a:gd name="T42" fmla="*/ 933 w 1866"/>
              <a:gd name="T43" fmla="*/ 1633 h 1866"/>
              <a:gd name="T44" fmla="*/ 1166 w 1866"/>
              <a:gd name="T45" fmla="*/ 1866 h 1866"/>
              <a:gd name="T46" fmla="*/ 1400 w 1866"/>
              <a:gd name="T47" fmla="*/ 1633 h 1866"/>
              <a:gd name="T48" fmla="*/ 1166 w 1866"/>
              <a:gd name="T49" fmla="*/ 1400 h 1866"/>
              <a:gd name="T50" fmla="*/ 1633 w 1866"/>
              <a:gd name="T51" fmla="*/ 933 h 1866"/>
              <a:gd name="T52" fmla="*/ 1400 w 1866"/>
              <a:gd name="T53" fmla="*/ 1166 h 1866"/>
              <a:gd name="T54" fmla="*/ 1633 w 1866"/>
              <a:gd name="T55" fmla="*/ 1400 h 1866"/>
              <a:gd name="T56" fmla="*/ 1866 w 1866"/>
              <a:gd name="T57" fmla="*/ 1166 h 1866"/>
              <a:gd name="T58" fmla="*/ 1633 w 1866"/>
              <a:gd name="T59" fmla="*/ 933 h 1866"/>
              <a:gd name="T60" fmla="*/ 1166 w 1866"/>
              <a:gd name="T61" fmla="*/ 466 h 1866"/>
              <a:gd name="T62" fmla="*/ 933 w 1866"/>
              <a:gd name="T63" fmla="*/ 700 h 1866"/>
              <a:gd name="T64" fmla="*/ 1166 w 1866"/>
              <a:gd name="T65" fmla="*/ 933 h 1866"/>
              <a:gd name="T66" fmla="*/ 1400 w 1866"/>
              <a:gd name="T67" fmla="*/ 700 h 1866"/>
              <a:gd name="T68" fmla="*/ 1166 w 1866"/>
              <a:gd name="T69" fmla="*/ 466 h 1866"/>
              <a:gd name="T70" fmla="*/ 700 w 1866"/>
              <a:gd name="T71" fmla="*/ 0 h 1866"/>
              <a:gd name="T72" fmla="*/ 466 w 1866"/>
              <a:gd name="T73" fmla="*/ 233 h 1866"/>
              <a:gd name="T74" fmla="*/ 700 w 1866"/>
              <a:gd name="T75" fmla="*/ 466 h 1866"/>
              <a:gd name="T76" fmla="*/ 933 w 1866"/>
              <a:gd name="T77" fmla="*/ 233 h 1866"/>
              <a:gd name="T78" fmla="*/ 700 w 1866"/>
              <a:gd name="T79" fmla="*/ 0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866" h="1866">
                <a:moveTo>
                  <a:pt x="700" y="933"/>
                </a:moveTo>
                <a:cubicBezTo>
                  <a:pt x="571" y="933"/>
                  <a:pt x="466" y="1038"/>
                  <a:pt x="466" y="1166"/>
                </a:cubicBezTo>
                <a:cubicBezTo>
                  <a:pt x="466" y="1295"/>
                  <a:pt x="571" y="1400"/>
                  <a:pt x="700" y="1400"/>
                </a:cubicBezTo>
                <a:cubicBezTo>
                  <a:pt x="828" y="1400"/>
                  <a:pt x="933" y="1295"/>
                  <a:pt x="933" y="1166"/>
                </a:cubicBezTo>
                <a:cubicBezTo>
                  <a:pt x="933" y="1038"/>
                  <a:pt x="828" y="933"/>
                  <a:pt x="700" y="933"/>
                </a:cubicBezTo>
                <a:close/>
                <a:moveTo>
                  <a:pt x="233" y="466"/>
                </a:moveTo>
                <a:cubicBezTo>
                  <a:pt x="105" y="466"/>
                  <a:pt x="0" y="571"/>
                  <a:pt x="0" y="700"/>
                </a:cubicBezTo>
                <a:cubicBezTo>
                  <a:pt x="0" y="828"/>
                  <a:pt x="105" y="933"/>
                  <a:pt x="233" y="933"/>
                </a:cubicBezTo>
                <a:cubicBezTo>
                  <a:pt x="361" y="933"/>
                  <a:pt x="466" y="828"/>
                  <a:pt x="466" y="700"/>
                </a:cubicBezTo>
                <a:cubicBezTo>
                  <a:pt x="466" y="571"/>
                  <a:pt x="361" y="466"/>
                  <a:pt x="233" y="466"/>
                </a:cubicBezTo>
                <a:close/>
                <a:moveTo>
                  <a:pt x="233" y="1400"/>
                </a:moveTo>
                <a:cubicBezTo>
                  <a:pt x="105" y="1400"/>
                  <a:pt x="0" y="1505"/>
                  <a:pt x="0" y="1633"/>
                </a:cubicBezTo>
                <a:cubicBezTo>
                  <a:pt x="0" y="1761"/>
                  <a:pt x="105" y="1866"/>
                  <a:pt x="233" y="1866"/>
                </a:cubicBezTo>
                <a:cubicBezTo>
                  <a:pt x="361" y="1866"/>
                  <a:pt x="466" y="1761"/>
                  <a:pt x="466" y="1633"/>
                </a:cubicBezTo>
                <a:cubicBezTo>
                  <a:pt x="466" y="1505"/>
                  <a:pt x="361" y="1400"/>
                  <a:pt x="233" y="1400"/>
                </a:cubicBezTo>
                <a:close/>
                <a:moveTo>
                  <a:pt x="1633" y="466"/>
                </a:moveTo>
                <a:cubicBezTo>
                  <a:pt x="1761" y="466"/>
                  <a:pt x="1866" y="361"/>
                  <a:pt x="1866" y="233"/>
                </a:cubicBezTo>
                <a:cubicBezTo>
                  <a:pt x="1866" y="105"/>
                  <a:pt x="1761" y="0"/>
                  <a:pt x="1633" y="0"/>
                </a:cubicBezTo>
                <a:cubicBezTo>
                  <a:pt x="1505" y="0"/>
                  <a:pt x="1400" y="105"/>
                  <a:pt x="1400" y="233"/>
                </a:cubicBezTo>
                <a:cubicBezTo>
                  <a:pt x="1400" y="361"/>
                  <a:pt x="1505" y="466"/>
                  <a:pt x="1633" y="466"/>
                </a:cubicBezTo>
                <a:close/>
                <a:moveTo>
                  <a:pt x="1166" y="1400"/>
                </a:moveTo>
                <a:cubicBezTo>
                  <a:pt x="1038" y="1400"/>
                  <a:pt x="933" y="1505"/>
                  <a:pt x="933" y="1633"/>
                </a:cubicBezTo>
                <a:cubicBezTo>
                  <a:pt x="933" y="1761"/>
                  <a:pt x="1038" y="1866"/>
                  <a:pt x="1166" y="1866"/>
                </a:cubicBezTo>
                <a:cubicBezTo>
                  <a:pt x="1295" y="1866"/>
                  <a:pt x="1400" y="1761"/>
                  <a:pt x="1400" y="1633"/>
                </a:cubicBezTo>
                <a:cubicBezTo>
                  <a:pt x="1400" y="1505"/>
                  <a:pt x="1295" y="1400"/>
                  <a:pt x="1166" y="1400"/>
                </a:cubicBezTo>
                <a:close/>
                <a:moveTo>
                  <a:pt x="1633" y="933"/>
                </a:moveTo>
                <a:cubicBezTo>
                  <a:pt x="1505" y="933"/>
                  <a:pt x="1400" y="1038"/>
                  <a:pt x="1400" y="1166"/>
                </a:cubicBezTo>
                <a:cubicBezTo>
                  <a:pt x="1400" y="1295"/>
                  <a:pt x="1505" y="1400"/>
                  <a:pt x="1633" y="1400"/>
                </a:cubicBezTo>
                <a:cubicBezTo>
                  <a:pt x="1761" y="1400"/>
                  <a:pt x="1866" y="1295"/>
                  <a:pt x="1866" y="1166"/>
                </a:cubicBezTo>
                <a:cubicBezTo>
                  <a:pt x="1866" y="1038"/>
                  <a:pt x="1761" y="933"/>
                  <a:pt x="1633" y="933"/>
                </a:cubicBezTo>
                <a:close/>
                <a:moveTo>
                  <a:pt x="1166" y="466"/>
                </a:moveTo>
                <a:cubicBezTo>
                  <a:pt x="1038" y="466"/>
                  <a:pt x="933" y="571"/>
                  <a:pt x="933" y="700"/>
                </a:cubicBezTo>
                <a:cubicBezTo>
                  <a:pt x="933" y="828"/>
                  <a:pt x="1038" y="933"/>
                  <a:pt x="1166" y="933"/>
                </a:cubicBezTo>
                <a:cubicBezTo>
                  <a:pt x="1295" y="933"/>
                  <a:pt x="1400" y="828"/>
                  <a:pt x="1400" y="700"/>
                </a:cubicBezTo>
                <a:cubicBezTo>
                  <a:pt x="1400" y="571"/>
                  <a:pt x="1295" y="466"/>
                  <a:pt x="1166" y="466"/>
                </a:cubicBezTo>
                <a:close/>
                <a:moveTo>
                  <a:pt x="700" y="0"/>
                </a:moveTo>
                <a:cubicBezTo>
                  <a:pt x="571" y="0"/>
                  <a:pt x="466" y="105"/>
                  <a:pt x="466" y="233"/>
                </a:cubicBezTo>
                <a:cubicBezTo>
                  <a:pt x="466" y="361"/>
                  <a:pt x="571" y="466"/>
                  <a:pt x="700" y="466"/>
                </a:cubicBezTo>
                <a:cubicBezTo>
                  <a:pt x="828" y="466"/>
                  <a:pt x="933" y="361"/>
                  <a:pt x="933" y="233"/>
                </a:cubicBezTo>
                <a:cubicBezTo>
                  <a:pt x="933" y="105"/>
                  <a:pt x="828" y="0"/>
                  <a:pt x="7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id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933 w 2652"/>
              <a:gd name="T1" fmla="*/ 488 h 2652"/>
              <a:gd name="T2" fmla="*/ 1167 w 2652"/>
              <a:gd name="T3" fmla="*/ 319 h 2652"/>
              <a:gd name="T4" fmla="*/ 1633 w 2652"/>
              <a:gd name="T5" fmla="*/ 785 h 2652"/>
              <a:gd name="T6" fmla="*/ 1464 w 2652"/>
              <a:gd name="T7" fmla="*/ 1019 h 2652"/>
              <a:gd name="T8" fmla="*/ 1633 w 2652"/>
              <a:gd name="T9" fmla="*/ 1188 h 2652"/>
              <a:gd name="T10" fmla="*/ 1867 w 2652"/>
              <a:gd name="T11" fmla="*/ 1019 h 2652"/>
              <a:gd name="T12" fmla="*/ 2333 w 2652"/>
              <a:gd name="T13" fmla="*/ 1485 h 2652"/>
              <a:gd name="T14" fmla="*/ 2164 w 2652"/>
              <a:gd name="T15" fmla="*/ 1719 h 2652"/>
              <a:gd name="T16" fmla="*/ 2333 w 2652"/>
              <a:gd name="T17" fmla="*/ 1888 h 2652"/>
              <a:gd name="T18" fmla="*/ 2567 w 2652"/>
              <a:gd name="T19" fmla="*/ 319 h 2652"/>
              <a:gd name="T20" fmla="*/ 531 w 2652"/>
              <a:gd name="T21" fmla="*/ 85 h 2652"/>
              <a:gd name="T22" fmla="*/ 933 w 2652"/>
              <a:gd name="T23" fmla="*/ 319 h 2652"/>
              <a:gd name="T24" fmla="*/ 2333 w 2652"/>
              <a:gd name="T25" fmla="*/ 319 h 2652"/>
              <a:gd name="T26" fmla="*/ 1867 w 2652"/>
              <a:gd name="T27" fmla="*/ 785 h 2652"/>
              <a:gd name="T28" fmla="*/ 148 w 2652"/>
              <a:gd name="T29" fmla="*/ 0 h 2652"/>
              <a:gd name="T30" fmla="*/ 233 w 2652"/>
              <a:gd name="T31" fmla="*/ 383 h 2652"/>
              <a:gd name="T32" fmla="*/ 467 w 2652"/>
              <a:gd name="T33" fmla="*/ 2419 h 2652"/>
              <a:gd name="T34" fmla="*/ 2504 w 2652"/>
              <a:gd name="T35" fmla="*/ 2652 h 2652"/>
              <a:gd name="T36" fmla="*/ 148 w 2652"/>
              <a:gd name="T37" fmla="*/ 0 h 2652"/>
              <a:gd name="T38" fmla="*/ 1336 w 2652"/>
              <a:gd name="T39" fmla="*/ 1485 h 2652"/>
              <a:gd name="T40" fmla="*/ 1167 w 2652"/>
              <a:gd name="T41" fmla="*/ 1316 h 2652"/>
              <a:gd name="T42" fmla="*/ 636 w 2652"/>
              <a:gd name="T43" fmla="*/ 785 h 2652"/>
              <a:gd name="T44" fmla="*/ 467 w 2652"/>
              <a:gd name="T45" fmla="*/ 616 h 2652"/>
              <a:gd name="T46" fmla="*/ 467 w 2652"/>
              <a:gd name="T47" fmla="*/ 2185 h 2652"/>
              <a:gd name="T48" fmla="*/ 933 w 2652"/>
              <a:gd name="T49" fmla="*/ 1719 h 2652"/>
              <a:gd name="T50" fmla="*/ 933 w 2652"/>
              <a:gd name="T51" fmla="*/ 1485 h 2652"/>
              <a:gd name="T52" fmla="*/ 467 w 2652"/>
              <a:gd name="T53" fmla="*/ 1019 h 2652"/>
              <a:gd name="T54" fmla="*/ 933 w 2652"/>
              <a:gd name="T55" fmla="*/ 1083 h 2652"/>
              <a:gd name="T56" fmla="*/ 1633 w 2652"/>
              <a:gd name="T57" fmla="*/ 2185 h 2652"/>
              <a:gd name="T58" fmla="*/ 1167 w 2652"/>
              <a:gd name="T59" fmla="*/ 1719 h 2652"/>
              <a:gd name="T60" fmla="*/ 1633 w 2652"/>
              <a:gd name="T61" fmla="*/ 1782 h 2652"/>
              <a:gd name="T62" fmla="*/ 1867 w 2652"/>
              <a:gd name="T63" fmla="*/ 2185 h 2652"/>
              <a:gd name="T64" fmla="*/ 2037 w 2652"/>
              <a:gd name="T65" fmla="*/ 2185 h 2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652" h="2652">
                <a:moveTo>
                  <a:pt x="933" y="319"/>
                </a:moveTo>
                <a:cubicBezTo>
                  <a:pt x="933" y="488"/>
                  <a:pt x="933" y="488"/>
                  <a:pt x="933" y="488"/>
                </a:cubicBezTo>
                <a:cubicBezTo>
                  <a:pt x="1167" y="721"/>
                  <a:pt x="1167" y="721"/>
                  <a:pt x="1167" y="721"/>
                </a:cubicBezTo>
                <a:cubicBezTo>
                  <a:pt x="1167" y="319"/>
                  <a:pt x="1167" y="319"/>
                  <a:pt x="1167" y="319"/>
                </a:cubicBezTo>
                <a:cubicBezTo>
                  <a:pt x="1633" y="319"/>
                  <a:pt x="1633" y="319"/>
                  <a:pt x="1633" y="319"/>
                </a:cubicBezTo>
                <a:cubicBezTo>
                  <a:pt x="1633" y="785"/>
                  <a:pt x="1633" y="785"/>
                  <a:pt x="1633" y="785"/>
                </a:cubicBezTo>
                <a:cubicBezTo>
                  <a:pt x="1231" y="785"/>
                  <a:pt x="1231" y="785"/>
                  <a:pt x="1231" y="785"/>
                </a:cubicBezTo>
                <a:cubicBezTo>
                  <a:pt x="1464" y="1019"/>
                  <a:pt x="1464" y="1019"/>
                  <a:pt x="1464" y="1019"/>
                </a:cubicBezTo>
                <a:cubicBezTo>
                  <a:pt x="1633" y="1019"/>
                  <a:pt x="1633" y="1019"/>
                  <a:pt x="1633" y="1019"/>
                </a:cubicBezTo>
                <a:cubicBezTo>
                  <a:pt x="1633" y="1188"/>
                  <a:pt x="1633" y="1188"/>
                  <a:pt x="1633" y="1188"/>
                </a:cubicBezTo>
                <a:cubicBezTo>
                  <a:pt x="1867" y="1421"/>
                  <a:pt x="1867" y="1421"/>
                  <a:pt x="1867" y="1421"/>
                </a:cubicBezTo>
                <a:cubicBezTo>
                  <a:pt x="1867" y="1019"/>
                  <a:pt x="1867" y="1019"/>
                  <a:pt x="1867" y="1019"/>
                </a:cubicBezTo>
                <a:cubicBezTo>
                  <a:pt x="2333" y="1019"/>
                  <a:pt x="2333" y="1019"/>
                  <a:pt x="2333" y="1019"/>
                </a:cubicBezTo>
                <a:cubicBezTo>
                  <a:pt x="2333" y="1485"/>
                  <a:pt x="2333" y="1485"/>
                  <a:pt x="2333" y="1485"/>
                </a:cubicBezTo>
                <a:cubicBezTo>
                  <a:pt x="1931" y="1485"/>
                  <a:pt x="1931" y="1485"/>
                  <a:pt x="1931" y="1485"/>
                </a:cubicBezTo>
                <a:cubicBezTo>
                  <a:pt x="2164" y="1719"/>
                  <a:pt x="2164" y="1719"/>
                  <a:pt x="2164" y="1719"/>
                </a:cubicBezTo>
                <a:cubicBezTo>
                  <a:pt x="2333" y="1719"/>
                  <a:pt x="2333" y="1719"/>
                  <a:pt x="2333" y="1719"/>
                </a:cubicBezTo>
                <a:cubicBezTo>
                  <a:pt x="2333" y="1888"/>
                  <a:pt x="2333" y="1888"/>
                  <a:pt x="2333" y="1888"/>
                </a:cubicBezTo>
                <a:cubicBezTo>
                  <a:pt x="2567" y="2121"/>
                  <a:pt x="2567" y="2121"/>
                  <a:pt x="2567" y="2121"/>
                </a:cubicBezTo>
                <a:cubicBezTo>
                  <a:pt x="2567" y="319"/>
                  <a:pt x="2567" y="319"/>
                  <a:pt x="2567" y="319"/>
                </a:cubicBezTo>
                <a:cubicBezTo>
                  <a:pt x="2567" y="190"/>
                  <a:pt x="2462" y="85"/>
                  <a:pt x="2333" y="85"/>
                </a:cubicBezTo>
                <a:cubicBezTo>
                  <a:pt x="531" y="85"/>
                  <a:pt x="531" y="85"/>
                  <a:pt x="531" y="85"/>
                </a:cubicBezTo>
                <a:cubicBezTo>
                  <a:pt x="764" y="319"/>
                  <a:pt x="764" y="319"/>
                  <a:pt x="764" y="319"/>
                </a:cubicBezTo>
                <a:lnTo>
                  <a:pt x="933" y="319"/>
                </a:lnTo>
                <a:close/>
                <a:moveTo>
                  <a:pt x="1867" y="319"/>
                </a:moveTo>
                <a:cubicBezTo>
                  <a:pt x="2333" y="319"/>
                  <a:pt x="2333" y="319"/>
                  <a:pt x="2333" y="319"/>
                </a:cubicBezTo>
                <a:cubicBezTo>
                  <a:pt x="2333" y="785"/>
                  <a:pt x="2333" y="785"/>
                  <a:pt x="2333" y="785"/>
                </a:cubicBezTo>
                <a:cubicBezTo>
                  <a:pt x="1867" y="785"/>
                  <a:pt x="1867" y="785"/>
                  <a:pt x="1867" y="785"/>
                </a:cubicBezTo>
                <a:lnTo>
                  <a:pt x="1867" y="319"/>
                </a:lnTo>
                <a:close/>
                <a:moveTo>
                  <a:pt x="148" y="0"/>
                </a:moveTo>
                <a:cubicBezTo>
                  <a:pt x="0" y="149"/>
                  <a:pt x="0" y="149"/>
                  <a:pt x="0" y="149"/>
                </a:cubicBezTo>
                <a:cubicBezTo>
                  <a:pt x="233" y="383"/>
                  <a:pt x="233" y="383"/>
                  <a:pt x="233" y="383"/>
                </a:cubicBezTo>
                <a:cubicBezTo>
                  <a:pt x="233" y="2185"/>
                  <a:pt x="233" y="2185"/>
                  <a:pt x="233" y="2185"/>
                </a:cubicBezTo>
                <a:cubicBezTo>
                  <a:pt x="233" y="2314"/>
                  <a:pt x="338" y="2419"/>
                  <a:pt x="467" y="2419"/>
                </a:cubicBezTo>
                <a:cubicBezTo>
                  <a:pt x="2270" y="2419"/>
                  <a:pt x="2270" y="2419"/>
                  <a:pt x="2270" y="2419"/>
                </a:cubicBezTo>
                <a:cubicBezTo>
                  <a:pt x="2504" y="2652"/>
                  <a:pt x="2504" y="2652"/>
                  <a:pt x="2504" y="2652"/>
                </a:cubicBezTo>
                <a:cubicBezTo>
                  <a:pt x="2652" y="2504"/>
                  <a:pt x="2652" y="2504"/>
                  <a:pt x="2652" y="2504"/>
                </a:cubicBezTo>
                <a:lnTo>
                  <a:pt x="148" y="0"/>
                </a:lnTo>
                <a:close/>
                <a:moveTo>
                  <a:pt x="1167" y="1316"/>
                </a:moveTo>
                <a:cubicBezTo>
                  <a:pt x="1336" y="1485"/>
                  <a:pt x="1336" y="1485"/>
                  <a:pt x="1336" y="1485"/>
                </a:cubicBezTo>
                <a:cubicBezTo>
                  <a:pt x="1167" y="1485"/>
                  <a:pt x="1167" y="1485"/>
                  <a:pt x="1167" y="1485"/>
                </a:cubicBezTo>
                <a:lnTo>
                  <a:pt x="1167" y="1316"/>
                </a:lnTo>
                <a:close/>
                <a:moveTo>
                  <a:pt x="467" y="616"/>
                </a:moveTo>
                <a:cubicBezTo>
                  <a:pt x="636" y="785"/>
                  <a:pt x="636" y="785"/>
                  <a:pt x="636" y="785"/>
                </a:cubicBezTo>
                <a:cubicBezTo>
                  <a:pt x="467" y="785"/>
                  <a:pt x="467" y="785"/>
                  <a:pt x="467" y="785"/>
                </a:cubicBezTo>
                <a:lnTo>
                  <a:pt x="467" y="616"/>
                </a:lnTo>
                <a:close/>
                <a:moveTo>
                  <a:pt x="933" y="2185"/>
                </a:moveTo>
                <a:cubicBezTo>
                  <a:pt x="467" y="2185"/>
                  <a:pt x="467" y="2185"/>
                  <a:pt x="467" y="2185"/>
                </a:cubicBezTo>
                <a:cubicBezTo>
                  <a:pt x="467" y="1719"/>
                  <a:pt x="467" y="1719"/>
                  <a:pt x="467" y="1719"/>
                </a:cubicBezTo>
                <a:cubicBezTo>
                  <a:pt x="933" y="1719"/>
                  <a:pt x="933" y="1719"/>
                  <a:pt x="933" y="1719"/>
                </a:cubicBezTo>
                <a:lnTo>
                  <a:pt x="933" y="2185"/>
                </a:lnTo>
                <a:close/>
                <a:moveTo>
                  <a:pt x="933" y="1485"/>
                </a:moveTo>
                <a:cubicBezTo>
                  <a:pt x="467" y="1485"/>
                  <a:pt x="467" y="1485"/>
                  <a:pt x="467" y="1485"/>
                </a:cubicBezTo>
                <a:cubicBezTo>
                  <a:pt x="467" y="1019"/>
                  <a:pt x="467" y="1019"/>
                  <a:pt x="467" y="1019"/>
                </a:cubicBezTo>
                <a:cubicBezTo>
                  <a:pt x="869" y="1019"/>
                  <a:pt x="869" y="1019"/>
                  <a:pt x="869" y="1019"/>
                </a:cubicBezTo>
                <a:cubicBezTo>
                  <a:pt x="933" y="1083"/>
                  <a:pt x="933" y="1083"/>
                  <a:pt x="933" y="1083"/>
                </a:cubicBezTo>
                <a:lnTo>
                  <a:pt x="933" y="1485"/>
                </a:lnTo>
                <a:close/>
                <a:moveTo>
                  <a:pt x="1633" y="2185"/>
                </a:moveTo>
                <a:cubicBezTo>
                  <a:pt x="1167" y="2185"/>
                  <a:pt x="1167" y="2185"/>
                  <a:pt x="1167" y="2185"/>
                </a:cubicBezTo>
                <a:cubicBezTo>
                  <a:pt x="1167" y="1719"/>
                  <a:pt x="1167" y="1719"/>
                  <a:pt x="1167" y="1719"/>
                </a:cubicBezTo>
                <a:cubicBezTo>
                  <a:pt x="1569" y="1719"/>
                  <a:pt x="1569" y="1719"/>
                  <a:pt x="1569" y="1719"/>
                </a:cubicBezTo>
                <a:cubicBezTo>
                  <a:pt x="1633" y="1782"/>
                  <a:pt x="1633" y="1782"/>
                  <a:pt x="1633" y="1782"/>
                </a:cubicBezTo>
                <a:lnTo>
                  <a:pt x="1633" y="2185"/>
                </a:lnTo>
                <a:close/>
                <a:moveTo>
                  <a:pt x="1867" y="2185"/>
                </a:moveTo>
                <a:cubicBezTo>
                  <a:pt x="1867" y="2015"/>
                  <a:pt x="1867" y="2015"/>
                  <a:pt x="1867" y="2015"/>
                </a:cubicBezTo>
                <a:cubicBezTo>
                  <a:pt x="2037" y="2185"/>
                  <a:pt x="2037" y="2185"/>
                  <a:pt x="2037" y="2185"/>
                </a:cubicBezTo>
                <a:lnTo>
                  <a:pt x="1867" y="21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id 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100 w 2334"/>
              <a:gd name="T1" fmla="*/ 0 h 2334"/>
              <a:gd name="T2" fmla="*/ 234 w 2334"/>
              <a:gd name="T3" fmla="*/ 0 h 2334"/>
              <a:gd name="T4" fmla="*/ 0 w 2334"/>
              <a:gd name="T5" fmla="*/ 234 h 2334"/>
              <a:gd name="T6" fmla="*/ 0 w 2334"/>
              <a:gd name="T7" fmla="*/ 2100 h 2334"/>
              <a:gd name="T8" fmla="*/ 234 w 2334"/>
              <a:gd name="T9" fmla="*/ 2334 h 2334"/>
              <a:gd name="T10" fmla="*/ 2100 w 2334"/>
              <a:gd name="T11" fmla="*/ 2334 h 2334"/>
              <a:gd name="T12" fmla="*/ 2334 w 2334"/>
              <a:gd name="T13" fmla="*/ 2100 h 2334"/>
              <a:gd name="T14" fmla="*/ 2334 w 2334"/>
              <a:gd name="T15" fmla="*/ 234 h 2334"/>
              <a:gd name="T16" fmla="*/ 2100 w 2334"/>
              <a:gd name="T17" fmla="*/ 0 h 2334"/>
              <a:gd name="T18" fmla="*/ 700 w 2334"/>
              <a:gd name="T19" fmla="*/ 2100 h 2334"/>
              <a:gd name="T20" fmla="*/ 234 w 2334"/>
              <a:gd name="T21" fmla="*/ 2100 h 2334"/>
              <a:gd name="T22" fmla="*/ 234 w 2334"/>
              <a:gd name="T23" fmla="*/ 1634 h 2334"/>
              <a:gd name="T24" fmla="*/ 700 w 2334"/>
              <a:gd name="T25" fmla="*/ 1634 h 2334"/>
              <a:gd name="T26" fmla="*/ 700 w 2334"/>
              <a:gd name="T27" fmla="*/ 2100 h 2334"/>
              <a:gd name="T28" fmla="*/ 700 w 2334"/>
              <a:gd name="T29" fmla="*/ 1400 h 2334"/>
              <a:gd name="T30" fmla="*/ 234 w 2334"/>
              <a:gd name="T31" fmla="*/ 1400 h 2334"/>
              <a:gd name="T32" fmla="*/ 234 w 2334"/>
              <a:gd name="T33" fmla="*/ 934 h 2334"/>
              <a:gd name="T34" fmla="*/ 700 w 2334"/>
              <a:gd name="T35" fmla="*/ 934 h 2334"/>
              <a:gd name="T36" fmla="*/ 700 w 2334"/>
              <a:gd name="T37" fmla="*/ 1400 h 2334"/>
              <a:gd name="T38" fmla="*/ 700 w 2334"/>
              <a:gd name="T39" fmla="*/ 700 h 2334"/>
              <a:gd name="T40" fmla="*/ 234 w 2334"/>
              <a:gd name="T41" fmla="*/ 700 h 2334"/>
              <a:gd name="T42" fmla="*/ 234 w 2334"/>
              <a:gd name="T43" fmla="*/ 234 h 2334"/>
              <a:gd name="T44" fmla="*/ 700 w 2334"/>
              <a:gd name="T45" fmla="*/ 234 h 2334"/>
              <a:gd name="T46" fmla="*/ 700 w 2334"/>
              <a:gd name="T47" fmla="*/ 700 h 2334"/>
              <a:gd name="T48" fmla="*/ 1400 w 2334"/>
              <a:gd name="T49" fmla="*/ 2100 h 2334"/>
              <a:gd name="T50" fmla="*/ 934 w 2334"/>
              <a:gd name="T51" fmla="*/ 2100 h 2334"/>
              <a:gd name="T52" fmla="*/ 934 w 2334"/>
              <a:gd name="T53" fmla="*/ 1634 h 2334"/>
              <a:gd name="T54" fmla="*/ 1400 w 2334"/>
              <a:gd name="T55" fmla="*/ 1634 h 2334"/>
              <a:gd name="T56" fmla="*/ 1400 w 2334"/>
              <a:gd name="T57" fmla="*/ 2100 h 2334"/>
              <a:gd name="T58" fmla="*/ 1400 w 2334"/>
              <a:gd name="T59" fmla="*/ 1400 h 2334"/>
              <a:gd name="T60" fmla="*/ 934 w 2334"/>
              <a:gd name="T61" fmla="*/ 1400 h 2334"/>
              <a:gd name="T62" fmla="*/ 934 w 2334"/>
              <a:gd name="T63" fmla="*/ 934 h 2334"/>
              <a:gd name="T64" fmla="*/ 1400 w 2334"/>
              <a:gd name="T65" fmla="*/ 934 h 2334"/>
              <a:gd name="T66" fmla="*/ 1400 w 2334"/>
              <a:gd name="T67" fmla="*/ 1400 h 2334"/>
              <a:gd name="T68" fmla="*/ 1400 w 2334"/>
              <a:gd name="T69" fmla="*/ 700 h 2334"/>
              <a:gd name="T70" fmla="*/ 934 w 2334"/>
              <a:gd name="T71" fmla="*/ 700 h 2334"/>
              <a:gd name="T72" fmla="*/ 934 w 2334"/>
              <a:gd name="T73" fmla="*/ 234 h 2334"/>
              <a:gd name="T74" fmla="*/ 1400 w 2334"/>
              <a:gd name="T75" fmla="*/ 234 h 2334"/>
              <a:gd name="T76" fmla="*/ 1400 w 2334"/>
              <a:gd name="T77" fmla="*/ 700 h 2334"/>
              <a:gd name="T78" fmla="*/ 2100 w 2334"/>
              <a:gd name="T79" fmla="*/ 2100 h 2334"/>
              <a:gd name="T80" fmla="*/ 1634 w 2334"/>
              <a:gd name="T81" fmla="*/ 2100 h 2334"/>
              <a:gd name="T82" fmla="*/ 1634 w 2334"/>
              <a:gd name="T83" fmla="*/ 1634 h 2334"/>
              <a:gd name="T84" fmla="*/ 2100 w 2334"/>
              <a:gd name="T85" fmla="*/ 1634 h 2334"/>
              <a:gd name="T86" fmla="*/ 2100 w 2334"/>
              <a:gd name="T87" fmla="*/ 2100 h 2334"/>
              <a:gd name="T88" fmla="*/ 2100 w 2334"/>
              <a:gd name="T89" fmla="*/ 1400 h 2334"/>
              <a:gd name="T90" fmla="*/ 1634 w 2334"/>
              <a:gd name="T91" fmla="*/ 1400 h 2334"/>
              <a:gd name="T92" fmla="*/ 1634 w 2334"/>
              <a:gd name="T93" fmla="*/ 934 h 2334"/>
              <a:gd name="T94" fmla="*/ 2100 w 2334"/>
              <a:gd name="T95" fmla="*/ 934 h 2334"/>
              <a:gd name="T96" fmla="*/ 2100 w 2334"/>
              <a:gd name="T97" fmla="*/ 1400 h 2334"/>
              <a:gd name="T98" fmla="*/ 2100 w 2334"/>
              <a:gd name="T99" fmla="*/ 700 h 2334"/>
              <a:gd name="T100" fmla="*/ 1634 w 2334"/>
              <a:gd name="T101" fmla="*/ 700 h 2334"/>
              <a:gd name="T102" fmla="*/ 1634 w 2334"/>
              <a:gd name="T103" fmla="*/ 234 h 2334"/>
              <a:gd name="T104" fmla="*/ 2100 w 2334"/>
              <a:gd name="T105" fmla="*/ 234 h 2334"/>
              <a:gd name="T106" fmla="*/ 2100 w 2334"/>
              <a:gd name="T107" fmla="*/ 7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4" y="2334"/>
                </a:cubicBezTo>
                <a:cubicBezTo>
                  <a:pt x="2100" y="2334"/>
                  <a:pt x="2100" y="2334"/>
                  <a:pt x="2100" y="2334"/>
                </a:cubicBezTo>
                <a:cubicBezTo>
                  <a:pt x="2229" y="2334"/>
                  <a:pt x="2334" y="2229"/>
                  <a:pt x="2334" y="2100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700" y="2100"/>
                </a:moveTo>
                <a:cubicBezTo>
                  <a:pt x="234" y="2100"/>
                  <a:pt x="234" y="2100"/>
                  <a:pt x="234" y="2100"/>
                </a:cubicBezTo>
                <a:cubicBezTo>
                  <a:pt x="234" y="1634"/>
                  <a:pt x="234" y="1634"/>
                  <a:pt x="234" y="1634"/>
                </a:cubicBezTo>
                <a:cubicBezTo>
                  <a:pt x="700" y="1634"/>
                  <a:pt x="700" y="1634"/>
                  <a:pt x="700" y="1634"/>
                </a:cubicBezTo>
                <a:lnTo>
                  <a:pt x="700" y="2100"/>
                </a:lnTo>
                <a:close/>
                <a:moveTo>
                  <a:pt x="700" y="1400"/>
                </a:moveTo>
                <a:cubicBezTo>
                  <a:pt x="234" y="1400"/>
                  <a:pt x="234" y="1400"/>
                  <a:pt x="234" y="1400"/>
                </a:cubicBezTo>
                <a:cubicBezTo>
                  <a:pt x="234" y="934"/>
                  <a:pt x="234" y="934"/>
                  <a:pt x="234" y="934"/>
                </a:cubicBezTo>
                <a:cubicBezTo>
                  <a:pt x="700" y="934"/>
                  <a:pt x="700" y="934"/>
                  <a:pt x="700" y="934"/>
                </a:cubicBezTo>
                <a:lnTo>
                  <a:pt x="700" y="1400"/>
                </a:lnTo>
                <a:close/>
                <a:moveTo>
                  <a:pt x="700" y="700"/>
                </a:moveTo>
                <a:cubicBezTo>
                  <a:pt x="234" y="700"/>
                  <a:pt x="234" y="700"/>
                  <a:pt x="234" y="700"/>
                </a:cubicBezTo>
                <a:cubicBezTo>
                  <a:pt x="234" y="234"/>
                  <a:pt x="234" y="234"/>
                  <a:pt x="234" y="234"/>
                </a:cubicBezTo>
                <a:cubicBezTo>
                  <a:pt x="700" y="234"/>
                  <a:pt x="700" y="234"/>
                  <a:pt x="700" y="234"/>
                </a:cubicBezTo>
                <a:lnTo>
                  <a:pt x="700" y="700"/>
                </a:lnTo>
                <a:close/>
                <a:moveTo>
                  <a:pt x="1400" y="2100"/>
                </a:moveTo>
                <a:cubicBezTo>
                  <a:pt x="934" y="2100"/>
                  <a:pt x="934" y="2100"/>
                  <a:pt x="934" y="2100"/>
                </a:cubicBezTo>
                <a:cubicBezTo>
                  <a:pt x="934" y="1634"/>
                  <a:pt x="934" y="1634"/>
                  <a:pt x="934" y="1634"/>
                </a:cubicBezTo>
                <a:cubicBezTo>
                  <a:pt x="1400" y="1634"/>
                  <a:pt x="1400" y="1634"/>
                  <a:pt x="1400" y="1634"/>
                </a:cubicBezTo>
                <a:lnTo>
                  <a:pt x="1400" y="2100"/>
                </a:lnTo>
                <a:close/>
                <a:moveTo>
                  <a:pt x="1400" y="1400"/>
                </a:moveTo>
                <a:cubicBezTo>
                  <a:pt x="934" y="1400"/>
                  <a:pt x="934" y="1400"/>
                  <a:pt x="934" y="1400"/>
                </a:cubicBezTo>
                <a:cubicBezTo>
                  <a:pt x="934" y="934"/>
                  <a:pt x="934" y="934"/>
                  <a:pt x="934" y="934"/>
                </a:cubicBezTo>
                <a:cubicBezTo>
                  <a:pt x="1400" y="934"/>
                  <a:pt x="1400" y="934"/>
                  <a:pt x="1400" y="934"/>
                </a:cubicBezTo>
                <a:lnTo>
                  <a:pt x="1400" y="1400"/>
                </a:lnTo>
                <a:close/>
                <a:moveTo>
                  <a:pt x="1400" y="700"/>
                </a:moveTo>
                <a:cubicBezTo>
                  <a:pt x="934" y="700"/>
                  <a:pt x="934" y="700"/>
                  <a:pt x="934" y="700"/>
                </a:cubicBezTo>
                <a:cubicBezTo>
                  <a:pt x="934" y="234"/>
                  <a:pt x="934" y="234"/>
                  <a:pt x="934" y="234"/>
                </a:cubicBezTo>
                <a:cubicBezTo>
                  <a:pt x="1400" y="234"/>
                  <a:pt x="1400" y="234"/>
                  <a:pt x="1400" y="234"/>
                </a:cubicBezTo>
                <a:lnTo>
                  <a:pt x="1400" y="700"/>
                </a:lnTo>
                <a:close/>
                <a:moveTo>
                  <a:pt x="2100" y="2100"/>
                </a:moveTo>
                <a:cubicBezTo>
                  <a:pt x="1634" y="2100"/>
                  <a:pt x="1634" y="2100"/>
                  <a:pt x="1634" y="2100"/>
                </a:cubicBezTo>
                <a:cubicBezTo>
                  <a:pt x="1634" y="1634"/>
                  <a:pt x="1634" y="1634"/>
                  <a:pt x="1634" y="1634"/>
                </a:cubicBezTo>
                <a:cubicBezTo>
                  <a:pt x="2100" y="1634"/>
                  <a:pt x="2100" y="1634"/>
                  <a:pt x="2100" y="1634"/>
                </a:cubicBezTo>
                <a:lnTo>
                  <a:pt x="2100" y="2100"/>
                </a:lnTo>
                <a:close/>
                <a:moveTo>
                  <a:pt x="2100" y="1400"/>
                </a:moveTo>
                <a:cubicBezTo>
                  <a:pt x="1634" y="1400"/>
                  <a:pt x="1634" y="1400"/>
                  <a:pt x="1634" y="1400"/>
                </a:cubicBezTo>
                <a:cubicBezTo>
                  <a:pt x="1634" y="934"/>
                  <a:pt x="1634" y="934"/>
                  <a:pt x="1634" y="934"/>
                </a:cubicBezTo>
                <a:cubicBezTo>
                  <a:pt x="2100" y="934"/>
                  <a:pt x="2100" y="934"/>
                  <a:pt x="2100" y="934"/>
                </a:cubicBezTo>
                <a:lnTo>
                  <a:pt x="2100" y="1400"/>
                </a:lnTo>
                <a:close/>
                <a:moveTo>
                  <a:pt x="2100" y="700"/>
                </a:moveTo>
                <a:cubicBezTo>
                  <a:pt x="1634" y="700"/>
                  <a:pt x="1634" y="700"/>
                  <a:pt x="1634" y="700"/>
                </a:cubicBezTo>
                <a:cubicBezTo>
                  <a:pt x="1634" y="234"/>
                  <a:pt x="1634" y="234"/>
                  <a:pt x="1634" y="234"/>
                </a:cubicBezTo>
                <a:cubicBezTo>
                  <a:pt x="2100" y="234"/>
                  <a:pt x="2100" y="234"/>
                  <a:pt x="2100" y="234"/>
                </a:cubicBezTo>
                <a:lnTo>
                  <a:pt x="2100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DR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09838"/>
          </a:xfrm>
          <a:custGeom>
            <a:avLst/>
            <a:gdLst>
              <a:gd name="T0" fmla="*/ 2232 w 2800"/>
              <a:gd name="T1" fmla="*/ 1733 h 2786"/>
              <a:gd name="T2" fmla="*/ 2232 w 2800"/>
              <a:gd name="T3" fmla="*/ 1456 h 2786"/>
              <a:gd name="T4" fmla="*/ 2384 w 2800"/>
              <a:gd name="T5" fmla="*/ 1456 h 2786"/>
              <a:gd name="T6" fmla="*/ 2509 w 2800"/>
              <a:gd name="T7" fmla="*/ 1733 h 2786"/>
              <a:gd name="T8" fmla="*/ 2717 w 2800"/>
              <a:gd name="T9" fmla="*/ 1733 h 2786"/>
              <a:gd name="T10" fmla="*/ 2592 w 2800"/>
              <a:gd name="T11" fmla="*/ 1442 h 2786"/>
              <a:gd name="T12" fmla="*/ 2717 w 2800"/>
              <a:gd name="T13" fmla="*/ 1248 h 2786"/>
              <a:gd name="T14" fmla="*/ 2717 w 2800"/>
              <a:gd name="T15" fmla="*/ 1109 h 2786"/>
              <a:gd name="T16" fmla="*/ 2509 w 2800"/>
              <a:gd name="T17" fmla="*/ 901 h 2786"/>
              <a:gd name="T18" fmla="*/ 2024 w 2800"/>
              <a:gd name="T19" fmla="*/ 901 h 2786"/>
              <a:gd name="T20" fmla="*/ 2024 w 2800"/>
              <a:gd name="T21" fmla="*/ 1580 h 2786"/>
              <a:gd name="T22" fmla="*/ 2176 w 2800"/>
              <a:gd name="T23" fmla="*/ 1733 h 2786"/>
              <a:gd name="T24" fmla="*/ 2232 w 2800"/>
              <a:gd name="T25" fmla="*/ 1733 h 2786"/>
              <a:gd name="T26" fmla="*/ 2232 w 2800"/>
              <a:gd name="T27" fmla="*/ 1109 h 2786"/>
              <a:gd name="T28" fmla="*/ 2509 w 2800"/>
              <a:gd name="T29" fmla="*/ 1109 h 2786"/>
              <a:gd name="T30" fmla="*/ 2509 w 2800"/>
              <a:gd name="T31" fmla="*/ 1248 h 2786"/>
              <a:gd name="T32" fmla="*/ 2232 w 2800"/>
              <a:gd name="T33" fmla="*/ 1248 h 2786"/>
              <a:gd name="T34" fmla="*/ 2232 w 2800"/>
              <a:gd name="T35" fmla="*/ 1109 h 2786"/>
              <a:gd name="T36" fmla="*/ 1608 w 2800"/>
              <a:gd name="T37" fmla="*/ 1109 h 2786"/>
              <a:gd name="T38" fmla="*/ 1608 w 2800"/>
              <a:gd name="T39" fmla="*/ 1164 h 2786"/>
              <a:gd name="T40" fmla="*/ 1816 w 2800"/>
              <a:gd name="T41" fmla="*/ 1372 h 2786"/>
              <a:gd name="T42" fmla="*/ 1816 w 2800"/>
              <a:gd name="T43" fmla="*/ 1109 h 2786"/>
              <a:gd name="T44" fmla="*/ 1608 w 2800"/>
              <a:gd name="T45" fmla="*/ 901 h 2786"/>
              <a:gd name="T46" fmla="*/ 1345 w 2800"/>
              <a:gd name="T47" fmla="*/ 901 h 2786"/>
              <a:gd name="T48" fmla="*/ 1552 w 2800"/>
              <a:gd name="T49" fmla="*/ 1109 h 2786"/>
              <a:gd name="T50" fmla="*/ 1608 w 2800"/>
              <a:gd name="T51" fmla="*/ 1109 h 2786"/>
              <a:gd name="T52" fmla="*/ 1123 w 2800"/>
              <a:gd name="T53" fmla="*/ 970 h 2786"/>
              <a:gd name="T54" fmla="*/ 152 w 2800"/>
              <a:gd name="T55" fmla="*/ 0 h 2786"/>
              <a:gd name="T56" fmla="*/ 0 w 2800"/>
              <a:gd name="T57" fmla="*/ 139 h 2786"/>
              <a:gd name="T58" fmla="*/ 762 w 2800"/>
              <a:gd name="T59" fmla="*/ 901 h 2786"/>
              <a:gd name="T60" fmla="*/ 707 w 2800"/>
              <a:gd name="T61" fmla="*/ 901 h 2786"/>
              <a:gd name="T62" fmla="*/ 707 w 2800"/>
              <a:gd name="T63" fmla="*/ 1178 h 2786"/>
              <a:gd name="T64" fmla="*/ 430 w 2800"/>
              <a:gd name="T65" fmla="*/ 1178 h 2786"/>
              <a:gd name="T66" fmla="*/ 430 w 2800"/>
              <a:gd name="T67" fmla="*/ 901 h 2786"/>
              <a:gd name="T68" fmla="*/ 222 w 2800"/>
              <a:gd name="T69" fmla="*/ 901 h 2786"/>
              <a:gd name="T70" fmla="*/ 222 w 2800"/>
              <a:gd name="T71" fmla="*/ 1733 h 2786"/>
              <a:gd name="T72" fmla="*/ 430 w 2800"/>
              <a:gd name="T73" fmla="*/ 1733 h 2786"/>
              <a:gd name="T74" fmla="*/ 430 w 2800"/>
              <a:gd name="T75" fmla="*/ 1386 h 2786"/>
              <a:gd name="T76" fmla="*/ 707 w 2800"/>
              <a:gd name="T77" fmla="*/ 1386 h 2786"/>
              <a:gd name="T78" fmla="*/ 707 w 2800"/>
              <a:gd name="T79" fmla="*/ 1733 h 2786"/>
              <a:gd name="T80" fmla="*/ 915 w 2800"/>
              <a:gd name="T81" fmla="*/ 1733 h 2786"/>
              <a:gd name="T82" fmla="*/ 915 w 2800"/>
              <a:gd name="T83" fmla="*/ 1054 h 2786"/>
              <a:gd name="T84" fmla="*/ 1123 w 2800"/>
              <a:gd name="T85" fmla="*/ 1262 h 2786"/>
              <a:gd name="T86" fmla="*/ 1123 w 2800"/>
              <a:gd name="T87" fmla="*/ 1733 h 2786"/>
              <a:gd name="T88" fmla="*/ 1594 w 2800"/>
              <a:gd name="T89" fmla="*/ 1733 h 2786"/>
              <a:gd name="T90" fmla="*/ 2648 w 2800"/>
              <a:gd name="T91" fmla="*/ 2786 h 2786"/>
              <a:gd name="T92" fmla="*/ 2800 w 2800"/>
              <a:gd name="T93" fmla="*/ 2634 h 2786"/>
              <a:gd name="T94" fmla="*/ 1123 w 2800"/>
              <a:gd name="T95" fmla="*/ 970 h 27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800" h="2786">
                <a:moveTo>
                  <a:pt x="2232" y="1733"/>
                </a:moveTo>
                <a:cubicBezTo>
                  <a:pt x="2232" y="1456"/>
                  <a:pt x="2232" y="1456"/>
                  <a:pt x="2232" y="1456"/>
                </a:cubicBezTo>
                <a:cubicBezTo>
                  <a:pt x="2384" y="1456"/>
                  <a:pt x="2384" y="1456"/>
                  <a:pt x="2384" y="1456"/>
                </a:cubicBezTo>
                <a:cubicBezTo>
                  <a:pt x="2509" y="1733"/>
                  <a:pt x="2509" y="1733"/>
                  <a:pt x="2509" y="1733"/>
                </a:cubicBezTo>
                <a:cubicBezTo>
                  <a:pt x="2717" y="1733"/>
                  <a:pt x="2717" y="1733"/>
                  <a:pt x="2717" y="1733"/>
                </a:cubicBezTo>
                <a:cubicBezTo>
                  <a:pt x="2592" y="1442"/>
                  <a:pt x="2592" y="1442"/>
                  <a:pt x="2592" y="1442"/>
                </a:cubicBezTo>
                <a:cubicBezTo>
                  <a:pt x="2661" y="1414"/>
                  <a:pt x="2717" y="1331"/>
                  <a:pt x="2717" y="1248"/>
                </a:cubicBezTo>
                <a:cubicBezTo>
                  <a:pt x="2717" y="1109"/>
                  <a:pt x="2717" y="1109"/>
                  <a:pt x="2717" y="1109"/>
                </a:cubicBezTo>
                <a:cubicBezTo>
                  <a:pt x="2717" y="998"/>
                  <a:pt x="2620" y="901"/>
                  <a:pt x="2509" y="901"/>
                </a:cubicBezTo>
                <a:cubicBezTo>
                  <a:pt x="2024" y="901"/>
                  <a:pt x="2024" y="901"/>
                  <a:pt x="2024" y="901"/>
                </a:cubicBezTo>
                <a:cubicBezTo>
                  <a:pt x="2024" y="1580"/>
                  <a:pt x="2024" y="1580"/>
                  <a:pt x="2024" y="1580"/>
                </a:cubicBezTo>
                <a:cubicBezTo>
                  <a:pt x="2176" y="1733"/>
                  <a:pt x="2176" y="1733"/>
                  <a:pt x="2176" y="1733"/>
                </a:cubicBezTo>
                <a:lnTo>
                  <a:pt x="2232" y="1733"/>
                </a:lnTo>
                <a:close/>
                <a:moveTo>
                  <a:pt x="2232" y="1109"/>
                </a:moveTo>
                <a:cubicBezTo>
                  <a:pt x="2509" y="1109"/>
                  <a:pt x="2509" y="1109"/>
                  <a:pt x="2509" y="1109"/>
                </a:cubicBezTo>
                <a:cubicBezTo>
                  <a:pt x="2509" y="1248"/>
                  <a:pt x="2509" y="1248"/>
                  <a:pt x="2509" y="1248"/>
                </a:cubicBezTo>
                <a:cubicBezTo>
                  <a:pt x="2232" y="1248"/>
                  <a:pt x="2232" y="1248"/>
                  <a:pt x="2232" y="1248"/>
                </a:cubicBezTo>
                <a:lnTo>
                  <a:pt x="2232" y="1109"/>
                </a:lnTo>
                <a:close/>
                <a:moveTo>
                  <a:pt x="1608" y="1109"/>
                </a:moveTo>
                <a:cubicBezTo>
                  <a:pt x="1608" y="1164"/>
                  <a:pt x="1608" y="1164"/>
                  <a:pt x="1608" y="1164"/>
                </a:cubicBezTo>
                <a:cubicBezTo>
                  <a:pt x="1816" y="1372"/>
                  <a:pt x="1816" y="1372"/>
                  <a:pt x="1816" y="1372"/>
                </a:cubicBezTo>
                <a:cubicBezTo>
                  <a:pt x="1816" y="1109"/>
                  <a:pt x="1816" y="1109"/>
                  <a:pt x="1816" y="1109"/>
                </a:cubicBezTo>
                <a:cubicBezTo>
                  <a:pt x="1816" y="998"/>
                  <a:pt x="1719" y="901"/>
                  <a:pt x="1608" y="901"/>
                </a:cubicBezTo>
                <a:cubicBezTo>
                  <a:pt x="1345" y="901"/>
                  <a:pt x="1345" y="901"/>
                  <a:pt x="1345" y="901"/>
                </a:cubicBezTo>
                <a:cubicBezTo>
                  <a:pt x="1552" y="1109"/>
                  <a:pt x="1552" y="1109"/>
                  <a:pt x="1552" y="1109"/>
                </a:cubicBezTo>
                <a:lnTo>
                  <a:pt x="1608" y="1109"/>
                </a:lnTo>
                <a:close/>
                <a:moveTo>
                  <a:pt x="1123" y="970"/>
                </a:moveTo>
                <a:cubicBezTo>
                  <a:pt x="152" y="0"/>
                  <a:pt x="152" y="0"/>
                  <a:pt x="152" y="0"/>
                </a:cubicBezTo>
                <a:cubicBezTo>
                  <a:pt x="0" y="139"/>
                  <a:pt x="0" y="139"/>
                  <a:pt x="0" y="139"/>
                </a:cubicBezTo>
                <a:cubicBezTo>
                  <a:pt x="762" y="901"/>
                  <a:pt x="762" y="901"/>
                  <a:pt x="762" y="901"/>
                </a:cubicBezTo>
                <a:cubicBezTo>
                  <a:pt x="707" y="901"/>
                  <a:pt x="707" y="901"/>
                  <a:pt x="707" y="901"/>
                </a:cubicBezTo>
                <a:cubicBezTo>
                  <a:pt x="707" y="1178"/>
                  <a:pt x="707" y="1178"/>
                  <a:pt x="707" y="1178"/>
                </a:cubicBezTo>
                <a:cubicBezTo>
                  <a:pt x="430" y="1178"/>
                  <a:pt x="430" y="1178"/>
                  <a:pt x="430" y="1178"/>
                </a:cubicBezTo>
                <a:cubicBezTo>
                  <a:pt x="430" y="901"/>
                  <a:pt x="430" y="901"/>
                  <a:pt x="430" y="901"/>
                </a:cubicBezTo>
                <a:cubicBezTo>
                  <a:pt x="222" y="901"/>
                  <a:pt x="222" y="901"/>
                  <a:pt x="222" y="901"/>
                </a:cubicBezTo>
                <a:cubicBezTo>
                  <a:pt x="222" y="1733"/>
                  <a:pt x="222" y="1733"/>
                  <a:pt x="222" y="1733"/>
                </a:cubicBezTo>
                <a:cubicBezTo>
                  <a:pt x="430" y="1733"/>
                  <a:pt x="430" y="1733"/>
                  <a:pt x="430" y="1733"/>
                </a:cubicBezTo>
                <a:cubicBezTo>
                  <a:pt x="430" y="1386"/>
                  <a:pt x="430" y="1386"/>
                  <a:pt x="430" y="1386"/>
                </a:cubicBezTo>
                <a:cubicBezTo>
                  <a:pt x="707" y="1386"/>
                  <a:pt x="707" y="1386"/>
                  <a:pt x="707" y="1386"/>
                </a:cubicBezTo>
                <a:cubicBezTo>
                  <a:pt x="707" y="1733"/>
                  <a:pt x="707" y="1733"/>
                  <a:pt x="707" y="1733"/>
                </a:cubicBezTo>
                <a:cubicBezTo>
                  <a:pt x="915" y="1733"/>
                  <a:pt x="915" y="1733"/>
                  <a:pt x="915" y="1733"/>
                </a:cubicBezTo>
                <a:cubicBezTo>
                  <a:pt x="915" y="1054"/>
                  <a:pt x="915" y="1054"/>
                  <a:pt x="915" y="1054"/>
                </a:cubicBezTo>
                <a:cubicBezTo>
                  <a:pt x="1123" y="1262"/>
                  <a:pt x="1123" y="1262"/>
                  <a:pt x="1123" y="1262"/>
                </a:cubicBezTo>
                <a:cubicBezTo>
                  <a:pt x="1123" y="1733"/>
                  <a:pt x="1123" y="1733"/>
                  <a:pt x="1123" y="1733"/>
                </a:cubicBezTo>
                <a:cubicBezTo>
                  <a:pt x="1594" y="1733"/>
                  <a:pt x="1594" y="1733"/>
                  <a:pt x="1594" y="1733"/>
                </a:cubicBezTo>
                <a:cubicBezTo>
                  <a:pt x="2648" y="2786"/>
                  <a:pt x="2648" y="2786"/>
                  <a:pt x="2648" y="2786"/>
                </a:cubicBezTo>
                <a:cubicBezTo>
                  <a:pt x="2800" y="2634"/>
                  <a:pt x="2800" y="2634"/>
                  <a:pt x="2800" y="2634"/>
                </a:cubicBezTo>
                <a:lnTo>
                  <a:pt x="1123" y="9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DR 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304861"/>
          </a:xfrm>
          <a:custGeom>
            <a:avLst/>
            <a:gdLst>
              <a:gd name="T0" fmla="*/ 2100 w 2100"/>
              <a:gd name="T1" fmla="*/ 292 h 700"/>
              <a:gd name="T2" fmla="*/ 2100 w 2100"/>
              <a:gd name="T3" fmla="*/ 175 h 700"/>
              <a:gd name="T4" fmla="*/ 1925 w 2100"/>
              <a:gd name="T5" fmla="*/ 0 h 700"/>
              <a:gd name="T6" fmla="*/ 1517 w 2100"/>
              <a:gd name="T7" fmla="*/ 0 h 700"/>
              <a:gd name="T8" fmla="*/ 1517 w 2100"/>
              <a:gd name="T9" fmla="*/ 700 h 700"/>
              <a:gd name="T10" fmla="*/ 1692 w 2100"/>
              <a:gd name="T11" fmla="*/ 700 h 700"/>
              <a:gd name="T12" fmla="*/ 1692 w 2100"/>
              <a:gd name="T13" fmla="*/ 467 h 700"/>
              <a:gd name="T14" fmla="*/ 1820 w 2100"/>
              <a:gd name="T15" fmla="*/ 467 h 700"/>
              <a:gd name="T16" fmla="*/ 1925 w 2100"/>
              <a:gd name="T17" fmla="*/ 700 h 700"/>
              <a:gd name="T18" fmla="*/ 2100 w 2100"/>
              <a:gd name="T19" fmla="*/ 700 h 700"/>
              <a:gd name="T20" fmla="*/ 1995 w 2100"/>
              <a:gd name="T21" fmla="*/ 455 h 700"/>
              <a:gd name="T22" fmla="*/ 2100 w 2100"/>
              <a:gd name="T23" fmla="*/ 292 h 700"/>
              <a:gd name="T24" fmla="*/ 1925 w 2100"/>
              <a:gd name="T25" fmla="*/ 292 h 700"/>
              <a:gd name="T26" fmla="*/ 1692 w 2100"/>
              <a:gd name="T27" fmla="*/ 292 h 700"/>
              <a:gd name="T28" fmla="*/ 1692 w 2100"/>
              <a:gd name="T29" fmla="*/ 175 h 700"/>
              <a:gd name="T30" fmla="*/ 1925 w 2100"/>
              <a:gd name="T31" fmla="*/ 175 h 700"/>
              <a:gd name="T32" fmla="*/ 1925 w 2100"/>
              <a:gd name="T33" fmla="*/ 292 h 700"/>
              <a:gd name="T34" fmla="*/ 408 w 2100"/>
              <a:gd name="T35" fmla="*/ 233 h 700"/>
              <a:gd name="T36" fmla="*/ 175 w 2100"/>
              <a:gd name="T37" fmla="*/ 233 h 700"/>
              <a:gd name="T38" fmla="*/ 175 w 2100"/>
              <a:gd name="T39" fmla="*/ 0 h 700"/>
              <a:gd name="T40" fmla="*/ 0 w 2100"/>
              <a:gd name="T41" fmla="*/ 0 h 700"/>
              <a:gd name="T42" fmla="*/ 0 w 2100"/>
              <a:gd name="T43" fmla="*/ 700 h 700"/>
              <a:gd name="T44" fmla="*/ 175 w 2100"/>
              <a:gd name="T45" fmla="*/ 700 h 700"/>
              <a:gd name="T46" fmla="*/ 175 w 2100"/>
              <a:gd name="T47" fmla="*/ 408 h 700"/>
              <a:gd name="T48" fmla="*/ 408 w 2100"/>
              <a:gd name="T49" fmla="*/ 408 h 700"/>
              <a:gd name="T50" fmla="*/ 408 w 2100"/>
              <a:gd name="T51" fmla="*/ 700 h 700"/>
              <a:gd name="T52" fmla="*/ 583 w 2100"/>
              <a:gd name="T53" fmla="*/ 700 h 700"/>
              <a:gd name="T54" fmla="*/ 583 w 2100"/>
              <a:gd name="T55" fmla="*/ 0 h 700"/>
              <a:gd name="T56" fmla="*/ 408 w 2100"/>
              <a:gd name="T57" fmla="*/ 0 h 700"/>
              <a:gd name="T58" fmla="*/ 408 w 2100"/>
              <a:gd name="T59" fmla="*/ 233 h 700"/>
              <a:gd name="T60" fmla="*/ 1167 w 2100"/>
              <a:gd name="T61" fmla="*/ 0 h 700"/>
              <a:gd name="T62" fmla="*/ 758 w 2100"/>
              <a:gd name="T63" fmla="*/ 0 h 700"/>
              <a:gd name="T64" fmla="*/ 758 w 2100"/>
              <a:gd name="T65" fmla="*/ 700 h 700"/>
              <a:gd name="T66" fmla="*/ 1167 w 2100"/>
              <a:gd name="T67" fmla="*/ 700 h 700"/>
              <a:gd name="T68" fmla="*/ 1342 w 2100"/>
              <a:gd name="T69" fmla="*/ 525 h 700"/>
              <a:gd name="T70" fmla="*/ 1342 w 2100"/>
              <a:gd name="T71" fmla="*/ 175 h 700"/>
              <a:gd name="T72" fmla="*/ 1167 w 2100"/>
              <a:gd name="T73" fmla="*/ 0 h 700"/>
              <a:gd name="T74" fmla="*/ 1167 w 2100"/>
              <a:gd name="T75" fmla="*/ 525 h 700"/>
              <a:gd name="T76" fmla="*/ 933 w 2100"/>
              <a:gd name="T77" fmla="*/ 525 h 700"/>
              <a:gd name="T78" fmla="*/ 933 w 2100"/>
              <a:gd name="T79" fmla="*/ 175 h 700"/>
              <a:gd name="T80" fmla="*/ 1167 w 2100"/>
              <a:gd name="T81" fmla="*/ 175 h 700"/>
              <a:gd name="T82" fmla="*/ 1167 w 2100"/>
              <a:gd name="T83" fmla="*/ 525 h 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100" h="700">
                <a:moveTo>
                  <a:pt x="2100" y="292"/>
                </a:moveTo>
                <a:cubicBezTo>
                  <a:pt x="2100" y="175"/>
                  <a:pt x="2100" y="175"/>
                  <a:pt x="2100" y="175"/>
                </a:cubicBezTo>
                <a:cubicBezTo>
                  <a:pt x="2100" y="82"/>
                  <a:pt x="2018" y="0"/>
                  <a:pt x="1925" y="0"/>
                </a:cubicBezTo>
                <a:cubicBezTo>
                  <a:pt x="1517" y="0"/>
                  <a:pt x="1517" y="0"/>
                  <a:pt x="1517" y="0"/>
                </a:cubicBezTo>
                <a:cubicBezTo>
                  <a:pt x="1517" y="700"/>
                  <a:pt x="1517" y="700"/>
                  <a:pt x="1517" y="700"/>
                </a:cubicBezTo>
                <a:cubicBezTo>
                  <a:pt x="1692" y="700"/>
                  <a:pt x="1692" y="700"/>
                  <a:pt x="1692" y="700"/>
                </a:cubicBezTo>
                <a:cubicBezTo>
                  <a:pt x="1692" y="467"/>
                  <a:pt x="1692" y="467"/>
                  <a:pt x="1692" y="467"/>
                </a:cubicBezTo>
                <a:cubicBezTo>
                  <a:pt x="1820" y="467"/>
                  <a:pt x="1820" y="467"/>
                  <a:pt x="1820" y="467"/>
                </a:cubicBezTo>
                <a:cubicBezTo>
                  <a:pt x="1925" y="700"/>
                  <a:pt x="1925" y="700"/>
                  <a:pt x="1925" y="700"/>
                </a:cubicBezTo>
                <a:cubicBezTo>
                  <a:pt x="2100" y="700"/>
                  <a:pt x="2100" y="700"/>
                  <a:pt x="2100" y="700"/>
                </a:cubicBezTo>
                <a:cubicBezTo>
                  <a:pt x="1995" y="455"/>
                  <a:pt x="1995" y="455"/>
                  <a:pt x="1995" y="455"/>
                </a:cubicBezTo>
                <a:cubicBezTo>
                  <a:pt x="2053" y="420"/>
                  <a:pt x="2100" y="362"/>
                  <a:pt x="2100" y="292"/>
                </a:cubicBezTo>
                <a:close/>
                <a:moveTo>
                  <a:pt x="1925" y="292"/>
                </a:moveTo>
                <a:cubicBezTo>
                  <a:pt x="1692" y="292"/>
                  <a:pt x="1692" y="292"/>
                  <a:pt x="1692" y="292"/>
                </a:cubicBezTo>
                <a:cubicBezTo>
                  <a:pt x="1692" y="175"/>
                  <a:pt x="1692" y="175"/>
                  <a:pt x="1692" y="175"/>
                </a:cubicBezTo>
                <a:cubicBezTo>
                  <a:pt x="1925" y="175"/>
                  <a:pt x="1925" y="175"/>
                  <a:pt x="1925" y="175"/>
                </a:cubicBezTo>
                <a:lnTo>
                  <a:pt x="1925" y="292"/>
                </a:lnTo>
                <a:close/>
                <a:moveTo>
                  <a:pt x="408" y="233"/>
                </a:moveTo>
                <a:cubicBezTo>
                  <a:pt x="175" y="233"/>
                  <a:pt x="175" y="233"/>
                  <a:pt x="175" y="233"/>
                </a:cubicBezTo>
                <a:cubicBezTo>
                  <a:pt x="175" y="0"/>
                  <a:pt x="175" y="0"/>
                  <a:pt x="17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700"/>
                  <a:pt x="0" y="700"/>
                  <a:pt x="0" y="700"/>
                </a:cubicBezTo>
                <a:cubicBezTo>
                  <a:pt x="175" y="700"/>
                  <a:pt x="175" y="700"/>
                  <a:pt x="175" y="700"/>
                </a:cubicBezTo>
                <a:cubicBezTo>
                  <a:pt x="175" y="408"/>
                  <a:pt x="175" y="408"/>
                  <a:pt x="175" y="408"/>
                </a:cubicBezTo>
                <a:cubicBezTo>
                  <a:pt x="408" y="408"/>
                  <a:pt x="408" y="408"/>
                  <a:pt x="408" y="408"/>
                </a:cubicBezTo>
                <a:cubicBezTo>
                  <a:pt x="408" y="700"/>
                  <a:pt x="408" y="700"/>
                  <a:pt x="408" y="700"/>
                </a:cubicBezTo>
                <a:cubicBezTo>
                  <a:pt x="583" y="700"/>
                  <a:pt x="583" y="700"/>
                  <a:pt x="583" y="700"/>
                </a:cubicBezTo>
                <a:cubicBezTo>
                  <a:pt x="583" y="0"/>
                  <a:pt x="583" y="0"/>
                  <a:pt x="583" y="0"/>
                </a:cubicBezTo>
                <a:cubicBezTo>
                  <a:pt x="408" y="0"/>
                  <a:pt x="408" y="0"/>
                  <a:pt x="408" y="0"/>
                </a:cubicBezTo>
                <a:lnTo>
                  <a:pt x="408" y="233"/>
                </a:lnTo>
                <a:close/>
                <a:moveTo>
                  <a:pt x="1167" y="0"/>
                </a:moveTo>
                <a:cubicBezTo>
                  <a:pt x="758" y="0"/>
                  <a:pt x="758" y="0"/>
                  <a:pt x="758" y="0"/>
                </a:cubicBezTo>
                <a:cubicBezTo>
                  <a:pt x="758" y="700"/>
                  <a:pt x="758" y="700"/>
                  <a:pt x="758" y="700"/>
                </a:cubicBezTo>
                <a:cubicBezTo>
                  <a:pt x="1167" y="700"/>
                  <a:pt x="1167" y="700"/>
                  <a:pt x="1167" y="700"/>
                </a:cubicBezTo>
                <a:cubicBezTo>
                  <a:pt x="1260" y="700"/>
                  <a:pt x="1342" y="618"/>
                  <a:pt x="1342" y="525"/>
                </a:cubicBezTo>
                <a:cubicBezTo>
                  <a:pt x="1342" y="175"/>
                  <a:pt x="1342" y="175"/>
                  <a:pt x="1342" y="175"/>
                </a:cubicBezTo>
                <a:cubicBezTo>
                  <a:pt x="1342" y="82"/>
                  <a:pt x="1260" y="0"/>
                  <a:pt x="1167" y="0"/>
                </a:cubicBezTo>
                <a:close/>
                <a:moveTo>
                  <a:pt x="1167" y="525"/>
                </a:moveTo>
                <a:cubicBezTo>
                  <a:pt x="933" y="525"/>
                  <a:pt x="933" y="525"/>
                  <a:pt x="933" y="525"/>
                </a:cubicBezTo>
                <a:cubicBezTo>
                  <a:pt x="933" y="175"/>
                  <a:pt x="933" y="175"/>
                  <a:pt x="933" y="175"/>
                </a:cubicBezTo>
                <a:cubicBezTo>
                  <a:pt x="1167" y="175"/>
                  <a:pt x="1167" y="175"/>
                  <a:pt x="1167" y="175"/>
                </a:cubicBezTo>
                <a:lnTo>
                  <a:pt x="1167" y="5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DR Stro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98832"/>
          </a:xfrm>
          <a:custGeom>
            <a:avLst/>
            <a:gdLst>
              <a:gd name="T0" fmla="*/ 1866 w 2566"/>
              <a:gd name="T1" fmla="*/ 0 h 1400"/>
              <a:gd name="T2" fmla="*/ 1166 w 2566"/>
              <a:gd name="T3" fmla="*/ 700 h 1400"/>
              <a:gd name="T4" fmla="*/ 1866 w 2566"/>
              <a:gd name="T5" fmla="*/ 1400 h 1400"/>
              <a:gd name="T6" fmla="*/ 2566 w 2566"/>
              <a:gd name="T7" fmla="*/ 700 h 1400"/>
              <a:gd name="T8" fmla="*/ 1866 w 2566"/>
              <a:gd name="T9" fmla="*/ 0 h 1400"/>
              <a:gd name="T10" fmla="*/ 466 w 2566"/>
              <a:gd name="T11" fmla="*/ 233 h 1400"/>
              <a:gd name="T12" fmla="*/ 0 w 2566"/>
              <a:gd name="T13" fmla="*/ 700 h 1400"/>
              <a:gd name="T14" fmla="*/ 466 w 2566"/>
              <a:gd name="T15" fmla="*/ 1167 h 1400"/>
              <a:gd name="T16" fmla="*/ 933 w 2566"/>
              <a:gd name="T17" fmla="*/ 700 h 1400"/>
              <a:gd name="T18" fmla="*/ 466 w 2566"/>
              <a:gd name="T19" fmla="*/ 233 h 1400"/>
              <a:gd name="T20" fmla="*/ 466 w 2566"/>
              <a:gd name="T21" fmla="*/ 933 h 1400"/>
              <a:gd name="T22" fmla="*/ 233 w 2566"/>
              <a:gd name="T23" fmla="*/ 700 h 1400"/>
              <a:gd name="T24" fmla="*/ 466 w 2566"/>
              <a:gd name="T25" fmla="*/ 467 h 1400"/>
              <a:gd name="T26" fmla="*/ 700 w 2566"/>
              <a:gd name="T27" fmla="*/ 700 h 1400"/>
              <a:gd name="T28" fmla="*/ 466 w 2566"/>
              <a:gd name="T29" fmla="*/ 933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66" h="1400">
                <a:moveTo>
                  <a:pt x="1866" y="0"/>
                </a:moveTo>
                <a:cubicBezTo>
                  <a:pt x="1480" y="0"/>
                  <a:pt x="1166" y="314"/>
                  <a:pt x="1166" y="700"/>
                </a:cubicBezTo>
                <a:cubicBezTo>
                  <a:pt x="1166" y="1086"/>
                  <a:pt x="1480" y="1400"/>
                  <a:pt x="1866" y="1400"/>
                </a:cubicBezTo>
                <a:cubicBezTo>
                  <a:pt x="2253" y="1400"/>
                  <a:pt x="2566" y="1086"/>
                  <a:pt x="2566" y="700"/>
                </a:cubicBezTo>
                <a:cubicBezTo>
                  <a:pt x="2566" y="314"/>
                  <a:pt x="2253" y="0"/>
                  <a:pt x="1866" y="0"/>
                </a:cubicBezTo>
                <a:close/>
                <a:moveTo>
                  <a:pt x="466" y="233"/>
                </a:moveTo>
                <a:cubicBezTo>
                  <a:pt x="209" y="233"/>
                  <a:pt x="0" y="442"/>
                  <a:pt x="0" y="700"/>
                </a:cubicBezTo>
                <a:cubicBezTo>
                  <a:pt x="0" y="958"/>
                  <a:pt x="209" y="1167"/>
                  <a:pt x="466" y="1167"/>
                </a:cubicBezTo>
                <a:cubicBezTo>
                  <a:pt x="724" y="1167"/>
                  <a:pt x="933" y="958"/>
                  <a:pt x="933" y="700"/>
                </a:cubicBezTo>
                <a:cubicBezTo>
                  <a:pt x="933" y="442"/>
                  <a:pt x="724" y="233"/>
                  <a:pt x="466" y="233"/>
                </a:cubicBezTo>
                <a:close/>
                <a:moveTo>
                  <a:pt x="466" y="933"/>
                </a:moveTo>
                <a:cubicBezTo>
                  <a:pt x="338" y="933"/>
                  <a:pt x="233" y="828"/>
                  <a:pt x="233" y="700"/>
                </a:cubicBezTo>
                <a:cubicBezTo>
                  <a:pt x="233" y="572"/>
                  <a:pt x="338" y="467"/>
                  <a:pt x="466" y="467"/>
                </a:cubicBezTo>
                <a:cubicBezTo>
                  <a:pt x="595" y="467"/>
                  <a:pt x="700" y="572"/>
                  <a:pt x="700" y="700"/>
                </a:cubicBezTo>
                <a:cubicBezTo>
                  <a:pt x="700" y="828"/>
                  <a:pt x="595" y="933"/>
                  <a:pt x="466" y="9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DR Wea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98832"/>
          </a:xfrm>
          <a:custGeom>
            <a:avLst/>
            <a:gdLst>
              <a:gd name="T0" fmla="*/ 466 w 2566"/>
              <a:gd name="T1" fmla="*/ 233 h 1400"/>
              <a:gd name="T2" fmla="*/ 0 w 2566"/>
              <a:gd name="T3" fmla="*/ 700 h 1400"/>
              <a:gd name="T4" fmla="*/ 466 w 2566"/>
              <a:gd name="T5" fmla="*/ 1167 h 1400"/>
              <a:gd name="T6" fmla="*/ 933 w 2566"/>
              <a:gd name="T7" fmla="*/ 700 h 1400"/>
              <a:gd name="T8" fmla="*/ 466 w 2566"/>
              <a:gd name="T9" fmla="*/ 233 h 1400"/>
              <a:gd name="T10" fmla="*/ 1866 w 2566"/>
              <a:gd name="T11" fmla="*/ 0 h 1400"/>
              <a:gd name="T12" fmla="*/ 1166 w 2566"/>
              <a:gd name="T13" fmla="*/ 700 h 1400"/>
              <a:gd name="T14" fmla="*/ 1866 w 2566"/>
              <a:gd name="T15" fmla="*/ 1400 h 1400"/>
              <a:gd name="T16" fmla="*/ 2566 w 2566"/>
              <a:gd name="T17" fmla="*/ 700 h 1400"/>
              <a:gd name="T18" fmla="*/ 1866 w 2566"/>
              <a:gd name="T19" fmla="*/ 0 h 1400"/>
              <a:gd name="T20" fmla="*/ 1866 w 2566"/>
              <a:gd name="T21" fmla="*/ 1167 h 1400"/>
              <a:gd name="T22" fmla="*/ 1400 w 2566"/>
              <a:gd name="T23" fmla="*/ 700 h 1400"/>
              <a:gd name="T24" fmla="*/ 1866 w 2566"/>
              <a:gd name="T25" fmla="*/ 233 h 1400"/>
              <a:gd name="T26" fmla="*/ 2333 w 2566"/>
              <a:gd name="T27" fmla="*/ 700 h 1400"/>
              <a:gd name="T28" fmla="*/ 1866 w 2566"/>
              <a:gd name="T29" fmla="*/ 1167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66" h="1400">
                <a:moveTo>
                  <a:pt x="466" y="233"/>
                </a:moveTo>
                <a:cubicBezTo>
                  <a:pt x="209" y="233"/>
                  <a:pt x="0" y="442"/>
                  <a:pt x="0" y="700"/>
                </a:cubicBezTo>
                <a:cubicBezTo>
                  <a:pt x="0" y="958"/>
                  <a:pt x="209" y="1167"/>
                  <a:pt x="466" y="1167"/>
                </a:cubicBezTo>
                <a:cubicBezTo>
                  <a:pt x="724" y="1167"/>
                  <a:pt x="933" y="958"/>
                  <a:pt x="933" y="700"/>
                </a:cubicBezTo>
                <a:cubicBezTo>
                  <a:pt x="933" y="442"/>
                  <a:pt x="724" y="233"/>
                  <a:pt x="466" y="233"/>
                </a:cubicBezTo>
                <a:close/>
                <a:moveTo>
                  <a:pt x="1866" y="0"/>
                </a:moveTo>
                <a:cubicBezTo>
                  <a:pt x="1480" y="0"/>
                  <a:pt x="1166" y="314"/>
                  <a:pt x="1166" y="700"/>
                </a:cubicBezTo>
                <a:cubicBezTo>
                  <a:pt x="1166" y="1086"/>
                  <a:pt x="1480" y="1400"/>
                  <a:pt x="1866" y="1400"/>
                </a:cubicBezTo>
                <a:cubicBezTo>
                  <a:pt x="2253" y="1400"/>
                  <a:pt x="2566" y="1086"/>
                  <a:pt x="2566" y="700"/>
                </a:cubicBezTo>
                <a:cubicBezTo>
                  <a:pt x="2566" y="314"/>
                  <a:pt x="2253" y="0"/>
                  <a:pt x="1866" y="0"/>
                </a:cubicBezTo>
                <a:close/>
                <a:moveTo>
                  <a:pt x="1866" y="1167"/>
                </a:moveTo>
                <a:cubicBezTo>
                  <a:pt x="1609" y="1167"/>
                  <a:pt x="1400" y="958"/>
                  <a:pt x="1400" y="700"/>
                </a:cubicBezTo>
                <a:cubicBezTo>
                  <a:pt x="1400" y="442"/>
                  <a:pt x="1609" y="233"/>
                  <a:pt x="1866" y="233"/>
                </a:cubicBezTo>
                <a:cubicBezTo>
                  <a:pt x="2124" y="233"/>
                  <a:pt x="2333" y="442"/>
                  <a:pt x="2333" y="700"/>
                </a:cubicBezTo>
                <a:cubicBezTo>
                  <a:pt x="2333" y="958"/>
                  <a:pt x="2124" y="1167"/>
                  <a:pt x="1866" y="1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eali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3908"/>
          </a:xfrm>
          <a:custGeom>
            <a:avLst/>
            <a:gdLst>
              <a:gd name="T0" fmla="*/ 1852 w 2362"/>
              <a:gd name="T1" fmla="*/ 1180 h 2361"/>
              <a:gd name="T2" fmla="*/ 2316 w 2362"/>
              <a:gd name="T3" fmla="*/ 716 h 2361"/>
              <a:gd name="T4" fmla="*/ 2316 w 2362"/>
              <a:gd name="T5" fmla="*/ 551 h 2361"/>
              <a:gd name="T6" fmla="*/ 1810 w 2362"/>
              <a:gd name="T7" fmla="*/ 45 h 2361"/>
              <a:gd name="T8" fmla="*/ 1645 w 2362"/>
              <a:gd name="T9" fmla="*/ 45 h 2361"/>
              <a:gd name="T10" fmla="*/ 1181 w 2362"/>
              <a:gd name="T11" fmla="*/ 509 h 2361"/>
              <a:gd name="T12" fmla="*/ 716 w 2362"/>
              <a:gd name="T13" fmla="*/ 45 h 2361"/>
              <a:gd name="T14" fmla="*/ 634 w 2362"/>
              <a:gd name="T15" fmla="*/ 11 h 2361"/>
              <a:gd name="T16" fmla="*/ 552 w 2362"/>
              <a:gd name="T17" fmla="*/ 45 h 2361"/>
              <a:gd name="T18" fmla="*/ 46 w 2362"/>
              <a:gd name="T19" fmla="*/ 551 h 2361"/>
              <a:gd name="T20" fmla="*/ 46 w 2362"/>
              <a:gd name="T21" fmla="*/ 716 h 2361"/>
              <a:gd name="T22" fmla="*/ 510 w 2362"/>
              <a:gd name="T23" fmla="*/ 1180 h 2361"/>
              <a:gd name="T24" fmla="*/ 46 w 2362"/>
              <a:gd name="T25" fmla="*/ 1645 h 2361"/>
              <a:gd name="T26" fmla="*/ 46 w 2362"/>
              <a:gd name="T27" fmla="*/ 1809 h 2361"/>
              <a:gd name="T28" fmla="*/ 552 w 2362"/>
              <a:gd name="T29" fmla="*/ 2315 h 2361"/>
              <a:gd name="T30" fmla="*/ 716 w 2362"/>
              <a:gd name="T31" fmla="*/ 2315 h 2361"/>
              <a:gd name="T32" fmla="*/ 1181 w 2362"/>
              <a:gd name="T33" fmla="*/ 1851 h 2361"/>
              <a:gd name="T34" fmla="*/ 1645 w 2362"/>
              <a:gd name="T35" fmla="*/ 2315 h 2361"/>
              <a:gd name="T36" fmla="*/ 1728 w 2362"/>
              <a:gd name="T37" fmla="*/ 2349 h 2361"/>
              <a:gd name="T38" fmla="*/ 1811 w 2362"/>
              <a:gd name="T39" fmla="*/ 2315 h 2361"/>
              <a:gd name="T40" fmla="*/ 2317 w 2362"/>
              <a:gd name="T41" fmla="*/ 1809 h 2361"/>
              <a:gd name="T42" fmla="*/ 2317 w 2362"/>
              <a:gd name="T43" fmla="*/ 1645 h 2361"/>
              <a:gd name="T44" fmla="*/ 1852 w 2362"/>
              <a:gd name="T45" fmla="*/ 1180 h 2361"/>
              <a:gd name="T46" fmla="*/ 1183 w 2362"/>
              <a:gd name="T47" fmla="*/ 828 h 2361"/>
              <a:gd name="T48" fmla="*/ 1300 w 2362"/>
              <a:gd name="T49" fmla="*/ 945 h 2361"/>
              <a:gd name="T50" fmla="*/ 1183 w 2362"/>
              <a:gd name="T51" fmla="*/ 1061 h 2361"/>
              <a:gd name="T52" fmla="*/ 1066 w 2362"/>
              <a:gd name="T53" fmla="*/ 945 h 2361"/>
              <a:gd name="T54" fmla="*/ 1183 w 2362"/>
              <a:gd name="T55" fmla="*/ 828 h 2361"/>
              <a:gd name="T56" fmla="*/ 634 w 2362"/>
              <a:gd name="T57" fmla="*/ 1057 h 2361"/>
              <a:gd name="T58" fmla="*/ 210 w 2362"/>
              <a:gd name="T59" fmla="*/ 634 h 2361"/>
              <a:gd name="T60" fmla="*/ 634 w 2362"/>
              <a:gd name="T61" fmla="*/ 211 h 2361"/>
              <a:gd name="T62" fmla="*/ 1056 w 2362"/>
              <a:gd name="T63" fmla="*/ 633 h 2361"/>
              <a:gd name="T64" fmla="*/ 634 w 2362"/>
              <a:gd name="T65" fmla="*/ 1057 h 2361"/>
              <a:gd name="T66" fmla="*/ 950 w 2362"/>
              <a:gd name="T67" fmla="*/ 1295 h 2361"/>
              <a:gd name="T68" fmla="*/ 833 w 2362"/>
              <a:gd name="T69" fmla="*/ 1178 h 2361"/>
              <a:gd name="T70" fmla="*/ 950 w 2362"/>
              <a:gd name="T71" fmla="*/ 1061 h 2361"/>
              <a:gd name="T72" fmla="*/ 1066 w 2362"/>
              <a:gd name="T73" fmla="*/ 1178 h 2361"/>
              <a:gd name="T74" fmla="*/ 950 w 2362"/>
              <a:gd name="T75" fmla="*/ 1295 h 2361"/>
              <a:gd name="T76" fmla="*/ 1183 w 2362"/>
              <a:gd name="T77" fmla="*/ 1528 h 2361"/>
              <a:gd name="T78" fmla="*/ 1066 w 2362"/>
              <a:gd name="T79" fmla="*/ 1411 h 2361"/>
              <a:gd name="T80" fmla="*/ 1183 w 2362"/>
              <a:gd name="T81" fmla="*/ 1295 h 2361"/>
              <a:gd name="T82" fmla="*/ 1300 w 2362"/>
              <a:gd name="T83" fmla="*/ 1411 h 2361"/>
              <a:gd name="T84" fmla="*/ 1183 w 2362"/>
              <a:gd name="T85" fmla="*/ 1528 h 2361"/>
              <a:gd name="T86" fmla="*/ 1416 w 2362"/>
              <a:gd name="T87" fmla="*/ 1061 h 2361"/>
              <a:gd name="T88" fmla="*/ 1533 w 2362"/>
              <a:gd name="T89" fmla="*/ 1178 h 2361"/>
              <a:gd name="T90" fmla="*/ 1416 w 2362"/>
              <a:gd name="T91" fmla="*/ 1295 h 2361"/>
              <a:gd name="T92" fmla="*/ 1300 w 2362"/>
              <a:gd name="T93" fmla="*/ 1178 h 2361"/>
              <a:gd name="T94" fmla="*/ 1416 w 2362"/>
              <a:gd name="T95" fmla="*/ 1061 h 2361"/>
              <a:gd name="T96" fmla="*/ 1727 w 2362"/>
              <a:gd name="T97" fmla="*/ 2151 h 2361"/>
              <a:gd name="T98" fmla="*/ 1303 w 2362"/>
              <a:gd name="T99" fmla="*/ 1729 h 2361"/>
              <a:gd name="T100" fmla="*/ 1727 w 2362"/>
              <a:gd name="T101" fmla="*/ 1305 h 2361"/>
              <a:gd name="T102" fmla="*/ 2149 w 2362"/>
              <a:gd name="T103" fmla="*/ 1727 h 2361"/>
              <a:gd name="T104" fmla="*/ 1727 w 2362"/>
              <a:gd name="T105" fmla="*/ 2151 h 23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362" h="2361">
                <a:moveTo>
                  <a:pt x="1852" y="1180"/>
                </a:moveTo>
                <a:cubicBezTo>
                  <a:pt x="2316" y="716"/>
                  <a:pt x="2316" y="716"/>
                  <a:pt x="2316" y="716"/>
                </a:cubicBezTo>
                <a:cubicBezTo>
                  <a:pt x="2361" y="670"/>
                  <a:pt x="2361" y="597"/>
                  <a:pt x="2316" y="551"/>
                </a:cubicBezTo>
                <a:cubicBezTo>
                  <a:pt x="1810" y="45"/>
                  <a:pt x="1810" y="45"/>
                  <a:pt x="1810" y="45"/>
                </a:cubicBezTo>
                <a:cubicBezTo>
                  <a:pt x="1764" y="0"/>
                  <a:pt x="1690" y="0"/>
                  <a:pt x="1645" y="45"/>
                </a:cubicBezTo>
                <a:cubicBezTo>
                  <a:pt x="1181" y="509"/>
                  <a:pt x="1181" y="509"/>
                  <a:pt x="1181" y="509"/>
                </a:cubicBezTo>
                <a:cubicBezTo>
                  <a:pt x="716" y="45"/>
                  <a:pt x="716" y="45"/>
                  <a:pt x="716" y="45"/>
                </a:cubicBezTo>
                <a:cubicBezTo>
                  <a:pt x="693" y="23"/>
                  <a:pt x="664" y="11"/>
                  <a:pt x="634" y="11"/>
                </a:cubicBezTo>
                <a:cubicBezTo>
                  <a:pt x="604" y="11"/>
                  <a:pt x="574" y="23"/>
                  <a:pt x="552" y="45"/>
                </a:cubicBezTo>
                <a:cubicBezTo>
                  <a:pt x="46" y="551"/>
                  <a:pt x="46" y="551"/>
                  <a:pt x="46" y="551"/>
                </a:cubicBezTo>
                <a:cubicBezTo>
                  <a:pt x="0" y="597"/>
                  <a:pt x="0" y="670"/>
                  <a:pt x="46" y="716"/>
                </a:cubicBezTo>
                <a:cubicBezTo>
                  <a:pt x="510" y="1180"/>
                  <a:pt x="510" y="1180"/>
                  <a:pt x="510" y="1180"/>
                </a:cubicBezTo>
                <a:cubicBezTo>
                  <a:pt x="46" y="1645"/>
                  <a:pt x="46" y="1645"/>
                  <a:pt x="46" y="1645"/>
                </a:cubicBezTo>
                <a:cubicBezTo>
                  <a:pt x="0" y="1690"/>
                  <a:pt x="0" y="1764"/>
                  <a:pt x="46" y="1809"/>
                </a:cubicBezTo>
                <a:cubicBezTo>
                  <a:pt x="552" y="2315"/>
                  <a:pt x="552" y="2315"/>
                  <a:pt x="552" y="2315"/>
                </a:cubicBezTo>
                <a:cubicBezTo>
                  <a:pt x="597" y="2361"/>
                  <a:pt x="671" y="2361"/>
                  <a:pt x="716" y="2315"/>
                </a:cubicBezTo>
                <a:cubicBezTo>
                  <a:pt x="1181" y="1851"/>
                  <a:pt x="1181" y="1851"/>
                  <a:pt x="1181" y="1851"/>
                </a:cubicBezTo>
                <a:cubicBezTo>
                  <a:pt x="1645" y="2315"/>
                  <a:pt x="1645" y="2315"/>
                  <a:pt x="1645" y="2315"/>
                </a:cubicBezTo>
                <a:cubicBezTo>
                  <a:pt x="1668" y="2339"/>
                  <a:pt x="1698" y="2349"/>
                  <a:pt x="1728" y="2349"/>
                </a:cubicBezTo>
                <a:cubicBezTo>
                  <a:pt x="1758" y="2349"/>
                  <a:pt x="1787" y="2338"/>
                  <a:pt x="1811" y="2315"/>
                </a:cubicBezTo>
                <a:cubicBezTo>
                  <a:pt x="2317" y="1809"/>
                  <a:pt x="2317" y="1809"/>
                  <a:pt x="2317" y="1809"/>
                </a:cubicBezTo>
                <a:cubicBezTo>
                  <a:pt x="2362" y="1764"/>
                  <a:pt x="2362" y="1690"/>
                  <a:pt x="2317" y="1645"/>
                </a:cubicBezTo>
                <a:lnTo>
                  <a:pt x="1852" y="1180"/>
                </a:lnTo>
                <a:close/>
                <a:moveTo>
                  <a:pt x="1183" y="828"/>
                </a:moveTo>
                <a:cubicBezTo>
                  <a:pt x="1247" y="828"/>
                  <a:pt x="1300" y="881"/>
                  <a:pt x="1300" y="945"/>
                </a:cubicBezTo>
                <a:cubicBezTo>
                  <a:pt x="1300" y="1009"/>
                  <a:pt x="1247" y="1061"/>
                  <a:pt x="1183" y="1061"/>
                </a:cubicBezTo>
                <a:cubicBezTo>
                  <a:pt x="1119" y="1061"/>
                  <a:pt x="1066" y="1009"/>
                  <a:pt x="1066" y="945"/>
                </a:cubicBezTo>
                <a:cubicBezTo>
                  <a:pt x="1066" y="881"/>
                  <a:pt x="1119" y="828"/>
                  <a:pt x="1183" y="828"/>
                </a:cubicBezTo>
                <a:close/>
                <a:moveTo>
                  <a:pt x="634" y="1057"/>
                </a:moveTo>
                <a:cubicBezTo>
                  <a:pt x="210" y="634"/>
                  <a:pt x="210" y="634"/>
                  <a:pt x="210" y="634"/>
                </a:cubicBezTo>
                <a:cubicBezTo>
                  <a:pt x="634" y="211"/>
                  <a:pt x="634" y="211"/>
                  <a:pt x="634" y="211"/>
                </a:cubicBezTo>
                <a:cubicBezTo>
                  <a:pt x="1056" y="633"/>
                  <a:pt x="1056" y="633"/>
                  <a:pt x="1056" y="633"/>
                </a:cubicBezTo>
                <a:lnTo>
                  <a:pt x="634" y="1057"/>
                </a:lnTo>
                <a:close/>
                <a:moveTo>
                  <a:pt x="950" y="1295"/>
                </a:moveTo>
                <a:cubicBezTo>
                  <a:pt x="886" y="1295"/>
                  <a:pt x="833" y="1242"/>
                  <a:pt x="833" y="1178"/>
                </a:cubicBezTo>
                <a:cubicBezTo>
                  <a:pt x="833" y="1114"/>
                  <a:pt x="886" y="1061"/>
                  <a:pt x="950" y="1061"/>
                </a:cubicBezTo>
                <a:cubicBezTo>
                  <a:pt x="1014" y="1061"/>
                  <a:pt x="1066" y="1114"/>
                  <a:pt x="1066" y="1178"/>
                </a:cubicBezTo>
                <a:cubicBezTo>
                  <a:pt x="1066" y="1242"/>
                  <a:pt x="1014" y="1295"/>
                  <a:pt x="950" y="1295"/>
                </a:cubicBezTo>
                <a:close/>
                <a:moveTo>
                  <a:pt x="1183" y="1528"/>
                </a:moveTo>
                <a:cubicBezTo>
                  <a:pt x="1119" y="1528"/>
                  <a:pt x="1066" y="1475"/>
                  <a:pt x="1066" y="1411"/>
                </a:cubicBezTo>
                <a:cubicBezTo>
                  <a:pt x="1066" y="1347"/>
                  <a:pt x="1119" y="1295"/>
                  <a:pt x="1183" y="1295"/>
                </a:cubicBezTo>
                <a:cubicBezTo>
                  <a:pt x="1247" y="1295"/>
                  <a:pt x="1300" y="1347"/>
                  <a:pt x="1300" y="1411"/>
                </a:cubicBezTo>
                <a:cubicBezTo>
                  <a:pt x="1300" y="1475"/>
                  <a:pt x="1247" y="1528"/>
                  <a:pt x="1183" y="1528"/>
                </a:cubicBezTo>
                <a:close/>
                <a:moveTo>
                  <a:pt x="1416" y="1061"/>
                </a:moveTo>
                <a:cubicBezTo>
                  <a:pt x="1480" y="1061"/>
                  <a:pt x="1533" y="1114"/>
                  <a:pt x="1533" y="1178"/>
                </a:cubicBezTo>
                <a:cubicBezTo>
                  <a:pt x="1533" y="1242"/>
                  <a:pt x="1480" y="1295"/>
                  <a:pt x="1416" y="1295"/>
                </a:cubicBezTo>
                <a:cubicBezTo>
                  <a:pt x="1352" y="1295"/>
                  <a:pt x="1300" y="1242"/>
                  <a:pt x="1300" y="1178"/>
                </a:cubicBezTo>
                <a:cubicBezTo>
                  <a:pt x="1300" y="1114"/>
                  <a:pt x="1352" y="1061"/>
                  <a:pt x="1416" y="1061"/>
                </a:cubicBezTo>
                <a:close/>
                <a:moveTo>
                  <a:pt x="1727" y="2151"/>
                </a:moveTo>
                <a:cubicBezTo>
                  <a:pt x="1303" y="1729"/>
                  <a:pt x="1303" y="1729"/>
                  <a:pt x="1303" y="1729"/>
                </a:cubicBezTo>
                <a:cubicBezTo>
                  <a:pt x="1727" y="1305"/>
                  <a:pt x="1727" y="1305"/>
                  <a:pt x="1727" y="1305"/>
                </a:cubicBezTo>
                <a:cubicBezTo>
                  <a:pt x="2149" y="1727"/>
                  <a:pt x="2149" y="1727"/>
                  <a:pt x="2149" y="1727"/>
                </a:cubicBezTo>
                <a:lnTo>
                  <a:pt x="1727" y="21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ag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100 w 2100"/>
              <a:gd name="T1" fmla="*/ 1867 h 2100"/>
              <a:gd name="T2" fmla="*/ 2100 w 2100"/>
              <a:gd name="T3" fmla="*/ 233 h 2100"/>
              <a:gd name="T4" fmla="*/ 1867 w 2100"/>
              <a:gd name="T5" fmla="*/ 0 h 2100"/>
              <a:gd name="T6" fmla="*/ 233 w 2100"/>
              <a:gd name="T7" fmla="*/ 0 h 2100"/>
              <a:gd name="T8" fmla="*/ 0 w 2100"/>
              <a:gd name="T9" fmla="*/ 233 h 2100"/>
              <a:gd name="T10" fmla="*/ 0 w 2100"/>
              <a:gd name="T11" fmla="*/ 1867 h 2100"/>
              <a:gd name="T12" fmla="*/ 233 w 2100"/>
              <a:gd name="T13" fmla="*/ 2100 h 2100"/>
              <a:gd name="T14" fmla="*/ 1867 w 2100"/>
              <a:gd name="T15" fmla="*/ 2100 h 2100"/>
              <a:gd name="T16" fmla="*/ 2100 w 2100"/>
              <a:gd name="T17" fmla="*/ 1867 h 2100"/>
              <a:gd name="T18" fmla="*/ 642 w 2100"/>
              <a:gd name="T19" fmla="*/ 1225 h 2100"/>
              <a:gd name="T20" fmla="*/ 933 w 2100"/>
              <a:gd name="T21" fmla="*/ 1576 h 2100"/>
              <a:gd name="T22" fmla="*/ 1342 w 2100"/>
              <a:gd name="T23" fmla="*/ 1050 h 2100"/>
              <a:gd name="T24" fmla="*/ 1867 w 2100"/>
              <a:gd name="T25" fmla="*/ 1750 h 2100"/>
              <a:gd name="T26" fmla="*/ 233 w 2100"/>
              <a:gd name="T27" fmla="*/ 1750 h 2100"/>
              <a:gd name="T28" fmla="*/ 642 w 2100"/>
              <a:gd name="T29" fmla="*/ 1225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100" h="2100">
                <a:moveTo>
                  <a:pt x="2100" y="1867"/>
                </a:move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lose/>
                <a:moveTo>
                  <a:pt x="642" y="1225"/>
                </a:moveTo>
                <a:cubicBezTo>
                  <a:pt x="933" y="1576"/>
                  <a:pt x="933" y="1576"/>
                  <a:pt x="933" y="1576"/>
                </a:cubicBezTo>
                <a:cubicBezTo>
                  <a:pt x="1342" y="1050"/>
                  <a:pt x="1342" y="1050"/>
                  <a:pt x="1342" y="1050"/>
                </a:cubicBezTo>
                <a:cubicBezTo>
                  <a:pt x="1867" y="1750"/>
                  <a:pt x="1867" y="1750"/>
                  <a:pt x="1867" y="1750"/>
                </a:cubicBezTo>
                <a:cubicBezTo>
                  <a:pt x="233" y="1750"/>
                  <a:pt x="233" y="1750"/>
                  <a:pt x="233" y="1750"/>
                </a:cubicBezTo>
                <a:lnTo>
                  <a:pt x="642" y="12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mage Aspect Rati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1634 w 2334"/>
              <a:gd name="T1" fmla="*/ 700 h 1866"/>
              <a:gd name="T2" fmla="*/ 1400 w 2334"/>
              <a:gd name="T3" fmla="*/ 700 h 1866"/>
              <a:gd name="T4" fmla="*/ 1400 w 2334"/>
              <a:gd name="T5" fmla="*/ 933 h 1866"/>
              <a:gd name="T6" fmla="*/ 1634 w 2334"/>
              <a:gd name="T7" fmla="*/ 933 h 1866"/>
              <a:gd name="T8" fmla="*/ 1634 w 2334"/>
              <a:gd name="T9" fmla="*/ 700 h 1866"/>
              <a:gd name="T10" fmla="*/ 1634 w 2334"/>
              <a:gd name="T11" fmla="*/ 1166 h 1866"/>
              <a:gd name="T12" fmla="*/ 1400 w 2334"/>
              <a:gd name="T13" fmla="*/ 1166 h 1866"/>
              <a:gd name="T14" fmla="*/ 1400 w 2334"/>
              <a:gd name="T15" fmla="*/ 1400 h 1866"/>
              <a:gd name="T16" fmla="*/ 1634 w 2334"/>
              <a:gd name="T17" fmla="*/ 1400 h 1866"/>
              <a:gd name="T18" fmla="*/ 1634 w 2334"/>
              <a:gd name="T19" fmla="*/ 1166 h 1866"/>
              <a:gd name="T20" fmla="*/ 700 w 2334"/>
              <a:gd name="T21" fmla="*/ 700 h 1866"/>
              <a:gd name="T22" fmla="*/ 467 w 2334"/>
              <a:gd name="T23" fmla="*/ 700 h 1866"/>
              <a:gd name="T24" fmla="*/ 467 w 2334"/>
              <a:gd name="T25" fmla="*/ 933 h 1866"/>
              <a:gd name="T26" fmla="*/ 700 w 2334"/>
              <a:gd name="T27" fmla="*/ 933 h 1866"/>
              <a:gd name="T28" fmla="*/ 700 w 2334"/>
              <a:gd name="T29" fmla="*/ 700 h 1866"/>
              <a:gd name="T30" fmla="*/ 1167 w 2334"/>
              <a:gd name="T31" fmla="*/ 700 h 1866"/>
              <a:gd name="T32" fmla="*/ 934 w 2334"/>
              <a:gd name="T33" fmla="*/ 700 h 1866"/>
              <a:gd name="T34" fmla="*/ 934 w 2334"/>
              <a:gd name="T35" fmla="*/ 933 h 1866"/>
              <a:gd name="T36" fmla="*/ 1167 w 2334"/>
              <a:gd name="T37" fmla="*/ 933 h 1866"/>
              <a:gd name="T38" fmla="*/ 1167 w 2334"/>
              <a:gd name="T39" fmla="*/ 700 h 1866"/>
              <a:gd name="T40" fmla="*/ 2100 w 2334"/>
              <a:gd name="T41" fmla="*/ 0 h 1866"/>
              <a:gd name="T42" fmla="*/ 234 w 2334"/>
              <a:gd name="T43" fmla="*/ 0 h 1866"/>
              <a:gd name="T44" fmla="*/ 0 w 2334"/>
              <a:gd name="T45" fmla="*/ 233 h 1866"/>
              <a:gd name="T46" fmla="*/ 0 w 2334"/>
              <a:gd name="T47" fmla="*/ 1633 h 1866"/>
              <a:gd name="T48" fmla="*/ 234 w 2334"/>
              <a:gd name="T49" fmla="*/ 1866 h 1866"/>
              <a:gd name="T50" fmla="*/ 2100 w 2334"/>
              <a:gd name="T51" fmla="*/ 1866 h 1866"/>
              <a:gd name="T52" fmla="*/ 2334 w 2334"/>
              <a:gd name="T53" fmla="*/ 1633 h 1866"/>
              <a:gd name="T54" fmla="*/ 2334 w 2334"/>
              <a:gd name="T55" fmla="*/ 233 h 1866"/>
              <a:gd name="T56" fmla="*/ 2100 w 2334"/>
              <a:gd name="T57" fmla="*/ 0 h 1866"/>
              <a:gd name="T58" fmla="*/ 2100 w 2334"/>
              <a:gd name="T59" fmla="*/ 1633 h 1866"/>
              <a:gd name="T60" fmla="*/ 234 w 2334"/>
              <a:gd name="T61" fmla="*/ 1633 h 1866"/>
              <a:gd name="T62" fmla="*/ 234 w 2334"/>
              <a:gd name="T63" fmla="*/ 233 h 1866"/>
              <a:gd name="T64" fmla="*/ 2100 w 2334"/>
              <a:gd name="T65" fmla="*/ 233 h 1866"/>
              <a:gd name="T66" fmla="*/ 2100 w 2334"/>
              <a:gd name="T67" fmla="*/ 163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334" h="1866">
                <a:moveTo>
                  <a:pt x="1634" y="700"/>
                </a:moveTo>
                <a:cubicBezTo>
                  <a:pt x="1400" y="700"/>
                  <a:pt x="1400" y="700"/>
                  <a:pt x="1400" y="700"/>
                </a:cubicBezTo>
                <a:cubicBezTo>
                  <a:pt x="1400" y="933"/>
                  <a:pt x="1400" y="933"/>
                  <a:pt x="1400" y="933"/>
                </a:cubicBezTo>
                <a:cubicBezTo>
                  <a:pt x="1634" y="933"/>
                  <a:pt x="1634" y="933"/>
                  <a:pt x="1634" y="933"/>
                </a:cubicBezTo>
                <a:lnTo>
                  <a:pt x="1634" y="700"/>
                </a:lnTo>
                <a:close/>
                <a:moveTo>
                  <a:pt x="1634" y="1166"/>
                </a:moveTo>
                <a:cubicBezTo>
                  <a:pt x="1400" y="1166"/>
                  <a:pt x="1400" y="1166"/>
                  <a:pt x="1400" y="1166"/>
                </a:cubicBezTo>
                <a:cubicBezTo>
                  <a:pt x="1400" y="1400"/>
                  <a:pt x="1400" y="1400"/>
                  <a:pt x="1400" y="1400"/>
                </a:cubicBezTo>
                <a:cubicBezTo>
                  <a:pt x="1634" y="1400"/>
                  <a:pt x="1634" y="1400"/>
                  <a:pt x="1634" y="1400"/>
                </a:cubicBezTo>
                <a:lnTo>
                  <a:pt x="1634" y="1166"/>
                </a:lnTo>
                <a:close/>
                <a:moveTo>
                  <a:pt x="700" y="700"/>
                </a:moveTo>
                <a:cubicBezTo>
                  <a:pt x="467" y="700"/>
                  <a:pt x="467" y="700"/>
                  <a:pt x="467" y="700"/>
                </a:cubicBezTo>
                <a:cubicBezTo>
                  <a:pt x="467" y="933"/>
                  <a:pt x="467" y="933"/>
                  <a:pt x="467" y="933"/>
                </a:cubicBezTo>
                <a:cubicBezTo>
                  <a:pt x="700" y="933"/>
                  <a:pt x="700" y="933"/>
                  <a:pt x="700" y="933"/>
                </a:cubicBezTo>
                <a:lnTo>
                  <a:pt x="700" y="700"/>
                </a:lnTo>
                <a:close/>
                <a:moveTo>
                  <a:pt x="1167" y="700"/>
                </a:moveTo>
                <a:cubicBezTo>
                  <a:pt x="934" y="700"/>
                  <a:pt x="934" y="700"/>
                  <a:pt x="934" y="700"/>
                </a:cubicBezTo>
                <a:cubicBezTo>
                  <a:pt x="934" y="933"/>
                  <a:pt x="934" y="933"/>
                  <a:pt x="934" y="933"/>
                </a:cubicBezTo>
                <a:cubicBezTo>
                  <a:pt x="1167" y="933"/>
                  <a:pt x="1167" y="933"/>
                  <a:pt x="1167" y="933"/>
                </a:cubicBezTo>
                <a:lnTo>
                  <a:pt x="1167" y="700"/>
                </a:lnTo>
                <a:close/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233"/>
                  <a:pt x="2334" y="233"/>
                  <a:pt x="2334" y="233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2100" y="1633"/>
                </a:moveTo>
                <a:cubicBezTo>
                  <a:pt x="234" y="1633"/>
                  <a:pt x="234" y="1633"/>
                  <a:pt x="234" y="1633"/>
                </a:cubicBezTo>
                <a:cubicBezTo>
                  <a:pt x="234" y="233"/>
                  <a:pt x="234" y="233"/>
                  <a:pt x="234" y="233"/>
                </a:cubicBezTo>
                <a:cubicBezTo>
                  <a:pt x="2100" y="233"/>
                  <a:pt x="2100" y="233"/>
                  <a:pt x="2100" y="233"/>
                </a:cubicBezTo>
                <a:lnTo>
                  <a:pt x="2100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292 w 2100"/>
              <a:gd name="T19" fmla="*/ 525 h 2100"/>
              <a:gd name="T20" fmla="*/ 525 w 2100"/>
              <a:gd name="T21" fmla="*/ 525 h 2100"/>
              <a:gd name="T22" fmla="*/ 525 w 2100"/>
              <a:gd name="T23" fmla="*/ 292 h 2100"/>
              <a:gd name="T24" fmla="*/ 700 w 2100"/>
              <a:gd name="T25" fmla="*/ 292 h 2100"/>
              <a:gd name="T26" fmla="*/ 700 w 2100"/>
              <a:gd name="T27" fmla="*/ 525 h 2100"/>
              <a:gd name="T28" fmla="*/ 933 w 2100"/>
              <a:gd name="T29" fmla="*/ 525 h 2100"/>
              <a:gd name="T30" fmla="*/ 933 w 2100"/>
              <a:gd name="T31" fmla="*/ 700 h 2100"/>
              <a:gd name="T32" fmla="*/ 700 w 2100"/>
              <a:gd name="T33" fmla="*/ 700 h 2100"/>
              <a:gd name="T34" fmla="*/ 700 w 2100"/>
              <a:gd name="T35" fmla="*/ 933 h 2100"/>
              <a:gd name="T36" fmla="*/ 525 w 2100"/>
              <a:gd name="T37" fmla="*/ 933 h 2100"/>
              <a:gd name="T38" fmla="*/ 525 w 2100"/>
              <a:gd name="T39" fmla="*/ 700 h 2100"/>
              <a:gd name="T40" fmla="*/ 292 w 2100"/>
              <a:gd name="T41" fmla="*/ 700 h 2100"/>
              <a:gd name="T42" fmla="*/ 292 w 2100"/>
              <a:gd name="T43" fmla="*/ 525 h 2100"/>
              <a:gd name="T44" fmla="*/ 1867 w 2100"/>
              <a:gd name="T45" fmla="*/ 1867 h 2100"/>
              <a:gd name="T46" fmla="*/ 233 w 2100"/>
              <a:gd name="T47" fmla="*/ 1867 h 2100"/>
              <a:gd name="T48" fmla="*/ 1867 w 2100"/>
              <a:gd name="T49" fmla="*/ 233 h 2100"/>
              <a:gd name="T50" fmla="*/ 1867 w 2100"/>
              <a:gd name="T51" fmla="*/ 1867 h 2100"/>
              <a:gd name="T52" fmla="*/ 1633 w 2100"/>
              <a:gd name="T53" fmla="*/ 1633 h 2100"/>
              <a:gd name="T54" fmla="*/ 1633 w 2100"/>
              <a:gd name="T55" fmla="*/ 1458 h 2100"/>
              <a:gd name="T56" fmla="*/ 1050 w 2100"/>
              <a:gd name="T57" fmla="*/ 1458 h 2100"/>
              <a:gd name="T58" fmla="*/ 1050 w 2100"/>
              <a:gd name="T59" fmla="*/ 1633 h 2100"/>
              <a:gd name="T60" fmla="*/ 1633 w 2100"/>
              <a:gd name="T61" fmla="*/ 16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292" y="525"/>
                </a:moveTo>
                <a:cubicBezTo>
                  <a:pt x="525" y="525"/>
                  <a:pt x="525" y="525"/>
                  <a:pt x="525" y="525"/>
                </a:cubicBezTo>
                <a:cubicBezTo>
                  <a:pt x="525" y="292"/>
                  <a:pt x="525" y="292"/>
                  <a:pt x="525" y="292"/>
                </a:cubicBezTo>
                <a:cubicBezTo>
                  <a:pt x="700" y="292"/>
                  <a:pt x="700" y="292"/>
                  <a:pt x="700" y="292"/>
                </a:cubicBezTo>
                <a:cubicBezTo>
                  <a:pt x="700" y="525"/>
                  <a:pt x="700" y="525"/>
                  <a:pt x="700" y="525"/>
                </a:cubicBezTo>
                <a:cubicBezTo>
                  <a:pt x="933" y="525"/>
                  <a:pt x="933" y="525"/>
                  <a:pt x="933" y="525"/>
                </a:cubicBezTo>
                <a:cubicBezTo>
                  <a:pt x="933" y="700"/>
                  <a:pt x="933" y="700"/>
                  <a:pt x="933" y="700"/>
                </a:cubicBezTo>
                <a:cubicBezTo>
                  <a:pt x="700" y="700"/>
                  <a:pt x="700" y="700"/>
                  <a:pt x="700" y="700"/>
                </a:cubicBezTo>
                <a:cubicBezTo>
                  <a:pt x="700" y="933"/>
                  <a:pt x="700" y="933"/>
                  <a:pt x="700" y="933"/>
                </a:cubicBezTo>
                <a:cubicBezTo>
                  <a:pt x="525" y="933"/>
                  <a:pt x="525" y="933"/>
                  <a:pt x="525" y="933"/>
                </a:cubicBezTo>
                <a:cubicBezTo>
                  <a:pt x="525" y="700"/>
                  <a:pt x="525" y="700"/>
                  <a:pt x="525" y="700"/>
                </a:cubicBezTo>
                <a:cubicBezTo>
                  <a:pt x="292" y="700"/>
                  <a:pt x="292" y="700"/>
                  <a:pt x="292" y="700"/>
                </a:cubicBezTo>
                <a:lnTo>
                  <a:pt x="292" y="525"/>
                </a:lnTo>
                <a:close/>
                <a:moveTo>
                  <a:pt x="1867" y="1867"/>
                </a:moveTo>
                <a:cubicBezTo>
                  <a:pt x="233" y="1867"/>
                  <a:pt x="233" y="1867"/>
                  <a:pt x="233" y="1867"/>
                </a:cubicBezTo>
                <a:cubicBezTo>
                  <a:pt x="1867" y="233"/>
                  <a:pt x="1867" y="233"/>
                  <a:pt x="1867" y="233"/>
                </a:cubicBezTo>
                <a:lnTo>
                  <a:pt x="1867" y="1867"/>
                </a:lnTo>
                <a:close/>
                <a:moveTo>
                  <a:pt x="1633" y="1633"/>
                </a:moveTo>
                <a:cubicBezTo>
                  <a:pt x="1633" y="1458"/>
                  <a:pt x="1633" y="1458"/>
                  <a:pt x="1633" y="1458"/>
                </a:cubicBezTo>
                <a:cubicBezTo>
                  <a:pt x="1050" y="1458"/>
                  <a:pt x="1050" y="1458"/>
                  <a:pt x="1050" y="1458"/>
                </a:cubicBezTo>
                <a:cubicBezTo>
                  <a:pt x="1050" y="1633"/>
                  <a:pt x="1050" y="1633"/>
                  <a:pt x="1050" y="1633"/>
                </a:cubicBezTo>
                <a:lnTo>
                  <a:pt x="1633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andscap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98832"/>
          </a:xfrm>
          <a:custGeom>
            <a:avLst/>
            <a:gdLst>
              <a:gd name="T0" fmla="*/ 1516 w 2566"/>
              <a:gd name="T1" fmla="*/ 0 h 1400"/>
              <a:gd name="T2" fmla="*/ 1079 w 2566"/>
              <a:gd name="T3" fmla="*/ 583 h 1400"/>
              <a:gd name="T4" fmla="*/ 1411 w 2566"/>
              <a:gd name="T5" fmla="*/ 1027 h 1400"/>
              <a:gd name="T6" fmla="*/ 1225 w 2566"/>
              <a:gd name="T7" fmla="*/ 1167 h 1400"/>
              <a:gd name="T8" fmla="*/ 700 w 2566"/>
              <a:gd name="T9" fmla="*/ 467 h 1400"/>
              <a:gd name="T10" fmla="*/ 0 w 2566"/>
              <a:gd name="T11" fmla="*/ 1400 h 1400"/>
              <a:gd name="T12" fmla="*/ 2566 w 2566"/>
              <a:gd name="T13" fmla="*/ 1400 h 1400"/>
              <a:gd name="T14" fmla="*/ 1516 w 2566"/>
              <a:gd name="T15" fmla="*/ 0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66" h="1400">
                <a:moveTo>
                  <a:pt x="1516" y="0"/>
                </a:moveTo>
                <a:cubicBezTo>
                  <a:pt x="1079" y="583"/>
                  <a:pt x="1079" y="583"/>
                  <a:pt x="1079" y="583"/>
                </a:cubicBezTo>
                <a:cubicBezTo>
                  <a:pt x="1411" y="1027"/>
                  <a:pt x="1411" y="1027"/>
                  <a:pt x="1411" y="1027"/>
                </a:cubicBezTo>
                <a:cubicBezTo>
                  <a:pt x="1225" y="1167"/>
                  <a:pt x="1225" y="1167"/>
                  <a:pt x="1225" y="1167"/>
                </a:cubicBezTo>
                <a:cubicBezTo>
                  <a:pt x="1028" y="904"/>
                  <a:pt x="700" y="467"/>
                  <a:pt x="700" y="467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2566" y="1400"/>
                  <a:pt x="2566" y="1400"/>
                  <a:pt x="2566" y="1400"/>
                </a:cubicBezTo>
                <a:lnTo>
                  <a:pt x="151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ak Ad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350 w 2100"/>
              <a:gd name="T1" fmla="*/ 0 h 2100"/>
              <a:gd name="T2" fmla="*/ 0 w 2100"/>
              <a:gd name="T3" fmla="*/ 0 h 2100"/>
              <a:gd name="T4" fmla="*/ 0 w 2100"/>
              <a:gd name="T5" fmla="*/ 350 h 2100"/>
              <a:gd name="T6" fmla="*/ 350 w 2100"/>
              <a:gd name="T7" fmla="*/ 0 h 2100"/>
              <a:gd name="T8" fmla="*/ 1283 w 2100"/>
              <a:gd name="T9" fmla="*/ 0 h 2100"/>
              <a:gd name="T10" fmla="*/ 1050 w 2100"/>
              <a:gd name="T11" fmla="*/ 0 h 2100"/>
              <a:gd name="T12" fmla="*/ 0 w 2100"/>
              <a:gd name="T13" fmla="*/ 1050 h 2100"/>
              <a:gd name="T14" fmla="*/ 0 w 2100"/>
              <a:gd name="T15" fmla="*/ 1283 h 2100"/>
              <a:gd name="T16" fmla="*/ 1283 w 2100"/>
              <a:gd name="T17" fmla="*/ 0 h 2100"/>
              <a:gd name="T18" fmla="*/ 817 w 2100"/>
              <a:gd name="T19" fmla="*/ 0 h 2100"/>
              <a:gd name="T20" fmla="*/ 583 w 2100"/>
              <a:gd name="T21" fmla="*/ 0 h 2100"/>
              <a:gd name="T22" fmla="*/ 0 w 2100"/>
              <a:gd name="T23" fmla="*/ 583 h 2100"/>
              <a:gd name="T24" fmla="*/ 0 w 2100"/>
              <a:gd name="T25" fmla="*/ 817 h 2100"/>
              <a:gd name="T26" fmla="*/ 817 w 2100"/>
              <a:gd name="T27" fmla="*/ 0 h 2100"/>
              <a:gd name="T28" fmla="*/ 817 w 2100"/>
              <a:gd name="T29" fmla="*/ 2100 h 2100"/>
              <a:gd name="T30" fmla="*/ 1050 w 2100"/>
              <a:gd name="T31" fmla="*/ 2100 h 2100"/>
              <a:gd name="T32" fmla="*/ 2100 w 2100"/>
              <a:gd name="T33" fmla="*/ 1050 h 2100"/>
              <a:gd name="T34" fmla="*/ 2100 w 2100"/>
              <a:gd name="T35" fmla="*/ 817 h 2100"/>
              <a:gd name="T36" fmla="*/ 817 w 2100"/>
              <a:gd name="T37" fmla="*/ 2100 h 2100"/>
              <a:gd name="T38" fmla="*/ 1750 w 2100"/>
              <a:gd name="T39" fmla="*/ 2100 h 2100"/>
              <a:gd name="T40" fmla="*/ 2100 w 2100"/>
              <a:gd name="T41" fmla="*/ 2100 h 2100"/>
              <a:gd name="T42" fmla="*/ 2100 w 2100"/>
              <a:gd name="T43" fmla="*/ 1750 h 2100"/>
              <a:gd name="T44" fmla="*/ 1750 w 2100"/>
              <a:gd name="T45" fmla="*/ 2100 h 2100"/>
              <a:gd name="T46" fmla="*/ 1283 w 2100"/>
              <a:gd name="T47" fmla="*/ 2100 h 2100"/>
              <a:gd name="T48" fmla="*/ 1517 w 2100"/>
              <a:gd name="T49" fmla="*/ 2100 h 2100"/>
              <a:gd name="T50" fmla="*/ 2100 w 2100"/>
              <a:gd name="T51" fmla="*/ 1517 h 2100"/>
              <a:gd name="T52" fmla="*/ 2100 w 2100"/>
              <a:gd name="T53" fmla="*/ 1283 h 2100"/>
              <a:gd name="T54" fmla="*/ 1283 w 2100"/>
              <a:gd name="T55" fmla="*/ 210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100" h="2100">
                <a:moveTo>
                  <a:pt x="35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350"/>
                  <a:pt x="0" y="350"/>
                  <a:pt x="0" y="350"/>
                </a:cubicBezTo>
                <a:cubicBezTo>
                  <a:pt x="194" y="350"/>
                  <a:pt x="350" y="194"/>
                  <a:pt x="350" y="0"/>
                </a:cubicBezTo>
                <a:close/>
                <a:moveTo>
                  <a:pt x="1283" y="0"/>
                </a:moveTo>
                <a:cubicBezTo>
                  <a:pt x="1050" y="0"/>
                  <a:pt x="1050" y="0"/>
                  <a:pt x="1050" y="0"/>
                </a:cubicBezTo>
                <a:cubicBezTo>
                  <a:pt x="1050" y="580"/>
                  <a:pt x="580" y="1050"/>
                  <a:pt x="0" y="1050"/>
                </a:cubicBezTo>
                <a:cubicBezTo>
                  <a:pt x="0" y="1283"/>
                  <a:pt x="0" y="1283"/>
                  <a:pt x="0" y="1283"/>
                </a:cubicBezTo>
                <a:cubicBezTo>
                  <a:pt x="709" y="1283"/>
                  <a:pt x="1283" y="708"/>
                  <a:pt x="1283" y="0"/>
                </a:cubicBezTo>
                <a:close/>
                <a:moveTo>
                  <a:pt x="817" y="0"/>
                </a:moveTo>
                <a:cubicBezTo>
                  <a:pt x="583" y="0"/>
                  <a:pt x="583" y="0"/>
                  <a:pt x="583" y="0"/>
                </a:cubicBezTo>
                <a:cubicBezTo>
                  <a:pt x="583" y="322"/>
                  <a:pt x="322" y="583"/>
                  <a:pt x="0" y="583"/>
                </a:cubicBezTo>
                <a:cubicBezTo>
                  <a:pt x="0" y="817"/>
                  <a:pt x="0" y="817"/>
                  <a:pt x="0" y="817"/>
                </a:cubicBezTo>
                <a:cubicBezTo>
                  <a:pt x="452" y="817"/>
                  <a:pt x="817" y="452"/>
                  <a:pt x="817" y="0"/>
                </a:cubicBezTo>
                <a:close/>
                <a:moveTo>
                  <a:pt x="817" y="2100"/>
                </a:moveTo>
                <a:cubicBezTo>
                  <a:pt x="1050" y="2100"/>
                  <a:pt x="1050" y="2100"/>
                  <a:pt x="1050" y="2100"/>
                </a:cubicBezTo>
                <a:cubicBezTo>
                  <a:pt x="1050" y="1520"/>
                  <a:pt x="1520" y="1050"/>
                  <a:pt x="2100" y="1050"/>
                </a:cubicBezTo>
                <a:cubicBezTo>
                  <a:pt x="2100" y="817"/>
                  <a:pt x="2100" y="817"/>
                  <a:pt x="2100" y="817"/>
                </a:cubicBezTo>
                <a:cubicBezTo>
                  <a:pt x="1392" y="817"/>
                  <a:pt x="817" y="1392"/>
                  <a:pt x="817" y="2100"/>
                </a:cubicBezTo>
                <a:close/>
                <a:moveTo>
                  <a:pt x="1750" y="2100"/>
                </a:moveTo>
                <a:cubicBezTo>
                  <a:pt x="2100" y="2100"/>
                  <a:pt x="2100" y="2100"/>
                  <a:pt x="2100" y="2100"/>
                </a:cubicBezTo>
                <a:cubicBezTo>
                  <a:pt x="2100" y="1750"/>
                  <a:pt x="2100" y="1750"/>
                  <a:pt x="2100" y="1750"/>
                </a:cubicBezTo>
                <a:cubicBezTo>
                  <a:pt x="1906" y="1750"/>
                  <a:pt x="1750" y="1906"/>
                  <a:pt x="1750" y="2100"/>
                </a:cubicBezTo>
                <a:close/>
                <a:moveTo>
                  <a:pt x="1283" y="2100"/>
                </a:moveTo>
                <a:cubicBezTo>
                  <a:pt x="1517" y="2100"/>
                  <a:pt x="1517" y="2100"/>
                  <a:pt x="1517" y="2100"/>
                </a:cubicBezTo>
                <a:cubicBezTo>
                  <a:pt x="1517" y="1778"/>
                  <a:pt x="1778" y="1517"/>
                  <a:pt x="2100" y="1517"/>
                </a:cubicBezTo>
                <a:cubicBezTo>
                  <a:pt x="2100" y="1283"/>
                  <a:pt x="2100" y="1283"/>
                  <a:pt x="2100" y="1283"/>
                </a:cubicBezTo>
                <a:cubicBezTo>
                  <a:pt x="1648" y="1283"/>
                  <a:pt x="1283" y="1648"/>
                  <a:pt x="1283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ak Remov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817 w 2100"/>
              <a:gd name="T1" fmla="*/ 0 h 2100"/>
              <a:gd name="T2" fmla="*/ 583 w 2100"/>
              <a:gd name="T3" fmla="*/ 0 h 2100"/>
              <a:gd name="T4" fmla="*/ 569 w 2100"/>
              <a:gd name="T5" fmla="*/ 124 h 2100"/>
              <a:gd name="T6" fmla="*/ 755 w 2100"/>
              <a:gd name="T7" fmla="*/ 309 h 2100"/>
              <a:gd name="T8" fmla="*/ 817 w 2100"/>
              <a:gd name="T9" fmla="*/ 0 h 2100"/>
              <a:gd name="T10" fmla="*/ 0 w 2100"/>
              <a:gd name="T11" fmla="*/ 148 h 2100"/>
              <a:gd name="T12" fmla="*/ 331 w 2100"/>
              <a:gd name="T13" fmla="*/ 479 h 2100"/>
              <a:gd name="T14" fmla="*/ 0 w 2100"/>
              <a:gd name="T15" fmla="*/ 583 h 2100"/>
              <a:gd name="T16" fmla="*/ 0 w 2100"/>
              <a:gd name="T17" fmla="*/ 817 h 2100"/>
              <a:gd name="T18" fmla="*/ 498 w 2100"/>
              <a:gd name="T19" fmla="*/ 646 h 2100"/>
              <a:gd name="T20" fmla="*/ 665 w 2100"/>
              <a:gd name="T21" fmla="*/ 813 h 2100"/>
              <a:gd name="T22" fmla="*/ 0 w 2100"/>
              <a:gd name="T23" fmla="*/ 1050 h 2100"/>
              <a:gd name="T24" fmla="*/ 0 w 2100"/>
              <a:gd name="T25" fmla="*/ 1283 h 2100"/>
              <a:gd name="T26" fmla="*/ 829 w 2100"/>
              <a:gd name="T27" fmla="*/ 978 h 2100"/>
              <a:gd name="T28" fmla="*/ 1121 w 2100"/>
              <a:gd name="T29" fmla="*/ 1269 h 2100"/>
              <a:gd name="T30" fmla="*/ 817 w 2100"/>
              <a:gd name="T31" fmla="*/ 2100 h 2100"/>
              <a:gd name="T32" fmla="*/ 1050 w 2100"/>
              <a:gd name="T33" fmla="*/ 2100 h 2100"/>
              <a:gd name="T34" fmla="*/ 1287 w 2100"/>
              <a:gd name="T35" fmla="*/ 1436 h 2100"/>
              <a:gd name="T36" fmla="*/ 1454 w 2100"/>
              <a:gd name="T37" fmla="*/ 1603 h 2100"/>
              <a:gd name="T38" fmla="*/ 1283 w 2100"/>
              <a:gd name="T39" fmla="*/ 2100 h 2100"/>
              <a:gd name="T40" fmla="*/ 1517 w 2100"/>
              <a:gd name="T41" fmla="*/ 2100 h 2100"/>
              <a:gd name="T42" fmla="*/ 1621 w 2100"/>
              <a:gd name="T43" fmla="*/ 1769 h 2100"/>
              <a:gd name="T44" fmla="*/ 1952 w 2100"/>
              <a:gd name="T45" fmla="*/ 2100 h 2100"/>
              <a:gd name="T46" fmla="*/ 2100 w 2100"/>
              <a:gd name="T47" fmla="*/ 1952 h 2100"/>
              <a:gd name="T48" fmla="*/ 148 w 2100"/>
              <a:gd name="T49" fmla="*/ 0 h 2100"/>
              <a:gd name="T50" fmla="*/ 0 w 2100"/>
              <a:gd name="T51" fmla="*/ 148 h 2100"/>
              <a:gd name="T52" fmla="*/ 1283 w 2100"/>
              <a:gd name="T53" fmla="*/ 0 h 2100"/>
              <a:gd name="T54" fmla="*/ 1050 w 2100"/>
              <a:gd name="T55" fmla="*/ 0 h 2100"/>
              <a:gd name="T56" fmla="*/ 931 w 2100"/>
              <a:gd name="T57" fmla="*/ 485 h 2100"/>
              <a:gd name="T58" fmla="*/ 1101 w 2100"/>
              <a:gd name="T59" fmla="*/ 656 h 2100"/>
              <a:gd name="T60" fmla="*/ 1283 w 2100"/>
              <a:gd name="T61" fmla="*/ 0 h 2100"/>
              <a:gd name="T62" fmla="*/ 1976 w 2100"/>
              <a:gd name="T63" fmla="*/ 1531 h 2100"/>
              <a:gd name="T64" fmla="*/ 2100 w 2100"/>
              <a:gd name="T65" fmla="*/ 1517 h 2100"/>
              <a:gd name="T66" fmla="*/ 2100 w 2100"/>
              <a:gd name="T67" fmla="*/ 1283 h 2100"/>
              <a:gd name="T68" fmla="*/ 1790 w 2100"/>
              <a:gd name="T69" fmla="*/ 1344 h 2100"/>
              <a:gd name="T70" fmla="*/ 1976 w 2100"/>
              <a:gd name="T71" fmla="*/ 1531 h 2100"/>
              <a:gd name="T72" fmla="*/ 1444 w 2100"/>
              <a:gd name="T73" fmla="*/ 999 h 2100"/>
              <a:gd name="T74" fmla="*/ 1615 w 2100"/>
              <a:gd name="T75" fmla="*/ 1169 h 2100"/>
              <a:gd name="T76" fmla="*/ 2100 w 2100"/>
              <a:gd name="T77" fmla="*/ 1050 h 2100"/>
              <a:gd name="T78" fmla="*/ 2100 w 2100"/>
              <a:gd name="T79" fmla="*/ 817 h 2100"/>
              <a:gd name="T80" fmla="*/ 1444 w 2100"/>
              <a:gd name="T81" fmla="*/ 999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100" h="2100">
                <a:moveTo>
                  <a:pt x="817" y="0"/>
                </a:moveTo>
                <a:cubicBezTo>
                  <a:pt x="583" y="0"/>
                  <a:pt x="583" y="0"/>
                  <a:pt x="583" y="0"/>
                </a:cubicBezTo>
                <a:cubicBezTo>
                  <a:pt x="583" y="43"/>
                  <a:pt x="579" y="84"/>
                  <a:pt x="569" y="124"/>
                </a:cubicBezTo>
                <a:cubicBezTo>
                  <a:pt x="755" y="309"/>
                  <a:pt x="755" y="309"/>
                  <a:pt x="755" y="309"/>
                </a:cubicBezTo>
                <a:cubicBezTo>
                  <a:pt x="795" y="215"/>
                  <a:pt x="817" y="110"/>
                  <a:pt x="817" y="0"/>
                </a:cubicBezTo>
                <a:close/>
                <a:moveTo>
                  <a:pt x="0" y="148"/>
                </a:moveTo>
                <a:cubicBezTo>
                  <a:pt x="331" y="479"/>
                  <a:pt x="331" y="479"/>
                  <a:pt x="331" y="479"/>
                </a:cubicBezTo>
                <a:cubicBezTo>
                  <a:pt x="237" y="545"/>
                  <a:pt x="124" y="583"/>
                  <a:pt x="0" y="583"/>
                </a:cubicBezTo>
                <a:cubicBezTo>
                  <a:pt x="0" y="817"/>
                  <a:pt x="0" y="817"/>
                  <a:pt x="0" y="817"/>
                </a:cubicBezTo>
                <a:cubicBezTo>
                  <a:pt x="188" y="817"/>
                  <a:pt x="360" y="753"/>
                  <a:pt x="498" y="646"/>
                </a:cubicBezTo>
                <a:cubicBezTo>
                  <a:pt x="665" y="813"/>
                  <a:pt x="665" y="813"/>
                  <a:pt x="665" y="813"/>
                </a:cubicBezTo>
                <a:cubicBezTo>
                  <a:pt x="483" y="961"/>
                  <a:pt x="252" y="1050"/>
                  <a:pt x="0" y="1050"/>
                </a:cubicBezTo>
                <a:cubicBezTo>
                  <a:pt x="0" y="1283"/>
                  <a:pt x="0" y="1283"/>
                  <a:pt x="0" y="1283"/>
                </a:cubicBezTo>
                <a:cubicBezTo>
                  <a:pt x="316" y="1283"/>
                  <a:pt x="605" y="1168"/>
                  <a:pt x="829" y="978"/>
                </a:cubicBezTo>
                <a:cubicBezTo>
                  <a:pt x="1121" y="1269"/>
                  <a:pt x="1121" y="1269"/>
                  <a:pt x="1121" y="1269"/>
                </a:cubicBezTo>
                <a:cubicBezTo>
                  <a:pt x="932" y="1495"/>
                  <a:pt x="817" y="1784"/>
                  <a:pt x="817" y="2100"/>
                </a:cubicBezTo>
                <a:cubicBezTo>
                  <a:pt x="1050" y="2100"/>
                  <a:pt x="1050" y="2100"/>
                  <a:pt x="1050" y="2100"/>
                </a:cubicBezTo>
                <a:cubicBezTo>
                  <a:pt x="1050" y="1848"/>
                  <a:pt x="1139" y="1617"/>
                  <a:pt x="1287" y="1436"/>
                </a:cubicBezTo>
                <a:cubicBezTo>
                  <a:pt x="1454" y="1603"/>
                  <a:pt x="1454" y="1603"/>
                  <a:pt x="1454" y="1603"/>
                </a:cubicBezTo>
                <a:cubicBezTo>
                  <a:pt x="1347" y="1740"/>
                  <a:pt x="1283" y="1912"/>
                  <a:pt x="1283" y="2100"/>
                </a:cubicBezTo>
                <a:cubicBezTo>
                  <a:pt x="1517" y="2100"/>
                  <a:pt x="1517" y="2100"/>
                  <a:pt x="1517" y="2100"/>
                </a:cubicBezTo>
                <a:cubicBezTo>
                  <a:pt x="1517" y="1976"/>
                  <a:pt x="1555" y="1863"/>
                  <a:pt x="1621" y="1769"/>
                </a:cubicBezTo>
                <a:cubicBezTo>
                  <a:pt x="1952" y="2100"/>
                  <a:pt x="1952" y="2100"/>
                  <a:pt x="1952" y="2100"/>
                </a:cubicBezTo>
                <a:cubicBezTo>
                  <a:pt x="2100" y="1952"/>
                  <a:pt x="2100" y="1952"/>
                  <a:pt x="2100" y="1952"/>
                </a:cubicBezTo>
                <a:cubicBezTo>
                  <a:pt x="148" y="0"/>
                  <a:pt x="148" y="0"/>
                  <a:pt x="148" y="0"/>
                </a:cubicBezTo>
                <a:lnTo>
                  <a:pt x="0" y="148"/>
                </a:lnTo>
                <a:close/>
                <a:moveTo>
                  <a:pt x="1283" y="0"/>
                </a:moveTo>
                <a:cubicBezTo>
                  <a:pt x="1050" y="0"/>
                  <a:pt x="1050" y="0"/>
                  <a:pt x="1050" y="0"/>
                </a:cubicBezTo>
                <a:cubicBezTo>
                  <a:pt x="1050" y="175"/>
                  <a:pt x="1007" y="340"/>
                  <a:pt x="931" y="485"/>
                </a:cubicBezTo>
                <a:cubicBezTo>
                  <a:pt x="1101" y="656"/>
                  <a:pt x="1101" y="656"/>
                  <a:pt x="1101" y="656"/>
                </a:cubicBezTo>
                <a:cubicBezTo>
                  <a:pt x="1216" y="464"/>
                  <a:pt x="1283" y="240"/>
                  <a:pt x="1283" y="0"/>
                </a:cubicBezTo>
                <a:close/>
                <a:moveTo>
                  <a:pt x="1976" y="1531"/>
                </a:moveTo>
                <a:cubicBezTo>
                  <a:pt x="2016" y="1521"/>
                  <a:pt x="2057" y="1517"/>
                  <a:pt x="2100" y="1517"/>
                </a:cubicBezTo>
                <a:cubicBezTo>
                  <a:pt x="2100" y="1283"/>
                  <a:pt x="2100" y="1283"/>
                  <a:pt x="2100" y="1283"/>
                </a:cubicBezTo>
                <a:cubicBezTo>
                  <a:pt x="1990" y="1283"/>
                  <a:pt x="1885" y="1305"/>
                  <a:pt x="1790" y="1344"/>
                </a:cubicBezTo>
                <a:lnTo>
                  <a:pt x="1976" y="1531"/>
                </a:lnTo>
                <a:close/>
                <a:moveTo>
                  <a:pt x="1444" y="999"/>
                </a:moveTo>
                <a:cubicBezTo>
                  <a:pt x="1615" y="1169"/>
                  <a:pt x="1615" y="1169"/>
                  <a:pt x="1615" y="1169"/>
                </a:cubicBezTo>
                <a:cubicBezTo>
                  <a:pt x="1760" y="1093"/>
                  <a:pt x="1925" y="1050"/>
                  <a:pt x="2100" y="1050"/>
                </a:cubicBezTo>
                <a:cubicBezTo>
                  <a:pt x="2100" y="817"/>
                  <a:pt x="2100" y="817"/>
                  <a:pt x="2100" y="817"/>
                </a:cubicBezTo>
                <a:cubicBezTo>
                  <a:pt x="1860" y="817"/>
                  <a:pt x="1636" y="884"/>
                  <a:pt x="1444" y="99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ns"/>
          <p:cNvSpPr>
            <a:spLocks noChangeAspect="1" noChangeArrowhead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ked Camera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3000 w 6000"/>
              <a:gd name="T1" fmla="*/ 2640 h 6000"/>
              <a:gd name="T2" fmla="*/ 3960 w 6000"/>
              <a:gd name="T3" fmla="*/ 3600 h 6000"/>
              <a:gd name="T4" fmla="*/ 3000 w 6000"/>
              <a:gd name="T5" fmla="*/ 4560 h 6000"/>
              <a:gd name="T6" fmla="*/ 2040 w 6000"/>
              <a:gd name="T7" fmla="*/ 3600 h 6000"/>
              <a:gd name="T8" fmla="*/ 3000 w 6000"/>
              <a:gd name="T9" fmla="*/ 2640 h 6000"/>
              <a:gd name="T10" fmla="*/ 4200 w 6000"/>
              <a:gd name="T11" fmla="*/ 399 h 6000"/>
              <a:gd name="T12" fmla="*/ 5601 w 6000"/>
              <a:gd name="T13" fmla="*/ 1800 h 6000"/>
              <a:gd name="T14" fmla="*/ 6000 w 6000"/>
              <a:gd name="T15" fmla="*/ 1800 h 6000"/>
              <a:gd name="T16" fmla="*/ 4200 w 6000"/>
              <a:gd name="T17" fmla="*/ 0 h 6000"/>
              <a:gd name="T18" fmla="*/ 4200 w 6000"/>
              <a:gd name="T19" fmla="*/ 399 h 6000"/>
              <a:gd name="T20" fmla="*/ 4200 w 6000"/>
              <a:gd name="T21" fmla="*/ 1200 h 6000"/>
              <a:gd name="T22" fmla="*/ 4800 w 6000"/>
              <a:gd name="T23" fmla="*/ 1800 h 6000"/>
              <a:gd name="T24" fmla="*/ 5199 w 6000"/>
              <a:gd name="T25" fmla="*/ 1800 h 6000"/>
              <a:gd name="T26" fmla="*/ 4200 w 6000"/>
              <a:gd name="T27" fmla="*/ 801 h 6000"/>
              <a:gd name="T28" fmla="*/ 4200 w 6000"/>
              <a:gd name="T29" fmla="*/ 1200 h 6000"/>
              <a:gd name="T30" fmla="*/ 4500 w 6000"/>
              <a:gd name="T31" fmla="*/ 2100 h 6000"/>
              <a:gd name="T32" fmla="*/ 3900 w 6000"/>
              <a:gd name="T33" fmla="*/ 1500 h 6000"/>
              <a:gd name="T34" fmla="*/ 3900 w 6000"/>
              <a:gd name="T35" fmla="*/ 600 h 6000"/>
              <a:gd name="T36" fmla="*/ 2100 w 6000"/>
              <a:gd name="T37" fmla="*/ 600 h 6000"/>
              <a:gd name="T38" fmla="*/ 1551 w 6000"/>
              <a:gd name="T39" fmla="*/ 1200 h 6000"/>
              <a:gd name="T40" fmla="*/ 600 w 6000"/>
              <a:gd name="T41" fmla="*/ 1200 h 6000"/>
              <a:gd name="T42" fmla="*/ 0 w 6000"/>
              <a:gd name="T43" fmla="*/ 1800 h 6000"/>
              <a:gd name="T44" fmla="*/ 0 w 6000"/>
              <a:gd name="T45" fmla="*/ 5400 h 6000"/>
              <a:gd name="T46" fmla="*/ 600 w 6000"/>
              <a:gd name="T47" fmla="*/ 6000 h 6000"/>
              <a:gd name="T48" fmla="*/ 5400 w 6000"/>
              <a:gd name="T49" fmla="*/ 6000 h 6000"/>
              <a:gd name="T50" fmla="*/ 6000 w 6000"/>
              <a:gd name="T51" fmla="*/ 5400 h 6000"/>
              <a:gd name="T52" fmla="*/ 6000 w 6000"/>
              <a:gd name="T53" fmla="*/ 2100 h 6000"/>
              <a:gd name="T54" fmla="*/ 4500 w 6000"/>
              <a:gd name="T55" fmla="*/ 2100 h 6000"/>
              <a:gd name="T56" fmla="*/ 3000 w 6000"/>
              <a:gd name="T57" fmla="*/ 5100 h 6000"/>
              <a:gd name="T58" fmla="*/ 1500 w 6000"/>
              <a:gd name="T59" fmla="*/ 3600 h 6000"/>
              <a:gd name="T60" fmla="*/ 3000 w 6000"/>
              <a:gd name="T61" fmla="*/ 2100 h 6000"/>
              <a:gd name="T62" fmla="*/ 4500 w 6000"/>
              <a:gd name="T63" fmla="*/ 3600 h 6000"/>
              <a:gd name="T64" fmla="*/ 3000 w 6000"/>
              <a:gd name="T65" fmla="*/ 5100 h 6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000" h="6000">
                <a:moveTo>
                  <a:pt x="3000" y="2640"/>
                </a:moveTo>
                <a:cubicBezTo>
                  <a:pt x="3530" y="2640"/>
                  <a:pt x="3960" y="3070"/>
                  <a:pt x="3960" y="3600"/>
                </a:cubicBezTo>
                <a:cubicBezTo>
                  <a:pt x="3960" y="4130"/>
                  <a:pt x="3530" y="4560"/>
                  <a:pt x="3000" y="4560"/>
                </a:cubicBezTo>
                <a:cubicBezTo>
                  <a:pt x="2470" y="4560"/>
                  <a:pt x="2040" y="4130"/>
                  <a:pt x="2040" y="3600"/>
                </a:cubicBezTo>
                <a:cubicBezTo>
                  <a:pt x="2040" y="3070"/>
                  <a:pt x="2470" y="2640"/>
                  <a:pt x="3000" y="2640"/>
                </a:cubicBezTo>
                <a:close/>
                <a:moveTo>
                  <a:pt x="4200" y="399"/>
                </a:moveTo>
                <a:cubicBezTo>
                  <a:pt x="4974" y="399"/>
                  <a:pt x="5601" y="1026"/>
                  <a:pt x="5601" y="1800"/>
                </a:cubicBezTo>
                <a:cubicBezTo>
                  <a:pt x="6000" y="1800"/>
                  <a:pt x="6000" y="1800"/>
                  <a:pt x="6000" y="1800"/>
                </a:cubicBezTo>
                <a:cubicBezTo>
                  <a:pt x="6000" y="807"/>
                  <a:pt x="5193" y="0"/>
                  <a:pt x="4200" y="0"/>
                </a:cubicBezTo>
                <a:cubicBezTo>
                  <a:pt x="4200" y="399"/>
                  <a:pt x="4200" y="399"/>
                  <a:pt x="4200" y="399"/>
                </a:cubicBezTo>
                <a:moveTo>
                  <a:pt x="4200" y="1200"/>
                </a:moveTo>
                <a:cubicBezTo>
                  <a:pt x="4533" y="1200"/>
                  <a:pt x="4800" y="1467"/>
                  <a:pt x="4800" y="1800"/>
                </a:cubicBezTo>
                <a:cubicBezTo>
                  <a:pt x="5199" y="1800"/>
                  <a:pt x="5199" y="1800"/>
                  <a:pt x="5199" y="1800"/>
                </a:cubicBezTo>
                <a:cubicBezTo>
                  <a:pt x="5199" y="1248"/>
                  <a:pt x="4752" y="801"/>
                  <a:pt x="4200" y="801"/>
                </a:cubicBezTo>
                <a:cubicBezTo>
                  <a:pt x="4200" y="1200"/>
                  <a:pt x="4200" y="1200"/>
                  <a:pt x="4200" y="1200"/>
                </a:cubicBezTo>
                <a:moveTo>
                  <a:pt x="4500" y="2100"/>
                </a:moveTo>
                <a:cubicBezTo>
                  <a:pt x="4500" y="1767"/>
                  <a:pt x="4233" y="1500"/>
                  <a:pt x="3900" y="1500"/>
                </a:cubicBezTo>
                <a:cubicBezTo>
                  <a:pt x="3900" y="600"/>
                  <a:pt x="3900" y="600"/>
                  <a:pt x="3900" y="600"/>
                </a:cubicBezTo>
                <a:cubicBezTo>
                  <a:pt x="2100" y="600"/>
                  <a:pt x="2100" y="600"/>
                  <a:pt x="2100" y="600"/>
                </a:cubicBezTo>
                <a:cubicBezTo>
                  <a:pt x="1551" y="1200"/>
                  <a:pt x="1551" y="1200"/>
                  <a:pt x="1551" y="1200"/>
                </a:cubicBezTo>
                <a:cubicBezTo>
                  <a:pt x="600" y="1200"/>
                  <a:pt x="600" y="1200"/>
                  <a:pt x="600" y="1200"/>
                </a:cubicBezTo>
                <a:cubicBezTo>
                  <a:pt x="270" y="1200"/>
                  <a:pt x="0" y="1470"/>
                  <a:pt x="0" y="1800"/>
                </a:cubicBezTo>
                <a:cubicBezTo>
                  <a:pt x="0" y="5400"/>
                  <a:pt x="0" y="5400"/>
                  <a:pt x="0" y="5400"/>
                </a:cubicBezTo>
                <a:cubicBezTo>
                  <a:pt x="0" y="5730"/>
                  <a:pt x="270" y="6000"/>
                  <a:pt x="600" y="6000"/>
                </a:cubicBezTo>
                <a:cubicBezTo>
                  <a:pt x="5400" y="6000"/>
                  <a:pt x="5400" y="6000"/>
                  <a:pt x="5400" y="6000"/>
                </a:cubicBezTo>
                <a:cubicBezTo>
                  <a:pt x="5730" y="6000"/>
                  <a:pt x="6000" y="5730"/>
                  <a:pt x="6000" y="5400"/>
                </a:cubicBezTo>
                <a:cubicBezTo>
                  <a:pt x="6000" y="2100"/>
                  <a:pt x="6000" y="2100"/>
                  <a:pt x="6000" y="2100"/>
                </a:cubicBezTo>
                <a:lnTo>
                  <a:pt x="4500" y="2100"/>
                </a:lnTo>
                <a:close/>
                <a:moveTo>
                  <a:pt x="3000" y="5100"/>
                </a:moveTo>
                <a:cubicBezTo>
                  <a:pt x="2172" y="5100"/>
                  <a:pt x="1500" y="4428"/>
                  <a:pt x="1500" y="3600"/>
                </a:cubicBezTo>
                <a:cubicBezTo>
                  <a:pt x="1500" y="2772"/>
                  <a:pt x="2172" y="2100"/>
                  <a:pt x="3000" y="2100"/>
                </a:cubicBezTo>
                <a:cubicBezTo>
                  <a:pt x="3828" y="2100"/>
                  <a:pt x="4500" y="2772"/>
                  <a:pt x="4500" y="3600"/>
                </a:cubicBezTo>
                <a:cubicBezTo>
                  <a:pt x="4500" y="4428"/>
                  <a:pt x="3828" y="5100"/>
                  <a:pt x="3000" y="5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ok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57049"/>
          </a:xfrm>
          <a:custGeom>
            <a:avLst/>
            <a:gdLst>
              <a:gd name="T0" fmla="*/ 1283 w 2566"/>
              <a:gd name="T1" fmla="*/ 467 h 1283"/>
              <a:gd name="T2" fmla="*/ 466 w 2566"/>
              <a:gd name="T3" fmla="*/ 1283 h 1283"/>
              <a:gd name="T4" fmla="*/ 700 w 2566"/>
              <a:gd name="T5" fmla="*/ 1283 h 1283"/>
              <a:gd name="T6" fmla="*/ 1283 w 2566"/>
              <a:gd name="T7" fmla="*/ 700 h 1283"/>
              <a:gd name="T8" fmla="*/ 1866 w 2566"/>
              <a:gd name="T9" fmla="*/ 1283 h 1283"/>
              <a:gd name="T10" fmla="*/ 2100 w 2566"/>
              <a:gd name="T11" fmla="*/ 1283 h 1283"/>
              <a:gd name="T12" fmla="*/ 1283 w 2566"/>
              <a:gd name="T13" fmla="*/ 467 h 1283"/>
              <a:gd name="T14" fmla="*/ 1283 w 2566"/>
              <a:gd name="T15" fmla="*/ 0 h 1283"/>
              <a:gd name="T16" fmla="*/ 0 w 2566"/>
              <a:gd name="T17" fmla="*/ 1283 h 1283"/>
              <a:gd name="T18" fmla="*/ 233 w 2566"/>
              <a:gd name="T19" fmla="*/ 1283 h 1283"/>
              <a:gd name="T20" fmla="*/ 1283 w 2566"/>
              <a:gd name="T21" fmla="*/ 233 h 1283"/>
              <a:gd name="T22" fmla="*/ 2333 w 2566"/>
              <a:gd name="T23" fmla="*/ 1283 h 1283"/>
              <a:gd name="T24" fmla="*/ 2566 w 2566"/>
              <a:gd name="T25" fmla="*/ 1283 h 1283"/>
              <a:gd name="T26" fmla="*/ 1283 w 2566"/>
              <a:gd name="T27" fmla="*/ 0 h 1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66" h="1283">
                <a:moveTo>
                  <a:pt x="1283" y="467"/>
                </a:moveTo>
                <a:cubicBezTo>
                  <a:pt x="833" y="467"/>
                  <a:pt x="466" y="833"/>
                  <a:pt x="466" y="1283"/>
                </a:cubicBezTo>
                <a:cubicBezTo>
                  <a:pt x="700" y="1283"/>
                  <a:pt x="700" y="1283"/>
                  <a:pt x="700" y="1283"/>
                </a:cubicBezTo>
                <a:cubicBezTo>
                  <a:pt x="700" y="961"/>
                  <a:pt x="961" y="700"/>
                  <a:pt x="1283" y="700"/>
                </a:cubicBezTo>
                <a:cubicBezTo>
                  <a:pt x="1605" y="700"/>
                  <a:pt x="1866" y="961"/>
                  <a:pt x="1866" y="1283"/>
                </a:cubicBezTo>
                <a:cubicBezTo>
                  <a:pt x="2100" y="1283"/>
                  <a:pt x="2100" y="1283"/>
                  <a:pt x="2100" y="1283"/>
                </a:cubicBezTo>
                <a:cubicBezTo>
                  <a:pt x="2100" y="833"/>
                  <a:pt x="1733" y="467"/>
                  <a:pt x="1283" y="467"/>
                </a:cubicBezTo>
                <a:close/>
                <a:moveTo>
                  <a:pt x="1283" y="0"/>
                </a:moveTo>
                <a:cubicBezTo>
                  <a:pt x="575" y="0"/>
                  <a:pt x="0" y="575"/>
                  <a:pt x="0" y="1283"/>
                </a:cubicBezTo>
                <a:cubicBezTo>
                  <a:pt x="233" y="1283"/>
                  <a:pt x="233" y="1283"/>
                  <a:pt x="233" y="1283"/>
                </a:cubicBezTo>
                <a:cubicBezTo>
                  <a:pt x="233" y="705"/>
                  <a:pt x="704" y="233"/>
                  <a:pt x="1283" y="233"/>
                </a:cubicBezTo>
                <a:cubicBezTo>
                  <a:pt x="1862" y="233"/>
                  <a:pt x="2333" y="705"/>
                  <a:pt x="2333" y="1283"/>
                </a:cubicBezTo>
                <a:cubicBezTo>
                  <a:pt x="2566" y="1283"/>
                  <a:pt x="2566" y="1283"/>
                  <a:pt x="2566" y="1283"/>
                </a:cubicBezTo>
                <a:cubicBezTo>
                  <a:pt x="2566" y="575"/>
                  <a:pt x="1991" y="0"/>
                  <a:pt x="128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oks 3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1400 w 2100"/>
              <a:gd name="T19" fmla="*/ 875 h 2100"/>
              <a:gd name="T20" fmla="*/ 1225 w 2100"/>
              <a:gd name="T21" fmla="*/ 1050 h 2100"/>
              <a:gd name="T22" fmla="*/ 1400 w 2100"/>
              <a:gd name="T23" fmla="*/ 1225 h 2100"/>
              <a:gd name="T24" fmla="*/ 1400 w 2100"/>
              <a:gd name="T25" fmla="*/ 1400 h 2100"/>
              <a:gd name="T26" fmla="*/ 1167 w 2100"/>
              <a:gd name="T27" fmla="*/ 1633 h 2100"/>
              <a:gd name="T28" fmla="*/ 700 w 2100"/>
              <a:gd name="T29" fmla="*/ 1633 h 2100"/>
              <a:gd name="T30" fmla="*/ 700 w 2100"/>
              <a:gd name="T31" fmla="*/ 1400 h 2100"/>
              <a:gd name="T32" fmla="*/ 1167 w 2100"/>
              <a:gd name="T33" fmla="*/ 1400 h 2100"/>
              <a:gd name="T34" fmla="*/ 1167 w 2100"/>
              <a:gd name="T35" fmla="*/ 1167 h 2100"/>
              <a:gd name="T36" fmla="*/ 933 w 2100"/>
              <a:gd name="T37" fmla="*/ 1167 h 2100"/>
              <a:gd name="T38" fmla="*/ 933 w 2100"/>
              <a:gd name="T39" fmla="*/ 933 h 2100"/>
              <a:gd name="T40" fmla="*/ 1167 w 2100"/>
              <a:gd name="T41" fmla="*/ 933 h 2100"/>
              <a:gd name="T42" fmla="*/ 1167 w 2100"/>
              <a:gd name="T43" fmla="*/ 700 h 2100"/>
              <a:gd name="T44" fmla="*/ 700 w 2100"/>
              <a:gd name="T45" fmla="*/ 700 h 2100"/>
              <a:gd name="T46" fmla="*/ 700 w 2100"/>
              <a:gd name="T47" fmla="*/ 467 h 2100"/>
              <a:gd name="T48" fmla="*/ 1167 w 2100"/>
              <a:gd name="T49" fmla="*/ 467 h 2100"/>
              <a:gd name="T50" fmla="*/ 1400 w 2100"/>
              <a:gd name="T51" fmla="*/ 700 h 2100"/>
              <a:gd name="T52" fmla="*/ 1400 w 2100"/>
              <a:gd name="T53" fmla="*/ 875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400" y="875"/>
                </a:moveTo>
                <a:cubicBezTo>
                  <a:pt x="1400" y="972"/>
                  <a:pt x="1322" y="1050"/>
                  <a:pt x="1225" y="1050"/>
                </a:cubicBezTo>
                <a:cubicBezTo>
                  <a:pt x="1322" y="1050"/>
                  <a:pt x="1400" y="1128"/>
                  <a:pt x="1400" y="1225"/>
                </a:cubicBezTo>
                <a:cubicBezTo>
                  <a:pt x="1400" y="1400"/>
                  <a:pt x="1400" y="1400"/>
                  <a:pt x="1400" y="1400"/>
                </a:cubicBezTo>
                <a:cubicBezTo>
                  <a:pt x="1400" y="1529"/>
                  <a:pt x="1295" y="1633"/>
                  <a:pt x="1167" y="1633"/>
                </a:cubicBezTo>
                <a:cubicBezTo>
                  <a:pt x="700" y="1633"/>
                  <a:pt x="700" y="1633"/>
                  <a:pt x="700" y="1633"/>
                </a:cubicBezTo>
                <a:cubicBezTo>
                  <a:pt x="700" y="1400"/>
                  <a:pt x="700" y="1400"/>
                  <a:pt x="700" y="1400"/>
                </a:cubicBezTo>
                <a:cubicBezTo>
                  <a:pt x="1167" y="1400"/>
                  <a:pt x="1167" y="1400"/>
                  <a:pt x="1167" y="1400"/>
                </a:cubicBezTo>
                <a:cubicBezTo>
                  <a:pt x="1167" y="1167"/>
                  <a:pt x="1167" y="1167"/>
                  <a:pt x="1167" y="1167"/>
                </a:cubicBezTo>
                <a:cubicBezTo>
                  <a:pt x="933" y="1167"/>
                  <a:pt x="933" y="1167"/>
                  <a:pt x="933" y="1167"/>
                </a:cubicBezTo>
                <a:cubicBezTo>
                  <a:pt x="933" y="933"/>
                  <a:pt x="933" y="933"/>
                  <a:pt x="933" y="933"/>
                </a:cubicBezTo>
                <a:cubicBezTo>
                  <a:pt x="1167" y="933"/>
                  <a:pt x="1167" y="933"/>
                  <a:pt x="1167" y="933"/>
                </a:cubicBezTo>
                <a:cubicBezTo>
                  <a:pt x="1167" y="700"/>
                  <a:pt x="1167" y="700"/>
                  <a:pt x="1167" y="700"/>
                </a:cubicBezTo>
                <a:cubicBezTo>
                  <a:pt x="700" y="700"/>
                  <a:pt x="700" y="700"/>
                  <a:pt x="700" y="700"/>
                </a:cubicBezTo>
                <a:cubicBezTo>
                  <a:pt x="700" y="467"/>
                  <a:pt x="700" y="467"/>
                  <a:pt x="700" y="467"/>
                </a:cubicBezTo>
                <a:cubicBezTo>
                  <a:pt x="1167" y="467"/>
                  <a:pt x="1167" y="467"/>
                  <a:pt x="1167" y="467"/>
                </a:cubicBezTo>
                <a:cubicBezTo>
                  <a:pt x="1295" y="467"/>
                  <a:pt x="1400" y="571"/>
                  <a:pt x="1400" y="700"/>
                </a:cubicBezTo>
                <a:lnTo>
                  <a:pt x="1400" y="8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oks 4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1400 w 2100"/>
              <a:gd name="T19" fmla="*/ 1633 h 2100"/>
              <a:gd name="T20" fmla="*/ 1167 w 2100"/>
              <a:gd name="T21" fmla="*/ 1633 h 2100"/>
              <a:gd name="T22" fmla="*/ 1167 w 2100"/>
              <a:gd name="T23" fmla="*/ 1167 h 2100"/>
              <a:gd name="T24" fmla="*/ 700 w 2100"/>
              <a:gd name="T25" fmla="*/ 1167 h 2100"/>
              <a:gd name="T26" fmla="*/ 700 w 2100"/>
              <a:gd name="T27" fmla="*/ 467 h 2100"/>
              <a:gd name="T28" fmla="*/ 933 w 2100"/>
              <a:gd name="T29" fmla="*/ 467 h 2100"/>
              <a:gd name="T30" fmla="*/ 933 w 2100"/>
              <a:gd name="T31" fmla="*/ 933 h 2100"/>
              <a:gd name="T32" fmla="*/ 1167 w 2100"/>
              <a:gd name="T33" fmla="*/ 933 h 2100"/>
              <a:gd name="T34" fmla="*/ 1167 w 2100"/>
              <a:gd name="T35" fmla="*/ 467 h 2100"/>
              <a:gd name="T36" fmla="*/ 1400 w 2100"/>
              <a:gd name="T37" fmla="*/ 467 h 2100"/>
              <a:gd name="T38" fmla="*/ 1400 w 2100"/>
              <a:gd name="T39" fmla="*/ 16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400" y="1633"/>
                </a:moveTo>
                <a:cubicBezTo>
                  <a:pt x="1167" y="1633"/>
                  <a:pt x="1167" y="1633"/>
                  <a:pt x="1167" y="1633"/>
                </a:cubicBezTo>
                <a:cubicBezTo>
                  <a:pt x="1167" y="1167"/>
                  <a:pt x="1167" y="1167"/>
                  <a:pt x="1167" y="1167"/>
                </a:cubicBezTo>
                <a:cubicBezTo>
                  <a:pt x="700" y="1167"/>
                  <a:pt x="700" y="1167"/>
                  <a:pt x="700" y="1167"/>
                </a:cubicBezTo>
                <a:cubicBezTo>
                  <a:pt x="700" y="467"/>
                  <a:pt x="700" y="467"/>
                  <a:pt x="700" y="467"/>
                </a:cubicBezTo>
                <a:cubicBezTo>
                  <a:pt x="933" y="467"/>
                  <a:pt x="933" y="467"/>
                  <a:pt x="933" y="467"/>
                </a:cubicBezTo>
                <a:cubicBezTo>
                  <a:pt x="933" y="933"/>
                  <a:pt x="933" y="933"/>
                  <a:pt x="933" y="933"/>
                </a:cubicBezTo>
                <a:cubicBezTo>
                  <a:pt x="1167" y="933"/>
                  <a:pt x="1167" y="933"/>
                  <a:pt x="1167" y="933"/>
                </a:cubicBezTo>
                <a:cubicBezTo>
                  <a:pt x="1167" y="467"/>
                  <a:pt x="1167" y="467"/>
                  <a:pt x="1167" y="467"/>
                </a:cubicBezTo>
                <a:cubicBezTo>
                  <a:pt x="1400" y="467"/>
                  <a:pt x="1400" y="467"/>
                  <a:pt x="1400" y="467"/>
                </a:cubicBezTo>
                <a:lnTo>
                  <a:pt x="1400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oks 5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1400 w 2100"/>
              <a:gd name="T19" fmla="*/ 700 h 2100"/>
              <a:gd name="T20" fmla="*/ 933 w 2100"/>
              <a:gd name="T21" fmla="*/ 700 h 2100"/>
              <a:gd name="T22" fmla="*/ 933 w 2100"/>
              <a:gd name="T23" fmla="*/ 933 h 2100"/>
              <a:gd name="T24" fmla="*/ 1167 w 2100"/>
              <a:gd name="T25" fmla="*/ 933 h 2100"/>
              <a:gd name="T26" fmla="*/ 1400 w 2100"/>
              <a:gd name="T27" fmla="*/ 1167 h 2100"/>
              <a:gd name="T28" fmla="*/ 1400 w 2100"/>
              <a:gd name="T29" fmla="*/ 1400 h 2100"/>
              <a:gd name="T30" fmla="*/ 1167 w 2100"/>
              <a:gd name="T31" fmla="*/ 1633 h 2100"/>
              <a:gd name="T32" fmla="*/ 700 w 2100"/>
              <a:gd name="T33" fmla="*/ 1633 h 2100"/>
              <a:gd name="T34" fmla="*/ 700 w 2100"/>
              <a:gd name="T35" fmla="*/ 1400 h 2100"/>
              <a:gd name="T36" fmla="*/ 1167 w 2100"/>
              <a:gd name="T37" fmla="*/ 1400 h 2100"/>
              <a:gd name="T38" fmla="*/ 1167 w 2100"/>
              <a:gd name="T39" fmla="*/ 1167 h 2100"/>
              <a:gd name="T40" fmla="*/ 700 w 2100"/>
              <a:gd name="T41" fmla="*/ 1167 h 2100"/>
              <a:gd name="T42" fmla="*/ 700 w 2100"/>
              <a:gd name="T43" fmla="*/ 467 h 2100"/>
              <a:gd name="T44" fmla="*/ 1400 w 2100"/>
              <a:gd name="T45" fmla="*/ 467 h 2100"/>
              <a:gd name="T46" fmla="*/ 1400 w 2100"/>
              <a:gd name="T47" fmla="*/ 70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400" y="700"/>
                </a:moveTo>
                <a:cubicBezTo>
                  <a:pt x="933" y="700"/>
                  <a:pt x="933" y="700"/>
                  <a:pt x="933" y="700"/>
                </a:cubicBezTo>
                <a:cubicBezTo>
                  <a:pt x="933" y="933"/>
                  <a:pt x="933" y="933"/>
                  <a:pt x="933" y="933"/>
                </a:cubicBezTo>
                <a:cubicBezTo>
                  <a:pt x="1167" y="933"/>
                  <a:pt x="1167" y="933"/>
                  <a:pt x="1167" y="933"/>
                </a:cubicBezTo>
                <a:cubicBezTo>
                  <a:pt x="1295" y="933"/>
                  <a:pt x="1400" y="1037"/>
                  <a:pt x="1400" y="1167"/>
                </a:cubicBezTo>
                <a:cubicBezTo>
                  <a:pt x="1400" y="1400"/>
                  <a:pt x="1400" y="1400"/>
                  <a:pt x="1400" y="1400"/>
                </a:cubicBezTo>
                <a:cubicBezTo>
                  <a:pt x="1400" y="1529"/>
                  <a:pt x="1295" y="1633"/>
                  <a:pt x="1167" y="1633"/>
                </a:cubicBezTo>
                <a:cubicBezTo>
                  <a:pt x="700" y="1633"/>
                  <a:pt x="700" y="1633"/>
                  <a:pt x="700" y="1633"/>
                </a:cubicBezTo>
                <a:cubicBezTo>
                  <a:pt x="700" y="1400"/>
                  <a:pt x="700" y="1400"/>
                  <a:pt x="700" y="1400"/>
                </a:cubicBezTo>
                <a:cubicBezTo>
                  <a:pt x="1167" y="1400"/>
                  <a:pt x="1167" y="1400"/>
                  <a:pt x="1167" y="1400"/>
                </a:cubicBezTo>
                <a:cubicBezTo>
                  <a:pt x="1167" y="1167"/>
                  <a:pt x="1167" y="1167"/>
                  <a:pt x="1167" y="1167"/>
                </a:cubicBezTo>
                <a:cubicBezTo>
                  <a:pt x="700" y="1167"/>
                  <a:pt x="700" y="1167"/>
                  <a:pt x="700" y="1167"/>
                </a:cubicBezTo>
                <a:cubicBezTo>
                  <a:pt x="700" y="467"/>
                  <a:pt x="700" y="467"/>
                  <a:pt x="700" y="467"/>
                </a:cubicBezTo>
                <a:cubicBezTo>
                  <a:pt x="1400" y="467"/>
                  <a:pt x="1400" y="467"/>
                  <a:pt x="1400" y="467"/>
                </a:cubicBezTo>
                <a:lnTo>
                  <a:pt x="1400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oks 6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933 w 2100"/>
              <a:gd name="T1" fmla="*/ 1400 h 2100"/>
              <a:gd name="T2" fmla="*/ 1167 w 2100"/>
              <a:gd name="T3" fmla="*/ 1400 h 2100"/>
              <a:gd name="T4" fmla="*/ 1167 w 2100"/>
              <a:gd name="T5" fmla="*/ 1167 h 2100"/>
              <a:gd name="T6" fmla="*/ 933 w 2100"/>
              <a:gd name="T7" fmla="*/ 1167 h 2100"/>
              <a:gd name="T8" fmla="*/ 933 w 2100"/>
              <a:gd name="T9" fmla="*/ 1400 h 2100"/>
              <a:gd name="T10" fmla="*/ 1867 w 2100"/>
              <a:gd name="T11" fmla="*/ 0 h 2100"/>
              <a:gd name="T12" fmla="*/ 233 w 2100"/>
              <a:gd name="T13" fmla="*/ 0 h 2100"/>
              <a:gd name="T14" fmla="*/ 0 w 2100"/>
              <a:gd name="T15" fmla="*/ 233 h 2100"/>
              <a:gd name="T16" fmla="*/ 0 w 2100"/>
              <a:gd name="T17" fmla="*/ 1867 h 2100"/>
              <a:gd name="T18" fmla="*/ 233 w 2100"/>
              <a:gd name="T19" fmla="*/ 2100 h 2100"/>
              <a:gd name="T20" fmla="*/ 1867 w 2100"/>
              <a:gd name="T21" fmla="*/ 2100 h 2100"/>
              <a:gd name="T22" fmla="*/ 2100 w 2100"/>
              <a:gd name="T23" fmla="*/ 1867 h 2100"/>
              <a:gd name="T24" fmla="*/ 2100 w 2100"/>
              <a:gd name="T25" fmla="*/ 233 h 2100"/>
              <a:gd name="T26" fmla="*/ 1867 w 2100"/>
              <a:gd name="T27" fmla="*/ 0 h 2100"/>
              <a:gd name="T28" fmla="*/ 1400 w 2100"/>
              <a:gd name="T29" fmla="*/ 700 h 2100"/>
              <a:gd name="T30" fmla="*/ 933 w 2100"/>
              <a:gd name="T31" fmla="*/ 700 h 2100"/>
              <a:gd name="T32" fmla="*/ 933 w 2100"/>
              <a:gd name="T33" fmla="*/ 933 h 2100"/>
              <a:gd name="T34" fmla="*/ 1167 w 2100"/>
              <a:gd name="T35" fmla="*/ 933 h 2100"/>
              <a:gd name="T36" fmla="*/ 1400 w 2100"/>
              <a:gd name="T37" fmla="*/ 1167 h 2100"/>
              <a:gd name="T38" fmla="*/ 1400 w 2100"/>
              <a:gd name="T39" fmla="*/ 1400 h 2100"/>
              <a:gd name="T40" fmla="*/ 1167 w 2100"/>
              <a:gd name="T41" fmla="*/ 1633 h 2100"/>
              <a:gd name="T42" fmla="*/ 933 w 2100"/>
              <a:gd name="T43" fmla="*/ 1633 h 2100"/>
              <a:gd name="T44" fmla="*/ 700 w 2100"/>
              <a:gd name="T45" fmla="*/ 1400 h 2100"/>
              <a:gd name="T46" fmla="*/ 700 w 2100"/>
              <a:gd name="T47" fmla="*/ 700 h 2100"/>
              <a:gd name="T48" fmla="*/ 933 w 2100"/>
              <a:gd name="T49" fmla="*/ 467 h 2100"/>
              <a:gd name="T50" fmla="*/ 1400 w 2100"/>
              <a:gd name="T51" fmla="*/ 467 h 2100"/>
              <a:gd name="T52" fmla="*/ 1400 w 2100"/>
              <a:gd name="T53" fmla="*/ 70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100" h="2100">
                <a:moveTo>
                  <a:pt x="933" y="1400"/>
                </a:moveTo>
                <a:cubicBezTo>
                  <a:pt x="1167" y="1400"/>
                  <a:pt x="1167" y="1400"/>
                  <a:pt x="1167" y="1400"/>
                </a:cubicBezTo>
                <a:cubicBezTo>
                  <a:pt x="1167" y="1167"/>
                  <a:pt x="1167" y="1167"/>
                  <a:pt x="1167" y="1167"/>
                </a:cubicBezTo>
                <a:cubicBezTo>
                  <a:pt x="933" y="1167"/>
                  <a:pt x="933" y="1167"/>
                  <a:pt x="933" y="1167"/>
                </a:cubicBezTo>
                <a:lnTo>
                  <a:pt x="933" y="1400"/>
                </a:lnTo>
                <a:close/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400" y="700"/>
                </a:moveTo>
                <a:cubicBezTo>
                  <a:pt x="933" y="700"/>
                  <a:pt x="933" y="700"/>
                  <a:pt x="933" y="700"/>
                </a:cubicBezTo>
                <a:cubicBezTo>
                  <a:pt x="933" y="933"/>
                  <a:pt x="933" y="933"/>
                  <a:pt x="933" y="933"/>
                </a:cubicBezTo>
                <a:cubicBezTo>
                  <a:pt x="1167" y="933"/>
                  <a:pt x="1167" y="933"/>
                  <a:pt x="1167" y="933"/>
                </a:cubicBezTo>
                <a:cubicBezTo>
                  <a:pt x="1295" y="933"/>
                  <a:pt x="1400" y="1037"/>
                  <a:pt x="1400" y="1167"/>
                </a:cubicBezTo>
                <a:cubicBezTo>
                  <a:pt x="1400" y="1400"/>
                  <a:pt x="1400" y="1400"/>
                  <a:pt x="1400" y="1400"/>
                </a:cubicBezTo>
                <a:cubicBezTo>
                  <a:pt x="1400" y="1529"/>
                  <a:pt x="1295" y="1633"/>
                  <a:pt x="1167" y="1633"/>
                </a:cubicBezTo>
                <a:cubicBezTo>
                  <a:pt x="933" y="1633"/>
                  <a:pt x="933" y="1633"/>
                  <a:pt x="933" y="1633"/>
                </a:cubicBezTo>
                <a:cubicBezTo>
                  <a:pt x="805" y="1633"/>
                  <a:pt x="700" y="1529"/>
                  <a:pt x="700" y="1400"/>
                </a:cubicBezTo>
                <a:cubicBezTo>
                  <a:pt x="700" y="700"/>
                  <a:pt x="700" y="700"/>
                  <a:pt x="700" y="700"/>
                </a:cubicBezTo>
                <a:cubicBezTo>
                  <a:pt x="700" y="571"/>
                  <a:pt x="805" y="467"/>
                  <a:pt x="933" y="467"/>
                </a:cubicBezTo>
                <a:cubicBezTo>
                  <a:pt x="1400" y="467"/>
                  <a:pt x="1400" y="467"/>
                  <a:pt x="1400" y="467"/>
                </a:cubicBezTo>
                <a:lnTo>
                  <a:pt x="1400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oks 1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1283 w 2100"/>
              <a:gd name="T19" fmla="*/ 1633 h 2100"/>
              <a:gd name="T20" fmla="*/ 1050 w 2100"/>
              <a:gd name="T21" fmla="*/ 1633 h 2100"/>
              <a:gd name="T22" fmla="*/ 1050 w 2100"/>
              <a:gd name="T23" fmla="*/ 700 h 2100"/>
              <a:gd name="T24" fmla="*/ 817 w 2100"/>
              <a:gd name="T25" fmla="*/ 700 h 2100"/>
              <a:gd name="T26" fmla="*/ 817 w 2100"/>
              <a:gd name="T27" fmla="*/ 467 h 2100"/>
              <a:gd name="T28" fmla="*/ 1283 w 2100"/>
              <a:gd name="T29" fmla="*/ 467 h 2100"/>
              <a:gd name="T30" fmla="*/ 1283 w 2100"/>
              <a:gd name="T31" fmla="*/ 16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283" y="1633"/>
                </a:moveTo>
                <a:cubicBezTo>
                  <a:pt x="1050" y="1633"/>
                  <a:pt x="1050" y="1633"/>
                  <a:pt x="1050" y="1633"/>
                </a:cubicBezTo>
                <a:cubicBezTo>
                  <a:pt x="1050" y="700"/>
                  <a:pt x="1050" y="700"/>
                  <a:pt x="1050" y="700"/>
                </a:cubicBezTo>
                <a:cubicBezTo>
                  <a:pt x="817" y="700"/>
                  <a:pt x="817" y="700"/>
                  <a:pt x="817" y="700"/>
                </a:cubicBezTo>
                <a:cubicBezTo>
                  <a:pt x="817" y="467"/>
                  <a:pt x="817" y="467"/>
                  <a:pt x="817" y="467"/>
                </a:cubicBezTo>
                <a:cubicBezTo>
                  <a:pt x="1283" y="467"/>
                  <a:pt x="1283" y="467"/>
                  <a:pt x="1283" y="467"/>
                </a:cubicBezTo>
                <a:lnTo>
                  <a:pt x="1283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oks 2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1400 w 2100"/>
              <a:gd name="T19" fmla="*/ 933 h 2100"/>
              <a:gd name="T20" fmla="*/ 1167 w 2100"/>
              <a:gd name="T21" fmla="*/ 1167 h 2100"/>
              <a:gd name="T22" fmla="*/ 933 w 2100"/>
              <a:gd name="T23" fmla="*/ 1167 h 2100"/>
              <a:gd name="T24" fmla="*/ 933 w 2100"/>
              <a:gd name="T25" fmla="*/ 1400 h 2100"/>
              <a:gd name="T26" fmla="*/ 1400 w 2100"/>
              <a:gd name="T27" fmla="*/ 1400 h 2100"/>
              <a:gd name="T28" fmla="*/ 1400 w 2100"/>
              <a:gd name="T29" fmla="*/ 1633 h 2100"/>
              <a:gd name="T30" fmla="*/ 700 w 2100"/>
              <a:gd name="T31" fmla="*/ 1633 h 2100"/>
              <a:gd name="T32" fmla="*/ 700 w 2100"/>
              <a:gd name="T33" fmla="*/ 1167 h 2100"/>
              <a:gd name="T34" fmla="*/ 933 w 2100"/>
              <a:gd name="T35" fmla="*/ 933 h 2100"/>
              <a:gd name="T36" fmla="*/ 1167 w 2100"/>
              <a:gd name="T37" fmla="*/ 933 h 2100"/>
              <a:gd name="T38" fmla="*/ 1167 w 2100"/>
              <a:gd name="T39" fmla="*/ 700 h 2100"/>
              <a:gd name="T40" fmla="*/ 700 w 2100"/>
              <a:gd name="T41" fmla="*/ 700 h 2100"/>
              <a:gd name="T42" fmla="*/ 700 w 2100"/>
              <a:gd name="T43" fmla="*/ 467 h 2100"/>
              <a:gd name="T44" fmla="*/ 1167 w 2100"/>
              <a:gd name="T45" fmla="*/ 467 h 2100"/>
              <a:gd name="T46" fmla="*/ 1400 w 2100"/>
              <a:gd name="T47" fmla="*/ 700 h 2100"/>
              <a:gd name="T48" fmla="*/ 1400 w 2100"/>
              <a:gd name="T49" fmla="*/ 9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400" y="933"/>
                </a:moveTo>
                <a:cubicBezTo>
                  <a:pt x="1400" y="1063"/>
                  <a:pt x="1295" y="1167"/>
                  <a:pt x="1167" y="1167"/>
                </a:cubicBezTo>
                <a:cubicBezTo>
                  <a:pt x="933" y="1167"/>
                  <a:pt x="933" y="1167"/>
                  <a:pt x="933" y="1167"/>
                </a:cubicBezTo>
                <a:cubicBezTo>
                  <a:pt x="933" y="1400"/>
                  <a:pt x="933" y="1400"/>
                  <a:pt x="933" y="1400"/>
                </a:cubicBezTo>
                <a:cubicBezTo>
                  <a:pt x="1400" y="1400"/>
                  <a:pt x="1400" y="1400"/>
                  <a:pt x="1400" y="1400"/>
                </a:cubicBezTo>
                <a:cubicBezTo>
                  <a:pt x="1400" y="1633"/>
                  <a:pt x="1400" y="1633"/>
                  <a:pt x="1400" y="1633"/>
                </a:cubicBezTo>
                <a:cubicBezTo>
                  <a:pt x="700" y="1633"/>
                  <a:pt x="700" y="1633"/>
                  <a:pt x="700" y="1633"/>
                </a:cubicBezTo>
                <a:cubicBezTo>
                  <a:pt x="700" y="1167"/>
                  <a:pt x="700" y="1167"/>
                  <a:pt x="700" y="1167"/>
                </a:cubicBezTo>
                <a:cubicBezTo>
                  <a:pt x="700" y="1037"/>
                  <a:pt x="805" y="933"/>
                  <a:pt x="933" y="933"/>
                </a:cubicBezTo>
                <a:cubicBezTo>
                  <a:pt x="1167" y="933"/>
                  <a:pt x="1167" y="933"/>
                  <a:pt x="1167" y="933"/>
                </a:cubicBezTo>
                <a:cubicBezTo>
                  <a:pt x="1167" y="700"/>
                  <a:pt x="1167" y="700"/>
                  <a:pt x="1167" y="700"/>
                </a:cubicBezTo>
                <a:cubicBezTo>
                  <a:pt x="700" y="700"/>
                  <a:pt x="700" y="700"/>
                  <a:pt x="700" y="700"/>
                </a:cubicBezTo>
                <a:cubicBezTo>
                  <a:pt x="700" y="467"/>
                  <a:pt x="700" y="467"/>
                  <a:pt x="700" y="467"/>
                </a:cubicBezTo>
                <a:cubicBezTo>
                  <a:pt x="1167" y="467"/>
                  <a:pt x="1167" y="467"/>
                  <a:pt x="1167" y="467"/>
                </a:cubicBezTo>
                <a:cubicBezTo>
                  <a:pt x="1295" y="467"/>
                  <a:pt x="1400" y="571"/>
                  <a:pt x="1400" y="700"/>
                </a:cubicBezTo>
                <a:lnTo>
                  <a:pt x="1400" y="9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up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284 w 2334"/>
              <a:gd name="T1" fmla="*/ 584 h 2334"/>
              <a:gd name="T2" fmla="*/ 1050 w 2334"/>
              <a:gd name="T3" fmla="*/ 584 h 2334"/>
              <a:gd name="T4" fmla="*/ 1050 w 2334"/>
              <a:gd name="T5" fmla="*/ 1050 h 2334"/>
              <a:gd name="T6" fmla="*/ 584 w 2334"/>
              <a:gd name="T7" fmla="*/ 1050 h 2334"/>
              <a:gd name="T8" fmla="*/ 584 w 2334"/>
              <a:gd name="T9" fmla="*/ 1284 h 2334"/>
              <a:gd name="T10" fmla="*/ 1050 w 2334"/>
              <a:gd name="T11" fmla="*/ 1284 h 2334"/>
              <a:gd name="T12" fmla="*/ 1050 w 2334"/>
              <a:gd name="T13" fmla="*/ 1750 h 2334"/>
              <a:gd name="T14" fmla="*/ 1284 w 2334"/>
              <a:gd name="T15" fmla="*/ 1750 h 2334"/>
              <a:gd name="T16" fmla="*/ 1284 w 2334"/>
              <a:gd name="T17" fmla="*/ 1284 h 2334"/>
              <a:gd name="T18" fmla="*/ 1750 w 2334"/>
              <a:gd name="T19" fmla="*/ 1284 h 2334"/>
              <a:gd name="T20" fmla="*/ 1750 w 2334"/>
              <a:gd name="T21" fmla="*/ 1050 h 2334"/>
              <a:gd name="T22" fmla="*/ 1284 w 2334"/>
              <a:gd name="T23" fmla="*/ 1050 h 2334"/>
              <a:gd name="T24" fmla="*/ 1284 w 2334"/>
              <a:gd name="T25" fmla="*/ 584 h 2334"/>
              <a:gd name="T26" fmla="*/ 1167 w 2334"/>
              <a:gd name="T27" fmla="*/ 0 h 2334"/>
              <a:gd name="T28" fmla="*/ 0 w 2334"/>
              <a:gd name="T29" fmla="*/ 1167 h 2334"/>
              <a:gd name="T30" fmla="*/ 1167 w 2334"/>
              <a:gd name="T31" fmla="*/ 2334 h 2334"/>
              <a:gd name="T32" fmla="*/ 2100 w 2334"/>
              <a:gd name="T33" fmla="*/ 2334 h 2334"/>
              <a:gd name="T34" fmla="*/ 2334 w 2334"/>
              <a:gd name="T35" fmla="*/ 2100 h 2334"/>
              <a:gd name="T36" fmla="*/ 2334 w 2334"/>
              <a:gd name="T37" fmla="*/ 1167 h 2334"/>
              <a:gd name="T38" fmla="*/ 1167 w 2334"/>
              <a:gd name="T39" fmla="*/ 0 h 2334"/>
              <a:gd name="T40" fmla="*/ 1167 w 2334"/>
              <a:gd name="T41" fmla="*/ 2100 h 2334"/>
              <a:gd name="T42" fmla="*/ 234 w 2334"/>
              <a:gd name="T43" fmla="*/ 1167 h 2334"/>
              <a:gd name="T44" fmla="*/ 1167 w 2334"/>
              <a:gd name="T45" fmla="*/ 234 h 2334"/>
              <a:gd name="T46" fmla="*/ 2100 w 2334"/>
              <a:gd name="T47" fmla="*/ 1167 h 2334"/>
              <a:gd name="T48" fmla="*/ 1167 w 2334"/>
              <a:gd name="T49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334" h="2334">
                <a:moveTo>
                  <a:pt x="1284" y="584"/>
                </a:moveTo>
                <a:cubicBezTo>
                  <a:pt x="1050" y="584"/>
                  <a:pt x="1050" y="584"/>
                  <a:pt x="1050" y="584"/>
                </a:cubicBezTo>
                <a:cubicBezTo>
                  <a:pt x="1050" y="1050"/>
                  <a:pt x="1050" y="1050"/>
                  <a:pt x="1050" y="1050"/>
                </a:cubicBezTo>
                <a:cubicBezTo>
                  <a:pt x="584" y="1050"/>
                  <a:pt x="584" y="1050"/>
                  <a:pt x="584" y="1050"/>
                </a:cubicBezTo>
                <a:cubicBezTo>
                  <a:pt x="584" y="1284"/>
                  <a:pt x="584" y="1284"/>
                  <a:pt x="584" y="1284"/>
                </a:cubicBezTo>
                <a:cubicBezTo>
                  <a:pt x="1050" y="1284"/>
                  <a:pt x="1050" y="1284"/>
                  <a:pt x="1050" y="1284"/>
                </a:cubicBezTo>
                <a:cubicBezTo>
                  <a:pt x="1050" y="1750"/>
                  <a:pt x="1050" y="1750"/>
                  <a:pt x="1050" y="1750"/>
                </a:cubicBezTo>
                <a:cubicBezTo>
                  <a:pt x="1284" y="1750"/>
                  <a:pt x="1284" y="1750"/>
                  <a:pt x="1284" y="1750"/>
                </a:cubicBezTo>
                <a:cubicBezTo>
                  <a:pt x="1284" y="1284"/>
                  <a:pt x="1284" y="1284"/>
                  <a:pt x="1284" y="1284"/>
                </a:cubicBezTo>
                <a:cubicBezTo>
                  <a:pt x="1750" y="1284"/>
                  <a:pt x="1750" y="1284"/>
                  <a:pt x="1750" y="1284"/>
                </a:cubicBezTo>
                <a:cubicBezTo>
                  <a:pt x="1750" y="1050"/>
                  <a:pt x="1750" y="1050"/>
                  <a:pt x="1750" y="1050"/>
                </a:cubicBezTo>
                <a:cubicBezTo>
                  <a:pt x="1284" y="1050"/>
                  <a:pt x="1284" y="1050"/>
                  <a:pt x="1284" y="1050"/>
                </a:cubicBezTo>
                <a:lnTo>
                  <a:pt x="1284" y="584"/>
                </a:lnTo>
                <a:close/>
                <a:moveTo>
                  <a:pt x="1167" y="0"/>
                </a:moveTo>
                <a:cubicBezTo>
                  <a:pt x="524" y="0"/>
                  <a:pt x="0" y="524"/>
                  <a:pt x="0" y="1167"/>
                </a:cubicBezTo>
                <a:cubicBezTo>
                  <a:pt x="0" y="1810"/>
                  <a:pt x="524" y="2334"/>
                  <a:pt x="1167" y="2334"/>
                </a:cubicBezTo>
                <a:cubicBezTo>
                  <a:pt x="2100" y="2334"/>
                  <a:pt x="2100" y="2334"/>
                  <a:pt x="2100" y="2334"/>
                </a:cubicBezTo>
                <a:cubicBezTo>
                  <a:pt x="2229" y="2334"/>
                  <a:pt x="2334" y="2229"/>
                  <a:pt x="2334" y="2100"/>
                </a:cubicBezTo>
                <a:cubicBezTo>
                  <a:pt x="2334" y="1167"/>
                  <a:pt x="2334" y="1167"/>
                  <a:pt x="2334" y="1167"/>
                </a:cubicBezTo>
                <a:cubicBezTo>
                  <a:pt x="2334" y="524"/>
                  <a:pt x="1810" y="0"/>
                  <a:pt x="1167" y="0"/>
                </a:cubicBezTo>
                <a:close/>
                <a:moveTo>
                  <a:pt x="1167" y="2100"/>
                </a:moveTo>
                <a:cubicBezTo>
                  <a:pt x="652" y="2100"/>
                  <a:pt x="234" y="1682"/>
                  <a:pt x="234" y="1167"/>
                </a:cubicBezTo>
                <a:cubicBezTo>
                  <a:pt x="234" y="652"/>
                  <a:pt x="652" y="234"/>
                  <a:pt x="1167" y="234"/>
                </a:cubicBezTo>
                <a:cubicBezTo>
                  <a:pt x="1682" y="234"/>
                  <a:pt x="2100" y="652"/>
                  <a:pt x="2100" y="1167"/>
                </a:cubicBezTo>
                <a:cubicBezTo>
                  <a:pt x="2100" y="1682"/>
                  <a:pt x="1682" y="2100"/>
                  <a:pt x="1167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nochrome Photo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695"/>
          </a:xfrm>
          <a:custGeom>
            <a:avLst/>
            <a:gdLst>
              <a:gd name="T0" fmla="*/ 2100 w 2334"/>
              <a:gd name="T1" fmla="*/ 233 h 2100"/>
              <a:gd name="T2" fmla="*/ 1727 w 2334"/>
              <a:gd name="T3" fmla="*/ 233 h 2100"/>
              <a:gd name="T4" fmla="*/ 1517 w 2334"/>
              <a:gd name="T5" fmla="*/ 0 h 2100"/>
              <a:gd name="T6" fmla="*/ 817 w 2334"/>
              <a:gd name="T7" fmla="*/ 0 h 2100"/>
              <a:gd name="T8" fmla="*/ 607 w 2334"/>
              <a:gd name="T9" fmla="*/ 233 h 2100"/>
              <a:gd name="T10" fmla="*/ 234 w 2334"/>
              <a:gd name="T11" fmla="*/ 233 h 2100"/>
              <a:gd name="T12" fmla="*/ 0 w 2334"/>
              <a:gd name="T13" fmla="*/ 467 h 2100"/>
              <a:gd name="T14" fmla="*/ 0 w 2334"/>
              <a:gd name="T15" fmla="*/ 1867 h 2100"/>
              <a:gd name="T16" fmla="*/ 234 w 2334"/>
              <a:gd name="T17" fmla="*/ 2100 h 2100"/>
              <a:gd name="T18" fmla="*/ 2100 w 2334"/>
              <a:gd name="T19" fmla="*/ 2100 h 2100"/>
              <a:gd name="T20" fmla="*/ 2334 w 2334"/>
              <a:gd name="T21" fmla="*/ 1867 h 2100"/>
              <a:gd name="T22" fmla="*/ 2334 w 2334"/>
              <a:gd name="T23" fmla="*/ 467 h 2100"/>
              <a:gd name="T24" fmla="*/ 2100 w 2334"/>
              <a:gd name="T25" fmla="*/ 233 h 2100"/>
              <a:gd name="T26" fmla="*/ 2100 w 2334"/>
              <a:gd name="T27" fmla="*/ 1867 h 2100"/>
              <a:gd name="T28" fmla="*/ 1167 w 2334"/>
              <a:gd name="T29" fmla="*/ 1867 h 2100"/>
              <a:gd name="T30" fmla="*/ 1167 w 2334"/>
              <a:gd name="T31" fmla="*/ 1750 h 2100"/>
              <a:gd name="T32" fmla="*/ 584 w 2334"/>
              <a:gd name="T33" fmla="*/ 1167 h 2100"/>
              <a:gd name="T34" fmla="*/ 1167 w 2334"/>
              <a:gd name="T35" fmla="*/ 583 h 2100"/>
              <a:gd name="T36" fmla="*/ 1167 w 2334"/>
              <a:gd name="T37" fmla="*/ 467 h 2100"/>
              <a:gd name="T38" fmla="*/ 2100 w 2334"/>
              <a:gd name="T39" fmla="*/ 467 h 2100"/>
              <a:gd name="T40" fmla="*/ 2100 w 2334"/>
              <a:gd name="T41" fmla="*/ 1867 h 2100"/>
              <a:gd name="T42" fmla="*/ 1750 w 2334"/>
              <a:gd name="T43" fmla="*/ 1167 h 2100"/>
              <a:gd name="T44" fmla="*/ 1167 w 2334"/>
              <a:gd name="T45" fmla="*/ 583 h 2100"/>
              <a:gd name="T46" fmla="*/ 1167 w 2334"/>
              <a:gd name="T47" fmla="*/ 793 h 2100"/>
              <a:gd name="T48" fmla="*/ 1540 w 2334"/>
              <a:gd name="T49" fmla="*/ 1167 h 2100"/>
              <a:gd name="T50" fmla="*/ 1167 w 2334"/>
              <a:gd name="T51" fmla="*/ 1540 h 2100"/>
              <a:gd name="T52" fmla="*/ 1167 w 2334"/>
              <a:gd name="T53" fmla="*/ 1750 h 2100"/>
              <a:gd name="T54" fmla="*/ 1750 w 2334"/>
              <a:gd name="T55" fmla="*/ 1167 h 2100"/>
              <a:gd name="T56" fmla="*/ 794 w 2334"/>
              <a:gd name="T57" fmla="*/ 1167 h 2100"/>
              <a:gd name="T58" fmla="*/ 1167 w 2334"/>
              <a:gd name="T59" fmla="*/ 1540 h 2100"/>
              <a:gd name="T60" fmla="*/ 1167 w 2334"/>
              <a:gd name="T61" fmla="*/ 793 h 2100"/>
              <a:gd name="T62" fmla="*/ 794 w 2334"/>
              <a:gd name="T63" fmla="*/ 11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334" h="2100">
                <a:moveTo>
                  <a:pt x="2100" y="233"/>
                </a:moveTo>
                <a:cubicBezTo>
                  <a:pt x="1727" y="233"/>
                  <a:pt x="1727" y="233"/>
                  <a:pt x="1727" y="233"/>
                </a:cubicBezTo>
                <a:cubicBezTo>
                  <a:pt x="1517" y="0"/>
                  <a:pt x="1517" y="0"/>
                  <a:pt x="1517" y="0"/>
                </a:cubicBezTo>
                <a:cubicBezTo>
                  <a:pt x="817" y="0"/>
                  <a:pt x="817" y="0"/>
                  <a:pt x="817" y="0"/>
                </a:cubicBezTo>
                <a:cubicBezTo>
                  <a:pt x="607" y="233"/>
                  <a:pt x="607" y="233"/>
                  <a:pt x="607" y="233"/>
                </a:cubicBezTo>
                <a:cubicBezTo>
                  <a:pt x="234" y="233"/>
                  <a:pt x="234" y="233"/>
                  <a:pt x="234" y="233"/>
                </a:cubicBezTo>
                <a:cubicBezTo>
                  <a:pt x="105" y="233"/>
                  <a:pt x="0" y="338"/>
                  <a:pt x="0" y="467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4" y="2100"/>
                </a:cubicBezTo>
                <a:cubicBezTo>
                  <a:pt x="2100" y="2100"/>
                  <a:pt x="2100" y="2100"/>
                  <a:pt x="2100" y="2100"/>
                </a:cubicBezTo>
                <a:cubicBezTo>
                  <a:pt x="2229" y="2100"/>
                  <a:pt x="2334" y="1995"/>
                  <a:pt x="2334" y="1867"/>
                </a:cubicBezTo>
                <a:cubicBezTo>
                  <a:pt x="2334" y="467"/>
                  <a:pt x="2334" y="467"/>
                  <a:pt x="2334" y="467"/>
                </a:cubicBezTo>
                <a:cubicBezTo>
                  <a:pt x="2334" y="338"/>
                  <a:pt x="2229" y="233"/>
                  <a:pt x="2100" y="233"/>
                </a:cubicBezTo>
                <a:close/>
                <a:moveTo>
                  <a:pt x="2100" y="1867"/>
                </a:moveTo>
                <a:cubicBezTo>
                  <a:pt x="1167" y="1867"/>
                  <a:pt x="1167" y="1867"/>
                  <a:pt x="1167" y="1867"/>
                </a:cubicBezTo>
                <a:cubicBezTo>
                  <a:pt x="1167" y="1750"/>
                  <a:pt x="1167" y="1750"/>
                  <a:pt x="1167" y="1750"/>
                </a:cubicBezTo>
                <a:cubicBezTo>
                  <a:pt x="840" y="1750"/>
                  <a:pt x="584" y="1493"/>
                  <a:pt x="584" y="1167"/>
                </a:cubicBezTo>
                <a:cubicBezTo>
                  <a:pt x="584" y="840"/>
                  <a:pt x="840" y="583"/>
                  <a:pt x="1167" y="583"/>
                </a:cubicBezTo>
                <a:cubicBezTo>
                  <a:pt x="1167" y="467"/>
                  <a:pt x="1167" y="467"/>
                  <a:pt x="1167" y="467"/>
                </a:cubicBezTo>
                <a:cubicBezTo>
                  <a:pt x="2100" y="467"/>
                  <a:pt x="2100" y="467"/>
                  <a:pt x="2100" y="467"/>
                </a:cubicBezTo>
                <a:lnTo>
                  <a:pt x="2100" y="1867"/>
                </a:lnTo>
                <a:close/>
                <a:moveTo>
                  <a:pt x="1750" y="1167"/>
                </a:moveTo>
                <a:cubicBezTo>
                  <a:pt x="1750" y="840"/>
                  <a:pt x="1494" y="583"/>
                  <a:pt x="1167" y="583"/>
                </a:cubicBezTo>
                <a:cubicBezTo>
                  <a:pt x="1167" y="793"/>
                  <a:pt x="1167" y="793"/>
                  <a:pt x="1167" y="793"/>
                </a:cubicBezTo>
                <a:cubicBezTo>
                  <a:pt x="1377" y="793"/>
                  <a:pt x="1540" y="957"/>
                  <a:pt x="1540" y="1167"/>
                </a:cubicBezTo>
                <a:cubicBezTo>
                  <a:pt x="1540" y="1377"/>
                  <a:pt x="1377" y="1540"/>
                  <a:pt x="1167" y="1540"/>
                </a:cubicBezTo>
                <a:cubicBezTo>
                  <a:pt x="1167" y="1750"/>
                  <a:pt x="1167" y="1750"/>
                  <a:pt x="1167" y="1750"/>
                </a:cubicBezTo>
                <a:cubicBezTo>
                  <a:pt x="1494" y="1750"/>
                  <a:pt x="1750" y="1493"/>
                  <a:pt x="1750" y="1167"/>
                </a:cubicBezTo>
                <a:close/>
                <a:moveTo>
                  <a:pt x="794" y="1167"/>
                </a:moveTo>
                <a:cubicBezTo>
                  <a:pt x="794" y="1377"/>
                  <a:pt x="957" y="1540"/>
                  <a:pt x="1167" y="1540"/>
                </a:cubicBezTo>
                <a:cubicBezTo>
                  <a:pt x="1167" y="793"/>
                  <a:pt x="1167" y="793"/>
                  <a:pt x="1167" y="793"/>
                </a:cubicBezTo>
                <a:cubicBezTo>
                  <a:pt x="957" y="793"/>
                  <a:pt x="794" y="957"/>
                  <a:pt x="794" y="11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vie Creation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1867 w 2334"/>
              <a:gd name="T1" fmla="*/ 0 h 1866"/>
              <a:gd name="T2" fmla="*/ 2100 w 2334"/>
              <a:gd name="T3" fmla="*/ 466 h 1866"/>
              <a:gd name="T4" fmla="*/ 1750 w 2334"/>
              <a:gd name="T5" fmla="*/ 466 h 1866"/>
              <a:gd name="T6" fmla="*/ 1517 w 2334"/>
              <a:gd name="T7" fmla="*/ 0 h 1866"/>
              <a:gd name="T8" fmla="*/ 1284 w 2334"/>
              <a:gd name="T9" fmla="*/ 0 h 1866"/>
              <a:gd name="T10" fmla="*/ 1517 w 2334"/>
              <a:gd name="T11" fmla="*/ 466 h 1866"/>
              <a:gd name="T12" fmla="*/ 1167 w 2334"/>
              <a:gd name="T13" fmla="*/ 466 h 1866"/>
              <a:gd name="T14" fmla="*/ 934 w 2334"/>
              <a:gd name="T15" fmla="*/ 0 h 1866"/>
              <a:gd name="T16" fmla="*/ 700 w 2334"/>
              <a:gd name="T17" fmla="*/ 0 h 1866"/>
              <a:gd name="T18" fmla="*/ 934 w 2334"/>
              <a:gd name="T19" fmla="*/ 466 h 1866"/>
              <a:gd name="T20" fmla="*/ 584 w 2334"/>
              <a:gd name="T21" fmla="*/ 466 h 1866"/>
              <a:gd name="T22" fmla="*/ 350 w 2334"/>
              <a:gd name="T23" fmla="*/ 0 h 1866"/>
              <a:gd name="T24" fmla="*/ 234 w 2334"/>
              <a:gd name="T25" fmla="*/ 0 h 1866"/>
              <a:gd name="T26" fmla="*/ 1 w 2334"/>
              <a:gd name="T27" fmla="*/ 233 h 1866"/>
              <a:gd name="T28" fmla="*/ 0 w 2334"/>
              <a:gd name="T29" fmla="*/ 1633 h 1866"/>
              <a:gd name="T30" fmla="*/ 234 w 2334"/>
              <a:gd name="T31" fmla="*/ 1866 h 1866"/>
              <a:gd name="T32" fmla="*/ 2100 w 2334"/>
              <a:gd name="T33" fmla="*/ 1866 h 1866"/>
              <a:gd name="T34" fmla="*/ 2334 w 2334"/>
              <a:gd name="T35" fmla="*/ 1633 h 1866"/>
              <a:gd name="T36" fmla="*/ 2334 w 2334"/>
              <a:gd name="T37" fmla="*/ 0 h 1866"/>
              <a:gd name="T38" fmla="*/ 1867 w 2334"/>
              <a:gd name="T39" fmla="*/ 0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34" h="1866">
                <a:moveTo>
                  <a:pt x="1867" y="0"/>
                </a:moveTo>
                <a:cubicBezTo>
                  <a:pt x="2100" y="466"/>
                  <a:pt x="2100" y="466"/>
                  <a:pt x="2100" y="466"/>
                </a:cubicBezTo>
                <a:cubicBezTo>
                  <a:pt x="1750" y="466"/>
                  <a:pt x="1750" y="466"/>
                  <a:pt x="1750" y="466"/>
                </a:cubicBezTo>
                <a:cubicBezTo>
                  <a:pt x="1517" y="0"/>
                  <a:pt x="1517" y="0"/>
                  <a:pt x="1517" y="0"/>
                </a:cubicBezTo>
                <a:cubicBezTo>
                  <a:pt x="1284" y="0"/>
                  <a:pt x="1284" y="0"/>
                  <a:pt x="1284" y="0"/>
                </a:cubicBezTo>
                <a:cubicBezTo>
                  <a:pt x="1517" y="466"/>
                  <a:pt x="1517" y="466"/>
                  <a:pt x="1517" y="466"/>
                </a:cubicBezTo>
                <a:cubicBezTo>
                  <a:pt x="1167" y="466"/>
                  <a:pt x="1167" y="466"/>
                  <a:pt x="1167" y="466"/>
                </a:cubicBezTo>
                <a:cubicBezTo>
                  <a:pt x="934" y="0"/>
                  <a:pt x="934" y="0"/>
                  <a:pt x="934" y="0"/>
                </a:cubicBezTo>
                <a:cubicBezTo>
                  <a:pt x="700" y="0"/>
                  <a:pt x="700" y="0"/>
                  <a:pt x="700" y="0"/>
                </a:cubicBezTo>
                <a:cubicBezTo>
                  <a:pt x="934" y="466"/>
                  <a:pt x="934" y="466"/>
                  <a:pt x="934" y="466"/>
                </a:cubicBezTo>
                <a:cubicBezTo>
                  <a:pt x="584" y="466"/>
                  <a:pt x="584" y="466"/>
                  <a:pt x="584" y="466"/>
                </a:cubicBezTo>
                <a:cubicBezTo>
                  <a:pt x="350" y="0"/>
                  <a:pt x="350" y="0"/>
                  <a:pt x="350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0"/>
                  <a:pt x="2334" y="0"/>
                  <a:pt x="2334" y="0"/>
                </a:cubicBezTo>
                <a:lnTo>
                  <a:pt x="18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vie Filt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1867 w 2334"/>
              <a:gd name="T1" fmla="*/ 0 h 1866"/>
              <a:gd name="T2" fmla="*/ 2100 w 2334"/>
              <a:gd name="T3" fmla="*/ 466 h 1866"/>
              <a:gd name="T4" fmla="*/ 1750 w 2334"/>
              <a:gd name="T5" fmla="*/ 466 h 1866"/>
              <a:gd name="T6" fmla="*/ 1517 w 2334"/>
              <a:gd name="T7" fmla="*/ 0 h 1866"/>
              <a:gd name="T8" fmla="*/ 1284 w 2334"/>
              <a:gd name="T9" fmla="*/ 0 h 1866"/>
              <a:gd name="T10" fmla="*/ 1517 w 2334"/>
              <a:gd name="T11" fmla="*/ 466 h 1866"/>
              <a:gd name="T12" fmla="*/ 1167 w 2334"/>
              <a:gd name="T13" fmla="*/ 466 h 1866"/>
              <a:gd name="T14" fmla="*/ 934 w 2334"/>
              <a:gd name="T15" fmla="*/ 0 h 1866"/>
              <a:gd name="T16" fmla="*/ 700 w 2334"/>
              <a:gd name="T17" fmla="*/ 0 h 1866"/>
              <a:gd name="T18" fmla="*/ 934 w 2334"/>
              <a:gd name="T19" fmla="*/ 466 h 1866"/>
              <a:gd name="T20" fmla="*/ 584 w 2334"/>
              <a:gd name="T21" fmla="*/ 466 h 1866"/>
              <a:gd name="T22" fmla="*/ 350 w 2334"/>
              <a:gd name="T23" fmla="*/ 0 h 1866"/>
              <a:gd name="T24" fmla="*/ 234 w 2334"/>
              <a:gd name="T25" fmla="*/ 0 h 1866"/>
              <a:gd name="T26" fmla="*/ 1 w 2334"/>
              <a:gd name="T27" fmla="*/ 233 h 1866"/>
              <a:gd name="T28" fmla="*/ 0 w 2334"/>
              <a:gd name="T29" fmla="*/ 1633 h 1866"/>
              <a:gd name="T30" fmla="*/ 234 w 2334"/>
              <a:gd name="T31" fmla="*/ 1866 h 1866"/>
              <a:gd name="T32" fmla="*/ 2100 w 2334"/>
              <a:gd name="T33" fmla="*/ 1866 h 1866"/>
              <a:gd name="T34" fmla="*/ 2334 w 2334"/>
              <a:gd name="T35" fmla="*/ 1633 h 1866"/>
              <a:gd name="T36" fmla="*/ 2334 w 2334"/>
              <a:gd name="T37" fmla="*/ 0 h 1866"/>
              <a:gd name="T38" fmla="*/ 1867 w 2334"/>
              <a:gd name="T39" fmla="*/ 0 h 1866"/>
              <a:gd name="T40" fmla="*/ 1099 w 2334"/>
              <a:gd name="T41" fmla="*/ 1362 h 1866"/>
              <a:gd name="T42" fmla="*/ 977 w 2334"/>
              <a:gd name="T43" fmla="*/ 1633 h 1866"/>
              <a:gd name="T44" fmla="*/ 854 w 2334"/>
              <a:gd name="T45" fmla="*/ 1362 h 1866"/>
              <a:gd name="T46" fmla="*/ 584 w 2334"/>
              <a:gd name="T47" fmla="*/ 1240 h 1866"/>
              <a:gd name="T48" fmla="*/ 854 w 2334"/>
              <a:gd name="T49" fmla="*/ 1117 h 1866"/>
              <a:gd name="T50" fmla="*/ 977 w 2334"/>
              <a:gd name="T51" fmla="*/ 847 h 1866"/>
              <a:gd name="T52" fmla="*/ 1099 w 2334"/>
              <a:gd name="T53" fmla="*/ 1117 h 1866"/>
              <a:gd name="T54" fmla="*/ 1370 w 2334"/>
              <a:gd name="T55" fmla="*/ 1240 h 1866"/>
              <a:gd name="T56" fmla="*/ 1099 w 2334"/>
              <a:gd name="T57" fmla="*/ 1362 h 1866"/>
              <a:gd name="T58" fmla="*/ 1530 w 2334"/>
              <a:gd name="T59" fmla="*/ 957 h 1866"/>
              <a:gd name="T60" fmla="*/ 1468 w 2334"/>
              <a:gd name="T61" fmla="*/ 1093 h 1866"/>
              <a:gd name="T62" fmla="*/ 1406 w 2334"/>
              <a:gd name="T63" fmla="*/ 957 h 1866"/>
              <a:gd name="T64" fmla="*/ 1271 w 2334"/>
              <a:gd name="T65" fmla="*/ 896 h 1866"/>
              <a:gd name="T66" fmla="*/ 1406 w 2334"/>
              <a:gd name="T67" fmla="*/ 834 h 1866"/>
              <a:gd name="T68" fmla="*/ 1468 w 2334"/>
              <a:gd name="T69" fmla="*/ 700 h 1866"/>
              <a:gd name="T70" fmla="*/ 1530 w 2334"/>
              <a:gd name="T71" fmla="*/ 835 h 1866"/>
              <a:gd name="T72" fmla="*/ 1665 w 2334"/>
              <a:gd name="T73" fmla="*/ 897 h 1866"/>
              <a:gd name="T74" fmla="*/ 1530 w 2334"/>
              <a:gd name="T75" fmla="*/ 957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334" h="1866">
                <a:moveTo>
                  <a:pt x="1867" y="0"/>
                </a:moveTo>
                <a:cubicBezTo>
                  <a:pt x="2100" y="466"/>
                  <a:pt x="2100" y="466"/>
                  <a:pt x="2100" y="466"/>
                </a:cubicBezTo>
                <a:cubicBezTo>
                  <a:pt x="1750" y="466"/>
                  <a:pt x="1750" y="466"/>
                  <a:pt x="1750" y="466"/>
                </a:cubicBezTo>
                <a:cubicBezTo>
                  <a:pt x="1517" y="0"/>
                  <a:pt x="1517" y="0"/>
                  <a:pt x="1517" y="0"/>
                </a:cubicBezTo>
                <a:cubicBezTo>
                  <a:pt x="1284" y="0"/>
                  <a:pt x="1284" y="0"/>
                  <a:pt x="1284" y="0"/>
                </a:cubicBezTo>
                <a:cubicBezTo>
                  <a:pt x="1517" y="466"/>
                  <a:pt x="1517" y="466"/>
                  <a:pt x="1517" y="466"/>
                </a:cubicBezTo>
                <a:cubicBezTo>
                  <a:pt x="1167" y="466"/>
                  <a:pt x="1167" y="466"/>
                  <a:pt x="1167" y="466"/>
                </a:cubicBezTo>
                <a:cubicBezTo>
                  <a:pt x="934" y="0"/>
                  <a:pt x="934" y="0"/>
                  <a:pt x="934" y="0"/>
                </a:cubicBezTo>
                <a:cubicBezTo>
                  <a:pt x="700" y="0"/>
                  <a:pt x="700" y="0"/>
                  <a:pt x="700" y="0"/>
                </a:cubicBezTo>
                <a:cubicBezTo>
                  <a:pt x="934" y="466"/>
                  <a:pt x="934" y="466"/>
                  <a:pt x="934" y="466"/>
                </a:cubicBezTo>
                <a:cubicBezTo>
                  <a:pt x="584" y="466"/>
                  <a:pt x="584" y="466"/>
                  <a:pt x="584" y="466"/>
                </a:cubicBezTo>
                <a:cubicBezTo>
                  <a:pt x="350" y="0"/>
                  <a:pt x="350" y="0"/>
                  <a:pt x="350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0"/>
                  <a:pt x="2334" y="0"/>
                  <a:pt x="2334" y="0"/>
                </a:cubicBezTo>
                <a:lnTo>
                  <a:pt x="1867" y="0"/>
                </a:lnTo>
                <a:close/>
                <a:moveTo>
                  <a:pt x="1099" y="1362"/>
                </a:moveTo>
                <a:cubicBezTo>
                  <a:pt x="977" y="1633"/>
                  <a:pt x="977" y="1633"/>
                  <a:pt x="977" y="1633"/>
                </a:cubicBezTo>
                <a:cubicBezTo>
                  <a:pt x="854" y="1362"/>
                  <a:pt x="854" y="1362"/>
                  <a:pt x="854" y="1362"/>
                </a:cubicBezTo>
                <a:cubicBezTo>
                  <a:pt x="584" y="1240"/>
                  <a:pt x="584" y="1240"/>
                  <a:pt x="584" y="1240"/>
                </a:cubicBezTo>
                <a:cubicBezTo>
                  <a:pt x="854" y="1117"/>
                  <a:pt x="854" y="1117"/>
                  <a:pt x="854" y="1117"/>
                </a:cubicBezTo>
                <a:cubicBezTo>
                  <a:pt x="977" y="847"/>
                  <a:pt x="977" y="847"/>
                  <a:pt x="977" y="847"/>
                </a:cubicBezTo>
                <a:cubicBezTo>
                  <a:pt x="1099" y="1117"/>
                  <a:pt x="1099" y="1117"/>
                  <a:pt x="1099" y="1117"/>
                </a:cubicBezTo>
                <a:cubicBezTo>
                  <a:pt x="1370" y="1240"/>
                  <a:pt x="1370" y="1240"/>
                  <a:pt x="1370" y="1240"/>
                </a:cubicBezTo>
                <a:lnTo>
                  <a:pt x="1099" y="1362"/>
                </a:lnTo>
                <a:close/>
                <a:moveTo>
                  <a:pt x="1530" y="957"/>
                </a:moveTo>
                <a:cubicBezTo>
                  <a:pt x="1468" y="1093"/>
                  <a:pt x="1468" y="1093"/>
                  <a:pt x="1468" y="1093"/>
                </a:cubicBezTo>
                <a:cubicBezTo>
                  <a:pt x="1406" y="957"/>
                  <a:pt x="1406" y="957"/>
                  <a:pt x="1406" y="957"/>
                </a:cubicBezTo>
                <a:cubicBezTo>
                  <a:pt x="1271" y="896"/>
                  <a:pt x="1271" y="896"/>
                  <a:pt x="1271" y="896"/>
                </a:cubicBezTo>
                <a:cubicBezTo>
                  <a:pt x="1406" y="834"/>
                  <a:pt x="1406" y="834"/>
                  <a:pt x="1406" y="834"/>
                </a:cubicBezTo>
                <a:cubicBezTo>
                  <a:pt x="1468" y="700"/>
                  <a:pt x="1468" y="700"/>
                  <a:pt x="1468" y="700"/>
                </a:cubicBezTo>
                <a:cubicBezTo>
                  <a:pt x="1530" y="835"/>
                  <a:pt x="1530" y="835"/>
                  <a:pt x="1530" y="835"/>
                </a:cubicBezTo>
                <a:cubicBezTo>
                  <a:pt x="1665" y="897"/>
                  <a:pt x="1665" y="897"/>
                  <a:pt x="1665" y="897"/>
                </a:cubicBezTo>
                <a:lnTo>
                  <a:pt x="1530" y="9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usic Not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09539" cy="914400"/>
          </a:xfrm>
          <a:custGeom>
            <a:avLst/>
            <a:gdLst>
              <a:gd name="T0" fmla="*/ 700 w 1400"/>
              <a:gd name="T1" fmla="*/ 0 h 2100"/>
              <a:gd name="T2" fmla="*/ 700 w 1400"/>
              <a:gd name="T3" fmla="*/ 1231 h 2100"/>
              <a:gd name="T4" fmla="*/ 467 w 1400"/>
              <a:gd name="T5" fmla="*/ 1167 h 2100"/>
              <a:gd name="T6" fmla="*/ 0 w 1400"/>
              <a:gd name="T7" fmla="*/ 1633 h 2100"/>
              <a:gd name="T8" fmla="*/ 467 w 1400"/>
              <a:gd name="T9" fmla="*/ 2100 h 2100"/>
              <a:gd name="T10" fmla="*/ 933 w 1400"/>
              <a:gd name="T11" fmla="*/ 1633 h 2100"/>
              <a:gd name="T12" fmla="*/ 933 w 1400"/>
              <a:gd name="T13" fmla="*/ 467 h 2100"/>
              <a:gd name="T14" fmla="*/ 1400 w 1400"/>
              <a:gd name="T15" fmla="*/ 467 h 2100"/>
              <a:gd name="T16" fmla="*/ 1400 w 1400"/>
              <a:gd name="T17" fmla="*/ 0 h 2100"/>
              <a:gd name="T18" fmla="*/ 700 w 1400"/>
              <a:gd name="T19" fmla="*/ 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00" h="2100">
                <a:moveTo>
                  <a:pt x="700" y="0"/>
                </a:moveTo>
                <a:cubicBezTo>
                  <a:pt x="700" y="1231"/>
                  <a:pt x="700" y="1231"/>
                  <a:pt x="700" y="1231"/>
                </a:cubicBezTo>
                <a:cubicBezTo>
                  <a:pt x="631" y="1191"/>
                  <a:pt x="552" y="1167"/>
                  <a:pt x="467" y="1167"/>
                </a:cubicBezTo>
                <a:cubicBezTo>
                  <a:pt x="209" y="1167"/>
                  <a:pt x="0" y="1376"/>
                  <a:pt x="0" y="1633"/>
                </a:cubicBezTo>
                <a:cubicBezTo>
                  <a:pt x="0" y="1891"/>
                  <a:pt x="209" y="2100"/>
                  <a:pt x="467" y="2100"/>
                </a:cubicBezTo>
                <a:cubicBezTo>
                  <a:pt x="724" y="2100"/>
                  <a:pt x="933" y="1891"/>
                  <a:pt x="933" y="1633"/>
                </a:cubicBezTo>
                <a:cubicBezTo>
                  <a:pt x="933" y="467"/>
                  <a:pt x="933" y="467"/>
                  <a:pt x="933" y="467"/>
                </a:cubicBezTo>
                <a:cubicBezTo>
                  <a:pt x="1400" y="467"/>
                  <a:pt x="1400" y="467"/>
                  <a:pt x="1400" y="467"/>
                </a:cubicBezTo>
                <a:cubicBezTo>
                  <a:pt x="1400" y="0"/>
                  <a:pt x="1400" y="0"/>
                  <a:pt x="1400" y="0"/>
                </a:cubicBezTo>
                <a:lnTo>
                  <a:pt x="7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tur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53262" cy="914400"/>
          </a:xfrm>
          <a:custGeom>
            <a:avLst/>
            <a:gdLst>
              <a:gd name="T0" fmla="*/ 934 w 1653"/>
              <a:gd name="T1" fmla="*/ 1628 h 2314"/>
              <a:gd name="T2" fmla="*/ 1653 w 1653"/>
              <a:gd name="T3" fmla="*/ 817 h 2314"/>
              <a:gd name="T4" fmla="*/ 837 w 1653"/>
              <a:gd name="T5" fmla="*/ 0 h 2314"/>
              <a:gd name="T6" fmla="*/ 20 w 1653"/>
              <a:gd name="T7" fmla="*/ 817 h 2314"/>
              <a:gd name="T8" fmla="*/ 700 w 1653"/>
              <a:gd name="T9" fmla="*/ 1621 h 2314"/>
              <a:gd name="T10" fmla="*/ 700 w 1653"/>
              <a:gd name="T11" fmla="*/ 2080 h 2314"/>
              <a:gd name="T12" fmla="*/ 0 w 1653"/>
              <a:gd name="T13" fmla="*/ 2080 h 2314"/>
              <a:gd name="T14" fmla="*/ 0 w 1653"/>
              <a:gd name="T15" fmla="*/ 2314 h 2314"/>
              <a:gd name="T16" fmla="*/ 1634 w 1653"/>
              <a:gd name="T17" fmla="*/ 2314 h 2314"/>
              <a:gd name="T18" fmla="*/ 1634 w 1653"/>
              <a:gd name="T19" fmla="*/ 2080 h 2314"/>
              <a:gd name="T20" fmla="*/ 934 w 1653"/>
              <a:gd name="T21" fmla="*/ 2080 h 2314"/>
              <a:gd name="T22" fmla="*/ 934 w 1653"/>
              <a:gd name="T23" fmla="*/ 1628 h 2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653" h="2314">
                <a:moveTo>
                  <a:pt x="934" y="1628"/>
                </a:moveTo>
                <a:cubicBezTo>
                  <a:pt x="1339" y="1580"/>
                  <a:pt x="1653" y="1236"/>
                  <a:pt x="1653" y="817"/>
                </a:cubicBezTo>
                <a:cubicBezTo>
                  <a:pt x="1653" y="365"/>
                  <a:pt x="1288" y="0"/>
                  <a:pt x="837" y="0"/>
                </a:cubicBezTo>
                <a:cubicBezTo>
                  <a:pt x="385" y="0"/>
                  <a:pt x="20" y="365"/>
                  <a:pt x="20" y="817"/>
                </a:cubicBezTo>
                <a:cubicBezTo>
                  <a:pt x="20" y="1222"/>
                  <a:pt x="314" y="1556"/>
                  <a:pt x="700" y="1621"/>
                </a:cubicBezTo>
                <a:cubicBezTo>
                  <a:pt x="700" y="2080"/>
                  <a:pt x="700" y="2080"/>
                  <a:pt x="700" y="2080"/>
                </a:cubicBezTo>
                <a:cubicBezTo>
                  <a:pt x="0" y="2080"/>
                  <a:pt x="0" y="2080"/>
                  <a:pt x="0" y="2080"/>
                </a:cubicBezTo>
                <a:cubicBezTo>
                  <a:pt x="0" y="2314"/>
                  <a:pt x="0" y="2314"/>
                  <a:pt x="0" y="2314"/>
                </a:cubicBezTo>
                <a:cubicBezTo>
                  <a:pt x="1634" y="2314"/>
                  <a:pt x="1634" y="2314"/>
                  <a:pt x="1634" y="2314"/>
                </a:cubicBezTo>
                <a:cubicBezTo>
                  <a:pt x="1634" y="2080"/>
                  <a:pt x="1634" y="2080"/>
                  <a:pt x="1634" y="2080"/>
                </a:cubicBezTo>
                <a:cubicBezTo>
                  <a:pt x="934" y="2080"/>
                  <a:pt x="934" y="2080"/>
                  <a:pt x="934" y="2080"/>
                </a:cubicBezTo>
                <a:lnTo>
                  <a:pt x="934" y="16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ture Peop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99264"/>
          </a:xfrm>
          <a:custGeom>
            <a:avLst/>
            <a:gdLst>
              <a:gd name="T0" fmla="*/ 2353 w 2353"/>
              <a:gd name="T1" fmla="*/ 817 h 2314"/>
              <a:gd name="T2" fmla="*/ 1537 w 2353"/>
              <a:gd name="T3" fmla="*/ 0 h 2314"/>
              <a:gd name="T4" fmla="*/ 720 w 2353"/>
              <a:gd name="T5" fmla="*/ 817 h 2314"/>
              <a:gd name="T6" fmla="*/ 1400 w 2353"/>
              <a:gd name="T7" fmla="*/ 1621 h 2314"/>
              <a:gd name="T8" fmla="*/ 1400 w 2353"/>
              <a:gd name="T9" fmla="*/ 2080 h 2314"/>
              <a:gd name="T10" fmla="*/ 467 w 2353"/>
              <a:gd name="T11" fmla="*/ 2080 h 2314"/>
              <a:gd name="T12" fmla="*/ 467 w 2353"/>
              <a:gd name="T13" fmla="*/ 1730 h 2314"/>
              <a:gd name="T14" fmla="*/ 584 w 2353"/>
              <a:gd name="T15" fmla="*/ 1730 h 2314"/>
              <a:gd name="T16" fmla="*/ 584 w 2353"/>
              <a:gd name="T17" fmla="*/ 1264 h 2314"/>
              <a:gd name="T18" fmla="*/ 467 w 2353"/>
              <a:gd name="T19" fmla="*/ 1147 h 2314"/>
              <a:gd name="T20" fmla="*/ 117 w 2353"/>
              <a:gd name="T21" fmla="*/ 1147 h 2314"/>
              <a:gd name="T22" fmla="*/ 0 w 2353"/>
              <a:gd name="T23" fmla="*/ 1264 h 2314"/>
              <a:gd name="T24" fmla="*/ 0 w 2353"/>
              <a:gd name="T25" fmla="*/ 1730 h 2314"/>
              <a:gd name="T26" fmla="*/ 117 w 2353"/>
              <a:gd name="T27" fmla="*/ 1730 h 2314"/>
              <a:gd name="T28" fmla="*/ 117 w 2353"/>
              <a:gd name="T29" fmla="*/ 2314 h 2314"/>
              <a:gd name="T30" fmla="*/ 1984 w 2353"/>
              <a:gd name="T31" fmla="*/ 2314 h 2314"/>
              <a:gd name="T32" fmla="*/ 1984 w 2353"/>
              <a:gd name="T33" fmla="*/ 2080 h 2314"/>
              <a:gd name="T34" fmla="*/ 1634 w 2353"/>
              <a:gd name="T35" fmla="*/ 2080 h 2314"/>
              <a:gd name="T36" fmla="*/ 1634 w 2353"/>
              <a:gd name="T37" fmla="*/ 1628 h 2314"/>
              <a:gd name="T38" fmla="*/ 2353 w 2353"/>
              <a:gd name="T39" fmla="*/ 817 h 2314"/>
              <a:gd name="T40" fmla="*/ 292 w 2353"/>
              <a:gd name="T41" fmla="*/ 1030 h 2314"/>
              <a:gd name="T42" fmla="*/ 467 w 2353"/>
              <a:gd name="T43" fmla="*/ 855 h 2314"/>
              <a:gd name="T44" fmla="*/ 292 w 2353"/>
              <a:gd name="T45" fmla="*/ 680 h 2314"/>
              <a:gd name="T46" fmla="*/ 117 w 2353"/>
              <a:gd name="T47" fmla="*/ 855 h 2314"/>
              <a:gd name="T48" fmla="*/ 292 w 2353"/>
              <a:gd name="T49" fmla="*/ 1030 h 23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353" h="2314">
                <a:moveTo>
                  <a:pt x="2353" y="817"/>
                </a:moveTo>
                <a:cubicBezTo>
                  <a:pt x="2353" y="365"/>
                  <a:pt x="1988" y="0"/>
                  <a:pt x="1537" y="0"/>
                </a:cubicBezTo>
                <a:cubicBezTo>
                  <a:pt x="1085" y="0"/>
                  <a:pt x="720" y="365"/>
                  <a:pt x="720" y="817"/>
                </a:cubicBezTo>
                <a:cubicBezTo>
                  <a:pt x="720" y="1222"/>
                  <a:pt x="1014" y="1556"/>
                  <a:pt x="1400" y="1621"/>
                </a:cubicBezTo>
                <a:cubicBezTo>
                  <a:pt x="1400" y="2080"/>
                  <a:pt x="1400" y="2080"/>
                  <a:pt x="1400" y="2080"/>
                </a:cubicBezTo>
                <a:cubicBezTo>
                  <a:pt x="467" y="2080"/>
                  <a:pt x="467" y="2080"/>
                  <a:pt x="467" y="2080"/>
                </a:cubicBezTo>
                <a:cubicBezTo>
                  <a:pt x="467" y="1730"/>
                  <a:pt x="467" y="1730"/>
                  <a:pt x="467" y="1730"/>
                </a:cubicBezTo>
                <a:cubicBezTo>
                  <a:pt x="584" y="1730"/>
                  <a:pt x="584" y="1730"/>
                  <a:pt x="584" y="1730"/>
                </a:cubicBezTo>
                <a:cubicBezTo>
                  <a:pt x="584" y="1264"/>
                  <a:pt x="584" y="1264"/>
                  <a:pt x="584" y="1264"/>
                </a:cubicBezTo>
                <a:cubicBezTo>
                  <a:pt x="584" y="1200"/>
                  <a:pt x="531" y="1147"/>
                  <a:pt x="467" y="1147"/>
                </a:cubicBezTo>
                <a:cubicBezTo>
                  <a:pt x="117" y="1147"/>
                  <a:pt x="117" y="1147"/>
                  <a:pt x="117" y="1147"/>
                </a:cubicBezTo>
                <a:cubicBezTo>
                  <a:pt x="53" y="1147"/>
                  <a:pt x="0" y="1200"/>
                  <a:pt x="0" y="1264"/>
                </a:cubicBezTo>
                <a:cubicBezTo>
                  <a:pt x="0" y="1730"/>
                  <a:pt x="0" y="1730"/>
                  <a:pt x="0" y="1730"/>
                </a:cubicBezTo>
                <a:cubicBezTo>
                  <a:pt x="117" y="1730"/>
                  <a:pt x="117" y="1730"/>
                  <a:pt x="117" y="1730"/>
                </a:cubicBezTo>
                <a:cubicBezTo>
                  <a:pt x="117" y="2314"/>
                  <a:pt x="117" y="2314"/>
                  <a:pt x="117" y="2314"/>
                </a:cubicBezTo>
                <a:cubicBezTo>
                  <a:pt x="1984" y="2314"/>
                  <a:pt x="1984" y="2314"/>
                  <a:pt x="1984" y="2314"/>
                </a:cubicBezTo>
                <a:cubicBezTo>
                  <a:pt x="1984" y="2080"/>
                  <a:pt x="1984" y="2080"/>
                  <a:pt x="1984" y="2080"/>
                </a:cubicBezTo>
                <a:cubicBezTo>
                  <a:pt x="1634" y="2080"/>
                  <a:pt x="1634" y="2080"/>
                  <a:pt x="1634" y="2080"/>
                </a:cubicBezTo>
                <a:cubicBezTo>
                  <a:pt x="1634" y="1628"/>
                  <a:pt x="1634" y="1628"/>
                  <a:pt x="1634" y="1628"/>
                </a:cubicBezTo>
                <a:cubicBezTo>
                  <a:pt x="2039" y="1580"/>
                  <a:pt x="2353" y="1236"/>
                  <a:pt x="2353" y="817"/>
                </a:cubicBezTo>
                <a:close/>
                <a:moveTo>
                  <a:pt x="292" y="1030"/>
                </a:moveTo>
                <a:cubicBezTo>
                  <a:pt x="389" y="1030"/>
                  <a:pt x="467" y="952"/>
                  <a:pt x="467" y="855"/>
                </a:cubicBezTo>
                <a:cubicBezTo>
                  <a:pt x="467" y="758"/>
                  <a:pt x="389" y="680"/>
                  <a:pt x="292" y="680"/>
                </a:cubicBezTo>
                <a:cubicBezTo>
                  <a:pt x="195" y="680"/>
                  <a:pt x="117" y="758"/>
                  <a:pt x="117" y="855"/>
                </a:cubicBezTo>
                <a:cubicBezTo>
                  <a:pt x="117" y="952"/>
                  <a:pt x="195" y="1030"/>
                  <a:pt x="292" y="10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vigate Befor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64898" cy="914400"/>
          </a:xfrm>
          <a:custGeom>
            <a:avLst/>
            <a:gdLst>
              <a:gd name="T0" fmla="*/ 2043 w 2043"/>
              <a:gd name="T1" fmla="*/ 389 h 3307"/>
              <a:gd name="T2" fmla="*/ 1653 w 2043"/>
              <a:gd name="T3" fmla="*/ 0 h 3307"/>
              <a:gd name="T4" fmla="*/ 0 w 2043"/>
              <a:gd name="T5" fmla="*/ 1653 h 3307"/>
              <a:gd name="T6" fmla="*/ 1653 w 2043"/>
              <a:gd name="T7" fmla="*/ 3307 h 3307"/>
              <a:gd name="T8" fmla="*/ 2043 w 2043"/>
              <a:gd name="T9" fmla="*/ 2917 h 3307"/>
              <a:gd name="T10" fmla="*/ 782 w 2043"/>
              <a:gd name="T11" fmla="*/ 1653 h 3307"/>
              <a:gd name="T12" fmla="*/ 2043 w 2043"/>
              <a:gd name="T13" fmla="*/ 389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43" h="3307">
                <a:moveTo>
                  <a:pt x="2043" y="389"/>
                </a:moveTo>
                <a:lnTo>
                  <a:pt x="1653" y="0"/>
                </a:lnTo>
                <a:lnTo>
                  <a:pt x="0" y="1653"/>
                </a:lnTo>
                <a:lnTo>
                  <a:pt x="1653" y="3307"/>
                </a:lnTo>
                <a:lnTo>
                  <a:pt x="2043" y="2917"/>
                </a:lnTo>
                <a:lnTo>
                  <a:pt x="782" y="1653"/>
                </a:lnTo>
                <a:lnTo>
                  <a:pt x="2043" y="38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vigate Next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64898" cy="914400"/>
          </a:xfrm>
          <a:custGeom>
            <a:avLst/>
            <a:gdLst>
              <a:gd name="T0" fmla="*/ 389 w 2043"/>
              <a:gd name="T1" fmla="*/ 0 h 3307"/>
              <a:gd name="T2" fmla="*/ 0 w 2043"/>
              <a:gd name="T3" fmla="*/ 389 h 3307"/>
              <a:gd name="T4" fmla="*/ 1261 w 2043"/>
              <a:gd name="T5" fmla="*/ 1653 h 3307"/>
              <a:gd name="T6" fmla="*/ 0 w 2043"/>
              <a:gd name="T7" fmla="*/ 2917 h 3307"/>
              <a:gd name="T8" fmla="*/ 389 w 2043"/>
              <a:gd name="T9" fmla="*/ 3307 h 3307"/>
              <a:gd name="T10" fmla="*/ 2043 w 2043"/>
              <a:gd name="T11" fmla="*/ 1653 h 3307"/>
              <a:gd name="T12" fmla="*/ 389 w 2043"/>
              <a:gd name="T13" fmla="*/ 0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43" h="3307">
                <a:moveTo>
                  <a:pt x="389" y="0"/>
                </a:moveTo>
                <a:lnTo>
                  <a:pt x="0" y="389"/>
                </a:lnTo>
                <a:lnTo>
                  <a:pt x="1261" y="1653"/>
                </a:lnTo>
                <a:lnTo>
                  <a:pt x="0" y="2917"/>
                </a:lnTo>
                <a:lnTo>
                  <a:pt x="389" y="3307"/>
                </a:lnTo>
                <a:lnTo>
                  <a:pt x="2043" y="1653"/>
                </a:lnTo>
                <a:lnTo>
                  <a:pt x="38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lat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050 w 2100"/>
              <a:gd name="T1" fmla="*/ 0 h 2100"/>
              <a:gd name="T2" fmla="*/ 0 w 2100"/>
              <a:gd name="T3" fmla="*/ 1050 h 2100"/>
              <a:gd name="T4" fmla="*/ 1050 w 2100"/>
              <a:gd name="T5" fmla="*/ 2100 h 2100"/>
              <a:gd name="T6" fmla="*/ 1225 w 2100"/>
              <a:gd name="T7" fmla="*/ 1925 h 2100"/>
              <a:gd name="T8" fmla="*/ 1179 w 2100"/>
              <a:gd name="T9" fmla="*/ 1807 h 2100"/>
              <a:gd name="T10" fmla="*/ 1135 w 2100"/>
              <a:gd name="T11" fmla="*/ 1692 h 2100"/>
              <a:gd name="T12" fmla="*/ 1310 w 2100"/>
              <a:gd name="T13" fmla="*/ 1517 h 2100"/>
              <a:gd name="T14" fmla="*/ 1517 w 2100"/>
              <a:gd name="T15" fmla="*/ 1517 h 2100"/>
              <a:gd name="T16" fmla="*/ 2100 w 2100"/>
              <a:gd name="T17" fmla="*/ 933 h 2100"/>
              <a:gd name="T18" fmla="*/ 1050 w 2100"/>
              <a:gd name="T19" fmla="*/ 0 h 2100"/>
              <a:gd name="T20" fmla="*/ 408 w 2100"/>
              <a:gd name="T21" fmla="*/ 1050 h 2100"/>
              <a:gd name="T22" fmla="*/ 233 w 2100"/>
              <a:gd name="T23" fmla="*/ 875 h 2100"/>
              <a:gd name="T24" fmla="*/ 408 w 2100"/>
              <a:gd name="T25" fmla="*/ 700 h 2100"/>
              <a:gd name="T26" fmla="*/ 583 w 2100"/>
              <a:gd name="T27" fmla="*/ 875 h 2100"/>
              <a:gd name="T28" fmla="*/ 408 w 2100"/>
              <a:gd name="T29" fmla="*/ 1050 h 2100"/>
              <a:gd name="T30" fmla="*/ 758 w 2100"/>
              <a:gd name="T31" fmla="*/ 583 h 2100"/>
              <a:gd name="T32" fmla="*/ 583 w 2100"/>
              <a:gd name="T33" fmla="*/ 408 h 2100"/>
              <a:gd name="T34" fmla="*/ 758 w 2100"/>
              <a:gd name="T35" fmla="*/ 233 h 2100"/>
              <a:gd name="T36" fmla="*/ 933 w 2100"/>
              <a:gd name="T37" fmla="*/ 408 h 2100"/>
              <a:gd name="T38" fmla="*/ 758 w 2100"/>
              <a:gd name="T39" fmla="*/ 583 h 2100"/>
              <a:gd name="T40" fmla="*/ 1342 w 2100"/>
              <a:gd name="T41" fmla="*/ 583 h 2100"/>
              <a:gd name="T42" fmla="*/ 1167 w 2100"/>
              <a:gd name="T43" fmla="*/ 408 h 2100"/>
              <a:gd name="T44" fmla="*/ 1342 w 2100"/>
              <a:gd name="T45" fmla="*/ 233 h 2100"/>
              <a:gd name="T46" fmla="*/ 1517 w 2100"/>
              <a:gd name="T47" fmla="*/ 408 h 2100"/>
              <a:gd name="T48" fmla="*/ 1342 w 2100"/>
              <a:gd name="T49" fmla="*/ 583 h 2100"/>
              <a:gd name="T50" fmla="*/ 1692 w 2100"/>
              <a:gd name="T51" fmla="*/ 1050 h 2100"/>
              <a:gd name="T52" fmla="*/ 1517 w 2100"/>
              <a:gd name="T53" fmla="*/ 875 h 2100"/>
              <a:gd name="T54" fmla="*/ 1692 w 2100"/>
              <a:gd name="T55" fmla="*/ 700 h 2100"/>
              <a:gd name="T56" fmla="*/ 1867 w 2100"/>
              <a:gd name="T57" fmla="*/ 875 h 2100"/>
              <a:gd name="T58" fmla="*/ 1692 w 2100"/>
              <a:gd name="T59" fmla="*/ 105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100" h="2100">
                <a:moveTo>
                  <a:pt x="1050" y="0"/>
                </a:moveTo>
                <a:cubicBezTo>
                  <a:pt x="470" y="0"/>
                  <a:pt x="0" y="470"/>
                  <a:pt x="0" y="1050"/>
                </a:cubicBezTo>
                <a:cubicBezTo>
                  <a:pt x="0" y="1630"/>
                  <a:pt x="470" y="2100"/>
                  <a:pt x="1050" y="2100"/>
                </a:cubicBezTo>
                <a:cubicBezTo>
                  <a:pt x="1147" y="2100"/>
                  <a:pt x="1225" y="2022"/>
                  <a:pt x="1225" y="1925"/>
                </a:cubicBezTo>
                <a:cubicBezTo>
                  <a:pt x="1225" y="1879"/>
                  <a:pt x="1207" y="1839"/>
                  <a:pt x="1179" y="1807"/>
                </a:cubicBezTo>
                <a:cubicBezTo>
                  <a:pt x="1153" y="1777"/>
                  <a:pt x="1135" y="1736"/>
                  <a:pt x="1135" y="1692"/>
                </a:cubicBezTo>
                <a:cubicBezTo>
                  <a:pt x="1135" y="1595"/>
                  <a:pt x="1213" y="1517"/>
                  <a:pt x="1310" y="1517"/>
                </a:cubicBezTo>
                <a:cubicBezTo>
                  <a:pt x="1517" y="1517"/>
                  <a:pt x="1517" y="1517"/>
                  <a:pt x="1517" y="1517"/>
                </a:cubicBezTo>
                <a:cubicBezTo>
                  <a:pt x="1839" y="1517"/>
                  <a:pt x="2100" y="1255"/>
                  <a:pt x="2100" y="933"/>
                </a:cubicBezTo>
                <a:cubicBezTo>
                  <a:pt x="2100" y="418"/>
                  <a:pt x="1630" y="0"/>
                  <a:pt x="1050" y="0"/>
                </a:cubicBezTo>
                <a:close/>
                <a:moveTo>
                  <a:pt x="408" y="1050"/>
                </a:moveTo>
                <a:cubicBezTo>
                  <a:pt x="311" y="1050"/>
                  <a:pt x="233" y="972"/>
                  <a:pt x="233" y="875"/>
                </a:cubicBezTo>
                <a:cubicBezTo>
                  <a:pt x="233" y="778"/>
                  <a:pt x="311" y="700"/>
                  <a:pt x="408" y="700"/>
                </a:cubicBezTo>
                <a:cubicBezTo>
                  <a:pt x="505" y="700"/>
                  <a:pt x="583" y="778"/>
                  <a:pt x="583" y="875"/>
                </a:cubicBezTo>
                <a:cubicBezTo>
                  <a:pt x="583" y="972"/>
                  <a:pt x="505" y="1050"/>
                  <a:pt x="408" y="1050"/>
                </a:cubicBezTo>
                <a:close/>
                <a:moveTo>
                  <a:pt x="758" y="583"/>
                </a:moveTo>
                <a:cubicBezTo>
                  <a:pt x="661" y="583"/>
                  <a:pt x="583" y="505"/>
                  <a:pt x="583" y="408"/>
                </a:cubicBezTo>
                <a:cubicBezTo>
                  <a:pt x="583" y="311"/>
                  <a:pt x="661" y="233"/>
                  <a:pt x="758" y="233"/>
                </a:cubicBezTo>
                <a:cubicBezTo>
                  <a:pt x="855" y="233"/>
                  <a:pt x="933" y="311"/>
                  <a:pt x="933" y="408"/>
                </a:cubicBezTo>
                <a:cubicBezTo>
                  <a:pt x="933" y="505"/>
                  <a:pt x="855" y="583"/>
                  <a:pt x="758" y="583"/>
                </a:cubicBezTo>
                <a:close/>
                <a:moveTo>
                  <a:pt x="1342" y="583"/>
                </a:moveTo>
                <a:cubicBezTo>
                  <a:pt x="1245" y="583"/>
                  <a:pt x="1167" y="505"/>
                  <a:pt x="1167" y="408"/>
                </a:cubicBezTo>
                <a:cubicBezTo>
                  <a:pt x="1167" y="311"/>
                  <a:pt x="1245" y="233"/>
                  <a:pt x="1342" y="233"/>
                </a:cubicBezTo>
                <a:cubicBezTo>
                  <a:pt x="1439" y="233"/>
                  <a:pt x="1517" y="311"/>
                  <a:pt x="1517" y="408"/>
                </a:cubicBezTo>
                <a:cubicBezTo>
                  <a:pt x="1517" y="505"/>
                  <a:pt x="1439" y="583"/>
                  <a:pt x="1342" y="583"/>
                </a:cubicBezTo>
                <a:close/>
                <a:moveTo>
                  <a:pt x="1692" y="1050"/>
                </a:moveTo>
                <a:cubicBezTo>
                  <a:pt x="1595" y="1050"/>
                  <a:pt x="1517" y="972"/>
                  <a:pt x="1517" y="875"/>
                </a:cubicBezTo>
                <a:cubicBezTo>
                  <a:pt x="1517" y="778"/>
                  <a:pt x="1595" y="700"/>
                  <a:pt x="1692" y="700"/>
                </a:cubicBezTo>
                <a:cubicBezTo>
                  <a:pt x="1789" y="700"/>
                  <a:pt x="1867" y="778"/>
                  <a:pt x="1867" y="875"/>
                </a:cubicBezTo>
                <a:cubicBezTo>
                  <a:pt x="1867" y="972"/>
                  <a:pt x="1789" y="1050"/>
                  <a:pt x="1692" y="1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norama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64908"/>
          </a:xfrm>
          <a:custGeom>
            <a:avLst/>
            <a:gdLst>
              <a:gd name="T0" fmla="*/ 2566 w 2566"/>
              <a:gd name="T1" fmla="*/ 1633 h 1866"/>
              <a:gd name="T2" fmla="*/ 2566 w 2566"/>
              <a:gd name="T3" fmla="*/ 233 h 1866"/>
              <a:gd name="T4" fmla="*/ 2333 w 2566"/>
              <a:gd name="T5" fmla="*/ 0 h 1866"/>
              <a:gd name="T6" fmla="*/ 233 w 2566"/>
              <a:gd name="T7" fmla="*/ 0 h 1866"/>
              <a:gd name="T8" fmla="*/ 0 w 2566"/>
              <a:gd name="T9" fmla="*/ 233 h 1866"/>
              <a:gd name="T10" fmla="*/ 0 w 2566"/>
              <a:gd name="T11" fmla="*/ 1633 h 1866"/>
              <a:gd name="T12" fmla="*/ 233 w 2566"/>
              <a:gd name="T13" fmla="*/ 1866 h 1866"/>
              <a:gd name="T14" fmla="*/ 2333 w 2566"/>
              <a:gd name="T15" fmla="*/ 1866 h 1866"/>
              <a:gd name="T16" fmla="*/ 2566 w 2566"/>
              <a:gd name="T17" fmla="*/ 1633 h 1866"/>
              <a:gd name="T18" fmla="*/ 875 w 2566"/>
              <a:gd name="T19" fmla="*/ 991 h 1866"/>
              <a:gd name="T20" fmla="*/ 1166 w 2566"/>
              <a:gd name="T21" fmla="*/ 1342 h 1866"/>
              <a:gd name="T22" fmla="*/ 1575 w 2566"/>
              <a:gd name="T23" fmla="*/ 816 h 1866"/>
              <a:gd name="T24" fmla="*/ 2100 w 2566"/>
              <a:gd name="T25" fmla="*/ 1516 h 1866"/>
              <a:gd name="T26" fmla="*/ 466 w 2566"/>
              <a:gd name="T27" fmla="*/ 1516 h 1866"/>
              <a:gd name="T28" fmla="*/ 875 w 2566"/>
              <a:gd name="T29" fmla="*/ 991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66" h="1866">
                <a:moveTo>
                  <a:pt x="2566" y="1633"/>
                </a:move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3" y="1866"/>
                </a:cubicBezTo>
                <a:cubicBezTo>
                  <a:pt x="2333" y="1866"/>
                  <a:pt x="2333" y="1866"/>
                  <a:pt x="2333" y="1866"/>
                </a:cubicBezTo>
                <a:cubicBezTo>
                  <a:pt x="2461" y="1866"/>
                  <a:pt x="2566" y="1761"/>
                  <a:pt x="2566" y="1633"/>
                </a:cubicBezTo>
                <a:close/>
                <a:moveTo>
                  <a:pt x="875" y="991"/>
                </a:moveTo>
                <a:cubicBezTo>
                  <a:pt x="1166" y="1342"/>
                  <a:pt x="1166" y="1342"/>
                  <a:pt x="1166" y="1342"/>
                </a:cubicBezTo>
                <a:cubicBezTo>
                  <a:pt x="1575" y="816"/>
                  <a:pt x="1575" y="816"/>
                  <a:pt x="1575" y="816"/>
                </a:cubicBezTo>
                <a:cubicBezTo>
                  <a:pt x="2100" y="1516"/>
                  <a:pt x="2100" y="1516"/>
                  <a:pt x="2100" y="1516"/>
                </a:cubicBezTo>
                <a:cubicBezTo>
                  <a:pt x="466" y="1516"/>
                  <a:pt x="466" y="1516"/>
                  <a:pt x="466" y="1516"/>
                </a:cubicBezTo>
                <a:lnTo>
                  <a:pt x="875" y="9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norama Fish Ey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167 w 2334"/>
              <a:gd name="T1" fmla="*/ 0 h 2334"/>
              <a:gd name="T2" fmla="*/ 0 w 2334"/>
              <a:gd name="T3" fmla="*/ 1167 h 2334"/>
              <a:gd name="T4" fmla="*/ 1167 w 2334"/>
              <a:gd name="T5" fmla="*/ 2334 h 2334"/>
              <a:gd name="T6" fmla="*/ 2334 w 2334"/>
              <a:gd name="T7" fmla="*/ 1167 h 2334"/>
              <a:gd name="T8" fmla="*/ 1167 w 2334"/>
              <a:gd name="T9" fmla="*/ 0 h 2334"/>
              <a:gd name="T10" fmla="*/ 1167 w 2334"/>
              <a:gd name="T11" fmla="*/ 2100 h 2334"/>
              <a:gd name="T12" fmla="*/ 234 w 2334"/>
              <a:gd name="T13" fmla="*/ 1167 h 2334"/>
              <a:gd name="T14" fmla="*/ 1167 w 2334"/>
              <a:gd name="T15" fmla="*/ 234 h 2334"/>
              <a:gd name="T16" fmla="*/ 2100 w 2334"/>
              <a:gd name="T17" fmla="*/ 1167 h 2334"/>
              <a:gd name="T18" fmla="*/ 1167 w 2334"/>
              <a:gd name="T19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34" h="2334">
                <a:moveTo>
                  <a:pt x="1167" y="0"/>
                </a:moveTo>
                <a:cubicBezTo>
                  <a:pt x="522" y="0"/>
                  <a:pt x="0" y="522"/>
                  <a:pt x="0" y="1167"/>
                </a:cubicBezTo>
                <a:cubicBezTo>
                  <a:pt x="0" y="1812"/>
                  <a:pt x="522" y="2334"/>
                  <a:pt x="1167" y="2334"/>
                </a:cubicBezTo>
                <a:cubicBezTo>
                  <a:pt x="1812" y="2334"/>
                  <a:pt x="2334" y="1812"/>
                  <a:pt x="2334" y="1167"/>
                </a:cubicBezTo>
                <a:cubicBezTo>
                  <a:pt x="2334" y="522"/>
                  <a:pt x="1812" y="0"/>
                  <a:pt x="1167" y="0"/>
                </a:cubicBezTo>
                <a:close/>
                <a:moveTo>
                  <a:pt x="1167" y="2100"/>
                </a:moveTo>
                <a:cubicBezTo>
                  <a:pt x="652" y="2100"/>
                  <a:pt x="234" y="1682"/>
                  <a:pt x="234" y="1167"/>
                </a:cubicBezTo>
                <a:cubicBezTo>
                  <a:pt x="234" y="652"/>
                  <a:pt x="652" y="234"/>
                  <a:pt x="1167" y="234"/>
                </a:cubicBezTo>
                <a:cubicBezTo>
                  <a:pt x="1682" y="234"/>
                  <a:pt x="2100" y="652"/>
                  <a:pt x="2100" y="1167"/>
                </a:cubicBezTo>
                <a:cubicBezTo>
                  <a:pt x="2100" y="1682"/>
                  <a:pt x="1682" y="2100"/>
                  <a:pt x="1167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norama Horizonta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296 h 1866"/>
              <a:gd name="T2" fmla="*/ 2100 w 2334"/>
              <a:gd name="T3" fmla="*/ 1569 h 1866"/>
              <a:gd name="T4" fmla="*/ 1167 w 2334"/>
              <a:gd name="T5" fmla="*/ 1434 h 1866"/>
              <a:gd name="T6" fmla="*/ 234 w 2334"/>
              <a:gd name="T7" fmla="*/ 1569 h 1866"/>
              <a:gd name="T8" fmla="*/ 234 w 2334"/>
              <a:gd name="T9" fmla="*/ 296 h 1866"/>
              <a:gd name="T10" fmla="*/ 1167 w 2334"/>
              <a:gd name="T11" fmla="*/ 431 h 1866"/>
              <a:gd name="T12" fmla="*/ 2100 w 2334"/>
              <a:gd name="T13" fmla="*/ 296 h 1866"/>
              <a:gd name="T14" fmla="*/ 2267 w 2334"/>
              <a:gd name="T15" fmla="*/ 0 h 1866"/>
              <a:gd name="T16" fmla="*/ 2231 w 2334"/>
              <a:gd name="T17" fmla="*/ 7 h 1866"/>
              <a:gd name="T18" fmla="*/ 1167 w 2334"/>
              <a:gd name="T19" fmla="*/ 198 h 1866"/>
              <a:gd name="T20" fmla="*/ 103 w 2334"/>
              <a:gd name="T21" fmla="*/ 7 h 1866"/>
              <a:gd name="T22" fmla="*/ 67 w 2334"/>
              <a:gd name="T23" fmla="*/ 0 h 1866"/>
              <a:gd name="T24" fmla="*/ 0 w 2334"/>
              <a:gd name="T25" fmla="*/ 73 h 1866"/>
              <a:gd name="T26" fmla="*/ 0 w 2334"/>
              <a:gd name="T27" fmla="*/ 1794 h 1866"/>
              <a:gd name="T28" fmla="*/ 67 w 2334"/>
              <a:gd name="T29" fmla="*/ 1866 h 1866"/>
              <a:gd name="T30" fmla="*/ 103 w 2334"/>
              <a:gd name="T31" fmla="*/ 1859 h 1866"/>
              <a:gd name="T32" fmla="*/ 1167 w 2334"/>
              <a:gd name="T33" fmla="*/ 1668 h 1866"/>
              <a:gd name="T34" fmla="*/ 2231 w 2334"/>
              <a:gd name="T35" fmla="*/ 1859 h 1866"/>
              <a:gd name="T36" fmla="*/ 2267 w 2334"/>
              <a:gd name="T37" fmla="*/ 1866 h 1866"/>
              <a:gd name="T38" fmla="*/ 2334 w 2334"/>
              <a:gd name="T39" fmla="*/ 1793 h 1866"/>
              <a:gd name="T40" fmla="*/ 2334 w 2334"/>
              <a:gd name="T41" fmla="*/ 73 h 1866"/>
              <a:gd name="T42" fmla="*/ 2267 w 2334"/>
              <a:gd name="T43" fmla="*/ 0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334" h="1866">
                <a:moveTo>
                  <a:pt x="2100" y="296"/>
                </a:moveTo>
                <a:cubicBezTo>
                  <a:pt x="2100" y="1569"/>
                  <a:pt x="2100" y="1569"/>
                  <a:pt x="2100" y="1569"/>
                </a:cubicBezTo>
                <a:cubicBezTo>
                  <a:pt x="1797" y="1479"/>
                  <a:pt x="1484" y="1434"/>
                  <a:pt x="1167" y="1434"/>
                </a:cubicBezTo>
                <a:cubicBezTo>
                  <a:pt x="850" y="1434"/>
                  <a:pt x="537" y="1479"/>
                  <a:pt x="234" y="1569"/>
                </a:cubicBezTo>
                <a:cubicBezTo>
                  <a:pt x="234" y="296"/>
                  <a:pt x="234" y="296"/>
                  <a:pt x="234" y="296"/>
                </a:cubicBezTo>
                <a:cubicBezTo>
                  <a:pt x="537" y="386"/>
                  <a:pt x="850" y="431"/>
                  <a:pt x="1167" y="431"/>
                </a:cubicBezTo>
                <a:cubicBezTo>
                  <a:pt x="1484" y="432"/>
                  <a:pt x="1797" y="387"/>
                  <a:pt x="2100" y="296"/>
                </a:cubicBezTo>
                <a:moveTo>
                  <a:pt x="2267" y="0"/>
                </a:moveTo>
                <a:cubicBezTo>
                  <a:pt x="2256" y="0"/>
                  <a:pt x="2244" y="2"/>
                  <a:pt x="2231" y="7"/>
                </a:cubicBezTo>
                <a:cubicBezTo>
                  <a:pt x="1888" y="135"/>
                  <a:pt x="1527" y="198"/>
                  <a:pt x="1167" y="198"/>
                </a:cubicBezTo>
                <a:cubicBezTo>
                  <a:pt x="807" y="198"/>
                  <a:pt x="446" y="134"/>
                  <a:pt x="103" y="7"/>
                </a:cubicBezTo>
                <a:cubicBezTo>
                  <a:pt x="90" y="2"/>
                  <a:pt x="77" y="0"/>
                  <a:pt x="67" y="0"/>
                </a:cubicBezTo>
                <a:cubicBezTo>
                  <a:pt x="27" y="0"/>
                  <a:pt x="0" y="26"/>
                  <a:pt x="0" y="73"/>
                </a:cubicBezTo>
                <a:cubicBezTo>
                  <a:pt x="0" y="1794"/>
                  <a:pt x="0" y="1794"/>
                  <a:pt x="0" y="1794"/>
                </a:cubicBezTo>
                <a:cubicBezTo>
                  <a:pt x="0" y="1839"/>
                  <a:pt x="27" y="1866"/>
                  <a:pt x="67" y="1866"/>
                </a:cubicBezTo>
                <a:cubicBezTo>
                  <a:pt x="78" y="1866"/>
                  <a:pt x="90" y="1864"/>
                  <a:pt x="103" y="1859"/>
                </a:cubicBezTo>
                <a:cubicBezTo>
                  <a:pt x="446" y="1731"/>
                  <a:pt x="807" y="1668"/>
                  <a:pt x="1167" y="1668"/>
                </a:cubicBezTo>
                <a:cubicBezTo>
                  <a:pt x="1527" y="1668"/>
                  <a:pt x="1888" y="1732"/>
                  <a:pt x="2231" y="1859"/>
                </a:cubicBezTo>
                <a:cubicBezTo>
                  <a:pt x="2244" y="1864"/>
                  <a:pt x="2256" y="1866"/>
                  <a:pt x="2267" y="1866"/>
                </a:cubicBezTo>
                <a:cubicBezTo>
                  <a:pt x="2306" y="1866"/>
                  <a:pt x="2334" y="1839"/>
                  <a:pt x="2334" y="1793"/>
                </a:cubicBezTo>
                <a:cubicBezTo>
                  <a:pt x="2334" y="73"/>
                  <a:pt x="2334" y="73"/>
                  <a:pt x="2334" y="73"/>
                </a:cubicBezTo>
                <a:cubicBezTo>
                  <a:pt x="2334" y="26"/>
                  <a:pt x="2306" y="0"/>
                  <a:pt x="22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norama Vertica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454" cy="914400"/>
          </a:xfrm>
          <a:custGeom>
            <a:avLst/>
            <a:gdLst>
              <a:gd name="T0" fmla="*/ 1859 w 1867"/>
              <a:gd name="T1" fmla="*/ 2231 h 2334"/>
              <a:gd name="T2" fmla="*/ 1668 w 1867"/>
              <a:gd name="T3" fmla="*/ 1167 h 2334"/>
              <a:gd name="T4" fmla="*/ 1859 w 1867"/>
              <a:gd name="T5" fmla="*/ 103 h 2334"/>
              <a:gd name="T6" fmla="*/ 1866 w 1867"/>
              <a:gd name="T7" fmla="*/ 67 h 2334"/>
              <a:gd name="T8" fmla="*/ 1793 w 1867"/>
              <a:gd name="T9" fmla="*/ 0 h 2334"/>
              <a:gd name="T10" fmla="*/ 73 w 1867"/>
              <a:gd name="T11" fmla="*/ 0 h 2334"/>
              <a:gd name="T12" fmla="*/ 0 w 1867"/>
              <a:gd name="T13" fmla="*/ 67 h 2334"/>
              <a:gd name="T14" fmla="*/ 7 w 1867"/>
              <a:gd name="T15" fmla="*/ 103 h 2334"/>
              <a:gd name="T16" fmla="*/ 199 w 1867"/>
              <a:gd name="T17" fmla="*/ 1167 h 2334"/>
              <a:gd name="T18" fmla="*/ 8 w 1867"/>
              <a:gd name="T19" fmla="*/ 2231 h 2334"/>
              <a:gd name="T20" fmla="*/ 0 w 1867"/>
              <a:gd name="T21" fmla="*/ 2267 h 2334"/>
              <a:gd name="T22" fmla="*/ 73 w 1867"/>
              <a:gd name="T23" fmla="*/ 2334 h 2334"/>
              <a:gd name="T24" fmla="*/ 1794 w 1867"/>
              <a:gd name="T25" fmla="*/ 2334 h 2334"/>
              <a:gd name="T26" fmla="*/ 1867 w 1867"/>
              <a:gd name="T27" fmla="*/ 2267 h 2334"/>
              <a:gd name="T28" fmla="*/ 1859 w 1867"/>
              <a:gd name="T29" fmla="*/ 2231 h 2334"/>
              <a:gd name="T30" fmla="*/ 296 w 1867"/>
              <a:gd name="T31" fmla="*/ 2100 h 2334"/>
              <a:gd name="T32" fmla="*/ 431 w 1867"/>
              <a:gd name="T33" fmla="*/ 1167 h 2334"/>
              <a:gd name="T34" fmla="*/ 296 w 1867"/>
              <a:gd name="T35" fmla="*/ 234 h 2334"/>
              <a:gd name="T36" fmla="*/ 1569 w 1867"/>
              <a:gd name="T37" fmla="*/ 234 h 2334"/>
              <a:gd name="T38" fmla="*/ 1434 w 1867"/>
              <a:gd name="T39" fmla="*/ 1167 h 2334"/>
              <a:gd name="T40" fmla="*/ 1569 w 1867"/>
              <a:gd name="T41" fmla="*/ 2100 h 2334"/>
              <a:gd name="T42" fmla="*/ 296 w 1867"/>
              <a:gd name="T43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67" h="2334">
                <a:moveTo>
                  <a:pt x="1859" y="2231"/>
                </a:moveTo>
                <a:cubicBezTo>
                  <a:pt x="1731" y="1888"/>
                  <a:pt x="1668" y="1527"/>
                  <a:pt x="1668" y="1167"/>
                </a:cubicBezTo>
                <a:cubicBezTo>
                  <a:pt x="1668" y="807"/>
                  <a:pt x="1732" y="446"/>
                  <a:pt x="1859" y="103"/>
                </a:cubicBezTo>
                <a:cubicBezTo>
                  <a:pt x="1864" y="90"/>
                  <a:pt x="1866" y="77"/>
                  <a:pt x="1866" y="67"/>
                </a:cubicBezTo>
                <a:cubicBezTo>
                  <a:pt x="1866" y="27"/>
                  <a:pt x="1839" y="0"/>
                  <a:pt x="1793" y="0"/>
                </a:cubicBezTo>
                <a:cubicBezTo>
                  <a:pt x="73" y="0"/>
                  <a:pt x="73" y="0"/>
                  <a:pt x="73" y="0"/>
                </a:cubicBezTo>
                <a:cubicBezTo>
                  <a:pt x="27" y="0"/>
                  <a:pt x="0" y="27"/>
                  <a:pt x="0" y="67"/>
                </a:cubicBezTo>
                <a:cubicBezTo>
                  <a:pt x="0" y="78"/>
                  <a:pt x="2" y="90"/>
                  <a:pt x="7" y="103"/>
                </a:cubicBezTo>
                <a:cubicBezTo>
                  <a:pt x="135" y="446"/>
                  <a:pt x="199" y="807"/>
                  <a:pt x="199" y="1167"/>
                </a:cubicBezTo>
                <a:cubicBezTo>
                  <a:pt x="199" y="1527"/>
                  <a:pt x="135" y="1888"/>
                  <a:pt x="8" y="2231"/>
                </a:cubicBezTo>
                <a:cubicBezTo>
                  <a:pt x="2" y="2244"/>
                  <a:pt x="0" y="2257"/>
                  <a:pt x="0" y="2267"/>
                </a:cubicBezTo>
                <a:cubicBezTo>
                  <a:pt x="0" y="2306"/>
                  <a:pt x="27" y="2334"/>
                  <a:pt x="73" y="2334"/>
                </a:cubicBezTo>
                <a:cubicBezTo>
                  <a:pt x="1794" y="2334"/>
                  <a:pt x="1794" y="2334"/>
                  <a:pt x="1794" y="2334"/>
                </a:cubicBezTo>
                <a:cubicBezTo>
                  <a:pt x="1839" y="2334"/>
                  <a:pt x="1867" y="2306"/>
                  <a:pt x="1867" y="2267"/>
                </a:cubicBezTo>
                <a:cubicBezTo>
                  <a:pt x="1866" y="2256"/>
                  <a:pt x="1864" y="2244"/>
                  <a:pt x="1859" y="2231"/>
                </a:cubicBezTo>
                <a:close/>
                <a:moveTo>
                  <a:pt x="296" y="2100"/>
                </a:moveTo>
                <a:cubicBezTo>
                  <a:pt x="386" y="1797"/>
                  <a:pt x="431" y="1484"/>
                  <a:pt x="431" y="1167"/>
                </a:cubicBezTo>
                <a:cubicBezTo>
                  <a:pt x="431" y="850"/>
                  <a:pt x="386" y="537"/>
                  <a:pt x="296" y="234"/>
                </a:cubicBezTo>
                <a:cubicBezTo>
                  <a:pt x="1569" y="234"/>
                  <a:pt x="1569" y="234"/>
                  <a:pt x="1569" y="234"/>
                </a:cubicBezTo>
                <a:cubicBezTo>
                  <a:pt x="1479" y="537"/>
                  <a:pt x="1434" y="850"/>
                  <a:pt x="1434" y="1167"/>
                </a:cubicBezTo>
                <a:cubicBezTo>
                  <a:pt x="1434" y="1484"/>
                  <a:pt x="1479" y="1797"/>
                  <a:pt x="1569" y="2100"/>
                </a:cubicBezTo>
                <a:lnTo>
                  <a:pt x="296" y="2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norama Wide Ang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1167 w 2334"/>
              <a:gd name="T1" fmla="*/ 233 h 1866"/>
              <a:gd name="T2" fmla="*/ 2018 w 2334"/>
              <a:gd name="T3" fmla="*/ 308 h 1866"/>
              <a:gd name="T4" fmla="*/ 2100 w 2334"/>
              <a:gd name="T5" fmla="*/ 933 h 1866"/>
              <a:gd name="T6" fmla="*/ 2018 w 2334"/>
              <a:gd name="T7" fmla="*/ 1558 h 1866"/>
              <a:gd name="T8" fmla="*/ 1167 w 2334"/>
              <a:gd name="T9" fmla="*/ 1633 h 1866"/>
              <a:gd name="T10" fmla="*/ 316 w 2334"/>
              <a:gd name="T11" fmla="*/ 1558 h 1866"/>
              <a:gd name="T12" fmla="*/ 234 w 2334"/>
              <a:gd name="T13" fmla="*/ 933 h 1866"/>
              <a:gd name="T14" fmla="*/ 316 w 2334"/>
              <a:gd name="T15" fmla="*/ 308 h 1866"/>
              <a:gd name="T16" fmla="*/ 1167 w 2334"/>
              <a:gd name="T17" fmla="*/ 233 h 1866"/>
              <a:gd name="T18" fmla="*/ 1167 w 2334"/>
              <a:gd name="T19" fmla="*/ 0 h 1866"/>
              <a:gd name="T20" fmla="*/ 239 w 2334"/>
              <a:gd name="T21" fmla="*/ 84 h 1866"/>
              <a:gd name="T22" fmla="*/ 131 w 2334"/>
              <a:gd name="T23" fmla="*/ 102 h 1866"/>
              <a:gd name="T24" fmla="*/ 102 w 2334"/>
              <a:gd name="T25" fmla="*/ 207 h 1866"/>
              <a:gd name="T26" fmla="*/ 0 w 2334"/>
              <a:gd name="T27" fmla="*/ 933 h 1866"/>
              <a:gd name="T28" fmla="*/ 102 w 2334"/>
              <a:gd name="T29" fmla="*/ 1659 h 1866"/>
              <a:gd name="T30" fmla="*/ 131 w 2334"/>
              <a:gd name="T31" fmla="*/ 1762 h 1866"/>
              <a:gd name="T32" fmla="*/ 239 w 2334"/>
              <a:gd name="T33" fmla="*/ 1781 h 1866"/>
              <a:gd name="T34" fmla="*/ 1167 w 2334"/>
              <a:gd name="T35" fmla="*/ 1866 h 1866"/>
              <a:gd name="T36" fmla="*/ 2095 w 2334"/>
              <a:gd name="T37" fmla="*/ 1782 h 1866"/>
              <a:gd name="T38" fmla="*/ 2203 w 2334"/>
              <a:gd name="T39" fmla="*/ 1764 h 1866"/>
              <a:gd name="T40" fmla="*/ 2232 w 2334"/>
              <a:gd name="T41" fmla="*/ 1660 h 1866"/>
              <a:gd name="T42" fmla="*/ 2334 w 2334"/>
              <a:gd name="T43" fmla="*/ 933 h 1866"/>
              <a:gd name="T44" fmla="*/ 2232 w 2334"/>
              <a:gd name="T45" fmla="*/ 207 h 1866"/>
              <a:gd name="T46" fmla="*/ 2203 w 2334"/>
              <a:gd name="T47" fmla="*/ 104 h 1866"/>
              <a:gd name="T48" fmla="*/ 2095 w 2334"/>
              <a:gd name="T49" fmla="*/ 85 h 1866"/>
              <a:gd name="T50" fmla="*/ 1167 w 2334"/>
              <a:gd name="T51" fmla="*/ 0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334" h="1866">
                <a:moveTo>
                  <a:pt x="1167" y="233"/>
                </a:moveTo>
                <a:cubicBezTo>
                  <a:pt x="1453" y="233"/>
                  <a:pt x="1716" y="256"/>
                  <a:pt x="2018" y="308"/>
                </a:cubicBezTo>
                <a:cubicBezTo>
                  <a:pt x="2072" y="515"/>
                  <a:pt x="2100" y="725"/>
                  <a:pt x="2100" y="933"/>
                </a:cubicBezTo>
                <a:cubicBezTo>
                  <a:pt x="2100" y="1141"/>
                  <a:pt x="2072" y="1351"/>
                  <a:pt x="2018" y="1558"/>
                </a:cubicBezTo>
                <a:cubicBezTo>
                  <a:pt x="1716" y="1610"/>
                  <a:pt x="1453" y="1633"/>
                  <a:pt x="1167" y="1633"/>
                </a:cubicBezTo>
                <a:cubicBezTo>
                  <a:pt x="881" y="1633"/>
                  <a:pt x="618" y="1610"/>
                  <a:pt x="316" y="1558"/>
                </a:cubicBezTo>
                <a:cubicBezTo>
                  <a:pt x="262" y="1351"/>
                  <a:pt x="234" y="1141"/>
                  <a:pt x="234" y="933"/>
                </a:cubicBezTo>
                <a:cubicBezTo>
                  <a:pt x="234" y="725"/>
                  <a:pt x="262" y="515"/>
                  <a:pt x="316" y="308"/>
                </a:cubicBezTo>
                <a:cubicBezTo>
                  <a:pt x="618" y="256"/>
                  <a:pt x="881" y="233"/>
                  <a:pt x="1167" y="233"/>
                </a:cubicBezTo>
                <a:moveTo>
                  <a:pt x="1167" y="0"/>
                </a:moveTo>
                <a:cubicBezTo>
                  <a:pt x="849" y="0"/>
                  <a:pt x="558" y="28"/>
                  <a:pt x="239" y="84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02" y="207"/>
                  <a:pt x="102" y="207"/>
                  <a:pt x="102" y="207"/>
                </a:cubicBezTo>
                <a:cubicBezTo>
                  <a:pt x="34" y="449"/>
                  <a:pt x="0" y="692"/>
                  <a:pt x="0" y="933"/>
                </a:cubicBezTo>
                <a:cubicBezTo>
                  <a:pt x="0" y="1175"/>
                  <a:pt x="34" y="1417"/>
                  <a:pt x="102" y="1659"/>
                </a:cubicBezTo>
                <a:cubicBezTo>
                  <a:pt x="131" y="1762"/>
                  <a:pt x="131" y="1762"/>
                  <a:pt x="131" y="1762"/>
                </a:cubicBezTo>
                <a:cubicBezTo>
                  <a:pt x="239" y="1781"/>
                  <a:pt x="239" y="1781"/>
                  <a:pt x="239" y="1781"/>
                </a:cubicBezTo>
                <a:cubicBezTo>
                  <a:pt x="558" y="1838"/>
                  <a:pt x="849" y="1866"/>
                  <a:pt x="1167" y="1866"/>
                </a:cubicBezTo>
                <a:cubicBezTo>
                  <a:pt x="1486" y="1866"/>
                  <a:pt x="1776" y="1838"/>
                  <a:pt x="2095" y="1782"/>
                </a:cubicBezTo>
                <a:cubicBezTo>
                  <a:pt x="2203" y="1764"/>
                  <a:pt x="2203" y="1764"/>
                  <a:pt x="2203" y="1764"/>
                </a:cubicBezTo>
                <a:cubicBezTo>
                  <a:pt x="2232" y="1660"/>
                  <a:pt x="2232" y="1660"/>
                  <a:pt x="2232" y="1660"/>
                </a:cubicBezTo>
                <a:cubicBezTo>
                  <a:pt x="2300" y="1417"/>
                  <a:pt x="2334" y="1175"/>
                  <a:pt x="2334" y="933"/>
                </a:cubicBezTo>
                <a:cubicBezTo>
                  <a:pt x="2334" y="692"/>
                  <a:pt x="2300" y="449"/>
                  <a:pt x="2232" y="207"/>
                </a:cubicBezTo>
                <a:cubicBezTo>
                  <a:pt x="2203" y="104"/>
                  <a:pt x="2203" y="104"/>
                  <a:pt x="2203" y="104"/>
                </a:cubicBezTo>
                <a:cubicBezTo>
                  <a:pt x="2095" y="85"/>
                  <a:pt x="2095" y="85"/>
                  <a:pt x="2095" y="85"/>
                </a:cubicBezTo>
                <a:cubicBezTo>
                  <a:pt x="1776" y="28"/>
                  <a:pt x="1486" y="0"/>
                  <a:pt x="11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t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100 w 2100"/>
              <a:gd name="T1" fmla="*/ 1867 h 2100"/>
              <a:gd name="T2" fmla="*/ 2100 w 2100"/>
              <a:gd name="T3" fmla="*/ 233 h 2100"/>
              <a:gd name="T4" fmla="*/ 1867 w 2100"/>
              <a:gd name="T5" fmla="*/ 0 h 2100"/>
              <a:gd name="T6" fmla="*/ 233 w 2100"/>
              <a:gd name="T7" fmla="*/ 0 h 2100"/>
              <a:gd name="T8" fmla="*/ 0 w 2100"/>
              <a:gd name="T9" fmla="*/ 233 h 2100"/>
              <a:gd name="T10" fmla="*/ 0 w 2100"/>
              <a:gd name="T11" fmla="*/ 1867 h 2100"/>
              <a:gd name="T12" fmla="*/ 233 w 2100"/>
              <a:gd name="T13" fmla="*/ 2100 h 2100"/>
              <a:gd name="T14" fmla="*/ 1867 w 2100"/>
              <a:gd name="T15" fmla="*/ 2100 h 2100"/>
              <a:gd name="T16" fmla="*/ 2100 w 2100"/>
              <a:gd name="T17" fmla="*/ 1867 h 2100"/>
              <a:gd name="T18" fmla="*/ 642 w 2100"/>
              <a:gd name="T19" fmla="*/ 1225 h 2100"/>
              <a:gd name="T20" fmla="*/ 933 w 2100"/>
              <a:gd name="T21" fmla="*/ 1576 h 2100"/>
              <a:gd name="T22" fmla="*/ 1342 w 2100"/>
              <a:gd name="T23" fmla="*/ 1050 h 2100"/>
              <a:gd name="T24" fmla="*/ 1867 w 2100"/>
              <a:gd name="T25" fmla="*/ 1750 h 2100"/>
              <a:gd name="T26" fmla="*/ 233 w 2100"/>
              <a:gd name="T27" fmla="*/ 1750 h 2100"/>
              <a:gd name="T28" fmla="*/ 642 w 2100"/>
              <a:gd name="T29" fmla="*/ 1225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100" h="2100">
                <a:moveTo>
                  <a:pt x="2100" y="1867"/>
                </a:move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lose/>
                <a:moveTo>
                  <a:pt x="642" y="1225"/>
                </a:moveTo>
                <a:cubicBezTo>
                  <a:pt x="933" y="1576"/>
                  <a:pt x="933" y="1576"/>
                  <a:pt x="933" y="1576"/>
                </a:cubicBezTo>
                <a:cubicBezTo>
                  <a:pt x="1342" y="1050"/>
                  <a:pt x="1342" y="1050"/>
                  <a:pt x="1342" y="1050"/>
                </a:cubicBezTo>
                <a:cubicBezTo>
                  <a:pt x="1867" y="1750"/>
                  <a:pt x="1867" y="1750"/>
                  <a:pt x="1867" y="1750"/>
                </a:cubicBezTo>
                <a:cubicBezTo>
                  <a:pt x="233" y="1750"/>
                  <a:pt x="233" y="1750"/>
                  <a:pt x="233" y="1750"/>
                </a:cubicBezTo>
                <a:lnTo>
                  <a:pt x="642" y="12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to Albu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122" cy="914400"/>
          </a:xfrm>
          <a:custGeom>
            <a:avLst/>
            <a:gdLst>
              <a:gd name="T0" fmla="*/ 1633 w 1866"/>
              <a:gd name="T1" fmla="*/ 0 h 2334"/>
              <a:gd name="T2" fmla="*/ 233 w 1866"/>
              <a:gd name="T3" fmla="*/ 0 h 2334"/>
              <a:gd name="T4" fmla="*/ 0 w 1866"/>
              <a:gd name="T5" fmla="*/ 234 h 2334"/>
              <a:gd name="T6" fmla="*/ 0 w 1866"/>
              <a:gd name="T7" fmla="*/ 2100 h 2334"/>
              <a:gd name="T8" fmla="*/ 233 w 1866"/>
              <a:gd name="T9" fmla="*/ 2334 h 2334"/>
              <a:gd name="T10" fmla="*/ 1633 w 1866"/>
              <a:gd name="T11" fmla="*/ 2334 h 2334"/>
              <a:gd name="T12" fmla="*/ 1866 w 1866"/>
              <a:gd name="T13" fmla="*/ 2100 h 2334"/>
              <a:gd name="T14" fmla="*/ 1866 w 1866"/>
              <a:gd name="T15" fmla="*/ 234 h 2334"/>
              <a:gd name="T16" fmla="*/ 1633 w 1866"/>
              <a:gd name="T17" fmla="*/ 0 h 2334"/>
              <a:gd name="T18" fmla="*/ 233 w 1866"/>
              <a:gd name="T19" fmla="*/ 234 h 2334"/>
              <a:gd name="T20" fmla="*/ 816 w 1866"/>
              <a:gd name="T21" fmla="*/ 234 h 2334"/>
              <a:gd name="T22" fmla="*/ 816 w 1866"/>
              <a:gd name="T23" fmla="*/ 1167 h 2334"/>
              <a:gd name="T24" fmla="*/ 525 w 1866"/>
              <a:gd name="T25" fmla="*/ 992 h 2334"/>
              <a:gd name="T26" fmla="*/ 233 w 1866"/>
              <a:gd name="T27" fmla="*/ 1167 h 2334"/>
              <a:gd name="T28" fmla="*/ 233 w 1866"/>
              <a:gd name="T29" fmla="*/ 234 h 2334"/>
              <a:gd name="T30" fmla="*/ 233 w 1866"/>
              <a:gd name="T31" fmla="*/ 1984 h 2334"/>
              <a:gd name="T32" fmla="*/ 583 w 1866"/>
              <a:gd name="T33" fmla="*/ 1533 h 2334"/>
              <a:gd name="T34" fmla="*/ 833 w 1866"/>
              <a:gd name="T35" fmla="*/ 1834 h 2334"/>
              <a:gd name="T36" fmla="*/ 1183 w 1866"/>
              <a:gd name="T37" fmla="*/ 1384 h 2334"/>
              <a:gd name="T38" fmla="*/ 1633 w 1866"/>
              <a:gd name="T39" fmla="*/ 1984 h 2334"/>
              <a:gd name="T40" fmla="*/ 233 w 1866"/>
              <a:gd name="T41" fmla="*/ 198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1866" h="2334">
                <a:moveTo>
                  <a:pt x="16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3" y="2334"/>
                </a:cubicBezTo>
                <a:cubicBezTo>
                  <a:pt x="1633" y="2334"/>
                  <a:pt x="1633" y="2334"/>
                  <a:pt x="1633" y="2334"/>
                </a:cubicBezTo>
                <a:cubicBezTo>
                  <a:pt x="1761" y="2334"/>
                  <a:pt x="1866" y="2229"/>
                  <a:pt x="1866" y="2100"/>
                </a:cubicBezTo>
                <a:cubicBezTo>
                  <a:pt x="1866" y="234"/>
                  <a:pt x="1866" y="234"/>
                  <a:pt x="1866" y="234"/>
                </a:cubicBezTo>
                <a:cubicBezTo>
                  <a:pt x="1866" y="105"/>
                  <a:pt x="1761" y="0"/>
                  <a:pt x="1633" y="0"/>
                </a:cubicBezTo>
                <a:close/>
                <a:moveTo>
                  <a:pt x="233" y="234"/>
                </a:moveTo>
                <a:cubicBezTo>
                  <a:pt x="816" y="234"/>
                  <a:pt x="816" y="234"/>
                  <a:pt x="816" y="234"/>
                </a:cubicBezTo>
                <a:cubicBezTo>
                  <a:pt x="816" y="1167"/>
                  <a:pt x="816" y="1167"/>
                  <a:pt x="816" y="1167"/>
                </a:cubicBezTo>
                <a:cubicBezTo>
                  <a:pt x="525" y="992"/>
                  <a:pt x="525" y="992"/>
                  <a:pt x="525" y="992"/>
                </a:cubicBezTo>
                <a:cubicBezTo>
                  <a:pt x="233" y="1167"/>
                  <a:pt x="233" y="1167"/>
                  <a:pt x="233" y="1167"/>
                </a:cubicBezTo>
                <a:lnTo>
                  <a:pt x="233" y="234"/>
                </a:lnTo>
                <a:close/>
                <a:moveTo>
                  <a:pt x="233" y="1984"/>
                </a:moveTo>
                <a:cubicBezTo>
                  <a:pt x="583" y="1533"/>
                  <a:pt x="583" y="1533"/>
                  <a:pt x="583" y="1533"/>
                </a:cubicBezTo>
                <a:cubicBezTo>
                  <a:pt x="833" y="1834"/>
                  <a:pt x="833" y="1834"/>
                  <a:pt x="833" y="1834"/>
                </a:cubicBezTo>
                <a:cubicBezTo>
                  <a:pt x="1183" y="1384"/>
                  <a:pt x="1183" y="1384"/>
                  <a:pt x="1183" y="1384"/>
                </a:cubicBezTo>
                <a:cubicBezTo>
                  <a:pt x="1633" y="1984"/>
                  <a:pt x="1633" y="1984"/>
                  <a:pt x="1633" y="1984"/>
                </a:cubicBezTo>
                <a:lnTo>
                  <a:pt x="233" y="198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hoto Camera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979"/>
          </a:xfrm>
          <a:custGeom>
            <a:avLst/>
            <a:gdLst>
              <a:gd name="T0" fmla="*/ 3000 w 6000"/>
              <a:gd name="T1" fmla="*/ 2040 h 5400"/>
              <a:gd name="T2" fmla="*/ 3960 w 6000"/>
              <a:gd name="T3" fmla="*/ 3000 h 5400"/>
              <a:gd name="T4" fmla="*/ 3000 w 6000"/>
              <a:gd name="T5" fmla="*/ 3960 h 5400"/>
              <a:gd name="T6" fmla="*/ 2040 w 6000"/>
              <a:gd name="T7" fmla="*/ 3000 h 5400"/>
              <a:gd name="T8" fmla="*/ 3000 w 6000"/>
              <a:gd name="T9" fmla="*/ 2040 h 5400"/>
              <a:gd name="T10" fmla="*/ 2100 w 6000"/>
              <a:gd name="T11" fmla="*/ 0 h 5400"/>
              <a:gd name="T12" fmla="*/ 1551 w 6000"/>
              <a:gd name="T13" fmla="*/ 600 h 5400"/>
              <a:gd name="T14" fmla="*/ 600 w 6000"/>
              <a:gd name="T15" fmla="*/ 600 h 5400"/>
              <a:gd name="T16" fmla="*/ 0 w 6000"/>
              <a:gd name="T17" fmla="*/ 1200 h 5400"/>
              <a:gd name="T18" fmla="*/ 0 w 6000"/>
              <a:gd name="T19" fmla="*/ 4800 h 5400"/>
              <a:gd name="T20" fmla="*/ 600 w 6000"/>
              <a:gd name="T21" fmla="*/ 5400 h 5400"/>
              <a:gd name="T22" fmla="*/ 5400 w 6000"/>
              <a:gd name="T23" fmla="*/ 5400 h 5400"/>
              <a:gd name="T24" fmla="*/ 6000 w 6000"/>
              <a:gd name="T25" fmla="*/ 4800 h 5400"/>
              <a:gd name="T26" fmla="*/ 6000 w 6000"/>
              <a:gd name="T27" fmla="*/ 1200 h 5400"/>
              <a:gd name="T28" fmla="*/ 5400 w 6000"/>
              <a:gd name="T29" fmla="*/ 600 h 5400"/>
              <a:gd name="T30" fmla="*/ 4449 w 6000"/>
              <a:gd name="T31" fmla="*/ 600 h 5400"/>
              <a:gd name="T32" fmla="*/ 3900 w 6000"/>
              <a:gd name="T33" fmla="*/ 0 h 5400"/>
              <a:gd name="T34" fmla="*/ 2100 w 6000"/>
              <a:gd name="T35" fmla="*/ 0 h 5400"/>
              <a:gd name="T36" fmla="*/ 3000 w 6000"/>
              <a:gd name="T37" fmla="*/ 4500 h 5400"/>
              <a:gd name="T38" fmla="*/ 1500 w 6000"/>
              <a:gd name="T39" fmla="*/ 3000 h 5400"/>
              <a:gd name="T40" fmla="*/ 3000 w 6000"/>
              <a:gd name="T41" fmla="*/ 1500 h 5400"/>
              <a:gd name="T42" fmla="*/ 4500 w 6000"/>
              <a:gd name="T43" fmla="*/ 3000 h 5400"/>
              <a:gd name="T44" fmla="*/ 3000 w 6000"/>
              <a:gd name="T45" fmla="*/ 4500 h 5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00" h="5400">
                <a:moveTo>
                  <a:pt x="3000" y="2040"/>
                </a:moveTo>
                <a:cubicBezTo>
                  <a:pt x="3530" y="2040"/>
                  <a:pt x="3960" y="2470"/>
                  <a:pt x="3960" y="3000"/>
                </a:cubicBezTo>
                <a:cubicBezTo>
                  <a:pt x="3960" y="3530"/>
                  <a:pt x="3530" y="3960"/>
                  <a:pt x="3000" y="3960"/>
                </a:cubicBezTo>
                <a:cubicBezTo>
                  <a:pt x="2470" y="3960"/>
                  <a:pt x="2040" y="3530"/>
                  <a:pt x="2040" y="3000"/>
                </a:cubicBezTo>
                <a:cubicBezTo>
                  <a:pt x="2040" y="2470"/>
                  <a:pt x="2470" y="2040"/>
                  <a:pt x="3000" y="2040"/>
                </a:cubicBezTo>
                <a:close/>
                <a:moveTo>
                  <a:pt x="2100" y="0"/>
                </a:moveTo>
                <a:cubicBezTo>
                  <a:pt x="1551" y="600"/>
                  <a:pt x="1551" y="600"/>
                  <a:pt x="1551" y="600"/>
                </a:cubicBezTo>
                <a:cubicBezTo>
                  <a:pt x="600" y="600"/>
                  <a:pt x="600" y="600"/>
                  <a:pt x="600" y="600"/>
                </a:cubicBezTo>
                <a:cubicBezTo>
                  <a:pt x="270" y="600"/>
                  <a:pt x="0" y="870"/>
                  <a:pt x="0" y="1200"/>
                </a:cubicBezTo>
                <a:cubicBezTo>
                  <a:pt x="0" y="4800"/>
                  <a:pt x="0" y="4800"/>
                  <a:pt x="0" y="4800"/>
                </a:cubicBezTo>
                <a:cubicBezTo>
                  <a:pt x="0" y="5130"/>
                  <a:pt x="270" y="5400"/>
                  <a:pt x="600" y="5400"/>
                </a:cubicBezTo>
                <a:cubicBezTo>
                  <a:pt x="5400" y="5400"/>
                  <a:pt x="5400" y="5400"/>
                  <a:pt x="5400" y="5400"/>
                </a:cubicBezTo>
                <a:cubicBezTo>
                  <a:pt x="5730" y="5400"/>
                  <a:pt x="6000" y="5130"/>
                  <a:pt x="6000" y="4800"/>
                </a:cubicBezTo>
                <a:cubicBezTo>
                  <a:pt x="6000" y="1200"/>
                  <a:pt x="6000" y="1200"/>
                  <a:pt x="6000" y="1200"/>
                </a:cubicBezTo>
                <a:cubicBezTo>
                  <a:pt x="6000" y="870"/>
                  <a:pt x="5730" y="600"/>
                  <a:pt x="5400" y="600"/>
                </a:cubicBezTo>
                <a:cubicBezTo>
                  <a:pt x="4449" y="600"/>
                  <a:pt x="4449" y="600"/>
                  <a:pt x="4449" y="600"/>
                </a:cubicBezTo>
                <a:cubicBezTo>
                  <a:pt x="3900" y="0"/>
                  <a:pt x="3900" y="0"/>
                  <a:pt x="3900" y="0"/>
                </a:cubicBezTo>
                <a:lnTo>
                  <a:pt x="2100" y="0"/>
                </a:lnTo>
                <a:close/>
                <a:moveTo>
                  <a:pt x="3000" y="4500"/>
                </a:moveTo>
                <a:cubicBezTo>
                  <a:pt x="2172" y="4500"/>
                  <a:pt x="1500" y="3828"/>
                  <a:pt x="1500" y="3000"/>
                </a:cubicBezTo>
                <a:cubicBezTo>
                  <a:pt x="1500" y="2172"/>
                  <a:pt x="2172" y="1500"/>
                  <a:pt x="3000" y="1500"/>
                </a:cubicBezTo>
                <a:cubicBezTo>
                  <a:pt x="3828" y="1500"/>
                  <a:pt x="4500" y="2172"/>
                  <a:pt x="4500" y="3000"/>
                </a:cubicBezTo>
                <a:cubicBezTo>
                  <a:pt x="4500" y="3828"/>
                  <a:pt x="3828" y="4500"/>
                  <a:pt x="3000" y="45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to Filt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646 w 2100"/>
              <a:gd name="T1" fmla="*/ 688 h 2100"/>
              <a:gd name="T2" fmla="*/ 1715 w 2100"/>
              <a:gd name="T3" fmla="*/ 537 h 2100"/>
              <a:gd name="T4" fmla="*/ 1867 w 2100"/>
              <a:gd name="T5" fmla="*/ 467 h 2100"/>
              <a:gd name="T6" fmla="*/ 1715 w 2100"/>
              <a:gd name="T7" fmla="*/ 398 h 2100"/>
              <a:gd name="T8" fmla="*/ 1646 w 2100"/>
              <a:gd name="T9" fmla="*/ 246 h 2100"/>
              <a:gd name="T10" fmla="*/ 1578 w 2100"/>
              <a:gd name="T11" fmla="*/ 398 h 2100"/>
              <a:gd name="T12" fmla="*/ 1425 w 2100"/>
              <a:gd name="T13" fmla="*/ 467 h 2100"/>
              <a:gd name="T14" fmla="*/ 1578 w 2100"/>
              <a:gd name="T15" fmla="*/ 537 h 2100"/>
              <a:gd name="T16" fmla="*/ 1646 w 2100"/>
              <a:gd name="T17" fmla="*/ 688 h 2100"/>
              <a:gd name="T18" fmla="*/ 1094 w 2100"/>
              <a:gd name="T19" fmla="*/ 412 h 2100"/>
              <a:gd name="T20" fmla="*/ 956 w 2100"/>
              <a:gd name="T21" fmla="*/ 716 h 2100"/>
              <a:gd name="T22" fmla="*/ 651 w 2100"/>
              <a:gd name="T23" fmla="*/ 854 h 2100"/>
              <a:gd name="T24" fmla="*/ 956 w 2100"/>
              <a:gd name="T25" fmla="*/ 992 h 2100"/>
              <a:gd name="T26" fmla="*/ 1094 w 2100"/>
              <a:gd name="T27" fmla="*/ 1296 h 2100"/>
              <a:gd name="T28" fmla="*/ 1232 w 2100"/>
              <a:gd name="T29" fmla="*/ 992 h 2100"/>
              <a:gd name="T30" fmla="*/ 1536 w 2100"/>
              <a:gd name="T31" fmla="*/ 854 h 2100"/>
              <a:gd name="T32" fmla="*/ 1232 w 2100"/>
              <a:gd name="T33" fmla="*/ 716 h 2100"/>
              <a:gd name="T34" fmla="*/ 1094 w 2100"/>
              <a:gd name="T35" fmla="*/ 412 h 2100"/>
              <a:gd name="T36" fmla="*/ 1867 w 2100"/>
              <a:gd name="T37" fmla="*/ 817 h 2100"/>
              <a:gd name="T38" fmla="*/ 1867 w 2100"/>
              <a:gd name="T39" fmla="*/ 1867 h 2100"/>
              <a:gd name="T40" fmla="*/ 231 w 2100"/>
              <a:gd name="T41" fmla="*/ 1867 h 2100"/>
              <a:gd name="T42" fmla="*/ 231 w 2100"/>
              <a:gd name="T43" fmla="*/ 233 h 2100"/>
              <a:gd name="T44" fmla="*/ 1281 w 2100"/>
              <a:gd name="T45" fmla="*/ 233 h 2100"/>
              <a:gd name="T46" fmla="*/ 1281 w 2100"/>
              <a:gd name="T47" fmla="*/ 0 h 2100"/>
              <a:gd name="T48" fmla="*/ 234 w 2100"/>
              <a:gd name="T49" fmla="*/ 0 h 2100"/>
              <a:gd name="T50" fmla="*/ 0 w 2100"/>
              <a:gd name="T51" fmla="*/ 233 h 2100"/>
              <a:gd name="T52" fmla="*/ 0 w 2100"/>
              <a:gd name="T53" fmla="*/ 1867 h 2100"/>
              <a:gd name="T54" fmla="*/ 234 w 2100"/>
              <a:gd name="T55" fmla="*/ 2100 h 2100"/>
              <a:gd name="T56" fmla="*/ 1867 w 2100"/>
              <a:gd name="T57" fmla="*/ 2100 h 2100"/>
              <a:gd name="T58" fmla="*/ 2100 w 2100"/>
              <a:gd name="T59" fmla="*/ 1867 h 2100"/>
              <a:gd name="T60" fmla="*/ 2100 w 2100"/>
              <a:gd name="T61" fmla="*/ 817 h 2100"/>
              <a:gd name="T62" fmla="*/ 1867 w 2100"/>
              <a:gd name="T63" fmla="*/ 81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0" h="2100">
                <a:moveTo>
                  <a:pt x="1646" y="688"/>
                </a:moveTo>
                <a:cubicBezTo>
                  <a:pt x="1715" y="537"/>
                  <a:pt x="1715" y="537"/>
                  <a:pt x="1715" y="537"/>
                </a:cubicBezTo>
                <a:cubicBezTo>
                  <a:pt x="1867" y="467"/>
                  <a:pt x="1867" y="467"/>
                  <a:pt x="1867" y="467"/>
                </a:cubicBezTo>
                <a:cubicBezTo>
                  <a:pt x="1715" y="398"/>
                  <a:pt x="1715" y="398"/>
                  <a:pt x="1715" y="398"/>
                </a:cubicBezTo>
                <a:cubicBezTo>
                  <a:pt x="1646" y="246"/>
                  <a:pt x="1646" y="246"/>
                  <a:pt x="1646" y="246"/>
                </a:cubicBezTo>
                <a:cubicBezTo>
                  <a:pt x="1578" y="398"/>
                  <a:pt x="1578" y="398"/>
                  <a:pt x="1578" y="398"/>
                </a:cubicBezTo>
                <a:cubicBezTo>
                  <a:pt x="1425" y="467"/>
                  <a:pt x="1425" y="467"/>
                  <a:pt x="1425" y="467"/>
                </a:cubicBezTo>
                <a:cubicBezTo>
                  <a:pt x="1578" y="537"/>
                  <a:pt x="1578" y="537"/>
                  <a:pt x="1578" y="537"/>
                </a:cubicBezTo>
                <a:lnTo>
                  <a:pt x="1646" y="688"/>
                </a:lnTo>
                <a:close/>
                <a:moveTo>
                  <a:pt x="1094" y="412"/>
                </a:moveTo>
                <a:cubicBezTo>
                  <a:pt x="956" y="716"/>
                  <a:pt x="956" y="716"/>
                  <a:pt x="956" y="716"/>
                </a:cubicBezTo>
                <a:cubicBezTo>
                  <a:pt x="651" y="854"/>
                  <a:pt x="651" y="854"/>
                  <a:pt x="651" y="854"/>
                </a:cubicBezTo>
                <a:cubicBezTo>
                  <a:pt x="956" y="992"/>
                  <a:pt x="956" y="992"/>
                  <a:pt x="956" y="992"/>
                </a:cubicBezTo>
                <a:cubicBezTo>
                  <a:pt x="1094" y="1296"/>
                  <a:pt x="1094" y="1296"/>
                  <a:pt x="1094" y="1296"/>
                </a:cubicBezTo>
                <a:cubicBezTo>
                  <a:pt x="1232" y="992"/>
                  <a:pt x="1232" y="992"/>
                  <a:pt x="1232" y="992"/>
                </a:cubicBezTo>
                <a:cubicBezTo>
                  <a:pt x="1536" y="854"/>
                  <a:pt x="1536" y="854"/>
                  <a:pt x="1536" y="854"/>
                </a:cubicBezTo>
                <a:cubicBezTo>
                  <a:pt x="1232" y="716"/>
                  <a:pt x="1232" y="716"/>
                  <a:pt x="1232" y="716"/>
                </a:cubicBezTo>
                <a:lnTo>
                  <a:pt x="1094" y="412"/>
                </a:lnTo>
                <a:close/>
                <a:moveTo>
                  <a:pt x="1867" y="817"/>
                </a:moveTo>
                <a:cubicBezTo>
                  <a:pt x="1867" y="1867"/>
                  <a:pt x="1867" y="1867"/>
                  <a:pt x="1867" y="1867"/>
                </a:cubicBezTo>
                <a:cubicBezTo>
                  <a:pt x="231" y="1867"/>
                  <a:pt x="231" y="1867"/>
                  <a:pt x="231" y="1867"/>
                </a:cubicBezTo>
                <a:cubicBezTo>
                  <a:pt x="231" y="233"/>
                  <a:pt x="231" y="233"/>
                  <a:pt x="231" y="233"/>
                </a:cubicBezTo>
                <a:cubicBezTo>
                  <a:pt x="1281" y="233"/>
                  <a:pt x="1281" y="233"/>
                  <a:pt x="1281" y="233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4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817"/>
                  <a:pt x="2100" y="817"/>
                  <a:pt x="2100" y="817"/>
                </a:cubicBezTo>
                <a:lnTo>
                  <a:pt x="1867" y="81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to Librar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334 w 2334"/>
              <a:gd name="T1" fmla="*/ 1634 h 2334"/>
              <a:gd name="T2" fmla="*/ 2334 w 2334"/>
              <a:gd name="T3" fmla="*/ 234 h 2334"/>
              <a:gd name="T4" fmla="*/ 2100 w 2334"/>
              <a:gd name="T5" fmla="*/ 0 h 2334"/>
              <a:gd name="T6" fmla="*/ 700 w 2334"/>
              <a:gd name="T7" fmla="*/ 0 h 2334"/>
              <a:gd name="T8" fmla="*/ 467 w 2334"/>
              <a:gd name="T9" fmla="*/ 234 h 2334"/>
              <a:gd name="T10" fmla="*/ 467 w 2334"/>
              <a:gd name="T11" fmla="*/ 1634 h 2334"/>
              <a:gd name="T12" fmla="*/ 700 w 2334"/>
              <a:gd name="T13" fmla="*/ 1867 h 2334"/>
              <a:gd name="T14" fmla="*/ 2100 w 2334"/>
              <a:gd name="T15" fmla="*/ 1867 h 2334"/>
              <a:gd name="T16" fmla="*/ 2334 w 2334"/>
              <a:gd name="T17" fmla="*/ 1634 h 2334"/>
              <a:gd name="T18" fmla="*/ 1050 w 2334"/>
              <a:gd name="T19" fmla="*/ 1167 h 2334"/>
              <a:gd name="T20" fmla="*/ 1287 w 2334"/>
              <a:gd name="T21" fmla="*/ 1483 h 2334"/>
              <a:gd name="T22" fmla="*/ 1634 w 2334"/>
              <a:gd name="T23" fmla="*/ 1050 h 2334"/>
              <a:gd name="T24" fmla="*/ 2100 w 2334"/>
              <a:gd name="T25" fmla="*/ 1634 h 2334"/>
              <a:gd name="T26" fmla="*/ 700 w 2334"/>
              <a:gd name="T27" fmla="*/ 1634 h 2334"/>
              <a:gd name="T28" fmla="*/ 1050 w 2334"/>
              <a:gd name="T29" fmla="*/ 1167 h 2334"/>
              <a:gd name="T30" fmla="*/ 0 w 2334"/>
              <a:gd name="T31" fmla="*/ 467 h 2334"/>
              <a:gd name="T32" fmla="*/ 0 w 2334"/>
              <a:gd name="T33" fmla="*/ 2100 h 2334"/>
              <a:gd name="T34" fmla="*/ 234 w 2334"/>
              <a:gd name="T35" fmla="*/ 2334 h 2334"/>
              <a:gd name="T36" fmla="*/ 1867 w 2334"/>
              <a:gd name="T37" fmla="*/ 2334 h 2334"/>
              <a:gd name="T38" fmla="*/ 1867 w 2334"/>
              <a:gd name="T39" fmla="*/ 2100 h 2334"/>
              <a:gd name="T40" fmla="*/ 234 w 2334"/>
              <a:gd name="T41" fmla="*/ 2100 h 2334"/>
              <a:gd name="T42" fmla="*/ 234 w 2334"/>
              <a:gd name="T43" fmla="*/ 467 h 2334"/>
              <a:gd name="T44" fmla="*/ 0 w 2334"/>
              <a:gd name="T45" fmla="*/ 46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34" h="2334">
                <a:moveTo>
                  <a:pt x="2334" y="1634"/>
                </a:move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ubicBezTo>
                  <a:pt x="700" y="0"/>
                  <a:pt x="700" y="0"/>
                  <a:pt x="700" y="0"/>
                </a:cubicBezTo>
                <a:cubicBezTo>
                  <a:pt x="572" y="0"/>
                  <a:pt x="467" y="105"/>
                  <a:pt x="467" y="234"/>
                </a:cubicBezTo>
                <a:cubicBezTo>
                  <a:pt x="467" y="1634"/>
                  <a:pt x="467" y="1634"/>
                  <a:pt x="467" y="1634"/>
                </a:cubicBezTo>
                <a:cubicBezTo>
                  <a:pt x="467" y="1762"/>
                  <a:pt x="572" y="1867"/>
                  <a:pt x="700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lose/>
                <a:moveTo>
                  <a:pt x="1050" y="1167"/>
                </a:moveTo>
                <a:cubicBezTo>
                  <a:pt x="1287" y="1483"/>
                  <a:pt x="1287" y="1483"/>
                  <a:pt x="1287" y="1483"/>
                </a:cubicBezTo>
                <a:cubicBezTo>
                  <a:pt x="1634" y="1050"/>
                  <a:pt x="1634" y="1050"/>
                  <a:pt x="1634" y="1050"/>
                </a:cubicBezTo>
                <a:cubicBezTo>
                  <a:pt x="2100" y="1634"/>
                  <a:pt x="2100" y="1634"/>
                  <a:pt x="2100" y="1634"/>
                </a:cubicBezTo>
                <a:cubicBezTo>
                  <a:pt x="700" y="1634"/>
                  <a:pt x="700" y="1634"/>
                  <a:pt x="700" y="1634"/>
                </a:cubicBezTo>
                <a:lnTo>
                  <a:pt x="1050" y="1167"/>
                </a:lnTo>
                <a:close/>
                <a:moveTo>
                  <a:pt x="0" y="467"/>
                </a:move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4" y="2334"/>
                </a:cubicBezTo>
                <a:cubicBezTo>
                  <a:pt x="1867" y="2334"/>
                  <a:pt x="1867" y="2334"/>
                  <a:pt x="1867" y="2334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234" y="2100"/>
                  <a:pt x="234" y="2100"/>
                  <a:pt x="234" y="2100"/>
                </a:cubicBezTo>
                <a:cubicBezTo>
                  <a:pt x="234" y="467"/>
                  <a:pt x="234" y="467"/>
                  <a:pt x="234" y="467"/>
                </a:cubicBezTo>
                <a:lnTo>
                  <a:pt x="0" y="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to Size Select Actua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2333 w 2566"/>
              <a:gd name="T1" fmla="*/ 0 h 2100"/>
              <a:gd name="T2" fmla="*/ 233 w 2566"/>
              <a:gd name="T3" fmla="*/ 0 h 2100"/>
              <a:gd name="T4" fmla="*/ 0 w 2566"/>
              <a:gd name="T5" fmla="*/ 233 h 2100"/>
              <a:gd name="T6" fmla="*/ 0 w 2566"/>
              <a:gd name="T7" fmla="*/ 1867 h 2100"/>
              <a:gd name="T8" fmla="*/ 233 w 2566"/>
              <a:gd name="T9" fmla="*/ 2100 h 2100"/>
              <a:gd name="T10" fmla="*/ 2333 w 2566"/>
              <a:gd name="T11" fmla="*/ 2100 h 2100"/>
              <a:gd name="T12" fmla="*/ 2566 w 2566"/>
              <a:gd name="T13" fmla="*/ 1867 h 2100"/>
              <a:gd name="T14" fmla="*/ 2566 w 2566"/>
              <a:gd name="T15" fmla="*/ 233 h 2100"/>
              <a:gd name="T16" fmla="*/ 2333 w 2566"/>
              <a:gd name="T17" fmla="*/ 0 h 2100"/>
              <a:gd name="T18" fmla="*/ 466 w 2566"/>
              <a:gd name="T19" fmla="*/ 1633 h 2100"/>
              <a:gd name="T20" fmla="*/ 875 w 2566"/>
              <a:gd name="T21" fmla="*/ 1108 h 2100"/>
              <a:gd name="T22" fmla="*/ 1166 w 2566"/>
              <a:gd name="T23" fmla="*/ 1459 h 2100"/>
              <a:gd name="T24" fmla="*/ 1575 w 2566"/>
              <a:gd name="T25" fmla="*/ 933 h 2100"/>
              <a:gd name="T26" fmla="*/ 2100 w 2566"/>
              <a:gd name="T27" fmla="*/ 1633 h 2100"/>
              <a:gd name="T28" fmla="*/ 466 w 2566"/>
              <a:gd name="T29" fmla="*/ 16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66" h="2100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16" y="0"/>
                  <a:pt x="0" y="117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50" y="2100"/>
                  <a:pt x="2566" y="1983"/>
                  <a:pt x="2566" y="1867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17"/>
                  <a:pt x="2450" y="0"/>
                  <a:pt x="2333" y="0"/>
                </a:cubicBezTo>
                <a:close/>
                <a:moveTo>
                  <a:pt x="466" y="1633"/>
                </a:moveTo>
                <a:cubicBezTo>
                  <a:pt x="875" y="1108"/>
                  <a:pt x="875" y="1108"/>
                  <a:pt x="875" y="1108"/>
                </a:cubicBezTo>
                <a:cubicBezTo>
                  <a:pt x="1166" y="1459"/>
                  <a:pt x="1166" y="1459"/>
                  <a:pt x="1166" y="1459"/>
                </a:cubicBezTo>
                <a:cubicBezTo>
                  <a:pt x="1575" y="933"/>
                  <a:pt x="1575" y="933"/>
                  <a:pt x="1575" y="933"/>
                </a:cubicBezTo>
                <a:cubicBezTo>
                  <a:pt x="2100" y="1633"/>
                  <a:pt x="2100" y="1633"/>
                  <a:pt x="2100" y="1633"/>
                </a:cubicBezTo>
                <a:lnTo>
                  <a:pt x="466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hoto Size Select Larg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2566 w 2566"/>
              <a:gd name="T1" fmla="*/ 1400 h 2100"/>
              <a:gd name="T2" fmla="*/ 2333 w 2566"/>
              <a:gd name="T3" fmla="*/ 1633 h 2100"/>
              <a:gd name="T4" fmla="*/ 2333 w 2566"/>
              <a:gd name="T5" fmla="*/ 933 h 2100"/>
              <a:gd name="T6" fmla="*/ 2566 w 2566"/>
              <a:gd name="T7" fmla="*/ 1167 h 2100"/>
              <a:gd name="T8" fmla="*/ 2333 w 2566"/>
              <a:gd name="T9" fmla="*/ 933 h 2100"/>
              <a:gd name="T10" fmla="*/ 2333 w 2566"/>
              <a:gd name="T11" fmla="*/ 1867 h 2100"/>
              <a:gd name="T12" fmla="*/ 2566 w 2566"/>
              <a:gd name="T13" fmla="*/ 1867 h 2100"/>
              <a:gd name="T14" fmla="*/ 1633 w 2566"/>
              <a:gd name="T15" fmla="*/ 0 h 2100"/>
              <a:gd name="T16" fmla="*/ 1400 w 2566"/>
              <a:gd name="T17" fmla="*/ 233 h 2100"/>
              <a:gd name="T18" fmla="*/ 2333 w 2566"/>
              <a:gd name="T19" fmla="*/ 467 h 2100"/>
              <a:gd name="T20" fmla="*/ 2566 w 2566"/>
              <a:gd name="T21" fmla="*/ 700 h 2100"/>
              <a:gd name="T22" fmla="*/ 2333 w 2566"/>
              <a:gd name="T23" fmla="*/ 467 h 2100"/>
              <a:gd name="T24" fmla="*/ 2333 w 2566"/>
              <a:gd name="T25" fmla="*/ 233 h 2100"/>
              <a:gd name="T26" fmla="*/ 2333 w 2566"/>
              <a:gd name="T27" fmla="*/ 0 h 2100"/>
              <a:gd name="T28" fmla="*/ 233 w 2566"/>
              <a:gd name="T29" fmla="*/ 467 h 2100"/>
              <a:gd name="T30" fmla="*/ 0 w 2566"/>
              <a:gd name="T31" fmla="*/ 700 h 2100"/>
              <a:gd name="T32" fmla="*/ 1866 w 2566"/>
              <a:gd name="T33" fmla="*/ 0 h 2100"/>
              <a:gd name="T34" fmla="*/ 2100 w 2566"/>
              <a:gd name="T35" fmla="*/ 233 h 2100"/>
              <a:gd name="T36" fmla="*/ 1866 w 2566"/>
              <a:gd name="T37" fmla="*/ 0 h 2100"/>
              <a:gd name="T38" fmla="*/ 2100 w 2566"/>
              <a:gd name="T39" fmla="*/ 1867 h 2100"/>
              <a:gd name="T40" fmla="*/ 1866 w 2566"/>
              <a:gd name="T41" fmla="*/ 2100 h 2100"/>
              <a:gd name="T42" fmla="*/ 233 w 2566"/>
              <a:gd name="T43" fmla="*/ 0 h 2100"/>
              <a:gd name="T44" fmla="*/ 233 w 2566"/>
              <a:gd name="T45" fmla="*/ 233 h 2100"/>
              <a:gd name="T46" fmla="*/ 933 w 2566"/>
              <a:gd name="T47" fmla="*/ 0 h 2100"/>
              <a:gd name="T48" fmla="*/ 1166 w 2566"/>
              <a:gd name="T49" fmla="*/ 233 h 2100"/>
              <a:gd name="T50" fmla="*/ 933 w 2566"/>
              <a:gd name="T51" fmla="*/ 0 h 2100"/>
              <a:gd name="T52" fmla="*/ 700 w 2566"/>
              <a:gd name="T53" fmla="*/ 0 h 2100"/>
              <a:gd name="T54" fmla="*/ 466 w 2566"/>
              <a:gd name="T55" fmla="*/ 233 h 2100"/>
              <a:gd name="T56" fmla="*/ 0 w 2566"/>
              <a:gd name="T57" fmla="*/ 933 h 2100"/>
              <a:gd name="T58" fmla="*/ 233 w 2566"/>
              <a:gd name="T59" fmla="*/ 2100 h 2100"/>
              <a:gd name="T60" fmla="*/ 1633 w 2566"/>
              <a:gd name="T61" fmla="*/ 933 h 2100"/>
              <a:gd name="T62" fmla="*/ 233 w 2566"/>
              <a:gd name="T63" fmla="*/ 1867 h 2100"/>
              <a:gd name="T64" fmla="*/ 734 w 2566"/>
              <a:gd name="T65" fmla="*/ 1743 h 2100"/>
              <a:gd name="T66" fmla="*/ 1400 w 2566"/>
              <a:gd name="T67" fmla="*/ 18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566" h="2100">
                <a:moveTo>
                  <a:pt x="2333" y="1400"/>
                </a:moveTo>
                <a:cubicBezTo>
                  <a:pt x="2566" y="1400"/>
                  <a:pt x="2566" y="1400"/>
                  <a:pt x="2566" y="1400"/>
                </a:cubicBezTo>
                <a:cubicBezTo>
                  <a:pt x="2566" y="1633"/>
                  <a:pt x="2566" y="1633"/>
                  <a:pt x="2566" y="1633"/>
                </a:cubicBezTo>
                <a:cubicBezTo>
                  <a:pt x="2333" y="1633"/>
                  <a:pt x="2333" y="1633"/>
                  <a:pt x="2333" y="1633"/>
                </a:cubicBezTo>
                <a:lnTo>
                  <a:pt x="2333" y="1400"/>
                </a:lnTo>
                <a:close/>
                <a:moveTo>
                  <a:pt x="2333" y="933"/>
                </a:moveTo>
                <a:cubicBezTo>
                  <a:pt x="2566" y="933"/>
                  <a:pt x="2566" y="933"/>
                  <a:pt x="2566" y="933"/>
                </a:cubicBezTo>
                <a:cubicBezTo>
                  <a:pt x="2566" y="1167"/>
                  <a:pt x="2566" y="1167"/>
                  <a:pt x="2566" y="1167"/>
                </a:cubicBezTo>
                <a:cubicBezTo>
                  <a:pt x="2333" y="1167"/>
                  <a:pt x="2333" y="1167"/>
                  <a:pt x="2333" y="1167"/>
                </a:cubicBezTo>
                <a:lnTo>
                  <a:pt x="2333" y="933"/>
                </a:lnTo>
                <a:close/>
                <a:moveTo>
                  <a:pt x="2566" y="1867"/>
                </a:moveTo>
                <a:cubicBezTo>
                  <a:pt x="2333" y="1867"/>
                  <a:pt x="2333" y="1867"/>
                  <a:pt x="2333" y="1867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50" y="2100"/>
                  <a:pt x="2566" y="1983"/>
                  <a:pt x="2566" y="1867"/>
                </a:cubicBezTo>
                <a:close/>
                <a:moveTo>
                  <a:pt x="1400" y="0"/>
                </a:moveTo>
                <a:cubicBezTo>
                  <a:pt x="1633" y="0"/>
                  <a:pt x="1633" y="0"/>
                  <a:pt x="1633" y="0"/>
                </a:cubicBezTo>
                <a:cubicBezTo>
                  <a:pt x="1633" y="233"/>
                  <a:pt x="1633" y="233"/>
                  <a:pt x="1633" y="233"/>
                </a:cubicBezTo>
                <a:cubicBezTo>
                  <a:pt x="1400" y="233"/>
                  <a:pt x="1400" y="233"/>
                  <a:pt x="1400" y="233"/>
                </a:cubicBezTo>
                <a:lnTo>
                  <a:pt x="1400" y="0"/>
                </a:lnTo>
                <a:close/>
                <a:moveTo>
                  <a:pt x="2333" y="467"/>
                </a:moveTo>
                <a:cubicBezTo>
                  <a:pt x="2566" y="467"/>
                  <a:pt x="2566" y="467"/>
                  <a:pt x="2566" y="467"/>
                </a:cubicBezTo>
                <a:cubicBezTo>
                  <a:pt x="2566" y="700"/>
                  <a:pt x="2566" y="700"/>
                  <a:pt x="2566" y="700"/>
                </a:cubicBezTo>
                <a:cubicBezTo>
                  <a:pt x="2333" y="700"/>
                  <a:pt x="2333" y="700"/>
                  <a:pt x="2333" y="700"/>
                </a:cubicBezTo>
                <a:lnTo>
                  <a:pt x="2333" y="467"/>
                </a:lnTo>
                <a:close/>
                <a:moveTo>
                  <a:pt x="2333" y="0"/>
                </a:moveTo>
                <a:cubicBezTo>
                  <a:pt x="2333" y="233"/>
                  <a:pt x="2333" y="233"/>
                  <a:pt x="2333" y="233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17"/>
                  <a:pt x="2450" y="0"/>
                  <a:pt x="2333" y="0"/>
                </a:cubicBezTo>
                <a:close/>
                <a:moveTo>
                  <a:pt x="0" y="467"/>
                </a:moveTo>
                <a:cubicBezTo>
                  <a:pt x="233" y="467"/>
                  <a:pt x="233" y="467"/>
                  <a:pt x="233" y="467"/>
                </a:cubicBezTo>
                <a:cubicBezTo>
                  <a:pt x="233" y="700"/>
                  <a:pt x="233" y="700"/>
                  <a:pt x="233" y="700"/>
                </a:cubicBezTo>
                <a:cubicBezTo>
                  <a:pt x="0" y="700"/>
                  <a:pt x="0" y="700"/>
                  <a:pt x="0" y="700"/>
                </a:cubicBezTo>
                <a:lnTo>
                  <a:pt x="0" y="467"/>
                </a:lnTo>
                <a:close/>
                <a:moveTo>
                  <a:pt x="1866" y="0"/>
                </a:moveTo>
                <a:cubicBezTo>
                  <a:pt x="2100" y="0"/>
                  <a:pt x="2100" y="0"/>
                  <a:pt x="2100" y="0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1866" y="233"/>
                  <a:pt x="1866" y="233"/>
                  <a:pt x="1866" y="233"/>
                </a:cubicBezTo>
                <a:lnTo>
                  <a:pt x="1866" y="0"/>
                </a:lnTo>
                <a:close/>
                <a:moveTo>
                  <a:pt x="1866" y="1867"/>
                </a:moveTo>
                <a:cubicBezTo>
                  <a:pt x="2100" y="1867"/>
                  <a:pt x="2100" y="1867"/>
                  <a:pt x="2100" y="1867"/>
                </a:cubicBezTo>
                <a:cubicBezTo>
                  <a:pt x="2100" y="2100"/>
                  <a:pt x="2100" y="2100"/>
                  <a:pt x="2100" y="2100"/>
                </a:cubicBezTo>
                <a:cubicBezTo>
                  <a:pt x="1866" y="2100"/>
                  <a:pt x="1866" y="2100"/>
                  <a:pt x="1866" y="2100"/>
                </a:cubicBezTo>
                <a:lnTo>
                  <a:pt x="1866" y="1867"/>
                </a:lnTo>
                <a:close/>
                <a:moveTo>
                  <a:pt x="233" y="0"/>
                </a:moveTo>
                <a:cubicBezTo>
                  <a:pt x="116" y="0"/>
                  <a:pt x="0" y="117"/>
                  <a:pt x="0" y="233"/>
                </a:cubicBezTo>
                <a:cubicBezTo>
                  <a:pt x="233" y="233"/>
                  <a:pt x="233" y="233"/>
                  <a:pt x="233" y="233"/>
                </a:cubicBezTo>
                <a:lnTo>
                  <a:pt x="233" y="0"/>
                </a:lnTo>
                <a:close/>
                <a:moveTo>
                  <a:pt x="933" y="0"/>
                </a:moveTo>
                <a:cubicBezTo>
                  <a:pt x="1166" y="0"/>
                  <a:pt x="1166" y="0"/>
                  <a:pt x="1166" y="0"/>
                </a:cubicBezTo>
                <a:cubicBezTo>
                  <a:pt x="1166" y="233"/>
                  <a:pt x="1166" y="233"/>
                  <a:pt x="1166" y="233"/>
                </a:cubicBezTo>
                <a:cubicBezTo>
                  <a:pt x="933" y="233"/>
                  <a:pt x="933" y="233"/>
                  <a:pt x="933" y="233"/>
                </a:cubicBezTo>
                <a:lnTo>
                  <a:pt x="933" y="0"/>
                </a:lnTo>
                <a:close/>
                <a:moveTo>
                  <a:pt x="466" y="0"/>
                </a:moveTo>
                <a:cubicBezTo>
                  <a:pt x="700" y="0"/>
                  <a:pt x="700" y="0"/>
                  <a:pt x="700" y="0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466" y="233"/>
                  <a:pt x="466" y="233"/>
                  <a:pt x="466" y="233"/>
                </a:cubicBezTo>
                <a:lnTo>
                  <a:pt x="466" y="0"/>
                </a:lnTo>
                <a:close/>
                <a:moveTo>
                  <a:pt x="0" y="933"/>
                </a:move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633" y="2100"/>
                  <a:pt x="1633" y="2100"/>
                  <a:pt x="1633" y="2100"/>
                </a:cubicBezTo>
                <a:cubicBezTo>
                  <a:pt x="1633" y="933"/>
                  <a:pt x="1633" y="933"/>
                  <a:pt x="1633" y="933"/>
                </a:cubicBezTo>
                <a:lnTo>
                  <a:pt x="0" y="933"/>
                </a:lnTo>
                <a:close/>
                <a:moveTo>
                  <a:pt x="233" y="1867"/>
                </a:moveTo>
                <a:cubicBezTo>
                  <a:pt x="525" y="1492"/>
                  <a:pt x="525" y="1492"/>
                  <a:pt x="525" y="1492"/>
                </a:cubicBezTo>
                <a:cubicBezTo>
                  <a:pt x="734" y="1743"/>
                  <a:pt x="734" y="1743"/>
                  <a:pt x="734" y="1743"/>
                </a:cubicBezTo>
                <a:cubicBezTo>
                  <a:pt x="1025" y="1367"/>
                  <a:pt x="1025" y="1367"/>
                  <a:pt x="1025" y="1367"/>
                </a:cubicBezTo>
                <a:cubicBezTo>
                  <a:pt x="1400" y="1867"/>
                  <a:pt x="1400" y="1867"/>
                  <a:pt x="1400" y="1867"/>
                </a:cubicBezTo>
                <a:lnTo>
                  <a:pt x="233" y="18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to Size Select Sma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2333 w 2566"/>
              <a:gd name="T1" fmla="*/ 1400 h 2100"/>
              <a:gd name="T2" fmla="*/ 2566 w 2566"/>
              <a:gd name="T3" fmla="*/ 1633 h 2100"/>
              <a:gd name="T4" fmla="*/ 2566 w 2566"/>
              <a:gd name="T5" fmla="*/ 933 h 2100"/>
              <a:gd name="T6" fmla="*/ 2333 w 2566"/>
              <a:gd name="T7" fmla="*/ 1167 h 2100"/>
              <a:gd name="T8" fmla="*/ 2566 w 2566"/>
              <a:gd name="T9" fmla="*/ 933 h 2100"/>
              <a:gd name="T10" fmla="*/ 2333 w 2566"/>
              <a:gd name="T11" fmla="*/ 1867 h 2100"/>
              <a:gd name="T12" fmla="*/ 2566 w 2566"/>
              <a:gd name="T13" fmla="*/ 1867 h 2100"/>
              <a:gd name="T14" fmla="*/ 1400 w 2566"/>
              <a:gd name="T15" fmla="*/ 0 h 2100"/>
              <a:gd name="T16" fmla="*/ 1633 w 2566"/>
              <a:gd name="T17" fmla="*/ 233 h 2100"/>
              <a:gd name="T18" fmla="*/ 2566 w 2566"/>
              <a:gd name="T19" fmla="*/ 467 h 2100"/>
              <a:gd name="T20" fmla="*/ 2333 w 2566"/>
              <a:gd name="T21" fmla="*/ 700 h 2100"/>
              <a:gd name="T22" fmla="*/ 2566 w 2566"/>
              <a:gd name="T23" fmla="*/ 467 h 2100"/>
              <a:gd name="T24" fmla="*/ 2333 w 2566"/>
              <a:gd name="T25" fmla="*/ 233 h 2100"/>
              <a:gd name="T26" fmla="*/ 2333 w 2566"/>
              <a:gd name="T27" fmla="*/ 0 h 2100"/>
              <a:gd name="T28" fmla="*/ 1166 w 2566"/>
              <a:gd name="T29" fmla="*/ 2100 h 2100"/>
              <a:gd name="T30" fmla="*/ 0 w 2566"/>
              <a:gd name="T31" fmla="*/ 1400 h 2100"/>
              <a:gd name="T32" fmla="*/ 233 w 2566"/>
              <a:gd name="T33" fmla="*/ 2100 h 2100"/>
              <a:gd name="T34" fmla="*/ 0 w 2566"/>
              <a:gd name="T35" fmla="*/ 467 h 2100"/>
              <a:gd name="T36" fmla="*/ 233 w 2566"/>
              <a:gd name="T37" fmla="*/ 700 h 2100"/>
              <a:gd name="T38" fmla="*/ 1633 w 2566"/>
              <a:gd name="T39" fmla="*/ 1867 h 2100"/>
              <a:gd name="T40" fmla="*/ 1400 w 2566"/>
              <a:gd name="T41" fmla="*/ 2100 h 2100"/>
              <a:gd name="T42" fmla="*/ 1633 w 2566"/>
              <a:gd name="T43" fmla="*/ 1867 h 2100"/>
              <a:gd name="T44" fmla="*/ 1866 w 2566"/>
              <a:gd name="T45" fmla="*/ 0 h 2100"/>
              <a:gd name="T46" fmla="*/ 2100 w 2566"/>
              <a:gd name="T47" fmla="*/ 233 h 2100"/>
              <a:gd name="T48" fmla="*/ 2100 w 2566"/>
              <a:gd name="T49" fmla="*/ 1867 h 2100"/>
              <a:gd name="T50" fmla="*/ 1866 w 2566"/>
              <a:gd name="T51" fmla="*/ 2100 h 2100"/>
              <a:gd name="T52" fmla="*/ 2100 w 2566"/>
              <a:gd name="T53" fmla="*/ 1867 h 2100"/>
              <a:gd name="T54" fmla="*/ 0 w 2566"/>
              <a:gd name="T55" fmla="*/ 233 h 2100"/>
              <a:gd name="T56" fmla="*/ 233 w 2566"/>
              <a:gd name="T57" fmla="*/ 0 h 2100"/>
              <a:gd name="T58" fmla="*/ 0 w 2566"/>
              <a:gd name="T59" fmla="*/ 933 h 2100"/>
              <a:gd name="T60" fmla="*/ 233 w 2566"/>
              <a:gd name="T61" fmla="*/ 1167 h 2100"/>
              <a:gd name="T62" fmla="*/ 1166 w 2566"/>
              <a:gd name="T63" fmla="*/ 0 h 2100"/>
              <a:gd name="T64" fmla="*/ 933 w 2566"/>
              <a:gd name="T65" fmla="*/ 233 h 2100"/>
              <a:gd name="T66" fmla="*/ 1166 w 2566"/>
              <a:gd name="T67" fmla="*/ 0 h 2100"/>
              <a:gd name="T68" fmla="*/ 466 w 2566"/>
              <a:gd name="T69" fmla="*/ 0 h 2100"/>
              <a:gd name="T70" fmla="*/ 700 w 2566"/>
              <a:gd name="T71" fmla="*/ 2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66" h="2100">
                <a:moveTo>
                  <a:pt x="2566" y="1400"/>
                </a:moveTo>
                <a:cubicBezTo>
                  <a:pt x="2333" y="1400"/>
                  <a:pt x="2333" y="1400"/>
                  <a:pt x="2333" y="1400"/>
                </a:cubicBezTo>
                <a:cubicBezTo>
                  <a:pt x="2333" y="1633"/>
                  <a:pt x="2333" y="1633"/>
                  <a:pt x="2333" y="1633"/>
                </a:cubicBezTo>
                <a:cubicBezTo>
                  <a:pt x="2566" y="1633"/>
                  <a:pt x="2566" y="1633"/>
                  <a:pt x="2566" y="1633"/>
                </a:cubicBezTo>
                <a:lnTo>
                  <a:pt x="2566" y="1400"/>
                </a:lnTo>
                <a:close/>
                <a:moveTo>
                  <a:pt x="2566" y="933"/>
                </a:moveTo>
                <a:cubicBezTo>
                  <a:pt x="2333" y="933"/>
                  <a:pt x="2333" y="933"/>
                  <a:pt x="2333" y="933"/>
                </a:cubicBezTo>
                <a:cubicBezTo>
                  <a:pt x="2333" y="1167"/>
                  <a:pt x="2333" y="1167"/>
                  <a:pt x="2333" y="1167"/>
                </a:cubicBezTo>
                <a:cubicBezTo>
                  <a:pt x="2566" y="1167"/>
                  <a:pt x="2566" y="1167"/>
                  <a:pt x="2566" y="1167"/>
                </a:cubicBezTo>
                <a:lnTo>
                  <a:pt x="2566" y="933"/>
                </a:lnTo>
                <a:close/>
                <a:moveTo>
                  <a:pt x="2566" y="1867"/>
                </a:moveTo>
                <a:cubicBezTo>
                  <a:pt x="2333" y="1867"/>
                  <a:pt x="2333" y="1867"/>
                  <a:pt x="2333" y="1867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50" y="2100"/>
                  <a:pt x="2566" y="1983"/>
                  <a:pt x="2566" y="1867"/>
                </a:cubicBezTo>
                <a:close/>
                <a:moveTo>
                  <a:pt x="1633" y="0"/>
                </a:moveTo>
                <a:cubicBezTo>
                  <a:pt x="1400" y="0"/>
                  <a:pt x="1400" y="0"/>
                  <a:pt x="1400" y="0"/>
                </a:cubicBezTo>
                <a:cubicBezTo>
                  <a:pt x="1400" y="233"/>
                  <a:pt x="1400" y="233"/>
                  <a:pt x="1400" y="233"/>
                </a:cubicBezTo>
                <a:cubicBezTo>
                  <a:pt x="1633" y="233"/>
                  <a:pt x="1633" y="233"/>
                  <a:pt x="1633" y="233"/>
                </a:cubicBezTo>
                <a:lnTo>
                  <a:pt x="1633" y="0"/>
                </a:lnTo>
                <a:close/>
                <a:moveTo>
                  <a:pt x="2566" y="467"/>
                </a:moveTo>
                <a:cubicBezTo>
                  <a:pt x="2333" y="467"/>
                  <a:pt x="2333" y="467"/>
                  <a:pt x="2333" y="467"/>
                </a:cubicBezTo>
                <a:cubicBezTo>
                  <a:pt x="2333" y="700"/>
                  <a:pt x="2333" y="700"/>
                  <a:pt x="2333" y="700"/>
                </a:cubicBezTo>
                <a:cubicBezTo>
                  <a:pt x="2566" y="700"/>
                  <a:pt x="2566" y="700"/>
                  <a:pt x="2566" y="700"/>
                </a:cubicBezTo>
                <a:lnTo>
                  <a:pt x="2566" y="467"/>
                </a:lnTo>
                <a:close/>
                <a:moveTo>
                  <a:pt x="2333" y="0"/>
                </a:moveTo>
                <a:cubicBezTo>
                  <a:pt x="2333" y="233"/>
                  <a:pt x="2333" y="233"/>
                  <a:pt x="2333" y="233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17"/>
                  <a:pt x="2450" y="0"/>
                  <a:pt x="2333" y="0"/>
                </a:cubicBezTo>
                <a:close/>
                <a:moveTo>
                  <a:pt x="233" y="2100"/>
                </a:moveTo>
                <a:cubicBezTo>
                  <a:pt x="1166" y="2100"/>
                  <a:pt x="1166" y="2100"/>
                  <a:pt x="1166" y="2100"/>
                </a:cubicBezTo>
                <a:cubicBezTo>
                  <a:pt x="1166" y="1400"/>
                  <a:pt x="1166" y="1400"/>
                  <a:pt x="1166" y="1400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lose/>
                <a:moveTo>
                  <a:pt x="233" y="467"/>
                </a:moveTo>
                <a:cubicBezTo>
                  <a:pt x="0" y="467"/>
                  <a:pt x="0" y="467"/>
                  <a:pt x="0" y="467"/>
                </a:cubicBezTo>
                <a:cubicBezTo>
                  <a:pt x="0" y="700"/>
                  <a:pt x="0" y="700"/>
                  <a:pt x="0" y="700"/>
                </a:cubicBezTo>
                <a:cubicBezTo>
                  <a:pt x="233" y="700"/>
                  <a:pt x="233" y="700"/>
                  <a:pt x="233" y="700"/>
                </a:cubicBezTo>
                <a:lnTo>
                  <a:pt x="233" y="467"/>
                </a:lnTo>
                <a:close/>
                <a:moveTo>
                  <a:pt x="1633" y="1867"/>
                </a:moveTo>
                <a:cubicBezTo>
                  <a:pt x="1400" y="1867"/>
                  <a:pt x="1400" y="1867"/>
                  <a:pt x="1400" y="1867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633" y="2100"/>
                  <a:pt x="1633" y="2100"/>
                  <a:pt x="1633" y="2100"/>
                </a:cubicBezTo>
                <a:lnTo>
                  <a:pt x="1633" y="1867"/>
                </a:lnTo>
                <a:close/>
                <a:moveTo>
                  <a:pt x="2100" y="0"/>
                </a:moveTo>
                <a:cubicBezTo>
                  <a:pt x="1866" y="0"/>
                  <a:pt x="1866" y="0"/>
                  <a:pt x="1866" y="0"/>
                </a:cubicBezTo>
                <a:cubicBezTo>
                  <a:pt x="1866" y="233"/>
                  <a:pt x="1866" y="233"/>
                  <a:pt x="1866" y="233"/>
                </a:cubicBezTo>
                <a:cubicBezTo>
                  <a:pt x="2100" y="233"/>
                  <a:pt x="2100" y="233"/>
                  <a:pt x="2100" y="233"/>
                </a:cubicBezTo>
                <a:lnTo>
                  <a:pt x="2100" y="0"/>
                </a:lnTo>
                <a:close/>
                <a:moveTo>
                  <a:pt x="2100" y="1867"/>
                </a:moveTo>
                <a:cubicBezTo>
                  <a:pt x="1866" y="1867"/>
                  <a:pt x="1866" y="1867"/>
                  <a:pt x="1866" y="1867"/>
                </a:cubicBezTo>
                <a:cubicBezTo>
                  <a:pt x="1866" y="2100"/>
                  <a:pt x="1866" y="2100"/>
                  <a:pt x="1866" y="2100"/>
                </a:cubicBezTo>
                <a:cubicBezTo>
                  <a:pt x="2100" y="2100"/>
                  <a:pt x="2100" y="2100"/>
                  <a:pt x="2100" y="2100"/>
                </a:cubicBezTo>
                <a:lnTo>
                  <a:pt x="2100" y="1867"/>
                </a:lnTo>
                <a:close/>
                <a:moveTo>
                  <a:pt x="233" y="0"/>
                </a:moveTo>
                <a:cubicBezTo>
                  <a:pt x="116" y="0"/>
                  <a:pt x="0" y="117"/>
                  <a:pt x="0" y="233"/>
                </a:cubicBezTo>
                <a:cubicBezTo>
                  <a:pt x="233" y="233"/>
                  <a:pt x="233" y="233"/>
                  <a:pt x="233" y="233"/>
                </a:cubicBezTo>
                <a:lnTo>
                  <a:pt x="233" y="0"/>
                </a:lnTo>
                <a:close/>
                <a:moveTo>
                  <a:pt x="233" y="933"/>
                </a:moveTo>
                <a:cubicBezTo>
                  <a:pt x="0" y="933"/>
                  <a:pt x="0" y="933"/>
                  <a:pt x="0" y="933"/>
                </a:cubicBezTo>
                <a:cubicBezTo>
                  <a:pt x="0" y="1167"/>
                  <a:pt x="0" y="1167"/>
                  <a:pt x="0" y="1167"/>
                </a:cubicBezTo>
                <a:cubicBezTo>
                  <a:pt x="233" y="1167"/>
                  <a:pt x="233" y="1167"/>
                  <a:pt x="233" y="1167"/>
                </a:cubicBezTo>
                <a:lnTo>
                  <a:pt x="233" y="933"/>
                </a:lnTo>
                <a:close/>
                <a:moveTo>
                  <a:pt x="1166" y="0"/>
                </a:moveTo>
                <a:cubicBezTo>
                  <a:pt x="933" y="0"/>
                  <a:pt x="933" y="0"/>
                  <a:pt x="933" y="0"/>
                </a:cubicBezTo>
                <a:cubicBezTo>
                  <a:pt x="933" y="233"/>
                  <a:pt x="933" y="233"/>
                  <a:pt x="933" y="233"/>
                </a:cubicBezTo>
                <a:cubicBezTo>
                  <a:pt x="1166" y="233"/>
                  <a:pt x="1166" y="233"/>
                  <a:pt x="1166" y="233"/>
                </a:cubicBezTo>
                <a:lnTo>
                  <a:pt x="1166" y="0"/>
                </a:lnTo>
                <a:close/>
                <a:moveTo>
                  <a:pt x="700" y="0"/>
                </a:moveTo>
                <a:cubicBezTo>
                  <a:pt x="466" y="0"/>
                  <a:pt x="466" y="0"/>
                  <a:pt x="466" y="0"/>
                </a:cubicBezTo>
                <a:cubicBezTo>
                  <a:pt x="466" y="233"/>
                  <a:pt x="466" y="233"/>
                  <a:pt x="466" y="233"/>
                </a:cubicBezTo>
                <a:cubicBezTo>
                  <a:pt x="700" y="233"/>
                  <a:pt x="700" y="233"/>
                  <a:pt x="700" y="233"/>
                </a:cubicBezTo>
                <a:lnTo>
                  <a:pt x="70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As PD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2100 w 2334"/>
              <a:gd name="T1" fmla="*/ 0 h 2334"/>
              <a:gd name="T2" fmla="*/ 700 w 2334"/>
              <a:gd name="T3" fmla="*/ 0 h 2334"/>
              <a:gd name="T4" fmla="*/ 467 w 2334"/>
              <a:gd name="T5" fmla="*/ 234 h 2334"/>
              <a:gd name="T6" fmla="*/ 467 w 2334"/>
              <a:gd name="T7" fmla="*/ 1634 h 2334"/>
              <a:gd name="T8" fmla="*/ 700 w 2334"/>
              <a:gd name="T9" fmla="*/ 1867 h 2334"/>
              <a:gd name="T10" fmla="*/ 2100 w 2334"/>
              <a:gd name="T11" fmla="*/ 1867 h 2334"/>
              <a:gd name="T12" fmla="*/ 2334 w 2334"/>
              <a:gd name="T13" fmla="*/ 1634 h 2334"/>
              <a:gd name="T14" fmla="*/ 2334 w 2334"/>
              <a:gd name="T15" fmla="*/ 234 h 2334"/>
              <a:gd name="T16" fmla="*/ 2100 w 2334"/>
              <a:gd name="T17" fmla="*/ 0 h 2334"/>
              <a:gd name="T18" fmla="*/ 1109 w 2334"/>
              <a:gd name="T19" fmla="*/ 875 h 2334"/>
              <a:gd name="T20" fmla="*/ 934 w 2334"/>
              <a:gd name="T21" fmla="*/ 1050 h 2334"/>
              <a:gd name="T22" fmla="*/ 817 w 2334"/>
              <a:gd name="T23" fmla="*/ 1050 h 2334"/>
              <a:gd name="T24" fmla="*/ 817 w 2334"/>
              <a:gd name="T25" fmla="*/ 1284 h 2334"/>
              <a:gd name="T26" fmla="*/ 642 w 2334"/>
              <a:gd name="T27" fmla="*/ 1284 h 2334"/>
              <a:gd name="T28" fmla="*/ 642 w 2334"/>
              <a:gd name="T29" fmla="*/ 584 h 2334"/>
              <a:gd name="T30" fmla="*/ 934 w 2334"/>
              <a:gd name="T31" fmla="*/ 584 h 2334"/>
              <a:gd name="T32" fmla="*/ 1109 w 2334"/>
              <a:gd name="T33" fmla="*/ 759 h 2334"/>
              <a:gd name="T34" fmla="*/ 1109 w 2334"/>
              <a:gd name="T35" fmla="*/ 875 h 2334"/>
              <a:gd name="T36" fmla="*/ 1692 w 2334"/>
              <a:gd name="T37" fmla="*/ 1109 h 2334"/>
              <a:gd name="T38" fmla="*/ 1517 w 2334"/>
              <a:gd name="T39" fmla="*/ 1284 h 2334"/>
              <a:gd name="T40" fmla="*/ 1225 w 2334"/>
              <a:gd name="T41" fmla="*/ 1284 h 2334"/>
              <a:gd name="T42" fmla="*/ 1225 w 2334"/>
              <a:gd name="T43" fmla="*/ 584 h 2334"/>
              <a:gd name="T44" fmla="*/ 1517 w 2334"/>
              <a:gd name="T45" fmla="*/ 584 h 2334"/>
              <a:gd name="T46" fmla="*/ 1692 w 2334"/>
              <a:gd name="T47" fmla="*/ 759 h 2334"/>
              <a:gd name="T48" fmla="*/ 1692 w 2334"/>
              <a:gd name="T49" fmla="*/ 1109 h 2334"/>
              <a:gd name="T50" fmla="*/ 2159 w 2334"/>
              <a:gd name="T51" fmla="*/ 759 h 2334"/>
              <a:gd name="T52" fmla="*/ 1984 w 2334"/>
              <a:gd name="T53" fmla="*/ 759 h 2334"/>
              <a:gd name="T54" fmla="*/ 1984 w 2334"/>
              <a:gd name="T55" fmla="*/ 875 h 2334"/>
              <a:gd name="T56" fmla="*/ 2159 w 2334"/>
              <a:gd name="T57" fmla="*/ 875 h 2334"/>
              <a:gd name="T58" fmla="*/ 2159 w 2334"/>
              <a:gd name="T59" fmla="*/ 1050 h 2334"/>
              <a:gd name="T60" fmla="*/ 1984 w 2334"/>
              <a:gd name="T61" fmla="*/ 1050 h 2334"/>
              <a:gd name="T62" fmla="*/ 1984 w 2334"/>
              <a:gd name="T63" fmla="*/ 1284 h 2334"/>
              <a:gd name="T64" fmla="*/ 1809 w 2334"/>
              <a:gd name="T65" fmla="*/ 1284 h 2334"/>
              <a:gd name="T66" fmla="*/ 1809 w 2334"/>
              <a:gd name="T67" fmla="*/ 584 h 2334"/>
              <a:gd name="T68" fmla="*/ 2159 w 2334"/>
              <a:gd name="T69" fmla="*/ 584 h 2334"/>
              <a:gd name="T70" fmla="*/ 2159 w 2334"/>
              <a:gd name="T71" fmla="*/ 759 h 2334"/>
              <a:gd name="T72" fmla="*/ 817 w 2334"/>
              <a:gd name="T73" fmla="*/ 875 h 2334"/>
              <a:gd name="T74" fmla="*/ 934 w 2334"/>
              <a:gd name="T75" fmla="*/ 875 h 2334"/>
              <a:gd name="T76" fmla="*/ 934 w 2334"/>
              <a:gd name="T77" fmla="*/ 759 h 2334"/>
              <a:gd name="T78" fmla="*/ 817 w 2334"/>
              <a:gd name="T79" fmla="*/ 759 h 2334"/>
              <a:gd name="T80" fmla="*/ 817 w 2334"/>
              <a:gd name="T81" fmla="*/ 875 h 2334"/>
              <a:gd name="T82" fmla="*/ 234 w 2334"/>
              <a:gd name="T83" fmla="*/ 467 h 2334"/>
              <a:gd name="T84" fmla="*/ 0 w 2334"/>
              <a:gd name="T85" fmla="*/ 467 h 2334"/>
              <a:gd name="T86" fmla="*/ 0 w 2334"/>
              <a:gd name="T87" fmla="*/ 2100 h 2334"/>
              <a:gd name="T88" fmla="*/ 234 w 2334"/>
              <a:gd name="T89" fmla="*/ 2334 h 2334"/>
              <a:gd name="T90" fmla="*/ 1867 w 2334"/>
              <a:gd name="T91" fmla="*/ 2334 h 2334"/>
              <a:gd name="T92" fmla="*/ 1867 w 2334"/>
              <a:gd name="T93" fmla="*/ 2100 h 2334"/>
              <a:gd name="T94" fmla="*/ 234 w 2334"/>
              <a:gd name="T95" fmla="*/ 2100 h 2334"/>
              <a:gd name="T96" fmla="*/ 234 w 2334"/>
              <a:gd name="T97" fmla="*/ 467 h 2334"/>
              <a:gd name="T98" fmla="*/ 1400 w 2334"/>
              <a:gd name="T99" fmla="*/ 1109 h 2334"/>
              <a:gd name="T100" fmla="*/ 1517 w 2334"/>
              <a:gd name="T101" fmla="*/ 1109 h 2334"/>
              <a:gd name="T102" fmla="*/ 1517 w 2334"/>
              <a:gd name="T103" fmla="*/ 759 h 2334"/>
              <a:gd name="T104" fmla="*/ 1400 w 2334"/>
              <a:gd name="T105" fmla="*/ 759 h 2334"/>
              <a:gd name="T106" fmla="*/ 1400 w 2334"/>
              <a:gd name="T107" fmla="*/ 1109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700" y="0"/>
                  <a:pt x="700" y="0"/>
                  <a:pt x="700" y="0"/>
                </a:cubicBezTo>
                <a:cubicBezTo>
                  <a:pt x="572" y="0"/>
                  <a:pt x="467" y="105"/>
                  <a:pt x="467" y="234"/>
                </a:cubicBezTo>
                <a:cubicBezTo>
                  <a:pt x="467" y="1634"/>
                  <a:pt x="467" y="1634"/>
                  <a:pt x="467" y="1634"/>
                </a:cubicBezTo>
                <a:cubicBezTo>
                  <a:pt x="467" y="1762"/>
                  <a:pt x="572" y="1867"/>
                  <a:pt x="700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109" y="875"/>
                </a:moveTo>
                <a:cubicBezTo>
                  <a:pt x="1109" y="972"/>
                  <a:pt x="1031" y="1050"/>
                  <a:pt x="934" y="1050"/>
                </a:cubicBezTo>
                <a:cubicBezTo>
                  <a:pt x="817" y="1050"/>
                  <a:pt x="817" y="1050"/>
                  <a:pt x="817" y="1050"/>
                </a:cubicBezTo>
                <a:cubicBezTo>
                  <a:pt x="817" y="1284"/>
                  <a:pt x="817" y="1284"/>
                  <a:pt x="817" y="1284"/>
                </a:cubicBezTo>
                <a:cubicBezTo>
                  <a:pt x="642" y="1284"/>
                  <a:pt x="642" y="1284"/>
                  <a:pt x="642" y="1284"/>
                </a:cubicBezTo>
                <a:cubicBezTo>
                  <a:pt x="642" y="584"/>
                  <a:pt x="642" y="584"/>
                  <a:pt x="642" y="584"/>
                </a:cubicBezTo>
                <a:cubicBezTo>
                  <a:pt x="934" y="584"/>
                  <a:pt x="934" y="584"/>
                  <a:pt x="934" y="584"/>
                </a:cubicBezTo>
                <a:cubicBezTo>
                  <a:pt x="1031" y="584"/>
                  <a:pt x="1109" y="662"/>
                  <a:pt x="1109" y="759"/>
                </a:cubicBezTo>
                <a:lnTo>
                  <a:pt x="1109" y="875"/>
                </a:lnTo>
                <a:close/>
                <a:moveTo>
                  <a:pt x="1692" y="1109"/>
                </a:moveTo>
                <a:cubicBezTo>
                  <a:pt x="1692" y="1206"/>
                  <a:pt x="1614" y="1284"/>
                  <a:pt x="1517" y="1284"/>
                </a:cubicBezTo>
                <a:cubicBezTo>
                  <a:pt x="1225" y="1284"/>
                  <a:pt x="1225" y="1284"/>
                  <a:pt x="1225" y="1284"/>
                </a:cubicBezTo>
                <a:cubicBezTo>
                  <a:pt x="1225" y="584"/>
                  <a:pt x="1225" y="584"/>
                  <a:pt x="1225" y="584"/>
                </a:cubicBezTo>
                <a:cubicBezTo>
                  <a:pt x="1517" y="584"/>
                  <a:pt x="1517" y="584"/>
                  <a:pt x="1517" y="584"/>
                </a:cubicBezTo>
                <a:cubicBezTo>
                  <a:pt x="1614" y="584"/>
                  <a:pt x="1692" y="662"/>
                  <a:pt x="1692" y="759"/>
                </a:cubicBezTo>
                <a:lnTo>
                  <a:pt x="1692" y="1109"/>
                </a:lnTo>
                <a:close/>
                <a:moveTo>
                  <a:pt x="2159" y="759"/>
                </a:moveTo>
                <a:cubicBezTo>
                  <a:pt x="1984" y="759"/>
                  <a:pt x="1984" y="759"/>
                  <a:pt x="1984" y="759"/>
                </a:cubicBezTo>
                <a:cubicBezTo>
                  <a:pt x="1984" y="875"/>
                  <a:pt x="1984" y="875"/>
                  <a:pt x="1984" y="875"/>
                </a:cubicBezTo>
                <a:cubicBezTo>
                  <a:pt x="2159" y="875"/>
                  <a:pt x="2159" y="875"/>
                  <a:pt x="2159" y="875"/>
                </a:cubicBezTo>
                <a:cubicBezTo>
                  <a:pt x="2159" y="1050"/>
                  <a:pt x="2159" y="1050"/>
                  <a:pt x="2159" y="1050"/>
                </a:cubicBezTo>
                <a:cubicBezTo>
                  <a:pt x="1984" y="1050"/>
                  <a:pt x="1984" y="1050"/>
                  <a:pt x="1984" y="1050"/>
                </a:cubicBezTo>
                <a:cubicBezTo>
                  <a:pt x="1984" y="1284"/>
                  <a:pt x="1984" y="1284"/>
                  <a:pt x="1984" y="1284"/>
                </a:cubicBezTo>
                <a:cubicBezTo>
                  <a:pt x="1809" y="1284"/>
                  <a:pt x="1809" y="1284"/>
                  <a:pt x="1809" y="1284"/>
                </a:cubicBezTo>
                <a:cubicBezTo>
                  <a:pt x="1809" y="584"/>
                  <a:pt x="1809" y="584"/>
                  <a:pt x="1809" y="584"/>
                </a:cubicBezTo>
                <a:cubicBezTo>
                  <a:pt x="2159" y="584"/>
                  <a:pt x="2159" y="584"/>
                  <a:pt x="2159" y="584"/>
                </a:cubicBezTo>
                <a:lnTo>
                  <a:pt x="2159" y="759"/>
                </a:lnTo>
                <a:close/>
                <a:moveTo>
                  <a:pt x="817" y="875"/>
                </a:moveTo>
                <a:cubicBezTo>
                  <a:pt x="934" y="875"/>
                  <a:pt x="934" y="875"/>
                  <a:pt x="934" y="875"/>
                </a:cubicBezTo>
                <a:cubicBezTo>
                  <a:pt x="934" y="759"/>
                  <a:pt x="934" y="759"/>
                  <a:pt x="934" y="759"/>
                </a:cubicBezTo>
                <a:cubicBezTo>
                  <a:pt x="817" y="759"/>
                  <a:pt x="817" y="759"/>
                  <a:pt x="817" y="759"/>
                </a:cubicBezTo>
                <a:lnTo>
                  <a:pt x="817" y="875"/>
                </a:lnTo>
                <a:close/>
                <a:moveTo>
                  <a:pt x="234" y="467"/>
                </a:moveTo>
                <a:cubicBezTo>
                  <a:pt x="0" y="467"/>
                  <a:pt x="0" y="467"/>
                  <a:pt x="0" y="467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4" y="2334"/>
                </a:cubicBezTo>
                <a:cubicBezTo>
                  <a:pt x="1867" y="2334"/>
                  <a:pt x="1867" y="2334"/>
                  <a:pt x="1867" y="2334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234" y="2100"/>
                  <a:pt x="234" y="2100"/>
                  <a:pt x="234" y="2100"/>
                </a:cubicBezTo>
                <a:lnTo>
                  <a:pt x="234" y="467"/>
                </a:lnTo>
                <a:close/>
                <a:moveTo>
                  <a:pt x="1400" y="1109"/>
                </a:moveTo>
                <a:cubicBezTo>
                  <a:pt x="1517" y="1109"/>
                  <a:pt x="1517" y="1109"/>
                  <a:pt x="1517" y="1109"/>
                </a:cubicBezTo>
                <a:cubicBezTo>
                  <a:pt x="1517" y="759"/>
                  <a:pt x="1517" y="759"/>
                  <a:pt x="1517" y="759"/>
                </a:cubicBezTo>
                <a:cubicBezTo>
                  <a:pt x="1400" y="759"/>
                  <a:pt x="1400" y="759"/>
                  <a:pt x="1400" y="759"/>
                </a:cubicBezTo>
                <a:lnTo>
                  <a:pt x="1400" y="11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rtrai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050 w 2100"/>
              <a:gd name="T1" fmla="*/ 1079 h 2100"/>
              <a:gd name="T2" fmla="*/ 1313 w 2100"/>
              <a:gd name="T3" fmla="*/ 817 h 2100"/>
              <a:gd name="T4" fmla="*/ 1050 w 2100"/>
              <a:gd name="T5" fmla="*/ 554 h 2100"/>
              <a:gd name="T6" fmla="*/ 788 w 2100"/>
              <a:gd name="T7" fmla="*/ 817 h 2100"/>
              <a:gd name="T8" fmla="*/ 1050 w 2100"/>
              <a:gd name="T9" fmla="*/ 1079 h 2100"/>
              <a:gd name="T10" fmla="*/ 1575 w 2100"/>
              <a:gd name="T11" fmla="*/ 1546 h 2100"/>
              <a:gd name="T12" fmla="*/ 1050 w 2100"/>
              <a:gd name="T13" fmla="*/ 1283 h 2100"/>
              <a:gd name="T14" fmla="*/ 525 w 2100"/>
              <a:gd name="T15" fmla="*/ 1546 h 2100"/>
              <a:gd name="T16" fmla="*/ 525 w 2100"/>
              <a:gd name="T17" fmla="*/ 1633 h 2100"/>
              <a:gd name="T18" fmla="*/ 1575 w 2100"/>
              <a:gd name="T19" fmla="*/ 1633 h 2100"/>
              <a:gd name="T20" fmla="*/ 1575 w 2100"/>
              <a:gd name="T21" fmla="*/ 1546 h 2100"/>
              <a:gd name="T22" fmla="*/ 1867 w 2100"/>
              <a:gd name="T23" fmla="*/ 0 h 2100"/>
              <a:gd name="T24" fmla="*/ 233 w 2100"/>
              <a:gd name="T25" fmla="*/ 0 h 2100"/>
              <a:gd name="T26" fmla="*/ 0 w 2100"/>
              <a:gd name="T27" fmla="*/ 233 h 2100"/>
              <a:gd name="T28" fmla="*/ 0 w 2100"/>
              <a:gd name="T29" fmla="*/ 1867 h 2100"/>
              <a:gd name="T30" fmla="*/ 233 w 2100"/>
              <a:gd name="T31" fmla="*/ 2100 h 2100"/>
              <a:gd name="T32" fmla="*/ 1867 w 2100"/>
              <a:gd name="T33" fmla="*/ 2100 h 2100"/>
              <a:gd name="T34" fmla="*/ 2100 w 2100"/>
              <a:gd name="T35" fmla="*/ 1867 h 2100"/>
              <a:gd name="T36" fmla="*/ 2100 w 2100"/>
              <a:gd name="T37" fmla="*/ 233 h 2100"/>
              <a:gd name="T38" fmla="*/ 1867 w 2100"/>
              <a:gd name="T39" fmla="*/ 0 h 2100"/>
              <a:gd name="T40" fmla="*/ 1867 w 2100"/>
              <a:gd name="T41" fmla="*/ 1867 h 2100"/>
              <a:gd name="T42" fmla="*/ 233 w 2100"/>
              <a:gd name="T43" fmla="*/ 1867 h 2100"/>
              <a:gd name="T44" fmla="*/ 233 w 2100"/>
              <a:gd name="T45" fmla="*/ 233 h 2100"/>
              <a:gd name="T46" fmla="*/ 1867 w 2100"/>
              <a:gd name="T47" fmla="*/ 233 h 2100"/>
              <a:gd name="T48" fmla="*/ 1867 w 2100"/>
              <a:gd name="T49" fmla="*/ 18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100" h="2100">
                <a:moveTo>
                  <a:pt x="1050" y="1079"/>
                </a:moveTo>
                <a:cubicBezTo>
                  <a:pt x="1195" y="1079"/>
                  <a:pt x="1313" y="961"/>
                  <a:pt x="1313" y="817"/>
                </a:cubicBezTo>
                <a:cubicBezTo>
                  <a:pt x="1313" y="672"/>
                  <a:pt x="1195" y="554"/>
                  <a:pt x="1050" y="554"/>
                </a:cubicBezTo>
                <a:cubicBezTo>
                  <a:pt x="905" y="554"/>
                  <a:pt x="788" y="672"/>
                  <a:pt x="788" y="817"/>
                </a:cubicBezTo>
                <a:cubicBezTo>
                  <a:pt x="788" y="961"/>
                  <a:pt x="905" y="1079"/>
                  <a:pt x="1050" y="1079"/>
                </a:cubicBezTo>
                <a:close/>
                <a:moveTo>
                  <a:pt x="1575" y="1546"/>
                </a:moveTo>
                <a:cubicBezTo>
                  <a:pt x="1575" y="1371"/>
                  <a:pt x="1225" y="1283"/>
                  <a:pt x="1050" y="1283"/>
                </a:cubicBezTo>
                <a:cubicBezTo>
                  <a:pt x="875" y="1283"/>
                  <a:pt x="525" y="1371"/>
                  <a:pt x="525" y="1546"/>
                </a:cubicBezTo>
                <a:cubicBezTo>
                  <a:pt x="525" y="1633"/>
                  <a:pt x="525" y="1633"/>
                  <a:pt x="525" y="1633"/>
                </a:cubicBezTo>
                <a:cubicBezTo>
                  <a:pt x="1575" y="1633"/>
                  <a:pt x="1575" y="1633"/>
                  <a:pt x="1575" y="1633"/>
                </a:cubicBezTo>
                <a:lnTo>
                  <a:pt x="1575" y="1546"/>
                </a:lnTo>
                <a:close/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867" y="1867"/>
                </a:moveTo>
                <a:cubicBezTo>
                  <a:pt x="233" y="1867"/>
                  <a:pt x="233" y="1867"/>
                  <a:pt x="233" y="1867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867" y="233"/>
                  <a:pt x="1867" y="233"/>
                  <a:pt x="1867" y="233"/>
                </a:cubicBezTo>
                <a:lnTo>
                  <a:pt x="1867" y="18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move Red Ey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23578"/>
          </a:xfrm>
          <a:custGeom>
            <a:avLst/>
            <a:gdLst>
              <a:gd name="T0" fmla="*/ 1283 w 2566"/>
              <a:gd name="T1" fmla="*/ 0 h 1750"/>
              <a:gd name="T2" fmla="*/ 0 w 2566"/>
              <a:gd name="T3" fmla="*/ 875 h 1750"/>
              <a:gd name="T4" fmla="*/ 1283 w 2566"/>
              <a:gd name="T5" fmla="*/ 1750 h 1750"/>
              <a:gd name="T6" fmla="*/ 2566 w 2566"/>
              <a:gd name="T7" fmla="*/ 875 h 1750"/>
              <a:gd name="T8" fmla="*/ 1283 w 2566"/>
              <a:gd name="T9" fmla="*/ 0 h 1750"/>
              <a:gd name="T10" fmla="*/ 1283 w 2566"/>
              <a:gd name="T11" fmla="*/ 1458 h 1750"/>
              <a:gd name="T12" fmla="*/ 700 w 2566"/>
              <a:gd name="T13" fmla="*/ 875 h 1750"/>
              <a:gd name="T14" fmla="*/ 1283 w 2566"/>
              <a:gd name="T15" fmla="*/ 292 h 1750"/>
              <a:gd name="T16" fmla="*/ 1866 w 2566"/>
              <a:gd name="T17" fmla="*/ 875 h 1750"/>
              <a:gd name="T18" fmla="*/ 1283 w 2566"/>
              <a:gd name="T19" fmla="*/ 1458 h 1750"/>
              <a:gd name="T20" fmla="*/ 1283 w 2566"/>
              <a:gd name="T21" fmla="*/ 525 h 1750"/>
              <a:gd name="T22" fmla="*/ 933 w 2566"/>
              <a:gd name="T23" fmla="*/ 875 h 1750"/>
              <a:gd name="T24" fmla="*/ 1283 w 2566"/>
              <a:gd name="T25" fmla="*/ 1225 h 1750"/>
              <a:gd name="T26" fmla="*/ 1633 w 2566"/>
              <a:gd name="T27" fmla="*/ 875 h 1750"/>
              <a:gd name="T28" fmla="*/ 1283 w 2566"/>
              <a:gd name="T29" fmla="*/ 525 h 1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66" h="1750">
                <a:moveTo>
                  <a:pt x="1283" y="0"/>
                </a:moveTo>
                <a:cubicBezTo>
                  <a:pt x="700" y="0"/>
                  <a:pt x="202" y="363"/>
                  <a:pt x="0" y="875"/>
                </a:cubicBezTo>
                <a:cubicBezTo>
                  <a:pt x="202" y="1387"/>
                  <a:pt x="700" y="1750"/>
                  <a:pt x="1283" y="1750"/>
                </a:cubicBezTo>
                <a:cubicBezTo>
                  <a:pt x="1866" y="1750"/>
                  <a:pt x="2364" y="1387"/>
                  <a:pt x="2566" y="875"/>
                </a:cubicBezTo>
                <a:cubicBezTo>
                  <a:pt x="2364" y="363"/>
                  <a:pt x="1866" y="0"/>
                  <a:pt x="1283" y="0"/>
                </a:cubicBezTo>
                <a:close/>
                <a:moveTo>
                  <a:pt x="1283" y="1458"/>
                </a:moveTo>
                <a:cubicBezTo>
                  <a:pt x="961" y="1458"/>
                  <a:pt x="700" y="1197"/>
                  <a:pt x="700" y="875"/>
                </a:cubicBezTo>
                <a:cubicBezTo>
                  <a:pt x="700" y="553"/>
                  <a:pt x="961" y="292"/>
                  <a:pt x="1283" y="292"/>
                </a:cubicBezTo>
                <a:cubicBezTo>
                  <a:pt x="1605" y="292"/>
                  <a:pt x="1866" y="553"/>
                  <a:pt x="1866" y="875"/>
                </a:cubicBezTo>
                <a:cubicBezTo>
                  <a:pt x="1866" y="1197"/>
                  <a:pt x="1605" y="1458"/>
                  <a:pt x="1283" y="1458"/>
                </a:cubicBezTo>
                <a:close/>
                <a:moveTo>
                  <a:pt x="1283" y="525"/>
                </a:moveTo>
                <a:cubicBezTo>
                  <a:pt x="1089" y="525"/>
                  <a:pt x="933" y="681"/>
                  <a:pt x="933" y="875"/>
                </a:cubicBezTo>
                <a:cubicBezTo>
                  <a:pt x="933" y="1069"/>
                  <a:pt x="1089" y="1225"/>
                  <a:pt x="1283" y="1225"/>
                </a:cubicBezTo>
                <a:cubicBezTo>
                  <a:pt x="1477" y="1225"/>
                  <a:pt x="1633" y="1069"/>
                  <a:pt x="1633" y="875"/>
                </a:cubicBezTo>
                <a:cubicBezTo>
                  <a:pt x="1633" y="681"/>
                  <a:pt x="1477" y="525"/>
                  <a:pt x="1283" y="5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tate 90 Degrees CCW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82152"/>
          </a:xfrm>
          <a:custGeom>
            <a:avLst/>
            <a:gdLst>
              <a:gd name="T0" fmla="*/ 756 w 2569"/>
              <a:gd name="T1" fmla="*/ 659 h 2478"/>
              <a:gd name="T2" fmla="*/ 0 w 2569"/>
              <a:gd name="T3" fmla="*/ 1416 h 2478"/>
              <a:gd name="T4" fmla="*/ 758 w 2569"/>
              <a:gd name="T5" fmla="*/ 2172 h 2478"/>
              <a:gd name="T6" fmla="*/ 1515 w 2569"/>
              <a:gd name="T7" fmla="*/ 1416 h 2478"/>
              <a:gd name="T8" fmla="*/ 756 w 2569"/>
              <a:gd name="T9" fmla="*/ 659 h 2478"/>
              <a:gd name="T10" fmla="*/ 330 w 2569"/>
              <a:gd name="T11" fmla="*/ 1416 h 2478"/>
              <a:gd name="T12" fmla="*/ 758 w 2569"/>
              <a:gd name="T13" fmla="*/ 989 h 2478"/>
              <a:gd name="T14" fmla="*/ 1183 w 2569"/>
              <a:gd name="T15" fmla="*/ 1416 h 2478"/>
              <a:gd name="T16" fmla="*/ 756 w 2569"/>
              <a:gd name="T17" fmla="*/ 1843 h 2478"/>
              <a:gd name="T18" fmla="*/ 330 w 2569"/>
              <a:gd name="T19" fmla="*/ 1416 h 2478"/>
              <a:gd name="T20" fmla="*/ 2159 w 2569"/>
              <a:gd name="T21" fmla="*/ 686 h 2478"/>
              <a:gd name="T22" fmla="*/ 1417 w 2569"/>
              <a:gd name="T23" fmla="*/ 378 h 2478"/>
              <a:gd name="T24" fmla="*/ 1417 w 2569"/>
              <a:gd name="T25" fmla="*/ 0 h 2478"/>
              <a:gd name="T26" fmla="*/ 922 w 2569"/>
              <a:gd name="T27" fmla="*/ 494 h 2478"/>
              <a:gd name="T28" fmla="*/ 1417 w 2569"/>
              <a:gd name="T29" fmla="*/ 989 h 2478"/>
              <a:gd name="T30" fmla="*/ 1417 w 2569"/>
              <a:gd name="T31" fmla="*/ 611 h 2478"/>
              <a:gd name="T32" fmla="*/ 1994 w 2569"/>
              <a:gd name="T33" fmla="*/ 850 h 2478"/>
              <a:gd name="T34" fmla="*/ 1994 w 2569"/>
              <a:gd name="T35" fmla="*/ 2005 h 2478"/>
              <a:gd name="T36" fmla="*/ 1417 w 2569"/>
              <a:gd name="T37" fmla="*/ 2244 h 2478"/>
              <a:gd name="T38" fmla="*/ 1085 w 2569"/>
              <a:gd name="T39" fmla="*/ 2173 h 2478"/>
              <a:gd name="T40" fmla="*/ 911 w 2569"/>
              <a:gd name="T41" fmla="*/ 2347 h 2478"/>
              <a:gd name="T42" fmla="*/ 1417 w 2569"/>
              <a:gd name="T43" fmla="*/ 2478 h 2478"/>
              <a:gd name="T44" fmla="*/ 2159 w 2569"/>
              <a:gd name="T45" fmla="*/ 2170 h 2478"/>
              <a:gd name="T46" fmla="*/ 2159 w 2569"/>
              <a:gd name="T47" fmla="*/ 686 h 24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569" h="2478">
                <a:moveTo>
                  <a:pt x="756" y="659"/>
                </a:moveTo>
                <a:cubicBezTo>
                  <a:pt x="0" y="1416"/>
                  <a:pt x="0" y="1416"/>
                  <a:pt x="0" y="1416"/>
                </a:cubicBezTo>
                <a:cubicBezTo>
                  <a:pt x="758" y="2172"/>
                  <a:pt x="758" y="2172"/>
                  <a:pt x="758" y="2172"/>
                </a:cubicBezTo>
                <a:cubicBezTo>
                  <a:pt x="1515" y="1416"/>
                  <a:pt x="1515" y="1416"/>
                  <a:pt x="1515" y="1416"/>
                </a:cubicBezTo>
                <a:lnTo>
                  <a:pt x="756" y="659"/>
                </a:lnTo>
                <a:close/>
                <a:moveTo>
                  <a:pt x="330" y="1416"/>
                </a:moveTo>
                <a:cubicBezTo>
                  <a:pt x="758" y="989"/>
                  <a:pt x="758" y="989"/>
                  <a:pt x="758" y="989"/>
                </a:cubicBezTo>
                <a:cubicBezTo>
                  <a:pt x="1183" y="1416"/>
                  <a:pt x="1183" y="1416"/>
                  <a:pt x="1183" y="1416"/>
                </a:cubicBezTo>
                <a:cubicBezTo>
                  <a:pt x="756" y="1843"/>
                  <a:pt x="756" y="1843"/>
                  <a:pt x="756" y="1843"/>
                </a:cubicBezTo>
                <a:lnTo>
                  <a:pt x="330" y="1416"/>
                </a:lnTo>
                <a:close/>
                <a:moveTo>
                  <a:pt x="2159" y="686"/>
                </a:moveTo>
                <a:cubicBezTo>
                  <a:pt x="1954" y="480"/>
                  <a:pt x="1685" y="378"/>
                  <a:pt x="1417" y="378"/>
                </a:cubicBezTo>
                <a:cubicBezTo>
                  <a:pt x="1417" y="0"/>
                  <a:pt x="1417" y="0"/>
                  <a:pt x="1417" y="0"/>
                </a:cubicBezTo>
                <a:cubicBezTo>
                  <a:pt x="922" y="494"/>
                  <a:pt x="922" y="494"/>
                  <a:pt x="922" y="494"/>
                </a:cubicBezTo>
                <a:cubicBezTo>
                  <a:pt x="1417" y="989"/>
                  <a:pt x="1417" y="989"/>
                  <a:pt x="1417" y="989"/>
                </a:cubicBezTo>
                <a:cubicBezTo>
                  <a:pt x="1417" y="611"/>
                  <a:pt x="1417" y="611"/>
                  <a:pt x="1417" y="611"/>
                </a:cubicBezTo>
                <a:cubicBezTo>
                  <a:pt x="1626" y="611"/>
                  <a:pt x="1834" y="690"/>
                  <a:pt x="1994" y="850"/>
                </a:cubicBezTo>
                <a:cubicBezTo>
                  <a:pt x="2313" y="1169"/>
                  <a:pt x="2313" y="1687"/>
                  <a:pt x="1994" y="2005"/>
                </a:cubicBezTo>
                <a:cubicBezTo>
                  <a:pt x="1834" y="2165"/>
                  <a:pt x="1626" y="2244"/>
                  <a:pt x="1417" y="2244"/>
                </a:cubicBezTo>
                <a:cubicBezTo>
                  <a:pt x="1303" y="2244"/>
                  <a:pt x="1190" y="2220"/>
                  <a:pt x="1085" y="2173"/>
                </a:cubicBezTo>
                <a:cubicBezTo>
                  <a:pt x="911" y="2347"/>
                  <a:pt x="911" y="2347"/>
                  <a:pt x="911" y="2347"/>
                </a:cubicBezTo>
                <a:cubicBezTo>
                  <a:pt x="1069" y="2433"/>
                  <a:pt x="1243" y="2478"/>
                  <a:pt x="1417" y="2478"/>
                </a:cubicBezTo>
                <a:cubicBezTo>
                  <a:pt x="1685" y="2478"/>
                  <a:pt x="1954" y="2375"/>
                  <a:pt x="2159" y="2170"/>
                </a:cubicBezTo>
                <a:cubicBezTo>
                  <a:pt x="2569" y="1760"/>
                  <a:pt x="2569" y="1095"/>
                  <a:pt x="2159" y="6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tate Lef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69569" cy="914400"/>
          </a:xfrm>
          <a:custGeom>
            <a:avLst/>
            <a:gdLst>
              <a:gd name="T0" fmla="*/ 354 w 1858"/>
              <a:gd name="T1" fmla="*/ 878 h 2208"/>
              <a:gd name="T2" fmla="*/ 190 w 1858"/>
              <a:gd name="T3" fmla="*/ 712 h 2208"/>
              <a:gd name="T4" fmla="*/ 0 w 1858"/>
              <a:gd name="T5" fmla="*/ 1166 h 2208"/>
              <a:gd name="T6" fmla="*/ 235 w 1858"/>
              <a:gd name="T7" fmla="*/ 1166 h 2208"/>
              <a:gd name="T8" fmla="*/ 354 w 1858"/>
              <a:gd name="T9" fmla="*/ 878 h 2208"/>
              <a:gd name="T10" fmla="*/ 235 w 1858"/>
              <a:gd name="T11" fmla="*/ 1400 h 2208"/>
              <a:gd name="T12" fmla="*/ 0 w 1858"/>
              <a:gd name="T13" fmla="*/ 1400 h 2208"/>
              <a:gd name="T14" fmla="*/ 189 w 1858"/>
              <a:gd name="T15" fmla="*/ 1854 h 2208"/>
              <a:gd name="T16" fmla="*/ 353 w 1858"/>
              <a:gd name="T17" fmla="*/ 1688 h 2208"/>
              <a:gd name="T18" fmla="*/ 235 w 1858"/>
              <a:gd name="T19" fmla="*/ 1400 h 2208"/>
              <a:gd name="T20" fmla="*/ 353 w 1858"/>
              <a:gd name="T21" fmla="*/ 2020 h 2208"/>
              <a:gd name="T22" fmla="*/ 808 w 1858"/>
              <a:gd name="T23" fmla="*/ 2208 h 2208"/>
              <a:gd name="T24" fmla="*/ 808 w 1858"/>
              <a:gd name="T25" fmla="*/ 1971 h 2208"/>
              <a:gd name="T26" fmla="*/ 521 w 1858"/>
              <a:gd name="T27" fmla="*/ 1851 h 2208"/>
              <a:gd name="T28" fmla="*/ 353 w 1858"/>
              <a:gd name="T29" fmla="*/ 2020 h 2208"/>
              <a:gd name="T30" fmla="*/ 1042 w 1858"/>
              <a:gd name="T31" fmla="*/ 358 h 2208"/>
              <a:gd name="T32" fmla="*/ 1042 w 1858"/>
              <a:gd name="T33" fmla="*/ 0 h 2208"/>
              <a:gd name="T34" fmla="*/ 511 w 1858"/>
              <a:gd name="T35" fmla="*/ 530 h 2208"/>
              <a:gd name="T36" fmla="*/ 1042 w 1858"/>
              <a:gd name="T37" fmla="*/ 1050 h 2208"/>
              <a:gd name="T38" fmla="*/ 1042 w 1858"/>
              <a:gd name="T39" fmla="*/ 593 h 2208"/>
              <a:gd name="T40" fmla="*/ 1625 w 1858"/>
              <a:gd name="T41" fmla="*/ 1283 h 2208"/>
              <a:gd name="T42" fmla="*/ 1042 w 1858"/>
              <a:gd name="T43" fmla="*/ 1973 h 2208"/>
              <a:gd name="T44" fmla="*/ 1042 w 1858"/>
              <a:gd name="T45" fmla="*/ 2208 h 2208"/>
              <a:gd name="T46" fmla="*/ 1858 w 1858"/>
              <a:gd name="T47" fmla="*/ 1283 h 2208"/>
              <a:gd name="T48" fmla="*/ 1042 w 1858"/>
              <a:gd name="T49" fmla="*/ 358 h 2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58" h="2208">
                <a:moveTo>
                  <a:pt x="354" y="878"/>
                </a:moveTo>
                <a:cubicBezTo>
                  <a:pt x="190" y="712"/>
                  <a:pt x="190" y="712"/>
                  <a:pt x="190" y="712"/>
                </a:cubicBezTo>
                <a:cubicBezTo>
                  <a:pt x="85" y="848"/>
                  <a:pt x="20" y="1004"/>
                  <a:pt x="0" y="1166"/>
                </a:cubicBezTo>
                <a:cubicBezTo>
                  <a:pt x="235" y="1166"/>
                  <a:pt x="235" y="1166"/>
                  <a:pt x="235" y="1166"/>
                </a:cubicBezTo>
                <a:cubicBezTo>
                  <a:pt x="252" y="1065"/>
                  <a:pt x="293" y="966"/>
                  <a:pt x="354" y="878"/>
                </a:cubicBezTo>
                <a:close/>
                <a:moveTo>
                  <a:pt x="235" y="1400"/>
                </a:moveTo>
                <a:cubicBezTo>
                  <a:pt x="0" y="1400"/>
                  <a:pt x="0" y="1400"/>
                  <a:pt x="0" y="1400"/>
                </a:cubicBezTo>
                <a:cubicBezTo>
                  <a:pt x="20" y="1562"/>
                  <a:pt x="84" y="1718"/>
                  <a:pt x="189" y="1854"/>
                </a:cubicBezTo>
                <a:cubicBezTo>
                  <a:pt x="353" y="1688"/>
                  <a:pt x="353" y="1688"/>
                  <a:pt x="353" y="1688"/>
                </a:cubicBezTo>
                <a:cubicBezTo>
                  <a:pt x="293" y="1600"/>
                  <a:pt x="252" y="1502"/>
                  <a:pt x="235" y="1400"/>
                </a:cubicBezTo>
                <a:close/>
                <a:moveTo>
                  <a:pt x="353" y="2020"/>
                </a:moveTo>
                <a:cubicBezTo>
                  <a:pt x="489" y="2125"/>
                  <a:pt x="646" y="2188"/>
                  <a:pt x="808" y="2208"/>
                </a:cubicBezTo>
                <a:cubicBezTo>
                  <a:pt x="808" y="1971"/>
                  <a:pt x="808" y="1971"/>
                  <a:pt x="808" y="1971"/>
                </a:cubicBezTo>
                <a:cubicBezTo>
                  <a:pt x="707" y="1954"/>
                  <a:pt x="609" y="1914"/>
                  <a:pt x="521" y="1851"/>
                </a:cubicBezTo>
                <a:lnTo>
                  <a:pt x="353" y="2020"/>
                </a:lnTo>
                <a:close/>
                <a:moveTo>
                  <a:pt x="1042" y="358"/>
                </a:moveTo>
                <a:cubicBezTo>
                  <a:pt x="1042" y="0"/>
                  <a:pt x="1042" y="0"/>
                  <a:pt x="1042" y="0"/>
                </a:cubicBezTo>
                <a:cubicBezTo>
                  <a:pt x="511" y="530"/>
                  <a:pt x="511" y="530"/>
                  <a:pt x="511" y="530"/>
                </a:cubicBezTo>
                <a:cubicBezTo>
                  <a:pt x="1042" y="1050"/>
                  <a:pt x="1042" y="1050"/>
                  <a:pt x="1042" y="1050"/>
                </a:cubicBezTo>
                <a:cubicBezTo>
                  <a:pt x="1042" y="593"/>
                  <a:pt x="1042" y="593"/>
                  <a:pt x="1042" y="593"/>
                </a:cubicBezTo>
                <a:cubicBezTo>
                  <a:pt x="1373" y="649"/>
                  <a:pt x="1625" y="937"/>
                  <a:pt x="1625" y="1283"/>
                </a:cubicBezTo>
                <a:cubicBezTo>
                  <a:pt x="1625" y="1629"/>
                  <a:pt x="1373" y="1916"/>
                  <a:pt x="1042" y="1973"/>
                </a:cubicBezTo>
                <a:cubicBezTo>
                  <a:pt x="1042" y="2208"/>
                  <a:pt x="1042" y="2208"/>
                  <a:pt x="1042" y="2208"/>
                </a:cubicBezTo>
                <a:cubicBezTo>
                  <a:pt x="1503" y="2151"/>
                  <a:pt x="1858" y="1759"/>
                  <a:pt x="1858" y="1283"/>
                </a:cubicBezTo>
                <a:cubicBezTo>
                  <a:pt x="1858" y="807"/>
                  <a:pt x="1503" y="415"/>
                  <a:pt x="1042" y="3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tate Righ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69569" cy="914400"/>
          </a:xfrm>
          <a:custGeom>
            <a:avLst/>
            <a:gdLst>
              <a:gd name="T0" fmla="*/ 1347 w 1858"/>
              <a:gd name="T1" fmla="*/ 530 h 2208"/>
              <a:gd name="T2" fmla="*/ 816 w 1858"/>
              <a:gd name="T3" fmla="*/ 0 h 2208"/>
              <a:gd name="T4" fmla="*/ 816 w 1858"/>
              <a:gd name="T5" fmla="*/ 358 h 2208"/>
              <a:gd name="T6" fmla="*/ 0 w 1858"/>
              <a:gd name="T7" fmla="*/ 1283 h 2208"/>
              <a:gd name="T8" fmla="*/ 816 w 1858"/>
              <a:gd name="T9" fmla="*/ 2208 h 2208"/>
              <a:gd name="T10" fmla="*/ 816 w 1858"/>
              <a:gd name="T11" fmla="*/ 1973 h 2208"/>
              <a:gd name="T12" fmla="*/ 233 w 1858"/>
              <a:gd name="T13" fmla="*/ 1283 h 2208"/>
              <a:gd name="T14" fmla="*/ 816 w 1858"/>
              <a:gd name="T15" fmla="*/ 593 h 2208"/>
              <a:gd name="T16" fmla="*/ 816 w 1858"/>
              <a:gd name="T17" fmla="*/ 1050 h 2208"/>
              <a:gd name="T18" fmla="*/ 1347 w 1858"/>
              <a:gd name="T19" fmla="*/ 530 h 2208"/>
              <a:gd name="T20" fmla="*/ 1858 w 1858"/>
              <a:gd name="T21" fmla="*/ 1166 h 2208"/>
              <a:gd name="T22" fmla="*/ 1669 w 1858"/>
              <a:gd name="T23" fmla="*/ 712 h 2208"/>
              <a:gd name="T24" fmla="*/ 1504 w 1858"/>
              <a:gd name="T25" fmla="*/ 878 h 2208"/>
              <a:gd name="T26" fmla="*/ 1623 w 1858"/>
              <a:gd name="T27" fmla="*/ 1166 h 2208"/>
              <a:gd name="T28" fmla="*/ 1858 w 1858"/>
              <a:gd name="T29" fmla="*/ 1166 h 2208"/>
              <a:gd name="T30" fmla="*/ 1050 w 1858"/>
              <a:gd name="T31" fmla="*/ 1971 h 2208"/>
              <a:gd name="T32" fmla="*/ 1050 w 1858"/>
              <a:gd name="T33" fmla="*/ 2207 h 2208"/>
              <a:gd name="T34" fmla="*/ 1505 w 1858"/>
              <a:gd name="T35" fmla="*/ 2019 h 2208"/>
              <a:gd name="T36" fmla="*/ 1337 w 1858"/>
              <a:gd name="T37" fmla="*/ 1851 h 2208"/>
              <a:gd name="T38" fmla="*/ 1050 w 1858"/>
              <a:gd name="T39" fmla="*/ 1971 h 2208"/>
              <a:gd name="T40" fmla="*/ 1504 w 1858"/>
              <a:gd name="T41" fmla="*/ 1689 h 2208"/>
              <a:gd name="T42" fmla="*/ 1669 w 1858"/>
              <a:gd name="T43" fmla="*/ 1854 h 2208"/>
              <a:gd name="T44" fmla="*/ 1858 w 1858"/>
              <a:gd name="T45" fmla="*/ 1400 h 2208"/>
              <a:gd name="T46" fmla="*/ 1623 w 1858"/>
              <a:gd name="T47" fmla="*/ 1400 h 2208"/>
              <a:gd name="T48" fmla="*/ 1504 w 1858"/>
              <a:gd name="T49" fmla="*/ 1689 h 2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1858" h="2208">
                <a:moveTo>
                  <a:pt x="1347" y="530"/>
                </a:moveTo>
                <a:cubicBezTo>
                  <a:pt x="816" y="0"/>
                  <a:pt x="816" y="0"/>
                  <a:pt x="816" y="0"/>
                </a:cubicBezTo>
                <a:cubicBezTo>
                  <a:pt x="816" y="358"/>
                  <a:pt x="816" y="358"/>
                  <a:pt x="816" y="358"/>
                </a:cubicBezTo>
                <a:cubicBezTo>
                  <a:pt x="357" y="415"/>
                  <a:pt x="0" y="807"/>
                  <a:pt x="0" y="1283"/>
                </a:cubicBezTo>
                <a:cubicBezTo>
                  <a:pt x="0" y="1759"/>
                  <a:pt x="355" y="2151"/>
                  <a:pt x="816" y="2208"/>
                </a:cubicBezTo>
                <a:cubicBezTo>
                  <a:pt x="816" y="1973"/>
                  <a:pt x="816" y="1973"/>
                  <a:pt x="816" y="1973"/>
                </a:cubicBezTo>
                <a:cubicBezTo>
                  <a:pt x="485" y="1916"/>
                  <a:pt x="233" y="1629"/>
                  <a:pt x="233" y="1283"/>
                </a:cubicBezTo>
                <a:cubicBezTo>
                  <a:pt x="233" y="937"/>
                  <a:pt x="485" y="649"/>
                  <a:pt x="816" y="593"/>
                </a:cubicBezTo>
                <a:cubicBezTo>
                  <a:pt x="816" y="1050"/>
                  <a:pt x="816" y="1050"/>
                  <a:pt x="816" y="1050"/>
                </a:cubicBezTo>
                <a:lnTo>
                  <a:pt x="1347" y="530"/>
                </a:lnTo>
                <a:close/>
                <a:moveTo>
                  <a:pt x="1858" y="1166"/>
                </a:moveTo>
                <a:cubicBezTo>
                  <a:pt x="1838" y="1004"/>
                  <a:pt x="1774" y="848"/>
                  <a:pt x="1669" y="712"/>
                </a:cubicBezTo>
                <a:cubicBezTo>
                  <a:pt x="1504" y="878"/>
                  <a:pt x="1504" y="878"/>
                  <a:pt x="1504" y="878"/>
                </a:cubicBezTo>
                <a:cubicBezTo>
                  <a:pt x="1566" y="966"/>
                  <a:pt x="1606" y="1065"/>
                  <a:pt x="1623" y="1166"/>
                </a:cubicBezTo>
                <a:lnTo>
                  <a:pt x="1858" y="1166"/>
                </a:lnTo>
                <a:close/>
                <a:moveTo>
                  <a:pt x="1050" y="1971"/>
                </a:moveTo>
                <a:cubicBezTo>
                  <a:pt x="1050" y="2207"/>
                  <a:pt x="1050" y="2207"/>
                  <a:pt x="1050" y="2207"/>
                </a:cubicBezTo>
                <a:cubicBezTo>
                  <a:pt x="1212" y="2187"/>
                  <a:pt x="1369" y="2124"/>
                  <a:pt x="1505" y="2019"/>
                </a:cubicBezTo>
                <a:cubicBezTo>
                  <a:pt x="1337" y="1851"/>
                  <a:pt x="1337" y="1851"/>
                  <a:pt x="1337" y="1851"/>
                </a:cubicBezTo>
                <a:cubicBezTo>
                  <a:pt x="1249" y="1914"/>
                  <a:pt x="1151" y="1955"/>
                  <a:pt x="1050" y="1971"/>
                </a:cubicBezTo>
                <a:close/>
                <a:moveTo>
                  <a:pt x="1504" y="1689"/>
                </a:moveTo>
                <a:cubicBezTo>
                  <a:pt x="1669" y="1854"/>
                  <a:pt x="1669" y="1854"/>
                  <a:pt x="1669" y="1854"/>
                </a:cubicBezTo>
                <a:cubicBezTo>
                  <a:pt x="1774" y="1718"/>
                  <a:pt x="1838" y="1562"/>
                  <a:pt x="1858" y="1400"/>
                </a:cubicBezTo>
                <a:cubicBezTo>
                  <a:pt x="1623" y="1400"/>
                  <a:pt x="1623" y="1400"/>
                  <a:pt x="1623" y="1400"/>
                </a:cubicBezTo>
                <a:cubicBezTo>
                  <a:pt x="1606" y="1501"/>
                  <a:pt x="1566" y="1600"/>
                  <a:pt x="1504" y="16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show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817 w 2100"/>
              <a:gd name="T1" fmla="*/ 583 h 2100"/>
              <a:gd name="T2" fmla="*/ 817 w 2100"/>
              <a:gd name="T3" fmla="*/ 1517 h 2100"/>
              <a:gd name="T4" fmla="*/ 1400 w 2100"/>
              <a:gd name="T5" fmla="*/ 1050 h 2100"/>
              <a:gd name="T6" fmla="*/ 817 w 2100"/>
              <a:gd name="T7" fmla="*/ 583 h 2100"/>
              <a:gd name="T8" fmla="*/ 1867 w 2100"/>
              <a:gd name="T9" fmla="*/ 0 h 2100"/>
              <a:gd name="T10" fmla="*/ 233 w 2100"/>
              <a:gd name="T11" fmla="*/ 0 h 2100"/>
              <a:gd name="T12" fmla="*/ 0 w 2100"/>
              <a:gd name="T13" fmla="*/ 233 h 2100"/>
              <a:gd name="T14" fmla="*/ 0 w 2100"/>
              <a:gd name="T15" fmla="*/ 1867 h 2100"/>
              <a:gd name="T16" fmla="*/ 233 w 2100"/>
              <a:gd name="T17" fmla="*/ 2100 h 2100"/>
              <a:gd name="T18" fmla="*/ 1867 w 2100"/>
              <a:gd name="T19" fmla="*/ 2100 h 2100"/>
              <a:gd name="T20" fmla="*/ 2100 w 2100"/>
              <a:gd name="T21" fmla="*/ 1867 h 2100"/>
              <a:gd name="T22" fmla="*/ 2100 w 2100"/>
              <a:gd name="T23" fmla="*/ 233 h 2100"/>
              <a:gd name="T24" fmla="*/ 1867 w 2100"/>
              <a:gd name="T25" fmla="*/ 0 h 2100"/>
              <a:gd name="T26" fmla="*/ 1867 w 2100"/>
              <a:gd name="T27" fmla="*/ 1867 h 2100"/>
              <a:gd name="T28" fmla="*/ 233 w 2100"/>
              <a:gd name="T29" fmla="*/ 1867 h 2100"/>
              <a:gd name="T30" fmla="*/ 233 w 2100"/>
              <a:gd name="T31" fmla="*/ 233 h 2100"/>
              <a:gd name="T32" fmla="*/ 1867 w 2100"/>
              <a:gd name="T33" fmla="*/ 233 h 2100"/>
              <a:gd name="T34" fmla="*/ 1867 w 2100"/>
              <a:gd name="T35" fmla="*/ 18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100" h="2100">
                <a:moveTo>
                  <a:pt x="817" y="583"/>
                </a:moveTo>
                <a:cubicBezTo>
                  <a:pt x="817" y="1517"/>
                  <a:pt x="817" y="1517"/>
                  <a:pt x="817" y="1517"/>
                </a:cubicBezTo>
                <a:cubicBezTo>
                  <a:pt x="1400" y="1050"/>
                  <a:pt x="1400" y="1050"/>
                  <a:pt x="1400" y="1050"/>
                </a:cubicBezTo>
                <a:lnTo>
                  <a:pt x="817" y="583"/>
                </a:lnTo>
                <a:close/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867" y="1867"/>
                </a:moveTo>
                <a:cubicBezTo>
                  <a:pt x="233" y="1867"/>
                  <a:pt x="233" y="1867"/>
                  <a:pt x="233" y="1867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867" y="233"/>
                  <a:pt x="1867" y="233"/>
                  <a:pt x="1867" y="233"/>
                </a:cubicBezTo>
                <a:lnTo>
                  <a:pt x="1867" y="18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raighte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98832"/>
          </a:xfrm>
          <a:custGeom>
            <a:avLst/>
            <a:gdLst>
              <a:gd name="T0" fmla="*/ 2333 w 2566"/>
              <a:gd name="T1" fmla="*/ 0 h 1400"/>
              <a:gd name="T2" fmla="*/ 233 w 2566"/>
              <a:gd name="T3" fmla="*/ 0 h 1400"/>
              <a:gd name="T4" fmla="*/ 0 w 2566"/>
              <a:gd name="T5" fmla="*/ 233 h 1400"/>
              <a:gd name="T6" fmla="*/ 0 w 2566"/>
              <a:gd name="T7" fmla="*/ 1167 h 1400"/>
              <a:gd name="T8" fmla="*/ 233 w 2566"/>
              <a:gd name="T9" fmla="*/ 1400 h 1400"/>
              <a:gd name="T10" fmla="*/ 2333 w 2566"/>
              <a:gd name="T11" fmla="*/ 1400 h 1400"/>
              <a:gd name="T12" fmla="*/ 2566 w 2566"/>
              <a:gd name="T13" fmla="*/ 1167 h 1400"/>
              <a:gd name="T14" fmla="*/ 2566 w 2566"/>
              <a:gd name="T15" fmla="*/ 233 h 1400"/>
              <a:gd name="T16" fmla="*/ 2333 w 2566"/>
              <a:gd name="T17" fmla="*/ 0 h 1400"/>
              <a:gd name="T18" fmla="*/ 2333 w 2566"/>
              <a:gd name="T19" fmla="*/ 1167 h 1400"/>
              <a:gd name="T20" fmla="*/ 233 w 2566"/>
              <a:gd name="T21" fmla="*/ 1167 h 1400"/>
              <a:gd name="T22" fmla="*/ 233 w 2566"/>
              <a:gd name="T23" fmla="*/ 233 h 1400"/>
              <a:gd name="T24" fmla="*/ 466 w 2566"/>
              <a:gd name="T25" fmla="*/ 233 h 1400"/>
              <a:gd name="T26" fmla="*/ 466 w 2566"/>
              <a:gd name="T27" fmla="*/ 700 h 1400"/>
              <a:gd name="T28" fmla="*/ 700 w 2566"/>
              <a:gd name="T29" fmla="*/ 700 h 1400"/>
              <a:gd name="T30" fmla="*/ 700 w 2566"/>
              <a:gd name="T31" fmla="*/ 233 h 1400"/>
              <a:gd name="T32" fmla="*/ 933 w 2566"/>
              <a:gd name="T33" fmla="*/ 233 h 1400"/>
              <a:gd name="T34" fmla="*/ 933 w 2566"/>
              <a:gd name="T35" fmla="*/ 700 h 1400"/>
              <a:gd name="T36" fmla="*/ 1166 w 2566"/>
              <a:gd name="T37" fmla="*/ 700 h 1400"/>
              <a:gd name="T38" fmla="*/ 1166 w 2566"/>
              <a:gd name="T39" fmla="*/ 233 h 1400"/>
              <a:gd name="T40" fmla="*/ 1400 w 2566"/>
              <a:gd name="T41" fmla="*/ 233 h 1400"/>
              <a:gd name="T42" fmla="*/ 1400 w 2566"/>
              <a:gd name="T43" fmla="*/ 700 h 1400"/>
              <a:gd name="T44" fmla="*/ 1633 w 2566"/>
              <a:gd name="T45" fmla="*/ 700 h 1400"/>
              <a:gd name="T46" fmla="*/ 1633 w 2566"/>
              <a:gd name="T47" fmla="*/ 233 h 1400"/>
              <a:gd name="T48" fmla="*/ 1866 w 2566"/>
              <a:gd name="T49" fmla="*/ 233 h 1400"/>
              <a:gd name="T50" fmla="*/ 1866 w 2566"/>
              <a:gd name="T51" fmla="*/ 700 h 1400"/>
              <a:gd name="T52" fmla="*/ 2100 w 2566"/>
              <a:gd name="T53" fmla="*/ 700 h 1400"/>
              <a:gd name="T54" fmla="*/ 2100 w 2566"/>
              <a:gd name="T55" fmla="*/ 233 h 1400"/>
              <a:gd name="T56" fmla="*/ 2333 w 2566"/>
              <a:gd name="T57" fmla="*/ 233 h 1400"/>
              <a:gd name="T58" fmla="*/ 2333 w 2566"/>
              <a:gd name="T59" fmla="*/ 1167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566" h="1400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167"/>
                  <a:pt x="0" y="1167"/>
                  <a:pt x="0" y="1167"/>
                </a:cubicBezTo>
                <a:cubicBezTo>
                  <a:pt x="0" y="1295"/>
                  <a:pt x="105" y="1400"/>
                  <a:pt x="233" y="1400"/>
                </a:cubicBezTo>
                <a:cubicBezTo>
                  <a:pt x="2333" y="1400"/>
                  <a:pt x="2333" y="1400"/>
                  <a:pt x="2333" y="1400"/>
                </a:cubicBezTo>
                <a:cubicBezTo>
                  <a:pt x="2461" y="1400"/>
                  <a:pt x="2566" y="1295"/>
                  <a:pt x="2566" y="1167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2333" y="1167"/>
                </a:moveTo>
                <a:cubicBezTo>
                  <a:pt x="233" y="1167"/>
                  <a:pt x="233" y="1167"/>
                  <a:pt x="233" y="1167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466" y="233"/>
                  <a:pt x="466" y="233"/>
                  <a:pt x="466" y="233"/>
                </a:cubicBezTo>
                <a:cubicBezTo>
                  <a:pt x="466" y="700"/>
                  <a:pt x="466" y="700"/>
                  <a:pt x="466" y="700"/>
                </a:cubicBezTo>
                <a:cubicBezTo>
                  <a:pt x="700" y="700"/>
                  <a:pt x="700" y="700"/>
                  <a:pt x="700" y="700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933" y="233"/>
                  <a:pt x="933" y="233"/>
                  <a:pt x="933" y="233"/>
                </a:cubicBezTo>
                <a:cubicBezTo>
                  <a:pt x="933" y="700"/>
                  <a:pt x="933" y="700"/>
                  <a:pt x="933" y="700"/>
                </a:cubicBezTo>
                <a:cubicBezTo>
                  <a:pt x="1166" y="700"/>
                  <a:pt x="1166" y="700"/>
                  <a:pt x="1166" y="700"/>
                </a:cubicBezTo>
                <a:cubicBezTo>
                  <a:pt x="1166" y="233"/>
                  <a:pt x="1166" y="233"/>
                  <a:pt x="1166" y="233"/>
                </a:cubicBezTo>
                <a:cubicBezTo>
                  <a:pt x="1400" y="233"/>
                  <a:pt x="1400" y="233"/>
                  <a:pt x="1400" y="233"/>
                </a:cubicBezTo>
                <a:cubicBezTo>
                  <a:pt x="1400" y="700"/>
                  <a:pt x="1400" y="700"/>
                  <a:pt x="1400" y="700"/>
                </a:cubicBezTo>
                <a:cubicBezTo>
                  <a:pt x="1633" y="700"/>
                  <a:pt x="1633" y="700"/>
                  <a:pt x="1633" y="700"/>
                </a:cubicBezTo>
                <a:cubicBezTo>
                  <a:pt x="1633" y="233"/>
                  <a:pt x="1633" y="233"/>
                  <a:pt x="1633" y="233"/>
                </a:cubicBezTo>
                <a:cubicBezTo>
                  <a:pt x="1866" y="233"/>
                  <a:pt x="1866" y="233"/>
                  <a:pt x="1866" y="233"/>
                </a:cubicBezTo>
                <a:cubicBezTo>
                  <a:pt x="1866" y="700"/>
                  <a:pt x="1866" y="700"/>
                  <a:pt x="1866" y="700"/>
                </a:cubicBezTo>
                <a:cubicBezTo>
                  <a:pt x="2100" y="700"/>
                  <a:pt x="2100" y="700"/>
                  <a:pt x="2100" y="700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1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y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0924"/>
          </a:xfrm>
          <a:custGeom>
            <a:avLst/>
            <a:gdLst>
              <a:gd name="T0" fmla="*/ 175 w 2499"/>
              <a:gd name="T1" fmla="*/ 1972 h 2216"/>
              <a:gd name="T2" fmla="*/ 332 w 2499"/>
              <a:gd name="T3" fmla="*/ 2037 h 2216"/>
              <a:gd name="T4" fmla="*/ 332 w 2499"/>
              <a:gd name="T5" fmla="*/ 983 h 2216"/>
              <a:gd name="T6" fmla="*/ 48 w 2499"/>
              <a:gd name="T7" fmla="*/ 1667 h 2216"/>
              <a:gd name="T8" fmla="*/ 175 w 2499"/>
              <a:gd name="T9" fmla="*/ 1972 h 2216"/>
              <a:gd name="T10" fmla="*/ 2450 w 2499"/>
              <a:gd name="T11" fmla="*/ 1540 h 2216"/>
              <a:gd name="T12" fmla="*/ 1872 w 2499"/>
              <a:gd name="T13" fmla="*/ 143 h 2216"/>
              <a:gd name="T14" fmla="*/ 1660 w 2499"/>
              <a:gd name="T15" fmla="*/ 0 h 2216"/>
              <a:gd name="T16" fmla="*/ 1568 w 2499"/>
              <a:gd name="T17" fmla="*/ 17 h 2216"/>
              <a:gd name="T18" fmla="*/ 708 w 2499"/>
              <a:gd name="T19" fmla="*/ 373 h 2216"/>
              <a:gd name="T20" fmla="*/ 565 w 2499"/>
              <a:gd name="T21" fmla="*/ 583 h 2216"/>
              <a:gd name="T22" fmla="*/ 582 w 2499"/>
              <a:gd name="T23" fmla="*/ 676 h 2216"/>
              <a:gd name="T24" fmla="*/ 1161 w 2499"/>
              <a:gd name="T25" fmla="*/ 2073 h 2216"/>
              <a:gd name="T26" fmla="*/ 1375 w 2499"/>
              <a:gd name="T27" fmla="*/ 2216 h 2216"/>
              <a:gd name="T28" fmla="*/ 1464 w 2499"/>
              <a:gd name="T29" fmla="*/ 2199 h 2216"/>
              <a:gd name="T30" fmla="*/ 2323 w 2499"/>
              <a:gd name="T31" fmla="*/ 1843 h 2216"/>
              <a:gd name="T32" fmla="*/ 2450 w 2499"/>
              <a:gd name="T33" fmla="*/ 1540 h 2216"/>
              <a:gd name="T34" fmla="*/ 799 w 2499"/>
              <a:gd name="T35" fmla="*/ 700 h 2216"/>
              <a:gd name="T36" fmla="*/ 683 w 2499"/>
              <a:gd name="T37" fmla="*/ 583 h 2216"/>
              <a:gd name="T38" fmla="*/ 799 w 2499"/>
              <a:gd name="T39" fmla="*/ 466 h 2216"/>
              <a:gd name="T40" fmla="*/ 916 w 2499"/>
              <a:gd name="T41" fmla="*/ 583 h 2216"/>
              <a:gd name="T42" fmla="*/ 799 w 2499"/>
              <a:gd name="T43" fmla="*/ 700 h 2216"/>
              <a:gd name="T44" fmla="*/ 566 w 2499"/>
              <a:gd name="T45" fmla="*/ 1983 h 2216"/>
              <a:gd name="T46" fmla="*/ 799 w 2499"/>
              <a:gd name="T47" fmla="*/ 2216 h 2216"/>
              <a:gd name="T48" fmla="*/ 969 w 2499"/>
              <a:gd name="T49" fmla="*/ 2216 h 2216"/>
              <a:gd name="T50" fmla="*/ 566 w 2499"/>
              <a:gd name="T51" fmla="*/ 1244 h 2216"/>
              <a:gd name="T52" fmla="*/ 566 w 2499"/>
              <a:gd name="T53" fmla="*/ 1983 h 2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499" h="2216">
                <a:moveTo>
                  <a:pt x="175" y="1972"/>
                </a:moveTo>
                <a:cubicBezTo>
                  <a:pt x="332" y="2037"/>
                  <a:pt x="332" y="2037"/>
                  <a:pt x="332" y="2037"/>
                </a:cubicBezTo>
                <a:cubicBezTo>
                  <a:pt x="332" y="983"/>
                  <a:pt x="332" y="983"/>
                  <a:pt x="332" y="983"/>
                </a:cubicBezTo>
                <a:cubicBezTo>
                  <a:pt x="48" y="1667"/>
                  <a:pt x="48" y="1667"/>
                  <a:pt x="48" y="1667"/>
                </a:cubicBezTo>
                <a:cubicBezTo>
                  <a:pt x="0" y="1786"/>
                  <a:pt x="57" y="1923"/>
                  <a:pt x="175" y="1972"/>
                </a:cubicBezTo>
                <a:close/>
                <a:moveTo>
                  <a:pt x="2450" y="1540"/>
                </a:moveTo>
                <a:cubicBezTo>
                  <a:pt x="1872" y="143"/>
                  <a:pt x="1872" y="143"/>
                  <a:pt x="1872" y="143"/>
                </a:cubicBezTo>
                <a:cubicBezTo>
                  <a:pt x="1835" y="56"/>
                  <a:pt x="1750" y="2"/>
                  <a:pt x="1660" y="0"/>
                </a:cubicBezTo>
                <a:cubicBezTo>
                  <a:pt x="1630" y="0"/>
                  <a:pt x="1599" y="5"/>
                  <a:pt x="1568" y="17"/>
                </a:cubicBezTo>
                <a:cubicBezTo>
                  <a:pt x="708" y="373"/>
                  <a:pt x="708" y="373"/>
                  <a:pt x="708" y="373"/>
                </a:cubicBezTo>
                <a:cubicBezTo>
                  <a:pt x="621" y="409"/>
                  <a:pt x="567" y="493"/>
                  <a:pt x="565" y="583"/>
                </a:cubicBezTo>
                <a:cubicBezTo>
                  <a:pt x="564" y="615"/>
                  <a:pt x="570" y="646"/>
                  <a:pt x="582" y="676"/>
                </a:cubicBezTo>
                <a:cubicBezTo>
                  <a:pt x="1161" y="2073"/>
                  <a:pt x="1161" y="2073"/>
                  <a:pt x="1161" y="2073"/>
                </a:cubicBezTo>
                <a:cubicBezTo>
                  <a:pt x="1197" y="2162"/>
                  <a:pt x="1283" y="2215"/>
                  <a:pt x="1375" y="2216"/>
                </a:cubicBezTo>
                <a:cubicBezTo>
                  <a:pt x="1405" y="2216"/>
                  <a:pt x="1435" y="2211"/>
                  <a:pt x="1464" y="2199"/>
                </a:cubicBezTo>
                <a:cubicBezTo>
                  <a:pt x="2323" y="1843"/>
                  <a:pt x="2323" y="1843"/>
                  <a:pt x="2323" y="1843"/>
                </a:cubicBezTo>
                <a:cubicBezTo>
                  <a:pt x="2442" y="1794"/>
                  <a:pt x="2499" y="1658"/>
                  <a:pt x="2450" y="1540"/>
                </a:cubicBezTo>
                <a:close/>
                <a:moveTo>
                  <a:pt x="799" y="700"/>
                </a:moveTo>
                <a:cubicBezTo>
                  <a:pt x="735" y="700"/>
                  <a:pt x="683" y="647"/>
                  <a:pt x="683" y="583"/>
                </a:cubicBezTo>
                <a:cubicBezTo>
                  <a:pt x="683" y="519"/>
                  <a:pt x="735" y="466"/>
                  <a:pt x="799" y="466"/>
                </a:cubicBezTo>
                <a:cubicBezTo>
                  <a:pt x="864" y="466"/>
                  <a:pt x="916" y="519"/>
                  <a:pt x="916" y="583"/>
                </a:cubicBezTo>
                <a:cubicBezTo>
                  <a:pt x="916" y="647"/>
                  <a:pt x="864" y="700"/>
                  <a:pt x="799" y="700"/>
                </a:cubicBezTo>
                <a:close/>
                <a:moveTo>
                  <a:pt x="566" y="1983"/>
                </a:moveTo>
                <a:cubicBezTo>
                  <a:pt x="566" y="2111"/>
                  <a:pt x="671" y="2216"/>
                  <a:pt x="799" y="2216"/>
                </a:cubicBezTo>
                <a:cubicBezTo>
                  <a:pt x="969" y="2216"/>
                  <a:pt x="969" y="2216"/>
                  <a:pt x="969" y="2216"/>
                </a:cubicBezTo>
                <a:cubicBezTo>
                  <a:pt x="566" y="1244"/>
                  <a:pt x="566" y="1244"/>
                  <a:pt x="566" y="1244"/>
                </a:cubicBezTo>
                <a:lnTo>
                  <a:pt x="566" y="19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witch Camera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529"/>
          </a:xfrm>
          <a:custGeom>
            <a:avLst/>
            <a:gdLst>
              <a:gd name="T0" fmla="*/ 2100 w 2334"/>
              <a:gd name="T1" fmla="*/ 234 h 2100"/>
              <a:gd name="T2" fmla="*/ 1731 w 2334"/>
              <a:gd name="T3" fmla="*/ 234 h 2100"/>
              <a:gd name="T4" fmla="*/ 1517 w 2334"/>
              <a:gd name="T5" fmla="*/ 0 h 2100"/>
              <a:gd name="T6" fmla="*/ 817 w 2334"/>
              <a:gd name="T7" fmla="*/ 0 h 2100"/>
              <a:gd name="T8" fmla="*/ 603 w 2334"/>
              <a:gd name="T9" fmla="*/ 234 h 2100"/>
              <a:gd name="T10" fmla="*/ 234 w 2334"/>
              <a:gd name="T11" fmla="*/ 234 h 2100"/>
              <a:gd name="T12" fmla="*/ 0 w 2334"/>
              <a:gd name="T13" fmla="*/ 467 h 2100"/>
              <a:gd name="T14" fmla="*/ 0 w 2334"/>
              <a:gd name="T15" fmla="*/ 1867 h 2100"/>
              <a:gd name="T16" fmla="*/ 234 w 2334"/>
              <a:gd name="T17" fmla="*/ 2100 h 2100"/>
              <a:gd name="T18" fmla="*/ 2100 w 2334"/>
              <a:gd name="T19" fmla="*/ 2100 h 2100"/>
              <a:gd name="T20" fmla="*/ 2334 w 2334"/>
              <a:gd name="T21" fmla="*/ 1867 h 2100"/>
              <a:gd name="T22" fmla="*/ 2334 w 2334"/>
              <a:gd name="T23" fmla="*/ 467 h 2100"/>
              <a:gd name="T24" fmla="*/ 2100 w 2334"/>
              <a:gd name="T25" fmla="*/ 234 h 2100"/>
              <a:gd name="T26" fmla="*/ 1517 w 2334"/>
              <a:gd name="T27" fmla="*/ 1575 h 2100"/>
              <a:gd name="T28" fmla="*/ 1517 w 2334"/>
              <a:gd name="T29" fmla="*/ 1284 h 2100"/>
              <a:gd name="T30" fmla="*/ 817 w 2334"/>
              <a:gd name="T31" fmla="*/ 1284 h 2100"/>
              <a:gd name="T32" fmla="*/ 817 w 2334"/>
              <a:gd name="T33" fmla="*/ 1575 h 2100"/>
              <a:gd name="T34" fmla="*/ 409 w 2334"/>
              <a:gd name="T35" fmla="*/ 1167 h 2100"/>
              <a:gd name="T36" fmla="*/ 817 w 2334"/>
              <a:gd name="T37" fmla="*/ 759 h 2100"/>
              <a:gd name="T38" fmla="*/ 817 w 2334"/>
              <a:gd name="T39" fmla="*/ 1050 h 2100"/>
              <a:gd name="T40" fmla="*/ 1517 w 2334"/>
              <a:gd name="T41" fmla="*/ 1050 h 2100"/>
              <a:gd name="T42" fmla="*/ 1517 w 2334"/>
              <a:gd name="T43" fmla="*/ 759 h 2100"/>
              <a:gd name="T44" fmla="*/ 1925 w 2334"/>
              <a:gd name="T45" fmla="*/ 1167 h 2100"/>
              <a:gd name="T46" fmla="*/ 1517 w 2334"/>
              <a:gd name="T47" fmla="*/ 1575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4" h="2100">
                <a:moveTo>
                  <a:pt x="2100" y="234"/>
                </a:moveTo>
                <a:cubicBezTo>
                  <a:pt x="1731" y="234"/>
                  <a:pt x="1731" y="234"/>
                  <a:pt x="1731" y="234"/>
                </a:cubicBezTo>
                <a:cubicBezTo>
                  <a:pt x="1517" y="0"/>
                  <a:pt x="1517" y="0"/>
                  <a:pt x="1517" y="0"/>
                </a:cubicBezTo>
                <a:cubicBezTo>
                  <a:pt x="817" y="0"/>
                  <a:pt x="817" y="0"/>
                  <a:pt x="817" y="0"/>
                </a:cubicBezTo>
                <a:cubicBezTo>
                  <a:pt x="603" y="234"/>
                  <a:pt x="603" y="234"/>
                  <a:pt x="603" y="234"/>
                </a:cubicBezTo>
                <a:cubicBezTo>
                  <a:pt x="234" y="234"/>
                  <a:pt x="234" y="234"/>
                  <a:pt x="234" y="234"/>
                </a:cubicBezTo>
                <a:cubicBezTo>
                  <a:pt x="105" y="234"/>
                  <a:pt x="0" y="339"/>
                  <a:pt x="0" y="467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4" y="2100"/>
                </a:cubicBezTo>
                <a:cubicBezTo>
                  <a:pt x="2100" y="2100"/>
                  <a:pt x="2100" y="2100"/>
                  <a:pt x="2100" y="2100"/>
                </a:cubicBezTo>
                <a:cubicBezTo>
                  <a:pt x="2229" y="2100"/>
                  <a:pt x="2334" y="1995"/>
                  <a:pt x="2334" y="1867"/>
                </a:cubicBezTo>
                <a:cubicBezTo>
                  <a:pt x="2334" y="467"/>
                  <a:pt x="2334" y="467"/>
                  <a:pt x="2334" y="467"/>
                </a:cubicBezTo>
                <a:cubicBezTo>
                  <a:pt x="2334" y="339"/>
                  <a:pt x="2229" y="234"/>
                  <a:pt x="2100" y="234"/>
                </a:cubicBezTo>
                <a:close/>
                <a:moveTo>
                  <a:pt x="1517" y="1575"/>
                </a:moveTo>
                <a:cubicBezTo>
                  <a:pt x="1517" y="1284"/>
                  <a:pt x="1517" y="1284"/>
                  <a:pt x="1517" y="1284"/>
                </a:cubicBezTo>
                <a:cubicBezTo>
                  <a:pt x="817" y="1284"/>
                  <a:pt x="817" y="1284"/>
                  <a:pt x="817" y="1284"/>
                </a:cubicBezTo>
                <a:cubicBezTo>
                  <a:pt x="817" y="1575"/>
                  <a:pt x="817" y="1575"/>
                  <a:pt x="817" y="1575"/>
                </a:cubicBezTo>
                <a:cubicBezTo>
                  <a:pt x="409" y="1167"/>
                  <a:pt x="409" y="1167"/>
                  <a:pt x="409" y="1167"/>
                </a:cubicBezTo>
                <a:cubicBezTo>
                  <a:pt x="817" y="759"/>
                  <a:pt x="817" y="759"/>
                  <a:pt x="817" y="759"/>
                </a:cubicBezTo>
                <a:cubicBezTo>
                  <a:pt x="817" y="1050"/>
                  <a:pt x="817" y="1050"/>
                  <a:pt x="817" y="1050"/>
                </a:cubicBezTo>
                <a:cubicBezTo>
                  <a:pt x="1517" y="1050"/>
                  <a:pt x="1517" y="1050"/>
                  <a:pt x="1517" y="1050"/>
                </a:cubicBezTo>
                <a:cubicBezTo>
                  <a:pt x="1517" y="759"/>
                  <a:pt x="1517" y="759"/>
                  <a:pt x="1517" y="759"/>
                </a:cubicBezTo>
                <a:cubicBezTo>
                  <a:pt x="1925" y="1167"/>
                  <a:pt x="1925" y="1167"/>
                  <a:pt x="1925" y="1167"/>
                </a:cubicBezTo>
                <a:lnTo>
                  <a:pt x="1517" y="15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witch Vide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40113"/>
          </a:xfrm>
          <a:custGeom>
            <a:avLst/>
            <a:gdLst>
              <a:gd name="T0" fmla="*/ 1867 w 2334"/>
              <a:gd name="T1" fmla="*/ 525 h 1634"/>
              <a:gd name="T2" fmla="*/ 1867 w 2334"/>
              <a:gd name="T3" fmla="*/ 117 h 1634"/>
              <a:gd name="T4" fmla="*/ 1750 w 2334"/>
              <a:gd name="T5" fmla="*/ 0 h 1634"/>
              <a:gd name="T6" fmla="*/ 117 w 2334"/>
              <a:gd name="T7" fmla="*/ 0 h 1634"/>
              <a:gd name="T8" fmla="*/ 0 w 2334"/>
              <a:gd name="T9" fmla="*/ 117 h 1634"/>
              <a:gd name="T10" fmla="*/ 0 w 2334"/>
              <a:gd name="T11" fmla="*/ 1517 h 1634"/>
              <a:gd name="T12" fmla="*/ 117 w 2334"/>
              <a:gd name="T13" fmla="*/ 1634 h 1634"/>
              <a:gd name="T14" fmla="*/ 1750 w 2334"/>
              <a:gd name="T15" fmla="*/ 1634 h 1634"/>
              <a:gd name="T16" fmla="*/ 1867 w 2334"/>
              <a:gd name="T17" fmla="*/ 1517 h 1634"/>
              <a:gd name="T18" fmla="*/ 1867 w 2334"/>
              <a:gd name="T19" fmla="*/ 1109 h 1634"/>
              <a:gd name="T20" fmla="*/ 2334 w 2334"/>
              <a:gd name="T21" fmla="*/ 1575 h 1634"/>
              <a:gd name="T22" fmla="*/ 2334 w 2334"/>
              <a:gd name="T23" fmla="*/ 59 h 1634"/>
              <a:gd name="T24" fmla="*/ 1867 w 2334"/>
              <a:gd name="T25" fmla="*/ 525 h 1634"/>
              <a:gd name="T26" fmla="*/ 1284 w 2334"/>
              <a:gd name="T27" fmla="*/ 1225 h 1634"/>
              <a:gd name="T28" fmla="*/ 1284 w 2334"/>
              <a:gd name="T29" fmla="*/ 934 h 1634"/>
              <a:gd name="T30" fmla="*/ 584 w 2334"/>
              <a:gd name="T31" fmla="*/ 934 h 1634"/>
              <a:gd name="T32" fmla="*/ 584 w 2334"/>
              <a:gd name="T33" fmla="*/ 1225 h 1634"/>
              <a:gd name="T34" fmla="*/ 175 w 2334"/>
              <a:gd name="T35" fmla="*/ 817 h 1634"/>
              <a:gd name="T36" fmla="*/ 584 w 2334"/>
              <a:gd name="T37" fmla="*/ 409 h 1634"/>
              <a:gd name="T38" fmla="*/ 584 w 2334"/>
              <a:gd name="T39" fmla="*/ 700 h 1634"/>
              <a:gd name="T40" fmla="*/ 1284 w 2334"/>
              <a:gd name="T41" fmla="*/ 700 h 1634"/>
              <a:gd name="T42" fmla="*/ 1284 w 2334"/>
              <a:gd name="T43" fmla="*/ 409 h 1634"/>
              <a:gd name="T44" fmla="*/ 1692 w 2334"/>
              <a:gd name="T45" fmla="*/ 817 h 1634"/>
              <a:gd name="T46" fmla="*/ 1284 w 2334"/>
              <a:gd name="T47" fmla="*/ 1225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4" h="1634">
                <a:moveTo>
                  <a:pt x="1867" y="525"/>
                </a:moveTo>
                <a:cubicBezTo>
                  <a:pt x="1867" y="117"/>
                  <a:pt x="1867" y="117"/>
                  <a:pt x="1867" y="117"/>
                </a:cubicBezTo>
                <a:cubicBezTo>
                  <a:pt x="1867" y="53"/>
                  <a:pt x="1814" y="0"/>
                  <a:pt x="1750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53" y="0"/>
                  <a:pt x="0" y="53"/>
                  <a:pt x="0" y="117"/>
                </a:cubicBezTo>
                <a:cubicBezTo>
                  <a:pt x="0" y="1517"/>
                  <a:pt x="0" y="1517"/>
                  <a:pt x="0" y="1517"/>
                </a:cubicBezTo>
                <a:cubicBezTo>
                  <a:pt x="0" y="1581"/>
                  <a:pt x="53" y="1634"/>
                  <a:pt x="117" y="1634"/>
                </a:cubicBezTo>
                <a:cubicBezTo>
                  <a:pt x="1750" y="1634"/>
                  <a:pt x="1750" y="1634"/>
                  <a:pt x="1750" y="1634"/>
                </a:cubicBezTo>
                <a:cubicBezTo>
                  <a:pt x="1814" y="1634"/>
                  <a:pt x="1867" y="1581"/>
                  <a:pt x="1867" y="1517"/>
                </a:cubicBezTo>
                <a:cubicBezTo>
                  <a:pt x="1867" y="1109"/>
                  <a:pt x="1867" y="1109"/>
                  <a:pt x="1867" y="1109"/>
                </a:cubicBezTo>
                <a:cubicBezTo>
                  <a:pt x="2334" y="1575"/>
                  <a:pt x="2334" y="1575"/>
                  <a:pt x="2334" y="1575"/>
                </a:cubicBezTo>
                <a:cubicBezTo>
                  <a:pt x="2334" y="59"/>
                  <a:pt x="2334" y="59"/>
                  <a:pt x="2334" y="59"/>
                </a:cubicBezTo>
                <a:lnTo>
                  <a:pt x="1867" y="525"/>
                </a:lnTo>
                <a:close/>
                <a:moveTo>
                  <a:pt x="1284" y="1225"/>
                </a:moveTo>
                <a:cubicBezTo>
                  <a:pt x="1284" y="934"/>
                  <a:pt x="1284" y="934"/>
                  <a:pt x="1284" y="934"/>
                </a:cubicBezTo>
                <a:cubicBezTo>
                  <a:pt x="584" y="934"/>
                  <a:pt x="584" y="934"/>
                  <a:pt x="584" y="934"/>
                </a:cubicBezTo>
                <a:cubicBezTo>
                  <a:pt x="584" y="1225"/>
                  <a:pt x="584" y="1225"/>
                  <a:pt x="584" y="1225"/>
                </a:cubicBezTo>
                <a:cubicBezTo>
                  <a:pt x="175" y="817"/>
                  <a:pt x="175" y="817"/>
                  <a:pt x="175" y="817"/>
                </a:cubicBezTo>
                <a:cubicBezTo>
                  <a:pt x="584" y="409"/>
                  <a:pt x="584" y="409"/>
                  <a:pt x="584" y="409"/>
                </a:cubicBezTo>
                <a:cubicBezTo>
                  <a:pt x="584" y="700"/>
                  <a:pt x="584" y="700"/>
                  <a:pt x="584" y="700"/>
                </a:cubicBezTo>
                <a:cubicBezTo>
                  <a:pt x="1284" y="700"/>
                  <a:pt x="1284" y="700"/>
                  <a:pt x="1284" y="700"/>
                </a:cubicBezTo>
                <a:cubicBezTo>
                  <a:pt x="1284" y="409"/>
                  <a:pt x="1284" y="409"/>
                  <a:pt x="1284" y="409"/>
                </a:cubicBezTo>
                <a:cubicBezTo>
                  <a:pt x="1692" y="817"/>
                  <a:pt x="1692" y="817"/>
                  <a:pt x="1692" y="817"/>
                </a:cubicBezTo>
                <a:lnTo>
                  <a:pt x="1284" y="12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g Face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166 w 2334"/>
              <a:gd name="T1" fmla="*/ 0 h 2334"/>
              <a:gd name="T2" fmla="*/ 0 w 2334"/>
              <a:gd name="T3" fmla="*/ 1167 h 2334"/>
              <a:gd name="T4" fmla="*/ 1166 w 2334"/>
              <a:gd name="T5" fmla="*/ 2334 h 2334"/>
              <a:gd name="T6" fmla="*/ 2334 w 2334"/>
              <a:gd name="T7" fmla="*/ 1167 h 2334"/>
              <a:gd name="T8" fmla="*/ 1166 w 2334"/>
              <a:gd name="T9" fmla="*/ 0 h 2334"/>
              <a:gd name="T10" fmla="*/ 1167 w 2334"/>
              <a:gd name="T11" fmla="*/ 2100 h 2334"/>
              <a:gd name="T12" fmla="*/ 234 w 2334"/>
              <a:gd name="T13" fmla="*/ 1167 h 2334"/>
              <a:gd name="T14" fmla="*/ 1167 w 2334"/>
              <a:gd name="T15" fmla="*/ 234 h 2334"/>
              <a:gd name="T16" fmla="*/ 2100 w 2334"/>
              <a:gd name="T17" fmla="*/ 1167 h 2334"/>
              <a:gd name="T18" fmla="*/ 1167 w 2334"/>
              <a:gd name="T19" fmla="*/ 2100 h 2334"/>
              <a:gd name="T20" fmla="*/ 1575 w 2334"/>
              <a:gd name="T21" fmla="*/ 1050 h 2334"/>
              <a:gd name="T22" fmla="*/ 1750 w 2334"/>
              <a:gd name="T23" fmla="*/ 875 h 2334"/>
              <a:gd name="T24" fmla="*/ 1575 w 2334"/>
              <a:gd name="T25" fmla="*/ 700 h 2334"/>
              <a:gd name="T26" fmla="*/ 1400 w 2334"/>
              <a:gd name="T27" fmla="*/ 875 h 2334"/>
              <a:gd name="T28" fmla="*/ 1575 w 2334"/>
              <a:gd name="T29" fmla="*/ 1050 h 2334"/>
              <a:gd name="T30" fmla="*/ 759 w 2334"/>
              <a:gd name="T31" fmla="*/ 1050 h 2334"/>
              <a:gd name="T32" fmla="*/ 934 w 2334"/>
              <a:gd name="T33" fmla="*/ 875 h 2334"/>
              <a:gd name="T34" fmla="*/ 759 w 2334"/>
              <a:gd name="T35" fmla="*/ 700 h 2334"/>
              <a:gd name="T36" fmla="*/ 584 w 2334"/>
              <a:gd name="T37" fmla="*/ 875 h 2334"/>
              <a:gd name="T38" fmla="*/ 759 w 2334"/>
              <a:gd name="T39" fmla="*/ 1050 h 2334"/>
              <a:gd name="T40" fmla="*/ 1167 w 2334"/>
              <a:gd name="T41" fmla="*/ 1809 h 2334"/>
              <a:gd name="T42" fmla="*/ 1763 w 2334"/>
              <a:gd name="T43" fmla="*/ 1400 h 2334"/>
              <a:gd name="T44" fmla="*/ 571 w 2334"/>
              <a:gd name="T45" fmla="*/ 1400 h 2334"/>
              <a:gd name="T46" fmla="*/ 1167 w 2334"/>
              <a:gd name="T47" fmla="*/ 1809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4" h="2334">
                <a:moveTo>
                  <a:pt x="1166" y="0"/>
                </a:moveTo>
                <a:cubicBezTo>
                  <a:pt x="522" y="0"/>
                  <a:pt x="0" y="523"/>
                  <a:pt x="0" y="1167"/>
                </a:cubicBezTo>
                <a:cubicBezTo>
                  <a:pt x="0" y="1811"/>
                  <a:pt x="522" y="2334"/>
                  <a:pt x="1166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6" y="0"/>
                </a:cubicBezTo>
                <a:close/>
                <a:moveTo>
                  <a:pt x="1167" y="2100"/>
                </a:moveTo>
                <a:cubicBezTo>
                  <a:pt x="651" y="2100"/>
                  <a:pt x="234" y="1683"/>
                  <a:pt x="234" y="1167"/>
                </a:cubicBezTo>
                <a:cubicBezTo>
                  <a:pt x="234" y="651"/>
                  <a:pt x="651" y="234"/>
                  <a:pt x="1167" y="234"/>
                </a:cubicBezTo>
                <a:cubicBezTo>
                  <a:pt x="1683" y="234"/>
                  <a:pt x="2100" y="651"/>
                  <a:pt x="2100" y="1167"/>
                </a:cubicBezTo>
                <a:cubicBezTo>
                  <a:pt x="2100" y="1683"/>
                  <a:pt x="1683" y="2100"/>
                  <a:pt x="1167" y="2100"/>
                </a:cubicBezTo>
                <a:close/>
                <a:moveTo>
                  <a:pt x="1575" y="1050"/>
                </a:moveTo>
                <a:cubicBezTo>
                  <a:pt x="1672" y="1050"/>
                  <a:pt x="1750" y="972"/>
                  <a:pt x="1750" y="875"/>
                </a:cubicBezTo>
                <a:cubicBezTo>
                  <a:pt x="1750" y="778"/>
                  <a:pt x="1672" y="700"/>
                  <a:pt x="1575" y="700"/>
                </a:cubicBezTo>
                <a:cubicBezTo>
                  <a:pt x="1478" y="700"/>
                  <a:pt x="1400" y="778"/>
                  <a:pt x="1400" y="875"/>
                </a:cubicBezTo>
                <a:cubicBezTo>
                  <a:pt x="1400" y="972"/>
                  <a:pt x="1478" y="1050"/>
                  <a:pt x="1575" y="1050"/>
                </a:cubicBezTo>
                <a:close/>
                <a:moveTo>
                  <a:pt x="759" y="1050"/>
                </a:moveTo>
                <a:cubicBezTo>
                  <a:pt x="856" y="1050"/>
                  <a:pt x="934" y="972"/>
                  <a:pt x="934" y="875"/>
                </a:cubicBezTo>
                <a:cubicBezTo>
                  <a:pt x="934" y="778"/>
                  <a:pt x="856" y="700"/>
                  <a:pt x="759" y="700"/>
                </a:cubicBezTo>
                <a:cubicBezTo>
                  <a:pt x="662" y="700"/>
                  <a:pt x="584" y="778"/>
                  <a:pt x="584" y="875"/>
                </a:cubicBezTo>
                <a:cubicBezTo>
                  <a:pt x="584" y="972"/>
                  <a:pt x="662" y="1050"/>
                  <a:pt x="759" y="1050"/>
                </a:cubicBezTo>
                <a:close/>
                <a:moveTo>
                  <a:pt x="1167" y="1809"/>
                </a:moveTo>
                <a:cubicBezTo>
                  <a:pt x="1439" y="1809"/>
                  <a:pt x="1670" y="1638"/>
                  <a:pt x="1763" y="1400"/>
                </a:cubicBezTo>
                <a:cubicBezTo>
                  <a:pt x="571" y="1400"/>
                  <a:pt x="571" y="1400"/>
                  <a:pt x="571" y="1400"/>
                </a:cubicBezTo>
                <a:cubicBezTo>
                  <a:pt x="664" y="1638"/>
                  <a:pt x="895" y="1809"/>
                  <a:pt x="1167" y="18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u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926 w 2100"/>
              <a:gd name="T1" fmla="*/ 9 h 2100"/>
              <a:gd name="T2" fmla="*/ 9 w 2100"/>
              <a:gd name="T3" fmla="*/ 1926 h 2100"/>
              <a:gd name="T4" fmla="*/ 69 w 2100"/>
              <a:gd name="T5" fmla="*/ 2031 h 2100"/>
              <a:gd name="T6" fmla="*/ 174 w 2100"/>
              <a:gd name="T7" fmla="*/ 2091 h 2100"/>
              <a:gd name="T8" fmla="*/ 2092 w 2100"/>
              <a:gd name="T9" fmla="*/ 174 h 2100"/>
              <a:gd name="T10" fmla="*/ 1926 w 2100"/>
              <a:gd name="T11" fmla="*/ 9 h 2100"/>
              <a:gd name="T12" fmla="*/ 1036 w 2100"/>
              <a:gd name="T13" fmla="*/ 0 h 2100"/>
              <a:gd name="T14" fmla="*/ 0 w 2100"/>
              <a:gd name="T15" fmla="*/ 1036 h 2100"/>
              <a:gd name="T16" fmla="*/ 0 w 2100"/>
              <a:gd name="T17" fmla="*/ 1366 h 2100"/>
              <a:gd name="T18" fmla="*/ 1366 w 2100"/>
              <a:gd name="T19" fmla="*/ 0 h 2100"/>
              <a:gd name="T20" fmla="*/ 1036 w 2100"/>
              <a:gd name="T21" fmla="*/ 0 h 2100"/>
              <a:gd name="T22" fmla="*/ 233 w 2100"/>
              <a:gd name="T23" fmla="*/ 0 h 2100"/>
              <a:gd name="T24" fmla="*/ 0 w 2100"/>
              <a:gd name="T25" fmla="*/ 233 h 2100"/>
              <a:gd name="T26" fmla="*/ 0 w 2100"/>
              <a:gd name="T27" fmla="*/ 467 h 2100"/>
              <a:gd name="T28" fmla="*/ 467 w 2100"/>
              <a:gd name="T29" fmla="*/ 0 h 2100"/>
              <a:gd name="T30" fmla="*/ 233 w 2100"/>
              <a:gd name="T31" fmla="*/ 0 h 2100"/>
              <a:gd name="T32" fmla="*/ 1867 w 2100"/>
              <a:gd name="T33" fmla="*/ 2100 h 2100"/>
              <a:gd name="T34" fmla="*/ 2031 w 2100"/>
              <a:gd name="T35" fmla="*/ 2031 h 2100"/>
              <a:gd name="T36" fmla="*/ 2100 w 2100"/>
              <a:gd name="T37" fmla="*/ 1867 h 2100"/>
              <a:gd name="T38" fmla="*/ 2100 w 2100"/>
              <a:gd name="T39" fmla="*/ 1633 h 2100"/>
              <a:gd name="T40" fmla="*/ 1633 w 2100"/>
              <a:gd name="T41" fmla="*/ 2100 h 2100"/>
              <a:gd name="T42" fmla="*/ 1867 w 2100"/>
              <a:gd name="T43" fmla="*/ 2100 h 2100"/>
              <a:gd name="T44" fmla="*/ 734 w 2100"/>
              <a:gd name="T45" fmla="*/ 2100 h 2100"/>
              <a:gd name="T46" fmla="*/ 1064 w 2100"/>
              <a:gd name="T47" fmla="*/ 2100 h 2100"/>
              <a:gd name="T48" fmla="*/ 2100 w 2100"/>
              <a:gd name="T49" fmla="*/ 1064 h 2100"/>
              <a:gd name="T50" fmla="*/ 2100 w 2100"/>
              <a:gd name="T51" fmla="*/ 734 h 2100"/>
              <a:gd name="T52" fmla="*/ 734 w 2100"/>
              <a:gd name="T53" fmla="*/ 210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100" h="2100">
                <a:moveTo>
                  <a:pt x="1926" y="9"/>
                </a:moveTo>
                <a:cubicBezTo>
                  <a:pt x="9" y="1926"/>
                  <a:pt x="9" y="1926"/>
                  <a:pt x="9" y="1926"/>
                </a:cubicBezTo>
                <a:cubicBezTo>
                  <a:pt x="20" y="1966"/>
                  <a:pt x="41" y="2002"/>
                  <a:pt x="69" y="2031"/>
                </a:cubicBezTo>
                <a:cubicBezTo>
                  <a:pt x="98" y="2059"/>
                  <a:pt x="134" y="2080"/>
                  <a:pt x="174" y="2091"/>
                </a:cubicBezTo>
                <a:cubicBezTo>
                  <a:pt x="2092" y="174"/>
                  <a:pt x="2092" y="174"/>
                  <a:pt x="2092" y="174"/>
                </a:cubicBezTo>
                <a:cubicBezTo>
                  <a:pt x="2070" y="93"/>
                  <a:pt x="2007" y="30"/>
                  <a:pt x="1926" y="9"/>
                </a:cubicBezTo>
                <a:close/>
                <a:moveTo>
                  <a:pt x="1036" y="0"/>
                </a:moveTo>
                <a:cubicBezTo>
                  <a:pt x="0" y="1036"/>
                  <a:pt x="0" y="1036"/>
                  <a:pt x="0" y="1036"/>
                </a:cubicBezTo>
                <a:cubicBezTo>
                  <a:pt x="0" y="1366"/>
                  <a:pt x="0" y="1366"/>
                  <a:pt x="0" y="1366"/>
                </a:cubicBezTo>
                <a:cubicBezTo>
                  <a:pt x="1366" y="0"/>
                  <a:pt x="1366" y="0"/>
                  <a:pt x="1366" y="0"/>
                </a:cubicBezTo>
                <a:lnTo>
                  <a:pt x="1036" y="0"/>
                </a:lnTo>
                <a:close/>
                <a:moveTo>
                  <a:pt x="233" y="0"/>
                </a:moveTo>
                <a:cubicBezTo>
                  <a:pt x="105" y="0"/>
                  <a:pt x="0" y="105"/>
                  <a:pt x="0" y="233"/>
                </a:cubicBezTo>
                <a:cubicBezTo>
                  <a:pt x="0" y="467"/>
                  <a:pt x="0" y="467"/>
                  <a:pt x="0" y="467"/>
                </a:cubicBezTo>
                <a:cubicBezTo>
                  <a:pt x="467" y="0"/>
                  <a:pt x="467" y="0"/>
                  <a:pt x="467" y="0"/>
                </a:cubicBezTo>
                <a:lnTo>
                  <a:pt x="233" y="0"/>
                </a:lnTo>
                <a:close/>
                <a:moveTo>
                  <a:pt x="1867" y="2100"/>
                </a:moveTo>
                <a:cubicBezTo>
                  <a:pt x="1931" y="2100"/>
                  <a:pt x="1989" y="2074"/>
                  <a:pt x="2031" y="2031"/>
                </a:cubicBezTo>
                <a:cubicBezTo>
                  <a:pt x="2074" y="1989"/>
                  <a:pt x="2100" y="1931"/>
                  <a:pt x="2100" y="1867"/>
                </a:cubicBezTo>
                <a:cubicBezTo>
                  <a:pt x="2100" y="1633"/>
                  <a:pt x="2100" y="1633"/>
                  <a:pt x="2100" y="1633"/>
                </a:cubicBezTo>
                <a:cubicBezTo>
                  <a:pt x="1633" y="2100"/>
                  <a:pt x="1633" y="2100"/>
                  <a:pt x="1633" y="2100"/>
                </a:cubicBezTo>
                <a:lnTo>
                  <a:pt x="1867" y="2100"/>
                </a:lnTo>
                <a:close/>
                <a:moveTo>
                  <a:pt x="734" y="2100"/>
                </a:moveTo>
                <a:cubicBezTo>
                  <a:pt x="1064" y="2100"/>
                  <a:pt x="1064" y="2100"/>
                  <a:pt x="1064" y="2100"/>
                </a:cubicBezTo>
                <a:cubicBezTo>
                  <a:pt x="2100" y="1064"/>
                  <a:pt x="2100" y="1064"/>
                  <a:pt x="2100" y="1064"/>
                </a:cubicBezTo>
                <a:cubicBezTo>
                  <a:pt x="2100" y="734"/>
                  <a:pt x="2100" y="734"/>
                  <a:pt x="2100" y="734"/>
                </a:cubicBezTo>
                <a:lnTo>
                  <a:pt x="734" y="2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melaps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662 w 2334"/>
              <a:gd name="T1" fmla="*/ 672 h 2334"/>
              <a:gd name="T2" fmla="*/ 1167 w 2334"/>
              <a:gd name="T3" fmla="*/ 467 h 2334"/>
              <a:gd name="T4" fmla="*/ 1167 w 2334"/>
              <a:gd name="T5" fmla="*/ 1167 h 2334"/>
              <a:gd name="T6" fmla="*/ 672 w 2334"/>
              <a:gd name="T7" fmla="*/ 1662 h 2334"/>
              <a:gd name="T8" fmla="*/ 1663 w 2334"/>
              <a:gd name="T9" fmla="*/ 1662 h 2334"/>
              <a:gd name="T10" fmla="*/ 1662 w 2334"/>
              <a:gd name="T11" fmla="*/ 672 h 2334"/>
              <a:gd name="T12" fmla="*/ 1167 w 2334"/>
              <a:gd name="T13" fmla="*/ 0 h 2334"/>
              <a:gd name="T14" fmla="*/ 0 w 2334"/>
              <a:gd name="T15" fmla="*/ 1167 h 2334"/>
              <a:gd name="T16" fmla="*/ 1167 w 2334"/>
              <a:gd name="T17" fmla="*/ 2334 h 2334"/>
              <a:gd name="T18" fmla="*/ 2334 w 2334"/>
              <a:gd name="T19" fmla="*/ 1167 h 2334"/>
              <a:gd name="T20" fmla="*/ 1167 w 2334"/>
              <a:gd name="T21" fmla="*/ 0 h 2334"/>
              <a:gd name="T22" fmla="*/ 1167 w 2334"/>
              <a:gd name="T23" fmla="*/ 2100 h 2334"/>
              <a:gd name="T24" fmla="*/ 234 w 2334"/>
              <a:gd name="T25" fmla="*/ 1167 h 2334"/>
              <a:gd name="T26" fmla="*/ 1167 w 2334"/>
              <a:gd name="T27" fmla="*/ 234 h 2334"/>
              <a:gd name="T28" fmla="*/ 2100 w 2334"/>
              <a:gd name="T29" fmla="*/ 1167 h 2334"/>
              <a:gd name="T30" fmla="*/ 1167 w 2334"/>
              <a:gd name="T31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334" h="2334">
                <a:moveTo>
                  <a:pt x="1662" y="672"/>
                </a:moveTo>
                <a:cubicBezTo>
                  <a:pt x="1525" y="536"/>
                  <a:pt x="1347" y="467"/>
                  <a:pt x="1167" y="467"/>
                </a:cubicBezTo>
                <a:cubicBezTo>
                  <a:pt x="1167" y="1167"/>
                  <a:pt x="1167" y="1167"/>
                  <a:pt x="1167" y="1167"/>
                </a:cubicBezTo>
                <a:cubicBezTo>
                  <a:pt x="672" y="1662"/>
                  <a:pt x="672" y="1662"/>
                  <a:pt x="672" y="1662"/>
                </a:cubicBezTo>
                <a:cubicBezTo>
                  <a:pt x="945" y="1935"/>
                  <a:pt x="1389" y="1935"/>
                  <a:pt x="1663" y="1662"/>
                </a:cubicBezTo>
                <a:cubicBezTo>
                  <a:pt x="1936" y="1389"/>
                  <a:pt x="1936" y="945"/>
                  <a:pt x="1662" y="672"/>
                </a:cubicBezTo>
                <a:close/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167" y="2100"/>
                </a:moveTo>
                <a:cubicBezTo>
                  <a:pt x="651" y="2100"/>
                  <a:pt x="234" y="1683"/>
                  <a:pt x="234" y="1167"/>
                </a:cubicBezTo>
                <a:cubicBezTo>
                  <a:pt x="234" y="651"/>
                  <a:pt x="651" y="234"/>
                  <a:pt x="1167" y="234"/>
                </a:cubicBezTo>
                <a:cubicBezTo>
                  <a:pt x="1683" y="234"/>
                  <a:pt x="2100" y="651"/>
                  <a:pt x="2100" y="1167"/>
                </a:cubicBezTo>
                <a:cubicBezTo>
                  <a:pt x="2100" y="1683"/>
                  <a:pt x="1683" y="2100"/>
                  <a:pt x="1167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m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83884" cy="914400"/>
          </a:xfrm>
          <a:custGeom>
            <a:avLst/>
            <a:gdLst>
              <a:gd name="T0" fmla="*/ 1400 w 2100"/>
              <a:gd name="T1" fmla="*/ 0 h 2450"/>
              <a:gd name="T2" fmla="*/ 700 w 2100"/>
              <a:gd name="T3" fmla="*/ 0 h 2450"/>
              <a:gd name="T4" fmla="*/ 700 w 2100"/>
              <a:gd name="T5" fmla="*/ 233 h 2450"/>
              <a:gd name="T6" fmla="*/ 1400 w 2100"/>
              <a:gd name="T7" fmla="*/ 233 h 2450"/>
              <a:gd name="T8" fmla="*/ 1400 w 2100"/>
              <a:gd name="T9" fmla="*/ 0 h 2450"/>
              <a:gd name="T10" fmla="*/ 933 w 2100"/>
              <a:gd name="T11" fmla="*/ 1516 h 2450"/>
              <a:gd name="T12" fmla="*/ 1167 w 2100"/>
              <a:gd name="T13" fmla="*/ 1516 h 2450"/>
              <a:gd name="T14" fmla="*/ 1167 w 2100"/>
              <a:gd name="T15" fmla="*/ 816 h 2450"/>
              <a:gd name="T16" fmla="*/ 933 w 2100"/>
              <a:gd name="T17" fmla="*/ 816 h 2450"/>
              <a:gd name="T18" fmla="*/ 933 w 2100"/>
              <a:gd name="T19" fmla="*/ 1516 h 2450"/>
              <a:gd name="T20" fmla="*/ 1870 w 2100"/>
              <a:gd name="T21" fmla="*/ 745 h 2450"/>
              <a:gd name="T22" fmla="*/ 2036 w 2100"/>
              <a:gd name="T23" fmla="*/ 579 h 2450"/>
              <a:gd name="T24" fmla="*/ 1871 w 2100"/>
              <a:gd name="T25" fmla="*/ 415 h 2450"/>
              <a:gd name="T26" fmla="*/ 1706 w 2100"/>
              <a:gd name="T27" fmla="*/ 581 h 2450"/>
              <a:gd name="T28" fmla="*/ 1050 w 2100"/>
              <a:gd name="T29" fmla="*/ 350 h 2450"/>
              <a:gd name="T30" fmla="*/ 0 w 2100"/>
              <a:gd name="T31" fmla="*/ 1400 h 2450"/>
              <a:gd name="T32" fmla="*/ 1050 w 2100"/>
              <a:gd name="T33" fmla="*/ 2450 h 2450"/>
              <a:gd name="T34" fmla="*/ 2100 w 2100"/>
              <a:gd name="T35" fmla="*/ 1400 h 2450"/>
              <a:gd name="T36" fmla="*/ 1870 w 2100"/>
              <a:gd name="T37" fmla="*/ 745 h 2450"/>
              <a:gd name="T38" fmla="*/ 1050 w 2100"/>
              <a:gd name="T39" fmla="*/ 2216 h 2450"/>
              <a:gd name="T40" fmla="*/ 233 w 2100"/>
              <a:gd name="T41" fmla="*/ 1400 h 2450"/>
              <a:gd name="T42" fmla="*/ 1050 w 2100"/>
              <a:gd name="T43" fmla="*/ 583 h 2450"/>
              <a:gd name="T44" fmla="*/ 1867 w 2100"/>
              <a:gd name="T45" fmla="*/ 1400 h 2450"/>
              <a:gd name="T46" fmla="*/ 1050 w 2100"/>
              <a:gd name="T47" fmla="*/ 2216 h 2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00" h="2450">
                <a:moveTo>
                  <a:pt x="1400" y="0"/>
                </a:moveTo>
                <a:cubicBezTo>
                  <a:pt x="700" y="0"/>
                  <a:pt x="700" y="0"/>
                  <a:pt x="700" y="0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1400" y="233"/>
                  <a:pt x="1400" y="233"/>
                  <a:pt x="1400" y="233"/>
                </a:cubicBezTo>
                <a:lnTo>
                  <a:pt x="1400" y="0"/>
                </a:lnTo>
                <a:close/>
                <a:moveTo>
                  <a:pt x="933" y="1516"/>
                </a:moveTo>
                <a:cubicBezTo>
                  <a:pt x="1167" y="1516"/>
                  <a:pt x="1167" y="1516"/>
                  <a:pt x="1167" y="1516"/>
                </a:cubicBezTo>
                <a:cubicBezTo>
                  <a:pt x="1167" y="816"/>
                  <a:pt x="1167" y="816"/>
                  <a:pt x="1167" y="816"/>
                </a:cubicBezTo>
                <a:cubicBezTo>
                  <a:pt x="933" y="816"/>
                  <a:pt x="933" y="816"/>
                  <a:pt x="933" y="816"/>
                </a:cubicBezTo>
                <a:lnTo>
                  <a:pt x="933" y="1516"/>
                </a:lnTo>
                <a:close/>
                <a:moveTo>
                  <a:pt x="1870" y="745"/>
                </a:moveTo>
                <a:cubicBezTo>
                  <a:pt x="2036" y="579"/>
                  <a:pt x="2036" y="579"/>
                  <a:pt x="2036" y="579"/>
                </a:cubicBezTo>
                <a:cubicBezTo>
                  <a:pt x="1986" y="520"/>
                  <a:pt x="1931" y="464"/>
                  <a:pt x="1871" y="415"/>
                </a:cubicBezTo>
                <a:cubicBezTo>
                  <a:pt x="1706" y="581"/>
                  <a:pt x="1706" y="581"/>
                  <a:pt x="1706" y="581"/>
                </a:cubicBezTo>
                <a:cubicBezTo>
                  <a:pt x="1525" y="436"/>
                  <a:pt x="1297" y="350"/>
                  <a:pt x="1050" y="350"/>
                </a:cubicBezTo>
                <a:cubicBezTo>
                  <a:pt x="470" y="350"/>
                  <a:pt x="0" y="820"/>
                  <a:pt x="0" y="1400"/>
                </a:cubicBezTo>
                <a:cubicBezTo>
                  <a:pt x="0" y="1979"/>
                  <a:pt x="469" y="2450"/>
                  <a:pt x="1050" y="2450"/>
                </a:cubicBezTo>
                <a:cubicBezTo>
                  <a:pt x="1631" y="2450"/>
                  <a:pt x="2100" y="1979"/>
                  <a:pt x="2100" y="1400"/>
                </a:cubicBezTo>
                <a:cubicBezTo>
                  <a:pt x="2100" y="1152"/>
                  <a:pt x="2014" y="925"/>
                  <a:pt x="1870" y="745"/>
                </a:cubicBezTo>
                <a:close/>
                <a:moveTo>
                  <a:pt x="1050" y="2216"/>
                </a:moveTo>
                <a:cubicBezTo>
                  <a:pt x="598" y="2216"/>
                  <a:pt x="233" y="1851"/>
                  <a:pt x="233" y="1400"/>
                </a:cubicBezTo>
                <a:cubicBezTo>
                  <a:pt x="233" y="948"/>
                  <a:pt x="598" y="583"/>
                  <a:pt x="1050" y="583"/>
                </a:cubicBezTo>
                <a:cubicBezTo>
                  <a:pt x="1502" y="583"/>
                  <a:pt x="1867" y="948"/>
                  <a:pt x="1867" y="1400"/>
                </a:cubicBezTo>
                <a:cubicBezTo>
                  <a:pt x="1867" y="1851"/>
                  <a:pt x="1502" y="2216"/>
                  <a:pt x="1050" y="22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mer 3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58297"/>
          </a:xfrm>
          <a:custGeom>
            <a:avLst/>
            <a:gdLst>
              <a:gd name="T0" fmla="*/ 793 w 1974"/>
              <a:gd name="T1" fmla="*/ 749 h 1421"/>
              <a:gd name="T2" fmla="*/ 778 w 1974"/>
              <a:gd name="T3" fmla="*/ 635 h 1421"/>
              <a:gd name="T4" fmla="*/ 884 w 1974"/>
              <a:gd name="T5" fmla="*/ 478 h 1421"/>
              <a:gd name="T6" fmla="*/ 864 w 1974"/>
              <a:gd name="T7" fmla="*/ 222 h 1421"/>
              <a:gd name="T8" fmla="*/ 633 w 1974"/>
              <a:gd name="T9" fmla="*/ 24 h 1421"/>
              <a:gd name="T10" fmla="*/ 277 w 1974"/>
              <a:gd name="T11" fmla="*/ 28 h 1421"/>
              <a:gd name="T12" fmla="*/ 46 w 1974"/>
              <a:gd name="T13" fmla="*/ 229 h 1421"/>
              <a:gd name="T14" fmla="*/ 244 w 1974"/>
              <a:gd name="T15" fmla="*/ 379 h 1421"/>
              <a:gd name="T16" fmla="*/ 304 w 1974"/>
              <a:gd name="T17" fmla="*/ 238 h 1421"/>
              <a:gd name="T18" fmla="*/ 457 w 1974"/>
              <a:gd name="T19" fmla="*/ 186 h 1421"/>
              <a:gd name="T20" fmla="*/ 667 w 1974"/>
              <a:gd name="T21" fmla="*/ 395 h 1421"/>
              <a:gd name="T22" fmla="*/ 609 w 1974"/>
              <a:gd name="T23" fmla="*/ 547 h 1421"/>
              <a:gd name="T24" fmla="*/ 432 w 1974"/>
              <a:gd name="T25" fmla="*/ 606 h 1421"/>
              <a:gd name="T26" fmla="*/ 295 w 1974"/>
              <a:gd name="T27" fmla="*/ 789 h 1421"/>
              <a:gd name="T28" fmla="*/ 539 w 1974"/>
              <a:gd name="T29" fmla="*/ 802 h 1421"/>
              <a:gd name="T30" fmla="*/ 671 w 1974"/>
              <a:gd name="T31" fmla="*/ 914 h 1421"/>
              <a:gd name="T32" fmla="*/ 627 w 1974"/>
              <a:gd name="T33" fmla="*/ 1181 h 1421"/>
              <a:gd name="T34" fmla="*/ 365 w 1974"/>
              <a:gd name="T35" fmla="*/ 1223 h 1421"/>
              <a:gd name="T36" fmla="*/ 248 w 1974"/>
              <a:gd name="T37" fmla="*/ 1116 h 1421"/>
              <a:gd name="T38" fmla="*/ 0 w 1974"/>
              <a:gd name="T39" fmla="*/ 1032 h 1421"/>
              <a:gd name="T40" fmla="*/ 138 w 1974"/>
              <a:gd name="T41" fmla="*/ 1323 h 1421"/>
              <a:gd name="T42" fmla="*/ 455 w 1974"/>
              <a:gd name="T43" fmla="*/ 1421 h 1421"/>
              <a:gd name="T44" fmla="*/ 786 w 1974"/>
              <a:gd name="T45" fmla="*/ 1315 h 1421"/>
              <a:gd name="T46" fmla="*/ 919 w 1974"/>
              <a:gd name="T47" fmla="*/ 1014 h 1421"/>
              <a:gd name="T48" fmla="*/ 865 w 1974"/>
              <a:gd name="T49" fmla="*/ 825 h 1421"/>
              <a:gd name="T50" fmla="*/ 1872 w 1974"/>
              <a:gd name="T51" fmla="*/ 902 h 1421"/>
              <a:gd name="T52" fmla="*/ 1597 w 1974"/>
              <a:gd name="T53" fmla="*/ 796 h 1421"/>
              <a:gd name="T54" fmla="*/ 1431 w 1974"/>
              <a:gd name="T55" fmla="*/ 740 h 1421"/>
              <a:gd name="T56" fmla="*/ 1389 w 1974"/>
              <a:gd name="T57" fmla="*/ 659 h 1421"/>
              <a:gd name="T58" fmla="*/ 1431 w 1974"/>
              <a:gd name="T59" fmla="*/ 572 h 1421"/>
              <a:gd name="T60" fmla="*/ 1558 w 1974"/>
              <a:gd name="T61" fmla="*/ 533 h 1421"/>
              <a:gd name="T62" fmla="*/ 1691 w 1974"/>
              <a:gd name="T63" fmla="*/ 580 h 1421"/>
              <a:gd name="T64" fmla="*/ 1737 w 1974"/>
              <a:gd name="T65" fmla="*/ 686 h 1421"/>
              <a:gd name="T66" fmla="*/ 1937 w 1974"/>
              <a:gd name="T67" fmla="*/ 559 h 1421"/>
              <a:gd name="T68" fmla="*/ 1729 w 1974"/>
              <a:gd name="T69" fmla="*/ 388 h 1421"/>
              <a:gd name="T70" fmla="*/ 1396 w 1974"/>
              <a:gd name="T71" fmla="*/ 386 h 1421"/>
              <a:gd name="T72" fmla="*/ 1194 w 1974"/>
              <a:gd name="T73" fmla="*/ 551 h 1421"/>
              <a:gd name="T74" fmla="*/ 1194 w 1974"/>
              <a:gd name="T75" fmla="*/ 781 h 1421"/>
              <a:gd name="T76" fmla="*/ 1383 w 1974"/>
              <a:gd name="T77" fmla="*/ 928 h 1421"/>
              <a:gd name="T78" fmla="*/ 1642 w 1974"/>
              <a:gd name="T79" fmla="*/ 1000 h 1421"/>
              <a:gd name="T80" fmla="*/ 1740 w 1974"/>
              <a:gd name="T81" fmla="*/ 1074 h 1421"/>
              <a:gd name="T82" fmla="*/ 1702 w 1974"/>
              <a:gd name="T83" fmla="*/ 1209 h 1421"/>
              <a:gd name="T84" fmla="*/ 1491 w 1974"/>
              <a:gd name="T85" fmla="*/ 1233 h 1421"/>
              <a:gd name="T86" fmla="*/ 1378 w 1974"/>
              <a:gd name="T87" fmla="*/ 1154 h 1421"/>
              <a:gd name="T88" fmla="*/ 1136 w 1974"/>
              <a:gd name="T89" fmla="*/ 1076 h 1421"/>
              <a:gd name="T90" fmla="*/ 1246 w 1974"/>
              <a:gd name="T91" fmla="*/ 1307 h 1421"/>
              <a:gd name="T92" fmla="*/ 1564 w 1974"/>
              <a:gd name="T93" fmla="*/ 1413 h 1421"/>
              <a:gd name="T94" fmla="*/ 1862 w 1974"/>
              <a:gd name="T95" fmla="*/ 1328 h 1421"/>
              <a:gd name="T96" fmla="*/ 1974 w 1974"/>
              <a:gd name="T97" fmla="*/ 1108 h 14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74" h="1421">
                <a:moveTo>
                  <a:pt x="865" y="825"/>
                </a:moveTo>
                <a:cubicBezTo>
                  <a:pt x="847" y="797"/>
                  <a:pt x="824" y="771"/>
                  <a:pt x="793" y="749"/>
                </a:cubicBezTo>
                <a:cubicBezTo>
                  <a:pt x="764" y="727"/>
                  <a:pt x="728" y="708"/>
                  <a:pt x="685" y="693"/>
                </a:cubicBezTo>
                <a:cubicBezTo>
                  <a:pt x="720" y="677"/>
                  <a:pt x="751" y="658"/>
                  <a:pt x="778" y="635"/>
                </a:cubicBezTo>
                <a:cubicBezTo>
                  <a:pt x="805" y="612"/>
                  <a:pt x="827" y="587"/>
                  <a:pt x="845" y="560"/>
                </a:cubicBezTo>
                <a:cubicBezTo>
                  <a:pt x="862" y="533"/>
                  <a:pt x="876" y="507"/>
                  <a:pt x="884" y="478"/>
                </a:cubicBezTo>
                <a:cubicBezTo>
                  <a:pt x="894" y="449"/>
                  <a:pt x="897" y="420"/>
                  <a:pt x="897" y="392"/>
                </a:cubicBezTo>
                <a:cubicBezTo>
                  <a:pt x="897" y="328"/>
                  <a:pt x="887" y="271"/>
                  <a:pt x="864" y="222"/>
                </a:cubicBezTo>
                <a:cubicBezTo>
                  <a:pt x="843" y="173"/>
                  <a:pt x="813" y="132"/>
                  <a:pt x="773" y="98"/>
                </a:cubicBezTo>
                <a:cubicBezTo>
                  <a:pt x="735" y="66"/>
                  <a:pt x="688" y="40"/>
                  <a:pt x="633" y="24"/>
                </a:cubicBezTo>
                <a:cubicBezTo>
                  <a:pt x="581" y="8"/>
                  <a:pt x="520" y="0"/>
                  <a:pt x="455" y="0"/>
                </a:cubicBezTo>
                <a:cubicBezTo>
                  <a:pt x="391" y="0"/>
                  <a:pt x="331" y="10"/>
                  <a:pt x="277" y="28"/>
                </a:cubicBezTo>
                <a:cubicBezTo>
                  <a:pt x="223" y="48"/>
                  <a:pt x="176" y="75"/>
                  <a:pt x="138" y="109"/>
                </a:cubicBezTo>
                <a:cubicBezTo>
                  <a:pt x="99" y="143"/>
                  <a:pt x="68" y="182"/>
                  <a:pt x="46" y="229"/>
                </a:cubicBezTo>
                <a:cubicBezTo>
                  <a:pt x="23" y="274"/>
                  <a:pt x="13" y="326"/>
                  <a:pt x="13" y="379"/>
                </a:cubicBezTo>
                <a:cubicBezTo>
                  <a:pt x="244" y="379"/>
                  <a:pt x="244" y="379"/>
                  <a:pt x="244" y="379"/>
                </a:cubicBezTo>
                <a:cubicBezTo>
                  <a:pt x="244" y="349"/>
                  <a:pt x="250" y="322"/>
                  <a:pt x="260" y="299"/>
                </a:cubicBezTo>
                <a:cubicBezTo>
                  <a:pt x="270" y="276"/>
                  <a:pt x="286" y="255"/>
                  <a:pt x="304" y="238"/>
                </a:cubicBezTo>
                <a:cubicBezTo>
                  <a:pt x="324" y="222"/>
                  <a:pt x="346" y="209"/>
                  <a:pt x="372" y="200"/>
                </a:cubicBezTo>
                <a:cubicBezTo>
                  <a:pt x="398" y="191"/>
                  <a:pt x="426" y="186"/>
                  <a:pt x="457" y="186"/>
                </a:cubicBezTo>
                <a:cubicBezTo>
                  <a:pt x="528" y="186"/>
                  <a:pt x="581" y="204"/>
                  <a:pt x="616" y="241"/>
                </a:cubicBezTo>
                <a:cubicBezTo>
                  <a:pt x="651" y="277"/>
                  <a:pt x="667" y="328"/>
                  <a:pt x="667" y="395"/>
                </a:cubicBezTo>
                <a:cubicBezTo>
                  <a:pt x="667" y="426"/>
                  <a:pt x="663" y="455"/>
                  <a:pt x="653" y="481"/>
                </a:cubicBezTo>
                <a:cubicBezTo>
                  <a:pt x="644" y="507"/>
                  <a:pt x="629" y="529"/>
                  <a:pt x="609" y="547"/>
                </a:cubicBezTo>
                <a:cubicBezTo>
                  <a:pt x="589" y="566"/>
                  <a:pt x="564" y="580"/>
                  <a:pt x="535" y="591"/>
                </a:cubicBezTo>
                <a:cubicBezTo>
                  <a:pt x="506" y="601"/>
                  <a:pt x="471" y="606"/>
                  <a:pt x="432" y="606"/>
                </a:cubicBezTo>
                <a:cubicBezTo>
                  <a:pt x="295" y="606"/>
                  <a:pt x="295" y="606"/>
                  <a:pt x="295" y="606"/>
                </a:cubicBezTo>
                <a:cubicBezTo>
                  <a:pt x="295" y="789"/>
                  <a:pt x="295" y="789"/>
                  <a:pt x="295" y="789"/>
                </a:cubicBezTo>
                <a:cubicBezTo>
                  <a:pt x="433" y="789"/>
                  <a:pt x="433" y="789"/>
                  <a:pt x="433" y="789"/>
                </a:cubicBezTo>
                <a:cubicBezTo>
                  <a:pt x="472" y="789"/>
                  <a:pt x="507" y="794"/>
                  <a:pt x="539" y="802"/>
                </a:cubicBezTo>
                <a:cubicBezTo>
                  <a:pt x="570" y="811"/>
                  <a:pt x="597" y="824"/>
                  <a:pt x="619" y="843"/>
                </a:cubicBezTo>
                <a:cubicBezTo>
                  <a:pt x="641" y="861"/>
                  <a:pt x="659" y="885"/>
                  <a:pt x="671" y="914"/>
                </a:cubicBezTo>
                <a:cubicBezTo>
                  <a:pt x="682" y="942"/>
                  <a:pt x="689" y="977"/>
                  <a:pt x="689" y="1015"/>
                </a:cubicBezTo>
                <a:cubicBezTo>
                  <a:pt x="689" y="1088"/>
                  <a:pt x="668" y="1142"/>
                  <a:pt x="627" y="1181"/>
                </a:cubicBezTo>
                <a:cubicBezTo>
                  <a:pt x="587" y="1219"/>
                  <a:pt x="530" y="1238"/>
                  <a:pt x="458" y="1238"/>
                </a:cubicBezTo>
                <a:cubicBezTo>
                  <a:pt x="425" y="1238"/>
                  <a:pt x="393" y="1233"/>
                  <a:pt x="365" y="1223"/>
                </a:cubicBezTo>
                <a:cubicBezTo>
                  <a:pt x="337" y="1214"/>
                  <a:pt x="314" y="1200"/>
                  <a:pt x="294" y="1181"/>
                </a:cubicBezTo>
                <a:cubicBezTo>
                  <a:pt x="274" y="1162"/>
                  <a:pt x="259" y="1141"/>
                  <a:pt x="248" y="1116"/>
                </a:cubicBezTo>
                <a:cubicBezTo>
                  <a:pt x="238" y="1090"/>
                  <a:pt x="232" y="1062"/>
                  <a:pt x="232" y="1032"/>
                </a:cubicBezTo>
                <a:cubicBezTo>
                  <a:pt x="0" y="1032"/>
                  <a:pt x="0" y="1032"/>
                  <a:pt x="0" y="1032"/>
                </a:cubicBezTo>
                <a:cubicBezTo>
                  <a:pt x="0" y="1096"/>
                  <a:pt x="13" y="1152"/>
                  <a:pt x="37" y="1201"/>
                </a:cubicBezTo>
                <a:cubicBezTo>
                  <a:pt x="62" y="1250"/>
                  <a:pt x="95" y="1291"/>
                  <a:pt x="138" y="1323"/>
                </a:cubicBezTo>
                <a:cubicBezTo>
                  <a:pt x="180" y="1356"/>
                  <a:pt x="227" y="1381"/>
                  <a:pt x="282" y="1397"/>
                </a:cubicBezTo>
                <a:cubicBezTo>
                  <a:pt x="337" y="1413"/>
                  <a:pt x="394" y="1421"/>
                  <a:pt x="455" y="1421"/>
                </a:cubicBezTo>
                <a:cubicBezTo>
                  <a:pt x="521" y="1421"/>
                  <a:pt x="582" y="1412"/>
                  <a:pt x="639" y="1394"/>
                </a:cubicBezTo>
                <a:cubicBezTo>
                  <a:pt x="696" y="1377"/>
                  <a:pt x="745" y="1350"/>
                  <a:pt x="786" y="1315"/>
                </a:cubicBezTo>
                <a:cubicBezTo>
                  <a:pt x="828" y="1280"/>
                  <a:pt x="861" y="1238"/>
                  <a:pt x="884" y="1187"/>
                </a:cubicBezTo>
                <a:cubicBezTo>
                  <a:pt x="908" y="1137"/>
                  <a:pt x="919" y="1078"/>
                  <a:pt x="919" y="1014"/>
                </a:cubicBezTo>
                <a:cubicBezTo>
                  <a:pt x="919" y="980"/>
                  <a:pt x="914" y="946"/>
                  <a:pt x="906" y="914"/>
                </a:cubicBezTo>
                <a:cubicBezTo>
                  <a:pt x="897" y="885"/>
                  <a:pt x="884" y="854"/>
                  <a:pt x="865" y="825"/>
                </a:cubicBezTo>
                <a:close/>
                <a:moveTo>
                  <a:pt x="1946" y="989"/>
                </a:moveTo>
                <a:cubicBezTo>
                  <a:pt x="1930" y="956"/>
                  <a:pt x="1905" y="927"/>
                  <a:pt x="1872" y="902"/>
                </a:cubicBezTo>
                <a:cubicBezTo>
                  <a:pt x="1840" y="878"/>
                  <a:pt x="1801" y="857"/>
                  <a:pt x="1755" y="840"/>
                </a:cubicBezTo>
                <a:cubicBezTo>
                  <a:pt x="1708" y="824"/>
                  <a:pt x="1655" y="809"/>
                  <a:pt x="1597" y="796"/>
                </a:cubicBezTo>
                <a:cubicBezTo>
                  <a:pt x="1556" y="788"/>
                  <a:pt x="1522" y="779"/>
                  <a:pt x="1495" y="769"/>
                </a:cubicBezTo>
                <a:cubicBezTo>
                  <a:pt x="1469" y="760"/>
                  <a:pt x="1448" y="751"/>
                  <a:pt x="1431" y="740"/>
                </a:cubicBezTo>
                <a:cubicBezTo>
                  <a:pt x="1415" y="729"/>
                  <a:pt x="1405" y="718"/>
                  <a:pt x="1399" y="705"/>
                </a:cubicBezTo>
                <a:cubicBezTo>
                  <a:pt x="1393" y="692"/>
                  <a:pt x="1389" y="677"/>
                  <a:pt x="1389" y="659"/>
                </a:cubicBezTo>
                <a:cubicBezTo>
                  <a:pt x="1389" y="642"/>
                  <a:pt x="1393" y="627"/>
                  <a:pt x="1400" y="612"/>
                </a:cubicBezTo>
                <a:cubicBezTo>
                  <a:pt x="1407" y="596"/>
                  <a:pt x="1417" y="583"/>
                  <a:pt x="1431" y="572"/>
                </a:cubicBezTo>
                <a:cubicBezTo>
                  <a:pt x="1445" y="560"/>
                  <a:pt x="1463" y="551"/>
                  <a:pt x="1484" y="544"/>
                </a:cubicBezTo>
                <a:cubicBezTo>
                  <a:pt x="1505" y="537"/>
                  <a:pt x="1531" y="533"/>
                  <a:pt x="1558" y="533"/>
                </a:cubicBezTo>
                <a:cubicBezTo>
                  <a:pt x="1588" y="533"/>
                  <a:pt x="1613" y="538"/>
                  <a:pt x="1635" y="546"/>
                </a:cubicBezTo>
                <a:cubicBezTo>
                  <a:pt x="1658" y="554"/>
                  <a:pt x="1676" y="566"/>
                  <a:pt x="1691" y="580"/>
                </a:cubicBezTo>
                <a:cubicBezTo>
                  <a:pt x="1707" y="594"/>
                  <a:pt x="1717" y="610"/>
                  <a:pt x="1725" y="629"/>
                </a:cubicBezTo>
                <a:cubicBezTo>
                  <a:pt x="1732" y="648"/>
                  <a:pt x="1737" y="666"/>
                  <a:pt x="1737" y="686"/>
                </a:cubicBezTo>
                <a:cubicBezTo>
                  <a:pt x="1964" y="686"/>
                  <a:pt x="1964" y="686"/>
                  <a:pt x="1964" y="686"/>
                </a:cubicBezTo>
                <a:cubicBezTo>
                  <a:pt x="1964" y="641"/>
                  <a:pt x="1955" y="599"/>
                  <a:pt x="1937" y="559"/>
                </a:cubicBezTo>
                <a:cubicBezTo>
                  <a:pt x="1918" y="520"/>
                  <a:pt x="1891" y="486"/>
                  <a:pt x="1856" y="457"/>
                </a:cubicBezTo>
                <a:cubicBezTo>
                  <a:pt x="1821" y="427"/>
                  <a:pt x="1779" y="405"/>
                  <a:pt x="1729" y="388"/>
                </a:cubicBezTo>
                <a:cubicBezTo>
                  <a:pt x="1679" y="370"/>
                  <a:pt x="1621" y="362"/>
                  <a:pt x="1558" y="362"/>
                </a:cubicBezTo>
                <a:cubicBezTo>
                  <a:pt x="1499" y="362"/>
                  <a:pt x="1444" y="370"/>
                  <a:pt x="1396" y="386"/>
                </a:cubicBezTo>
                <a:cubicBezTo>
                  <a:pt x="1349" y="403"/>
                  <a:pt x="1307" y="425"/>
                  <a:pt x="1273" y="453"/>
                </a:cubicBezTo>
                <a:cubicBezTo>
                  <a:pt x="1239" y="481"/>
                  <a:pt x="1213" y="514"/>
                  <a:pt x="1194" y="551"/>
                </a:cubicBezTo>
                <a:cubicBezTo>
                  <a:pt x="1176" y="588"/>
                  <a:pt x="1168" y="627"/>
                  <a:pt x="1168" y="669"/>
                </a:cubicBezTo>
                <a:cubicBezTo>
                  <a:pt x="1168" y="711"/>
                  <a:pt x="1177" y="748"/>
                  <a:pt x="1194" y="781"/>
                </a:cubicBezTo>
                <a:cubicBezTo>
                  <a:pt x="1212" y="814"/>
                  <a:pt x="1238" y="841"/>
                  <a:pt x="1269" y="866"/>
                </a:cubicBezTo>
                <a:cubicBezTo>
                  <a:pt x="1301" y="891"/>
                  <a:pt x="1339" y="910"/>
                  <a:pt x="1383" y="928"/>
                </a:cubicBezTo>
                <a:cubicBezTo>
                  <a:pt x="1428" y="944"/>
                  <a:pt x="1478" y="958"/>
                  <a:pt x="1532" y="970"/>
                </a:cubicBezTo>
                <a:cubicBezTo>
                  <a:pt x="1577" y="979"/>
                  <a:pt x="1614" y="990"/>
                  <a:pt x="1642" y="1000"/>
                </a:cubicBezTo>
                <a:cubicBezTo>
                  <a:pt x="1670" y="1011"/>
                  <a:pt x="1693" y="1022"/>
                  <a:pt x="1709" y="1034"/>
                </a:cubicBezTo>
                <a:cubicBezTo>
                  <a:pt x="1724" y="1046"/>
                  <a:pt x="1735" y="1060"/>
                  <a:pt x="1740" y="1074"/>
                </a:cubicBezTo>
                <a:cubicBezTo>
                  <a:pt x="1746" y="1088"/>
                  <a:pt x="1749" y="1103"/>
                  <a:pt x="1749" y="1119"/>
                </a:cubicBezTo>
                <a:cubicBezTo>
                  <a:pt x="1749" y="1157"/>
                  <a:pt x="1733" y="1186"/>
                  <a:pt x="1702" y="1209"/>
                </a:cubicBezTo>
                <a:cubicBezTo>
                  <a:pt x="1670" y="1232"/>
                  <a:pt x="1625" y="1243"/>
                  <a:pt x="1565" y="1243"/>
                </a:cubicBezTo>
                <a:cubicBezTo>
                  <a:pt x="1540" y="1243"/>
                  <a:pt x="1515" y="1241"/>
                  <a:pt x="1491" y="1233"/>
                </a:cubicBezTo>
                <a:cubicBezTo>
                  <a:pt x="1466" y="1228"/>
                  <a:pt x="1444" y="1218"/>
                  <a:pt x="1426" y="1206"/>
                </a:cubicBezTo>
                <a:cubicBezTo>
                  <a:pt x="1406" y="1193"/>
                  <a:pt x="1390" y="1175"/>
                  <a:pt x="1378" y="1154"/>
                </a:cubicBezTo>
                <a:cubicBezTo>
                  <a:pt x="1365" y="1133"/>
                  <a:pt x="1358" y="1106"/>
                  <a:pt x="1357" y="1076"/>
                </a:cubicBezTo>
                <a:cubicBezTo>
                  <a:pt x="1136" y="1076"/>
                  <a:pt x="1136" y="1076"/>
                  <a:pt x="1136" y="1076"/>
                </a:cubicBezTo>
                <a:cubicBezTo>
                  <a:pt x="1136" y="1118"/>
                  <a:pt x="1145" y="1159"/>
                  <a:pt x="1164" y="1198"/>
                </a:cubicBezTo>
                <a:cubicBezTo>
                  <a:pt x="1183" y="1238"/>
                  <a:pt x="1210" y="1274"/>
                  <a:pt x="1246" y="1307"/>
                </a:cubicBezTo>
                <a:cubicBezTo>
                  <a:pt x="1282" y="1339"/>
                  <a:pt x="1326" y="1364"/>
                  <a:pt x="1380" y="1384"/>
                </a:cubicBezTo>
                <a:cubicBezTo>
                  <a:pt x="1434" y="1404"/>
                  <a:pt x="1494" y="1413"/>
                  <a:pt x="1564" y="1413"/>
                </a:cubicBezTo>
                <a:cubicBezTo>
                  <a:pt x="1626" y="1413"/>
                  <a:pt x="1682" y="1406"/>
                  <a:pt x="1732" y="1391"/>
                </a:cubicBezTo>
                <a:cubicBezTo>
                  <a:pt x="1783" y="1376"/>
                  <a:pt x="1826" y="1355"/>
                  <a:pt x="1862" y="1328"/>
                </a:cubicBezTo>
                <a:cubicBezTo>
                  <a:pt x="1898" y="1301"/>
                  <a:pt x="1925" y="1268"/>
                  <a:pt x="1945" y="1231"/>
                </a:cubicBezTo>
                <a:cubicBezTo>
                  <a:pt x="1964" y="1194"/>
                  <a:pt x="1974" y="1153"/>
                  <a:pt x="1974" y="1108"/>
                </a:cubicBezTo>
                <a:cubicBezTo>
                  <a:pt x="1971" y="1061"/>
                  <a:pt x="1963" y="1021"/>
                  <a:pt x="1946" y="9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mer 10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64666"/>
          </a:xfrm>
          <a:custGeom>
            <a:avLst/>
            <a:gdLst>
              <a:gd name="T0" fmla="*/ 0 w 2800"/>
              <a:gd name="T1" fmla="*/ 408 h 1423"/>
              <a:gd name="T2" fmla="*/ 350 w 2800"/>
              <a:gd name="T3" fmla="*/ 1410 h 1423"/>
              <a:gd name="T4" fmla="*/ 583 w 2800"/>
              <a:gd name="T5" fmla="*/ 12 h 1423"/>
              <a:gd name="T6" fmla="*/ 0 w 2800"/>
              <a:gd name="T7" fmla="*/ 212 h 1423"/>
              <a:gd name="T8" fmla="*/ 2699 w 2800"/>
              <a:gd name="T9" fmla="*/ 901 h 1423"/>
              <a:gd name="T10" fmla="*/ 2424 w 2800"/>
              <a:gd name="T11" fmla="*/ 795 h 1423"/>
              <a:gd name="T12" fmla="*/ 2258 w 2800"/>
              <a:gd name="T13" fmla="*/ 739 h 1423"/>
              <a:gd name="T14" fmla="*/ 2216 w 2800"/>
              <a:gd name="T15" fmla="*/ 659 h 1423"/>
              <a:gd name="T16" fmla="*/ 2258 w 2800"/>
              <a:gd name="T17" fmla="*/ 571 h 1423"/>
              <a:gd name="T18" fmla="*/ 2385 w 2800"/>
              <a:gd name="T19" fmla="*/ 533 h 1423"/>
              <a:gd name="T20" fmla="*/ 2518 w 2800"/>
              <a:gd name="T21" fmla="*/ 579 h 1423"/>
              <a:gd name="T22" fmla="*/ 2563 w 2800"/>
              <a:gd name="T23" fmla="*/ 685 h 1423"/>
              <a:gd name="T24" fmla="*/ 2763 w 2800"/>
              <a:gd name="T25" fmla="*/ 558 h 1423"/>
              <a:gd name="T26" fmla="*/ 2555 w 2800"/>
              <a:gd name="T27" fmla="*/ 387 h 1423"/>
              <a:gd name="T28" fmla="*/ 2223 w 2800"/>
              <a:gd name="T29" fmla="*/ 386 h 1423"/>
              <a:gd name="T30" fmla="*/ 2021 w 2800"/>
              <a:gd name="T31" fmla="*/ 550 h 1423"/>
              <a:gd name="T32" fmla="*/ 2021 w 2800"/>
              <a:gd name="T33" fmla="*/ 780 h 1423"/>
              <a:gd name="T34" fmla="*/ 2210 w 2800"/>
              <a:gd name="T35" fmla="*/ 927 h 1423"/>
              <a:gd name="T36" fmla="*/ 2469 w 2800"/>
              <a:gd name="T37" fmla="*/ 999 h 1423"/>
              <a:gd name="T38" fmla="*/ 2567 w 2800"/>
              <a:gd name="T39" fmla="*/ 1072 h 1423"/>
              <a:gd name="T40" fmla="*/ 2528 w 2800"/>
              <a:gd name="T41" fmla="*/ 1208 h 1423"/>
              <a:gd name="T42" fmla="*/ 2317 w 2800"/>
              <a:gd name="T43" fmla="*/ 1232 h 1423"/>
              <a:gd name="T44" fmla="*/ 2204 w 2800"/>
              <a:gd name="T45" fmla="*/ 1153 h 1423"/>
              <a:gd name="T46" fmla="*/ 1963 w 2800"/>
              <a:gd name="T47" fmla="*/ 1075 h 1423"/>
              <a:gd name="T48" fmla="*/ 2073 w 2800"/>
              <a:gd name="T49" fmla="*/ 1305 h 1423"/>
              <a:gd name="T50" fmla="*/ 2391 w 2800"/>
              <a:gd name="T51" fmla="*/ 1412 h 1423"/>
              <a:gd name="T52" fmla="*/ 2688 w 2800"/>
              <a:gd name="T53" fmla="*/ 1327 h 1423"/>
              <a:gd name="T54" fmla="*/ 2800 w 2800"/>
              <a:gd name="T55" fmla="*/ 1106 h 1423"/>
              <a:gd name="T56" fmla="*/ 1611 w 2800"/>
              <a:gd name="T57" fmla="*/ 134 h 1423"/>
              <a:gd name="T58" fmla="*/ 1282 w 2800"/>
              <a:gd name="T59" fmla="*/ 0 h 1423"/>
              <a:gd name="T60" fmla="*/ 954 w 2800"/>
              <a:gd name="T61" fmla="*/ 134 h 1423"/>
              <a:gd name="T62" fmla="*/ 829 w 2800"/>
              <a:gd name="T63" fmla="*/ 598 h 1423"/>
              <a:gd name="T64" fmla="*/ 862 w 2800"/>
              <a:gd name="T65" fmla="*/ 1100 h 1423"/>
              <a:gd name="T66" fmla="*/ 1098 w 2800"/>
              <a:gd name="T67" fmla="*/ 1391 h 1423"/>
              <a:gd name="T68" fmla="*/ 1469 w 2800"/>
              <a:gd name="T69" fmla="*/ 1391 h 1423"/>
              <a:gd name="T70" fmla="*/ 1702 w 2800"/>
              <a:gd name="T71" fmla="*/ 1100 h 1423"/>
              <a:gd name="T72" fmla="*/ 1735 w 2800"/>
              <a:gd name="T73" fmla="*/ 598 h 1423"/>
              <a:gd name="T74" fmla="*/ 1611 w 2800"/>
              <a:gd name="T75" fmla="*/ 134 h 1423"/>
              <a:gd name="T76" fmla="*/ 1490 w 2800"/>
              <a:gd name="T77" fmla="*/ 1032 h 1423"/>
              <a:gd name="T78" fmla="*/ 1379 w 2800"/>
              <a:gd name="T79" fmla="*/ 1217 h 1423"/>
              <a:gd name="T80" fmla="*/ 1188 w 2800"/>
              <a:gd name="T81" fmla="*/ 1217 h 1423"/>
              <a:gd name="T82" fmla="*/ 1074 w 2800"/>
              <a:gd name="T83" fmla="*/ 1032 h 1423"/>
              <a:gd name="T84" fmla="*/ 1059 w 2800"/>
              <a:gd name="T85" fmla="*/ 562 h 1423"/>
              <a:gd name="T86" fmla="*/ 1118 w 2800"/>
              <a:gd name="T87" fmla="*/ 268 h 1423"/>
              <a:gd name="T88" fmla="*/ 1282 w 2800"/>
              <a:gd name="T89" fmla="*/ 184 h 1423"/>
              <a:gd name="T90" fmla="*/ 1447 w 2800"/>
              <a:gd name="T91" fmla="*/ 268 h 1423"/>
              <a:gd name="T92" fmla="*/ 1505 w 2800"/>
              <a:gd name="T93" fmla="*/ 561 h 1423"/>
              <a:gd name="T94" fmla="*/ 1504 w 2800"/>
              <a:gd name="T95" fmla="*/ 853 h 14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800" h="1423">
                <a:moveTo>
                  <a:pt x="0" y="212"/>
                </a:moveTo>
                <a:cubicBezTo>
                  <a:pt x="0" y="408"/>
                  <a:pt x="0" y="408"/>
                  <a:pt x="0" y="408"/>
                </a:cubicBezTo>
                <a:cubicBezTo>
                  <a:pt x="350" y="291"/>
                  <a:pt x="350" y="291"/>
                  <a:pt x="350" y="291"/>
                </a:cubicBezTo>
                <a:cubicBezTo>
                  <a:pt x="350" y="1410"/>
                  <a:pt x="350" y="1410"/>
                  <a:pt x="350" y="1410"/>
                </a:cubicBezTo>
                <a:cubicBezTo>
                  <a:pt x="583" y="1410"/>
                  <a:pt x="583" y="1410"/>
                  <a:pt x="583" y="1410"/>
                </a:cubicBezTo>
                <a:cubicBezTo>
                  <a:pt x="583" y="12"/>
                  <a:pt x="583" y="12"/>
                  <a:pt x="583" y="12"/>
                </a:cubicBezTo>
                <a:cubicBezTo>
                  <a:pt x="554" y="12"/>
                  <a:pt x="554" y="12"/>
                  <a:pt x="554" y="12"/>
                </a:cubicBezTo>
                <a:lnTo>
                  <a:pt x="0" y="212"/>
                </a:lnTo>
                <a:close/>
                <a:moveTo>
                  <a:pt x="2772" y="987"/>
                </a:moveTo>
                <a:cubicBezTo>
                  <a:pt x="2756" y="955"/>
                  <a:pt x="2731" y="925"/>
                  <a:pt x="2699" y="901"/>
                </a:cubicBezTo>
                <a:cubicBezTo>
                  <a:pt x="2666" y="877"/>
                  <a:pt x="2628" y="856"/>
                  <a:pt x="2581" y="839"/>
                </a:cubicBezTo>
                <a:cubicBezTo>
                  <a:pt x="2534" y="823"/>
                  <a:pt x="2482" y="808"/>
                  <a:pt x="2424" y="795"/>
                </a:cubicBezTo>
                <a:cubicBezTo>
                  <a:pt x="2383" y="787"/>
                  <a:pt x="2349" y="777"/>
                  <a:pt x="2322" y="768"/>
                </a:cubicBezTo>
                <a:cubicBezTo>
                  <a:pt x="2295" y="759"/>
                  <a:pt x="2274" y="749"/>
                  <a:pt x="2258" y="739"/>
                </a:cubicBezTo>
                <a:cubicBezTo>
                  <a:pt x="2242" y="728"/>
                  <a:pt x="2231" y="717"/>
                  <a:pt x="2225" y="704"/>
                </a:cubicBezTo>
                <a:cubicBezTo>
                  <a:pt x="2220" y="691"/>
                  <a:pt x="2216" y="676"/>
                  <a:pt x="2216" y="659"/>
                </a:cubicBezTo>
                <a:cubicBezTo>
                  <a:pt x="2216" y="642"/>
                  <a:pt x="2220" y="626"/>
                  <a:pt x="2227" y="611"/>
                </a:cubicBezTo>
                <a:cubicBezTo>
                  <a:pt x="2234" y="596"/>
                  <a:pt x="2244" y="582"/>
                  <a:pt x="2258" y="571"/>
                </a:cubicBezTo>
                <a:cubicBezTo>
                  <a:pt x="2272" y="559"/>
                  <a:pt x="2290" y="550"/>
                  <a:pt x="2311" y="543"/>
                </a:cubicBezTo>
                <a:cubicBezTo>
                  <a:pt x="2331" y="536"/>
                  <a:pt x="2357" y="533"/>
                  <a:pt x="2385" y="533"/>
                </a:cubicBezTo>
                <a:cubicBezTo>
                  <a:pt x="2414" y="533"/>
                  <a:pt x="2440" y="537"/>
                  <a:pt x="2462" y="545"/>
                </a:cubicBezTo>
                <a:cubicBezTo>
                  <a:pt x="2484" y="554"/>
                  <a:pt x="2503" y="565"/>
                  <a:pt x="2518" y="579"/>
                </a:cubicBezTo>
                <a:cubicBezTo>
                  <a:pt x="2533" y="593"/>
                  <a:pt x="2544" y="610"/>
                  <a:pt x="2552" y="628"/>
                </a:cubicBezTo>
                <a:cubicBezTo>
                  <a:pt x="2559" y="647"/>
                  <a:pt x="2563" y="666"/>
                  <a:pt x="2563" y="685"/>
                </a:cubicBezTo>
                <a:cubicBezTo>
                  <a:pt x="2791" y="685"/>
                  <a:pt x="2791" y="685"/>
                  <a:pt x="2791" y="685"/>
                </a:cubicBezTo>
                <a:cubicBezTo>
                  <a:pt x="2791" y="640"/>
                  <a:pt x="2781" y="598"/>
                  <a:pt x="2763" y="558"/>
                </a:cubicBezTo>
                <a:cubicBezTo>
                  <a:pt x="2744" y="519"/>
                  <a:pt x="2717" y="485"/>
                  <a:pt x="2682" y="456"/>
                </a:cubicBezTo>
                <a:cubicBezTo>
                  <a:pt x="2647" y="427"/>
                  <a:pt x="2605" y="404"/>
                  <a:pt x="2555" y="387"/>
                </a:cubicBezTo>
                <a:cubicBezTo>
                  <a:pt x="2505" y="369"/>
                  <a:pt x="2448" y="361"/>
                  <a:pt x="2385" y="361"/>
                </a:cubicBezTo>
                <a:cubicBezTo>
                  <a:pt x="2326" y="361"/>
                  <a:pt x="2271" y="369"/>
                  <a:pt x="2223" y="386"/>
                </a:cubicBezTo>
                <a:cubicBezTo>
                  <a:pt x="2175" y="402"/>
                  <a:pt x="2133" y="424"/>
                  <a:pt x="2099" y="452"/>
                </a:cubicBezTo>
                <a:cubicBezTo>
                  <a:pt x="2066" y="480"/>
                  <a:pt x="2040" y="513"/>
                  <a:pt x="2021" y="550"/>
                </a:cubicBezTo>
                <a:cubicBezTo>
                  <a:pt x="2003" y="587"/>
                  <a:pt x="1995" y="626"/>
                  <a:pt x="1995" y="668"/>
                </a:cubicBezTo>
                <a:cubicBezTo>
                  <a:pt x="1995" y="710"/>
                  <a:pt x="2004" y="748"/>
                  <a:pt x="2021" y="780"/>
                </a:cubicBezTo>
                <a:cubicBezTo>
                  <a:pt x="2039" y="812"/>
                  <a:pt x="2063" y="840"/>
                  <a:pt x="2096" y="865"/>
                </a:cubicBezTo>
                <a:cubicBezTo>
                  <a:pt x="2127" y="889"/>
                  <a:pt x="2166" y="909"/>
                  <a:pt x="2210" y="927"/>
                </a:cubicBezTo>
                <a:cubicBezTo>
                  <a:pt x="2255" y="943"/>
                  <a:pt x="2305" y="957"/>
                  <a:pt x="2358" y="969"/>
                </a:cubicBezTo>
                <a:cubicBezTo>
                  <a:pt x="2404" y="978"/>
                  <a:pt x="2441" y="988"/>
                  <a:pt x="2469" y="999"/>
                </a:cubicBezTo>
                <a:cubicBezTo>
                  <a:pt x="2497" y="1009"/>
                  <a:pt x="2519" y="1021"/>
                  <a:pt x="2535" y="1033"/>
                </a:cubicBezTo>
                <a:cubicBezTo>
                  <a:pt x="2551" y="1044"/>
                  <a:pt x="2561" y="1058"/>
                  <a:pt x="2567" y="1072"/>
                </a:cubicBezTo>
                <a:cubicBezTo>
                  <a:pt x="2573" y="1086"/>
                  <a:pt x="2575" y="1101"/>
                  <a:pt x="2575" y="1118"/>
                </a:cubicBezTo>
                <a:cubicBezTo>
                  <a:pt x="2575" y="1155"/>
                  <a:pt x="2560" y="1184"/>
                  <a:pt x="2528" y="1208"/>
                </a:cubicBezTo>
                <a:cubicBezTo>
                  <a:pt x="2497" y="1231"/>
                  <a:pt x="2451" y="1241"/>
                  <a:pt x="2392" y="1241"/>
                </a:cubicBezTo>
                <a:cubicBezTo>
                  <a:pt x="2366" y="1241"/>
                  <a:pt x="2342" y="1239"/>
                  <a:pt x="2317" y="1232"/>
                </a:cubicBezTo>
                <a:cubicBezTo>
                  <a:pt x="2293" y="1226"/>
                  <a:pt x="2271" y="1217"/>
                  <a:pt x="2252" y="1204"/>
                </a:cubicBezTo>
                <a:cubicBezTo>
                  <a:pt x="2232" y="1191"/>
                  <a:pt x="2217" y="1174"/>
                  <a:pt x="2204" y="1153"/>
                </a:cubicBezTo>
                <a:cubicBezTo>
                  <a:pt x="2192" y="1132"/>
                  <a:pt x="2185" y="1105"/>
                  <a:pt x="2183" y="1075"/>
                </a:cubicBezTo>
                <a:cubicBezTo>
                  <a:pt x="1963" y="1075"/>
                  <a:pt x="1963" y="1075"/>
                  <a:pt x="1963" y="1075"/>
                </a:cubicBezTo>
                <a:cubicBezTo>
                  <a:pt x="1963" y="1117"/>
                  <a:pt x="1972" y="1157"/>
                  <a:pt x="1991" y="1197"/>
                </a:cubicBezTo>
                <a:cubicBezTo>
                  <a:pt x="2010" y="1237"/>
                  <a:pt x="2037" y="1273"/>
                  <a:pt x="2073" y="1305"/>
                </a:cubicBezTo>
                <a:cubicBezTo>
                  <a:pt x="2109" y="1337"/>
                  <a:pt x="2153" y="1363"/>
                  <a:pt x="2207" y="1382"/>
                </a:cubicBezTo>
                <a:cubicBezTo>
                  <a:pt x="2260" y="1402"/>
                  <a:pt x="2321" y="1412"/>
                  <a:pt x="2391" y="1412"/>
                </a:cubicBezTo>
                <a:cubicBezTo>
                  <a:pt x="2453" y="1412"/>
                  <a:pt x="2509" y="1405"/>
                  <a:pt x="2559" y="1389"/>
                </a:cubicBezTo>
                <a:cubicBezTo>
                  <a:pt x="2609" y="1374"/>
                  <a:pt x="2652" y="1353"/>
                  <a:pt x="2688" y="1327"/>
                </a:cubicBezTo>
                <a:cubicBezTo>
                  <a:pt x="2724" y="1300"/>
                  <a:pt x="2751" y="1267"/>
                  <a:pt x="2771" y="1230"/>
                </a:cubicBezTo>
                <a:cubicBezTo>
                  <a:pt x="2791" y="1192"/>
                  <a:pt x="2800" y="1152"/>
                  <a:pt x="2800" y="1106"/>
                </a:cubicBezTo>
                <a:cubicBezTo>
                  <a:pt x="2798" y="1060"/>
                  <a:pt x="2790" y="1020"/>
                  <a:pt x="2772" y="987"/>
                </a:cubicBezTo>
                <a:close/>
                <a:moveTo>
                  <a:pt x="1611" y="134"/>
                </a:moveTo>
                <a:cubicBezTo>
                  <a:pt x="1571" y="87"/>
                  <a:pt x="1524" y="52"/>
                  <a:pt x="1468" y="31"/>
                </a:cubicBezTo>
                <a:cubicBezTo>
                  <a:pt x="1413" y="10"/>
                  <a:pt x="1350" y="0"/>
                  <a:pt x="1282" y="0"/>
                </a:cubicBezTo>
                <a:cubicBezTo>
                  <a:pt x="1215" y="0"/>
                  <a:pt x="1153" y="10"/>
                  <a:pt x="1097" y="31"/>
                </a:cubicBezTo>
                <a:cubicBezTo>
                  <a:pt x="1041" y="52"/>
                  <a:pt x="993" y="86"/>
                  <a:pt x="954" y="134"/>
                </a:cubicBezTo>
                <a:cubicBezTo>
                  <a:pt x="914" y="182"/>
                  <a:pt x="884" y="242"/>
                  <a:pt x="862" y="319"/>
                </a:cubicBezTo>
                <a:cubicBezTo>
                  <a:pt x="841" y="395"/>
                  <a:pt x="829" y="488"/>
                  <a:pt x="829" y="598"/>
                </a:cubicBezTo>
                <a:cubicBezTo>
                  <a:pt x="829" y="822"/>
                  <a:pt x="829" y="822"/>
                  <a:pt x="829" y="822"/>
                </a:cubicBezTo>
                <a:cubicBezTo>
                  <a:pt x="829" y="931"/>
                  <a:pt x="839" y="1025"/>
                  <a:pt x="862" y="1100"/>
                </a:cubicBezTo>
                <a:cubicBezTo>
                  <a:pt x="884" y="1177"/>
                  <a:pt x="914" y="1239"/>
                  <a:pt x="955" y="1287"/>
                </a:cubicBezTo>
                <a:cubicBezTo>
                  <a:pt x="994" y="1335"/>
                  <a:pt x="1042" y="1370"/>
                  <a:pt x="1098" y="1391"/>
                </a:cubicBezTo>
                <a:cubicBezTo>
                  <a:pt x="1154" y="1412"/>
                  <a:pt x="1216" y="1423"/>
                  <a:pt x="1283" y="1423"/>
                </a:cubicBezTo>
                <a:cubicBezTo>
                  <a:pt x="1352" y="1423"/>
                  <a:pt x="1414" y="1413"/>
                  <a:pt x="1469" y="1391"/>
                </a:cubicBezTo>
                <a:cubicBezTo>
                  <a:pt x="1525" y="1370"/>
                  <a:pt x="1571" y="1335"/>
                  <a:pt x="1611" y="1287"/>
                </a:cubicBezTo>
                <a:cubicBezTo>
                  <a:pt x="1651" y="1239"/>
                  <a:pt x="1681" y="1177"/>
                  <a:pt x="1702" y="1100"/>
                </a:cubicBezTo>
                <a:cubicBezTo>
                  <a:pt x="1723" y="1025"/>
                  <a:pt x="1735" y="931"/>
                  <a:pt x="1735" y="822"/>
                </a:cubicBezTo>
                <a:cubicBezTo>
                  <a:pt x="1735" y="598"/>
                  <a:pt x="1735" y="598"/>
                  <a:pt x="1735" y="598"/>
                </a:cubicBezTo>
                <a:cubicBezTo>
                  <a:pt x="1735" y="488"/>
                  <a:pt x="1724" y="395"/>
                  <a:pt x="1702" y="319"/>
                </a:cubicBezTo>
                <a:cubicBezTo>
                  <a:pt x="1681" y="242"/>
                  <a:pt x="1651" y="181"/>
                  <a:pt x="1611" y="134"/>
                </a:cubicBezTo>
                <a:close/>
                <a:moveTo>
                  <a:pt x="1504" y="853"/>
                </a:moveTo>
                <a:cubicBezTo>
                  <a:pt x="1504" y="923"/>
                  <a:pt x="1499" y="983"/>
                  <a:pt x="1490" y="1032"/>
                </a:cubicBezTo>
                <a:cubicBezTo>
                  <a:pt x="1481" y="1081"/>
                  <a:pt x="1467" y="1120"/>
                  <a:pt x="1448" y="1150"/>
                </a:cubicBezTo>
                <a:cubicBezTo>
                  <a:pt x="1429" y="1181"/>
                  <a:pt x="1406" y="1203"/>
                  <a:pt x="1379" y="1217"/>
                </a:cubicBezTo>
                <a:cubicBezTo>
                  <a:pt x="1352" y="1231"/>
                  <a:pt x="1320" y="1238"/>
                  <a:pt x="1283" y="1238"/>
                </a:cubicBezTo>
                <a:cubicBezTo>
                  <a:pt x="1249" y="1238"/>
                  <a:pt x="1216" y="1231"/>
                  <a:pt x="1188" y="1217"/>
                </a:cubicBezTo>
                <a:cubicBezTo>
                  <a:pt x="1160" y="1203"/>
                  <a:pt x="1137" y="1181"/>
                  <a:pt x="1118" y="1150"/>
                </a:cubicBezTo>
                <a:cubicBezTo>
                  <a:pt x="1099" y="1120"/>
                  <a:pt x="1084" y="1081"/>
                  <a:pt x="1074" y="1032"/>
                </a:cubicBezTo>
                <a:cubicBezTo>
                  <a:pt x="1063" y="983"/>
                  <a:pt x="1059" y="923"/>
                  <a:pt x="1059" y="853"/>
                </a:cubicBezTo>
                <a:cubicBezTo>
                  <a:pt x="1059" y="562"/>
                  <a:pt x="1059" y="562"/>
                  <a:pt x="1059" y="562"/>
                </a:cubicBezTo>
                <a:cubicBezTo>
                  <a:pt x="1059" y="492"/>
                  <a:pt x="1063" y="432"/>
                  <a:pt x="1074" y="385"/>
                </a:cubicBezTo>
                <a:cubicBezTo>
                  <a:pt x="1084" y="337"/>
                  <a:pt x="1098" y="298"/>
                  <a:pt x="1118" y="268"/>
                </a:cubicBezTo>
                <a:cubicBezTo>
                  <a:pt x="1137" y="239"/>
                  <a:pt x="1160" y="218"/>
                  <a:pt x="1188" y="204"/>
                </a:cubicBezTo>
                <a:cubicBezTo>
                  <a:pt x="1216" y="191"/>
                  <a:pt x="1247" y="184"/>
                  <a:pt x="1282" y="184"/>
                </a:cubicBezTo>
                <a:cubicBezTo>
                  <a:pt x="1318" y="184"/>
                  <a:pt x="1350" y="191"/>
                  <a:pt x="1377" y="204"/>
                </a:cubicBezTo>
                <a:cubicBezTo>
                  <a:pt x="1405" y="217"/>
                  <a:pt x="1428" y="238"/>
                  <a:pt x="1447" y="268"/>
                </a:cubicBezTo>
                <a:cubicBezTo>
                  <a:pt x="1465" y="297"/>
                  <a:pt x="1481" y="336"/>
                  <a:pt x="1490" y="383"/>
                </a:cubicBezTo>
                <a:cubicBezTo>
                  <a:pt x="1499" y="431"/>
                  <a:pt x="1505" y="491"/>
                  <a:pt x="1505" y="561"/>
                </a:cubicBezTo>
                <a:cubicBezTo>
                  <a:pt x="1505" y="853"/>
                  <a:pt x="1505" y="853"/>
                  <a:pt x="1505" y="853"/>
                </a:cubicBezTo>
                <a:lnTo>
                  <a:pt x="1504" y="8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mer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00345" cy="914400"/>
          </a:xfrm>
          <a:custGeom>
            <a:avLst/>
            <a:gdLst>
              <a:gd name="T0" fmla="*/ 2017 w 2246"/>
              <a:gd name="T1" fmla="*/ 414 h 2566"/>
              <a:gd name="T2" fmla="*/ 1852 w 2246"/>
              <a:gd name="T3" fmla="*/ 579 h 2566"/>
              <a:gd name="T4" fmla="*/ 1196 w 2246"/>
              <a:gd name="T5" fmla="*/ 350 h 2566"/>
              <a:gd name="T6" fmla="*/ 618 w 2246"/>
              <a:gd name="T7" fmla="*/ 522 h 2566"/>
              <a:gd name="T8" fmla="*/ 789 w 2246"/>
              <a:gd name="T9" fmla="*/ 693 h 2566"/>
              <a:gd name="T10" fmla="*/ 1196 w 2246"/>
              <a:gd name="T11" fmla="*/ 583 h 2566"/>
              <a:gd name="T12" fmla="*/ 2013 w 2246"/>
              <a:gd name="T13" fmla="*/ 1400 h 2566"/>
              <a:gd name="T14" fmla="*/ 1903 w 2246"/>
              <a:gd name="T15" fmla="*/ 1807 h 2566"/>
              <a:gd name="T16" fmla="*/ 2072 w 2246"/>
              <a:gd name="T17" fmla="*/ 1976 h 2566"/>
              <a:gd name="T18" fmla="*/ 2246 w 2246"/>
              <a:gd name="T19" fmla="*/ 1400 h 2566"/>
              <a:gd name="T20" fmla="*/ 2016 w 2246"/>
              <a:gd name="T21" fmla="*/ 745 h 2566"/>
              <a:gd name="T22" fmla="*/ 2182 w 2246"/>
              <a:gd name="T23" fmla="*/ 579 h 2566"/>
              <a:gd name="T24" fmla="*/ 2017 w 2246"/>
              <a:gd name="T25" fmla="*/ 414 h 2566"/>
              <a:gd name="T26" fmla="*/ 1546 w 2246"/>
              <a:gd name="T27" fmla="*/ 0 h 2566"/>
              <a:gd name="T28" fmla="*/ 846 w 2246"/>
              <a:gd name="T29" fmla="*/ 0 h 2566"/>
              <a:gd name="T30" fmla="*/ 846 w 2246"/>
              <a:gd name="T31" fmla="*/ 233 h 2566"/>
              <a:gd name="T32" fmla="*/ 1546 w 2246"/>
              <a:gd name="T33" fmla="*/ 233 h 2566"/>
              <a:gd name="T34" fmla="*/ 1546 w 2246"/>
              <a:gd name="T35" fmla="*/ 0 h 2566"/>
              <a:gd name="T36" fmla="*/ 1079 w 2246"/>
              <a:gd name="T37" fmla="*/ 984 h 2566"/>
              <a:gd name="T38" fmla="*/ 1313 w 2246"/>
              <a:gd name="T39" fmla="*/ 1218 h 2566"/>
              <a:gd name="T40" fmla="*/ 1313 w 2246"/>
              <a:gd name="T41" fmla="*/ 816 h 2566"/>
              <a:gd name="T42" fmla="*/ 1079 w 2246"/>
              <a:gd name="T43" fmla="*/ 816 h 2566"/>
              <a:gd name="T44" fmla="*/ 1079 w 2246"/>
              <a:gd name="T45" fmla="*/ 984 h 2566"/>
              <a:gd name="T46" fmla="*/ 148 w 2246"/>
              <a:gd name="T47" fmla="*/ 350 h 2566"/>
              <a:gd name="T48" fmla="*/ 0 w 2246"/>
              <a:gd name="T49" fmla="*/ 498 h 2566"/>
              <a:gd name="T50" fmla="*/ 321 w 2246"/>
              <a:gd name="T51" fmla="*/ 820 h 2566"/>
              <a:gd name="T52" fmla="*/ 146 w 2246"/>
              <a:gd name="T53" fmla="*/ 1400 h 2566"/>
              <a:gd name="T54" fmla="*/ 1196 w 2246"/>
              <a:gd name="T55" fmla="*/ 2450 h 2566"/>
              <a:gd name="T56" fmla="*/ 1777 w 2246"/>
              <a:gd name="T57" fmla="*/ 2275 h 2566"/>
              <a:gd name="T58" fmla="*/ 2069 w 2246"/>
              <a:gd name="T59" fmla="*/ 2566 h 2566"/>
              <a:gd name="T60" fmla="*/ 2217 w 2246"/>
              <a:gd name="T61" fmla="*/ 2418 h 2566"/>
              <a:gd name="T62" fmla="*/ 1317 w 2246"/>
              <a:gd name="T63" fmla="*/ 1519 h 2566"/>
              <a:gd name="T64" fmla="*/ 148 w 2246"/>
              <a:gd name="T65" fmla="*/ 350 h 2566"/>
              <a:gd name="T66" fmla="*/ 1196 w 2246"/>
              <a:gd name="T67" fmla="*/ 2216 h 2566"/>
              <a:gd name="T68" fmla="*/ 379 w 2246"/>
              <a:gd name="T69" fmla="*/ 1400 h 2566"/>
              <a:gd name="T70" fmla="*/ 490 w 2246"/>
              <a:gd name="T71" fmla="*/ 989 h 2566"/>
              <a:gd name="T72" fmla="*/ 1605 w 2246"/>
              <a:gd name="T73" fmla="*/ 2104 h 2566"/>
              <a:gd name="T74" fmla="*/ 1196 w 2246"/>
              <a:gd name="T75" fmla="*/ 2216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246" h="2566">
                <a:moveTo>
                  <a:pt x="2017" y="414"/>
                </a:moveTo>
                <a:cubicBezTo>
                  <a:pt x="1852" y="579"/>
                  <a:pt x="1852" y="579"/>
                  <a:pt x="1852" y="579"/>
                </a:cubicBezTo>
                <a:cubicBezTo>
                  <a:pt x="1671" y="436"/>
                  <a:pt x="1443" y="350"/>
                  <a:pt x="1196" y="350"/>
                </a:cubicBezTo>
                <a:cubicBezTo>
                  <a:pt x="982" y="350"/>
                  <a:pt x="784" y="414"/>
                  <a:pt x="618" y="522"/>
                </a:cubicBezTo>
                <a:cubicBezTo>
                  <a:pt x="789" y="693"/>
                  <a:pt x="789" y="693"/>
                  <a:pt x="789" y="693"/>
                </a:cubicBezTo>
                <a:cubicBezTo>
                  <a:pt x="908" y="624"/>
                  <a:pt x="1048" y="583"/>
                  <a:pt x="1196" y="583"/>
                </a:cubicBezTo>
                <a:cubicBezTo>
                  <a:pt x="1648" y="583"/>
                  <a:pt x="2013" y="948"/>
                  <a:pt x="2013" y="1400"/>
                </a:cubicBezTo>
                <a:cubicBezTo>
                  <a:pt x="2013" y="1548"/>
                  <a:pt x="1972" y="1688"/>
                  <a:pt x="1903" y="1807"/>
                </a:cubicBezTo>
                <a:cubicBezTo>
                  <a:pt x="2072" y="1976"/>
                  <a:pt x="2072" y="1976"/>
                  <a:pt x="2072" y="1976"/>
                </a:cubicBezTo>
                <a:cubicBezTo>
                  <a:pt x="2182" y="1812"/>
                  <a:pt x="2246" y="1613"/>
                  <a:pt x="2246" y="1400"/>
                </a:cubicBezTo>
                <a:cubicBezTo>
                  <a:pt x="2246" y="1152"/>
                  <a:pt x="2160" y="925"/>
                  <a:pt x="2016" y="745"/>
                </a:cubicBezTo>
                <a:cubicBezTo>
                  <a:pt x="2182" y="579"/>
                  <a:pt x="2182" y="579"/>
                  <a:pt x="2182" y="579"/>
                </a:cubicBezTo>
                <a:lnTo>
                  <a:pt x="2017" y="414"/>
                </a:lnTo>
                <a:close/>
                <a:moveTo>
                  <a:pt x="1546" y="0"/>
                </a:moveTo>
                <a:cubicBezTo>
                  <a:pt x="846" y="0"/>
                  <a:pt x="846" y="0"/>
                  <a:pt x="846" y="0"/>
                </a:cubicBezTo>
                <a:cubicBezTo>
                  <a:pt x="846" y="233"/>
                  <a:pt x="846" y="233"/>
                  <a:pt x="846" y="233"/>
                </a:cubicBezTo>
                <a:cubicBezTo>
                  <a:pt x="1546" y="233"/>
                  <a:pt x="1546" y="233"/>
                  <a:pt x="1546" y="233"/>
                </a:cubicBezTo>
                <a:lnTo>
                  <a:pt x="1546" y="0"/>
                </a:lnTo>
                <a:close/>
                <a:moveTo>
                  <a:pt x="1079" y="984"/>
                </a:moveTo>
                <a:cubicBezTo>
                  <a:pt x="1313" y="1218"/>
                  <a:pt x="1313" y="1218"/>
                  <a:pt x="1313" y="1218"/>
                </a:cubicBezTo>
                <a:cubicBezTo>
                  <a:pt x="1313" y="816"/>
                  <a:pt x="1313" y="816"/>
                  <a:pt x="1313" y="816"/>
                </a:cubicBezTo>
                <a:cubicBezTo>
                  <a:pt x="1079" y="816"/>
                  <a:pt x="1079" y="816"/>
                  <a:pt x="1079" y="816"/>
                </a:cubicBezTo>
                <a:lnTo>
                  <a:pt x="1079" y="984"/>
                </a:lnTo>
                <a:close/>
                <a:moveTo>
                  <a:pt x="148" y="350"/>
                </a:moveTo>
                <a:cubicBezTo>
                  <a:pt x="0" y="498"/>
                  <a:pt x="0" y="498"/>
                  <a:pt x="0" y="498"/>
                </a:cubicBezTo>
                <a:cubicBezTo>
                  <a:pt x="321" y="820"/>
                  <a:pt x="321" y="820"/>
                  <a:pt x="321" y="820"/>
                </a:cubicBezTo>
                <a:cubicBezTo>
                  <a:pt x="210" y="986"/>
                  <a:pt x="146" y="1185"/>
                  <a:pt x="146" y="1400"/>
                </a:cubicBezTo>
                <a:cubicBezTo>
                  <a:pt x="146" y="1979"/>
                  <a:pt x="615" y="2450"/>
                  <a:pt x="1196" y="2450"/>
                </a:cubicBezTo>
                <a:cubicBezTo>
                  <a:pt x="1411" y="2450"/>
                  <a:pt x="1610" y="2386"/>
                  <a:pt x="1777" y="2275"/>
                </a:cubicBezTo>
                <a:cubicBezTo>
                  <a:pt x="2069" y="2566"/>
                  <a:pt x="2069" y="2566"/>
                  <a:pt x="2069" y="2566"/>
                </a:cubicBezTo>
                <a:cubicBezTo>
                  <a:pt x="2217" y="2418"/>
                  <a:pt x="2217" y="2418"/>
                  <a:pt x="2217" y="2418"/>
                </a:cubicBezTo>
                <a:cubicBezTo>
                  <a:pt x="1317" y="1519"/>
                  <a:pt x="1317" y="1519"/>
                  <a:pt x="1317" y="1519"/>
                </a:cubicBezTo>
                <a:lnTo>
                  <a:pt x="148" y="350"/>
                </a:lnTo>
                <a:close/>
                <a:moveTo>
                  <a:pt x="1196" y="2216"/>
                </a:moveTo>
                <a:cubicBezTo>
                  <a:pt x="744" y="2216"/>
                  <a:pt x="379" y="1851"/>
                  <a:pt x="379" y="1400"/>
                </a:cubicBezTo>
                <a:cubicBezTo>
                  <a:pt x="379" y="1250"/>
                  <a:pt x="420" y="1110"/>
                  <a:pt x="490" y="989"/>
                </a:cubicBezTo>
                <a:cubicBezTo>
                  <a:pt x="1605" y="2104"/>
                  <a:pt x="1605" y="2104"/>
                  <a:pt x="1605" y="2104"/>
                </a:cubicBezTo>
                <a:cubicBezTo>
                  <a:pt x="1485" y="2176"/>
                  <a:pt x="1345" y="2216"/>
                  <a:pt x="1196" y="22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nalit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1167 w 2334"/>
              <a:gd name="T1" fmla="*/ 0 h 2334"/>
              <a:gd name="T2" fmla="*/ 0 w 2334"/>
              <a:gd name="T3" fmla="*/ 1167 h 2334"/>
              <a:gd name="T4" fmla="*/ 1167 w 2334"/>
              <a:gd name="T5" fmla="*/ 2334 h 2334"/>
              <a:gd name="T6" fmla="*/ 2334 w 2334"/>
              <a:gd name="T7" fmla="*/ 1167 h 2334"/>
              <a:gd name="T8" fmla="*/ 1167 w 2334"/>
              <a:gd name="T9" fmla="*/ 0 h 2334"/>
              <a:gd name="T10" fmla="*/ 1050 w 2334"/>
              <a:gd name="T11" fmla="*/ 2092 h 2334"/>
              <a:gd name="T12" fmla="*/ 234 w 2334"/>
              <a:gd name="T13" fmla="*/ 1167 h 2334"/>
              <a:gd name="T14" fmla="*/ 1050 w 2334"/>
              <a:gd name="T15" fmla="*/ 242 h 2334"/>
              <a:gd name="T16" fmla="*/ 1050 w 2334"/>
              <a:gd name="T17" fmla="*/ 2092 h 2334"/>
              <a:gd name="T18" fmla="*/ 1284 w 2334"/>
              <a:gd name="T19" fmla="*/ 242 h 2334"/>
              <a:gd name="T20" fmla="*/ 1619 w 2334"/>
              <a:gd name="T21" fmla="*/ 350 h 2334"/>
              <a:gd name="T22" fmla="*/ 1284 w 2334"/>
              <a:gd name="T23" fmla="*/ 350 h 2334"/>
              <a:gd name="T24" fmla="*/ 1284 w 2334"/>
              <a:gd name="T25" fmla="*/ 242 h 2334"/>
              <a:gd name="T26" fmla="*/ 1284 w 2334"/>
              <a:gd name="T27" fmla="*/ 584 h 2334"/>
              <a:gd name="T28" fmla="*/ 1895 w 2334"/>
              <a:gd name="T29" fmla="*/ 584 h 2334"/>
              <a:gd name="T30" fmla="*/ 1974 w 2334"/>
              <a:gd name="T31" fmla="*/ 700 h 2334"/>
              <a:gd name="T32" fmla="*/ 1284 w 2334"/>
              <a:gd name="T33" fmla="*/ 700 h 2334"/>
              <a:gd name="T34" fmla="*/ 1284 w 2334"/>
              <a:gd name="T35" fmla="*/ 584 h 2334"/>
              <a:gd name="T36" fmla="*/ 1284 w 2334"/>
              <a:gd name="T37" fmla="*/ 934 h 2334"/>
              <a:gd name="T38" fmla="*/ 2070 w 2334"/>
              <a:gd name="T39" fmla="*/ 934 h 2334"/>
              <a:gd name="T40" fmla="*/ 2092 w 2334"/>
              <a:gd name="T41" fmla="*/ 1050 h 2334"/>
              <a:gd name="T42" fmla="*/ 1284 w 2334"/>
              <a:gd name="T43" fmla="*/ 1050 h 2334"/>
              <a:gd name="T44" fmla="*/ 1284 w 2334"/>
              <a:gd name="T45" fmla="*/ 934 h 2334"/>
              <a:gd name="T46" fmla="*/ 1284 w 2334"/>
              <a:gd name="T47" fmla="*/ 2092 h 2334"/>
              <a:gd name="T48" fmla="*/ 1284 w 2334"/>
              <a:gd name="T49" fmla="*/ 1984 h 2334"/>
              <a:gd name="T50" fmla="*/ 1619 w 2334"/>
              <a:gd name="T51" fmla="*/ 1984 h 2334"/>
              <a:gd name="T52" fmla="*/ 1284 w 2334"/>
              <a:gd name="T53" fmla="*/ 2092 h 2334"/>
              <a:gd name="T54" fmla="*/ 1895 w 2334"/>
              <a:gd name="T55" fmla="*/ 1750 h 2334"/>
              <a:gd name="T56" fmla="*/ 1284 w 2334"/>
              <a:gd name="T57" fmla="*/ 1750 h 2334"/>
              <a:gd name="T58" fmla="*/ 1284 w 2334"/>
              <a:gd name="T59" fmla="*/ 1634 h 2334"/>
              <a:gd name="T60" fmla="*/ 1974 w 2334"/>
              <a:gd name="T61" fmla="*/ 1634 h 2334"/>
              <a:gd name="T62" fmla="*/ 1895 w 2334"/>
              <a:gd name="T63" fmla="*/ 1750 h 2334"/>
              <a:gd name="T64" fmla="*/ 2070 w 2334"/>
              <a:gd name="T65" fmla="*/ 1400 h 2334"/>
              <a:gd name="T66" fmla="*/ 1284 w 2334"/>
              <a:gd name="T67" fmla="*/ 1400 h 2334"/>
              <a:gd name="T68" fmla="*/ 1284 w 2334"/>
              <a:gd name="T69" fmla="*/ 1284 h 2334"/>
              <a:gd name="T70" fmla="*/ 2092 w 2334"/>
              <a:gd name="T71" fmla="*/ 1284 h 2334"/>
              <a:gd name="T72" fmla="*/ 2070 w 2334"/>
              <a:gd name="T73" fmla="*/ 14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334" h="2334"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050" y="2092"/>
                </a:moveTo>
                <a:cubicBezTo>
                  <a:pt x="591" y="2035"/>
                  <a:pt x="234" y="1643"/>
                  <a:pt x="234" y="1167"/>
                </a:cubicBezTo>
                <a:cubicBezTo>
                  <a:pt x="234" y="691"/>
                  <a:pt x="589" y="299"/>
                  <a:pt x="1050" y="242"/>
                </a:cubicBezTo>
                <a:lnTo>
                  <a:pt x="1050" y="2092"/>
                </a:lnTo>
                <a:close/>
                <a:moveTo>
                  <a:pt x="1284" y="242"/>
                </a:moveTo>
                <a:cubicBezTo>
                  <a:pt x="1404" y="257"/>
                  <a:pt x="1517" y="294"/>
                  <a:pt x="1619" y="350"/>
                </a:cubicBezTo>
                <a:cubicBezTo>
                  <a:pt x="1284" y="350"/>
                  <a:pt x="1284" y="350"/>
                  <a:pt x="1284" y="350"/>
                </a:cubicBezTo>
                <a:lnTo>
                  <a:pt x="1284" y="242"/>
                </a:lnTo>
                <a:close/>
                <a:moveTo>
                  <a:pt x="1284" y="584"/>
                </a:moveTo>
                <a:cubicBezTo>
                  <a:pt x="1895" y="584"/>
                  <a:pt x="1895" y="584"/>
                  <a:pt x="1895" y="584"/>
                </a:cubicBezTo>
                <a:cubicBezTo>
                  <a:pt x="1924" y="620"/>
                  <a:pt x="1951" y="659"/>
                  <a:pt x="1974" y="700"/>
                </a:cubicBezTo>
                <a:cubicBezTo>
                  <a:pt x="1284" y="700"/>
                  <a:pt x="1284" y="700"/>
                  <a:pt x="1284" y="700"/>
                </a:cubicBezTo>
                <a:lnTo>
                  <a:pt x="1284" y="584"/>
                </a:lnTo>
                <a:close/>
                <a:moveTo>
                  <a:pt x="1284" y="934"/>
                </a:moveTo>
                <a:cubicBezTo>
                  <a:pt x="2070" y="934"/>
                  <a:pt x="2070" y="934"/>
                  <a:pt x="2070" y="934"/>
                </a:cubicBezTo>
                <a:cubicBezTo>
                  <a:pt x="2079" y="972"/>
                  <a:pt x="2088" y="1011"/>
                  <a:pt x="2092" y="1050"/>
                </a:cubicBezTo>
                <a:cubicBezTo>
                  <a:pt x="1284" y="1050"/>
                  <a:pt x="1284" y="1050"/>
                  <a:pt x="1284" y="1050"/>
                </a:cubicBezTo>
                <a:lnTo>
                  <a:pt x="1284" y="934"/>
                </a:lnTo>
                <a:close/>
                <a:moveTo>
                  <a:pt x="1284" y="2092"/>
                </a:moveTo>
                <a:cubicBezTo>
                  <a:pt x="1284" y="1984"/>
                  <a:pt x="1284" y="1984"/>
                  <a:pt x="1284" y="1984"/>
                </a:cubicBezTo>
                <a:cubicBezTo>
                  <a:pt x="1619" y="1984"/>
                  <a:pt x="1619" y="1984"/>
                  <a:pt x="1619" y="1984"/>
                </a:cubicBezTo>
                <a:cubicBezTo>
                  <a:pt x="1517" y="2040"/>
                  <a:pt x="1404" y="2077"/>
                  <a:pt x="1284" y="2092"/>
                </a:cubicBezTo>
                <a:close/>
                <a:moveTo>
                  <a:pt x="1895" y="1750"/>
                </a:moveTo>
                <a:cubicBezTo>
                  <a:pt x="1284" y="1750"/>
                  <a:pt x="1284" y="1750"/>
                  <a:pt x="1284" y="1750"/>
                </a:cubicBezTo>
                <a:cubicBezTo>
                  <a:pt x="1284" y="1634"/>
                  <a:pt x="1284" y="1634"/>
                  <a:pt x="1284" y="1634"/>
                </a:cubicBezTo>
                <a:cubicBezTo>
                  <a:pt x="1974" y="1634"/>
                  <a:pt x="1974" y="1634"/>
                  <a:pt x="1974" y="1634"/>
                </a:cubicBezTo>
                <a:cubicBezTo>
                  <a:pt x="1951" y="1674"/>
                  <a:pt x="1924" y="1714"/>
                  <a:pt x="1895" y="1750"/>
                </a:cubicBezTo>
                <a:close/>
                <a:moveTo>
                  <a:pt x="2070" y="1400"/>
                </a:moveTo>
                <a:cubicBezTo>
                  <a:pt x="1284" y="1400"/>
                  <a:pt x="1284" y="1400"/>
                  <a:pt x="1284" y="1400"/>
                </a:cubicBezTo>
                <a:cubicBezTo>
                  <a:pt x="1284" y="1284"/>
                  <a:pt x="1284" y="1284"/>
                  <a:pt x="1284" y="1284"/>
                </a:cubicBezTo>
                <a:cubicBezTo>
                  <a:pt x="2092" y="1284"/>
                  <a:pt x="2092" y="1284"/>
                  <a:pt x="2092" y="1284"/>
                </a:cubicBezTo>
                <a:cubicBezTo>
                  <a:pt x="2088" y="1323"/>
                  <a:pt x="2079" y="1362"/>
                  <a:pt x="2070" y="1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nsfor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31876" cy="914400"/>
          </a:xfrm>
          <a:custGeom>
            <a:avLst/>
            <a:gdLst>
              <a:gd name="T0" fmla="*/ 2334 w 2334"/>
              <a:gd name="T1" fmla="*/ 1983 h 2566"/>
              <a:gd name="T2" fmla="*/ 2334 w 2334"/>
              <a:gd name="T3" fmla="*/ 1750 h 2566"/>
              <a:gd name="T4" fmla="*/ 700 w 2334"/>
              <a:gd name="T5" fmla="*/ 1750 h 2566"/>
              <a:gd name="T6" fmla="*/ 700 w 2334"/>
              <a:gd name="T7" fmla="*/ 350 h 2566"/>
              <a:gd name="T8" fmla="*/ 934 w 2334"/>
              <a:gd name="T9" fmla="*/ 350 h 2566"/>
              <a:gd name="T10" fmla="*/ 584 w 2334"/>
              <a:gd name="T11" fmla="*/ 0 h 2566"/>
              <a:gd name="T12" fmla="*/ 234 w 2334"/>
              <a:gd name="T13" fmla="*/ 350 h 2566"/>
              <a:gd name="T14" fmla="*/ 467 w 2334"/>
              <a:gd name="T15" fmla="*/ 350 h 2566"/>
              <a:gd name="T16" fmla="*/ 467 w 2334"/>
              <a:gd name="T17" fmla="*/ 583 h 2566"/>
              <a:gd name="T18" fmla="*/ 0 w 2334"/>
              <a:gd name="T19" fmla="*/ 583 h 2566"/>
              <a:gd name="T20" fmla="*/ 0 w 2334"/>
              <a:gd name="T21" fmla="*/ 816 h 2566"/>
              <a:gd name="T22" fmla="*/ 467 w 2334"/>
              <a:gd name="T23" fmla="*/ 816 h 2566"/>
              <a:gd name="T24" fmla="*/ 467 w 2334"/>
              <a:gd name="T25" fmla="*/ 1750 h 2566"/>
              <a:gd name="T26" fmla="*/ 700 w 2334"/>
              <a:gd name="T27" fmla="*/ 1983 h 2566"/>
              <a:gd name="T28" fmla="*/ 1634 w 2334"/>
              <a:gd name="T29" fmla="*/ 1983 h 2566"/>
              <a:gd name="T30" fmla="*/ 1634 w 2334"/>
              <a:gd name="T31" fmla="*/ 2216 h 2566"/>
              <a:gd name="T32" fmla="*/ 1400 w 2334"/>
              <a:gd name="T33" fmla="*/ 2216 h 2566"/>
              <a:gd name="T34" fmla="*/ 1750 w 2334"/>
              <a:gd name="T35" fmla="*/ 2566 h 2566"/>
              <a:gd name="T36" fmla="*/ 2100 w 2334"/>
              <a:gd name="T37" fmla="*/ 2216 h 2566"/>
              <a:gd name="T38" fmla="*/ 1867 w 2334"/>
              <a:gd name="T39" fmla="*/ 2216 h 2566"/>
              <a:gd name="T40" fmla="*/ 1867 w 2334"/>
              <a:gd name="T41" fmla="*/ 1983 h 2566"/>
              <a:gd name="T42" fmla="*/ 2334 w 2334"/>
              <a:gd name="T43" fmla="*/ 1983 h 2566"/>
              <a:gd name="T44" fmla="*/ 934 w 2334"/>
              <a:gd name="T45" fmla="*/ 816 h 2566"/>
              <a:gd name="T46" fmla="*/ 1634 w 2334"/>
              <a:gd name="T47" fmla="*/ 816 h 2566"/>
              <a:gd name="T48" fmla="*/ 1634 w 2334"/>
              <a:gd name="T49" fmla="*/ 1516 h 2566"/>
              <a:gd name="T50" fmla="*/ 1867 w 2334"/>
              <a:gd name="T51" fmla="*/ 1516 h 2566"/>
              <a:gd name="T52" fmla="*/ 1867 w 2334"/>
              <a:gd name="T53" fmla="*/ 816 h 2566"/>
              <a:gd name="T54" fmla="*/ 1634 w 2334"/>
              <a:gd name="T55" fmla="*/ 583 h 2566"/>
              <a:gd name="T56" fmla="*/ 934 w 2334"/>
              <a:gd name="T57" fmla="*/ 583 h 2566"/>
              <a:gd name="T58" fmla="*/ 934 w 2334"/>
              <a:gd name="T59" fmla="*/ 816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334" h="2566">
                <a:moveTo>
                  <a:pt x="2334" y="1983"/>
                </a:moveTo>
                <a:cubicBezTo>
                  <a:pt x="2334" y="1750"/>
                  <a:pt x="2334" y="1750"/>
                  <a:pt x="2334" y="1750"/>
                </a:cubicBezTo>
                <a:cubicBezTo>
                  <a:pt x="700" y="1750"/>
                  <a:pt x="700" y="1750"/>
                  <a:pt x="700" y="1750"/>
                </a:cubicBezTo>
                <a:cubicBezTo>
                  <a:pt x="700" y="350"/>
                  <a:pt x="700" y="350"/>
                  <a:pt x="700" y="350"/>
                </a:cubicBezTo>
                <a:cubicBezTo>
                  <a:pt x="934" y="350"/>
                  <a:pt x="934" y="350"/>
                  <a:pt x="934" y="350"/>
                </a:cubicBezTo>
                <a:cubicBezTo>
                  <a:pt x="584" y="0"/>
                  <a:pt x="584" y="0"/>
                  <a:pt x="584" y="0"/>
                </a:cubicBezTo>
                <a:cubicBezTo>
                  <a:pt x="234" y="350"/>
                  <a:pt x="234" y="350"/>
                  <a:pt x="234" y="350"/>
                </a:cubicBezTo>
                <a:cubicBezTo>
                  <a:pt x="467" y="350"/>
                  <a:pt x="467" y="350"/>
                  <a:pt x="467" y="350"/>
                </a:cubicBezTo>
                <a:cubicBezTo>
                  <a:pt x="467" y="583"/>
                  <a:pt x="467" y="583"/>
                  <a:pt x="467" y="583"/>
                </a:cubicBezTo>
                <a:cubicBezTo>
                  <a:pt x="0" y="583"/>
                  <a:pt x="0" y="583"/>
                  <a:pt x="0" y="583"/>
                </a:cubicBezTo>
                <a:cubicBezTo>
                  <a:pt x="0" y="816"/>
                  <a:pt x="0" y="816"/>
                  <a:pt x="0" y="816"/>
                </a:cubicBezTo>
                <a:cubicBezTo>
                  <a:pt x="467" y="816"/>
                  <a:pt x="467" y="816"/>
                  <a:pt x="467" y="816"/>
                </a:cubicBezTo>
                <a:cubicBezTo>
                  <a:pt x="467" y="1750"/>
                  <a:pt x="467" y="1750"/>
                  <a:pt x="467" y="1750"/>
                </a:cubicBezTo>
                <a:cubicBezTo>
                  <a:pt x="467" y="1878"/>
                  <a:pt x="572" y="1983"/>
                  <a:pt x="700" y="1983"/>
                </a:cubicBezTo>
                <a:cubicBezTo>
                  <a:pt x="1634" y="1983"/>
                  <a:pt x="1634" y="1983"/>
                  <a:pt x="1634" y="1983"/>
                </a:cubicBezTo>
                <a:cubicBezTo>
                  <a:pt x="1634" y="2216"/>
                  <a:pt x="1634" y="2216"/>
                  <a:pt x="1634" y="2216"/>
                </a:cubicBezTo>
                <a:cubicBezTo>
                  <a:pt x="1400" y="2216"/>
                  <a:pt x="1400" y="2216"/>
                  <a:pt x="1400" y="2216"/>
                </a:cubicBezTo>
                <a:cubicBezTo>
                  <a:pt x="1750" y="2566"/>
                  <a:pt x="1750" y="2566"/>
                  <a:pt x="1750" y="2566"/>
                </a:cubicBezTo>
                <a:cubicBezTo>
                  <a:pt x="2100" y="2216"/>
                  <a:pt x="2100" y="2216"/>
                  <a:pt x="2100" y="2216"/>
                </a:cubicBezTo>
                <a:cubicBezTo>
                  <a:pt x="1867" y="2216"/>
                  <a:pt x="1867" y="2216"/>
                  <a:pt x="1867" y="2216"/>
                </a:cubicBezTo>
                <a:cubicBezTo>
                  <a:pt x="1867" y="1983"/>
                  <a:pt x="1867" y="1983"/>
                  <a:pt x="1867" y="1983"/>
                </a:cubicBezTo>
                <a:lnTo>
                  <a:pt x="2334" y="1983"/>
                </a:lnTo>
                <a:close/>
                <a:moveTo>
                  <a:pt x="934" y="816"/>
                </a:moveTo>
                <a:cubicBezTo>
                  <a:pt x="1634" y="816"/>
                  <a:pt x="1634" y="816"/>
                  <a:pt x="1634" y="816"/>
                </a:cubicBezTo>
                <a:cubicBezTo>
                  <a:pt x="1634" y="1516"/>
                  <a:pt x="1634" y="1516"/>
                  <a:pt x="1634" y="1516"/>
                </a:cubicBezTo>
                <a:cubicBezTo>
                  <a:pt x="1867" y="1516"/>
                  <a:pt x="1867" y="1516"/>
                  <a:pt x="1867" y="1516"/>
                </a:cubicBezTo>
                <a:cubicBezTo>
                  <a:pt x="1867" y="816"/>
                  <a:pt x="1867" y="816"/>
                  <a:pt x="1867" y="816"/>
                </a:cubicBezTo>
                <a:cubicBezTo>
                  <a:pt x="1867" y="688"/>
                  <a:pt x="1762" y="583"/>
                  <a:pt x="1634" y="583"/>
                </a:cubicBezTo>
                <a:cubicBezTo>
                  <a:pt x="934" y="583"/>
                  <a:pt x="934" y="583"/>
                  <a:pt x="934" y="583"/>
                </a:cubicBezTo>
                <a:lnTo>
                  <a:pt x="934" y="8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u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4961"/>
              <a:gd name="T1" fmla="*/ 3857 h 4961"/>
              <a:gd name="T2" fmla="*/ 0 w 4961"/>
              <a:gd name="T3" fmla="*/ 4410 h 4961"/>
              <a:gd name="T4" fmla="*/ 1654 w 4961"/>
              <a:gd name="T5" fmla="*/ 4410 h 4961"/>
              <a:gd name="T6" fmla="*/ 1654 w 4961"/>
              <a:gd name="T7" fmla="*/ 3857 h 4961"/>
              <a:gd name="T8" fmla="*/ 0 w 4961"/>
              <a:gd name="T9" fmla="*/ 3857 h 4961"/>
              <a:gd name="T10" fmla="*/ 0 w 4961"/>
              <a:gd name="T11" fmla="*/ 550 h 4961"/>
              <a:gd name="T12" fmla="*/ 0 w 4961"/>
              <a:gd name="T13" fmla="*/ 1103 h 4961"/>
              <a:gd name="T14" fmla="*/ 2757 w 4961"/>
              <a:gd name="T15" fmla="*/ 1103 h 4961"/>
              <a:gd name="T16" fmla="*/ 2757 w 4961"/>
              <a:gd name="T17" fmla="*/ 550 h 4961"/>
              <a:gd name="T18" fmla="*/ 0 w 4961"/>
              <a:gd name="T19" fmla="*/ 550 h 4961"/>
              <a:gd name="T20" fmla="*/ 2757 w 4961"/>
              <a:gd name="T21" fmla="*/ 4961 h 4961"/>
              <a:gd name="T22" fmla="*/ 2757 w 4961"/>
              <a:gd name="T23" fmla="*/ 4410 h 4961"/>
              <a:gd name="T24" fmla="*/ 4961 w 4961"/>
              <a:gd name="T25" fmla="*/ 4410 h 4961"/>
              <a:gd name="T26" fmla="*/ 4961 w 4961"/>
              <a:gd name="T27" fmla="*/ 3857 h 4961"/>
              <a:gd name="T28" fmla="*/ 2757 w 4961"/>
              <a:gd name="T29" fmla="*/ 3857 h 4961"/>
              <a:gd name="T30" fmla="*/ 2757 w 4961"/>
              <a:gd name="T31" fmla="*/ 3307 h 4961"/>
              <a:gd name="T32" fmla="*/ 2204 w 4961"/>
              <a:gd name="T33" fmla="*/ 3307 h 4961"/>
              <a:gd name="T34" fmla="*/ 2204 w 4961"/>
              <a:gd name="T35" fmla="*/ 4961 h 4961"/>
              <a:gd name="T36" fmla="*/ 2757 w 4961"/>
              <a:gd name="T37" fmla="*/ 4961 h 4961"/>
              <a:gd name="T38" fmla="*/ 1104 w 4961"/>
              <a:gd name="T39" fmla="*/ 1653 h 4961"/>
              <a:gd name="T40" fmla="*/ 1104 w 4961"/>
              <a:gd name="T41" fmla="*/ 2204 h 4961"/>
              <a:gd name="T42" fmla="*/ 0 w 4961"/>
              <a:gd name="T43" fmla="*/ 2204 h 4961"/>
              <a:gd name="T44" fmla="*/ 0 w 4961"/>
              <a:gd name="T45" fmla="*/ 2757 h 4961"/>
              <a:gd name="T46" fmla="*/ 1104 w 4961"/>
              <a:gd name="T47" fmla="*/ 2757 h 4961"/>
              <a:gd name="T48" fmla="*/ 1104 w 4961"/>
              <a:gd name="T49" fmla="*/ 3307 h 4961"/>
              <a:gd name="T50" fmla="*/ 1654 w 4961"/>
              <a:gd name="T51" fmla="*/ 3307 h 4961"/>
              <a:gd name="T52" fmla="*/ 1654 w 4961"/>
              <a:gd name="T53" fmla="*/ 1653 h 4961"/>
              <a:gd name="T54" fmla="*/ 1104 w 4961"/>
              <a:gd name="T55" fmla="*/ 1653 h 4961"/>
              <a:gd name="T56" fmla="*/ 4961 w 4961"/>
              <a:gd name="T57" fmla="*/ 2757 h 4961"/>
              <a:gd name="T58" fmla="*/ 4961 w 4961"/>
              <a:gd name="T59" fmla="*/ 2204 h 4961"/>
              <a:gd name="T60" fmla="*/ 2204 w 4961"/>
              <a:gd name="T61" fmla="*/ 2204 h 4961"/>
              <a:gd name="T62" fmla="*/ 2204 w 4961"/>
              <a:gd name="T63" fmla="*/ 2757 h 4961"/>
              <a:gd name="T64" fmla="*/ 4961 w 4961"/>
              <a:gd name="T65" fmla="*/ 2757 h 4961"/>
              <a:gd name="T66" fmla="*/ 3308 w 4961"/>
              <a:gd name="T67" fmla="*/ 1653 h 4961"/>
              <a:gd name="T68" fmla="*/ 3858 w 4961"/>
              <a:gd name="T69" fmla="*/ 1653 h 4961"/>
              <a:gd name="T70" fmla="*/ 3858 w 4961"/>
              <a:gd name="T71" fmla="*/ 1103 h 4961"/>
              <a:gd name="T72" fmla="*/ 4961 w 4961"/>
              <a:gd name="T73" fmla="*/ 1103 h 4961"/>
              <a:gd name="T74" fmla="*/ 4961 w 4961"/>
              <a:gd name="T75" fmla="*/ 550 h 4961"/>
              <a:gd name="T76" fmla="*/ 3858 w 4961"/>
              <a:gd name="T77" fmla="*/ 550 h 4961"/>
              <a:gd name="T78" fmla="*/ 3858 w 4961"/>
              <a:gd name="T79" fmla="*/ 0 h 4961"/>
              <a:gd name="T80" fmla="*/ 3308 w 4961"/>
              <a:gd name="T81" fmla="*/ 0 h 4961"/>
              <a:gd name="T82" fmla="*/ 3308 w 4961"/>
              <a:gd name="T83" fmla="*/ 1653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4961" h="4961">
                <a:moveTo>
                  <a:pt x="0" y="3857"/>
                </a:moveTo>
                <a:lnTo>
                  <a:pt x="0" y="4410"/>
                </a:lnTo>
                <a:lnTo>
                  <a:pt x="1654" y="4410"/>
                </a:lnTo>
                <a:lnTo>
                  <a:pt x="1654" y="3857"/>
                </a:lnTo>
                <a:lnTo>
                  <a:pt x="0" y="3857"/>
                </a:lnTo>
                <a:close/>
                <a:moveTo>
                  <a:pt x="0" y="550"/>
                </a:moveTo>
                <a:lnTo>
                  <a:pt x="0" y="1103"/>
                </a:lnTo>
                <a:lnTo>
                  <a:pt x="2757" y="1103"/>
                </a:lnTo>
                <a:lnTo>
                  <a:pt x="2757" y="550"/>
                </a:lnTo>
                <a:lnTo>
                  <a:pt x="0" y="550"/>
                </a:lnTo>
                <a:close/>
                <a:moveTo>
                  <a:pt x="2757" y="4961"/>
                </a:moveTo>
                <a:lnTo>
                  <a:pt x="2757" y="4410"/>
                </a:lnTo>
                <a:lnTo>
                  <a:pt x="4961" y="4410"/>
                </a:lnTo>
                <a:lnTo>
                  <a:pt x="4961" y="3857"/>
                </a:lnTo>
                <a:lnTo>
                  <a:pt x="2757" y="3857"/>
                </a:lnTo>
                <a:lnTo>
                  <a:pt x="2757" y="3307"/>
                </a:lnTo>
                <a:lnTo>
                  <a:pt x="2204" y="3307"/>
                </a:lnTo>
                <a:lnTo>
                  <a:pt x="2204" y="4961"/>
                </a:lnTo>
                <a:lnTo>
                  <a:pt x="2757" y="4961"/>
                </a:lnTo>
                <a:close/>
                <a:moveTo>
                  <a:pt x="1104" y="1653"/>
                </a:moveTo>
                <a:lnTo>
                  <a:pt x="1104" y="2204"/>
                </a:lnTo>
                <a:lnTo>
                  <a:pt x="0" y="2204"/>
                </a:lnTo>
                <a:lnTo>
                  <a:pt x="0" y="2757"/>
                </a:lnTo>
                <a:lnTo>
                  <a:pt x="1104" y="2757"/>
                </a:lnTo>
                <a:lnTo>
                  <a:pt x="1104" y="3307"/>
                </a:lnTo>
                <a:lnTo>
                  <a:pt x="1654" y="3307"/>
                </a:lnTo>
                <a:lnTo>
                  <a:pt x="1654" y="1653"/>
                </a:lnTo>
                <a:lnTo>
                  <a:pt x="1104" y="1653"/>
                </a:lnTo>
                <a:close/>
                <a:moveTo>
                  <a:pt x="4961" y="2757"/>
                </a:moveTo>
                <a:lnTo>
                  <a:pt x="4961" y="2204"/>
                </a:lnTo>
                <a:lnTo>
                  <a:pt x="2204" y="2204"/>
                </a:lnTo>
                <a:lnTo>
                  <a:pt x="2204" y="2757"/>
                </a:lnTo>
                <a:lnTo>
                  <a:pt x="4961" y="2757"/>
                </a:lnTo>
                <a:close/>
                <a:moveTo>
                  <a:pt x="3308" y="1653"/>
                </a:moveTo>
                <a:lnTo>
                  <a:pt x="3858" y="1653"/>
                </a:lnTo>
                <a:lnTo>
                  <a:pt x="3858" y="1103"/>
                </a:lnTo>
                <a:lnTo>
                  <a:pt x="4961" y="1103"/>
                </a:lnTo>
                <a:lnTo>
                  <a:pt x="4961" y="550"/>
                </a:lnTo>
                <a:lnTo>
                  <a:pt x="3858" y="550"/>
                </a:lnTo>
                <a:lnTo>
                  <a:pt x="3858" y="0"/>
                </a:lnTo>
                <a:lnTo>
                  <a:pt x="3308" y="0"/>
                </a:lnTo>
                <a:lnTo>
                  <a:pt x="3308" y="16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ew Comf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73842"/>
          </a:xfrm>
          <a:custGeom>
            <a:avLst/>
            <a:gdLst>
              <a:gd name="T0" fmla="*/ 0 w 5238"/>
              <a:gd name="T1" fmla="*/ 1103 h 3860"/>
              <a:gd name="T2" fmla="*/ 1104 w 5238"/>
              <a:gd name="T3" fmla="*/ 1103 h 3860"/>
              <a:gd name="T4" fmla="*/ 1104 w 5238"/>
              <a:gd name="T5" fmla="*/ 0 h 3860"/>
              <a:gd name="T6" fmla="*/ 0 w 5238"/>
              <a:gd name="T7" fmla="*/ 0 h 3860"/>
              <a:gd name="T8" fmla="*/ 0 w 5238"/>
              <a:gd name="T9" fmla="*/ 1103 h 3860"/>
              <a:gd name="T10" fmla="*/ 0 w 5238"/>
              <a:gd name="T11" fmla="*/ 2481 h 3860"/>
              <a:gd name="T12" fmla="*/ 1104 w 5238"/>
              <a:gd name="T13" fmla="*/ 2481 h 3860"/>
              <a:gd name="T14" fmla="*/ 1104 w 5238"/>
              <a:gd name="T15" fmla="*/ 1380 h 3860"/>
              <a:gd name="T16" fmla="*/ 0 w 5238"/>
              <a:gd name="T17" fmla="*/ 1380 h 3860"/>
              <a:gd name="T18" fmla="*/ 0 w 5238"/>
              <a:gd name="T19" fmla="*/ 2481 h 3860"/>
              <a:gd name="T20" fmla="*/ 1378 w 5238"/>
              <a:gd name="T21" fmla="*/ 2481 h 3860"/>
              <a:gd name="T22" fmla="*/ 2481 w 5238"/>
              <a:gd name="T23" fmla="*/ 2481 h 3860"/>
              <a:gd name="T24" fmla="*/ 2481 w 5238"/>
              <a:gd name="T25" fmla="*/ 1380 h 3860"/>
              <a:gd name="T26" fmla="*/ 1378 w 5238"/>
              <a:gd name="T27" fmla="*/ 1380 h 3860"/>
              <a:gd name="T28" fmla="*/ 1378 w 5238"/>
              <a:gd name="T29" fmla="*/ 2481 h 3860"/>
              <a:gd name="T30" fmla="*/ 2757 w 5238"/>
              <a:gd name="T31" fmla="*/ 2481 h 3860"/>
              <a:gd name="T32" fmla="*/ 3858 w 5238"/>
              <a:gd name="T33" fmla="*/ 2481 h 3860"/>
              <a:gd name="T34" fmla="*/ 3858 w 5238"/>
              <a:gd name="T35" fmla="*/ 1380 h 3860"/>
              <a:gd name="T36" fmla="*/ 2757 w 5238"/>
              <a:gd name="T37" fmla="*/ 1380 h 3860"/>
              <a:gd name="T38" fmla="*/ 2757 w 5238"/>
              <a:gd name="T39" fmla="*/ 2481 h 3860"/>
              <a:gd name="T40" fmla="*/ 1378 w 5238"/>
              <a:gd name="T41" fmla="*/ 1103 h 3860"/>
              <a:gd name="T42" fmla="*/ 2481 w 5238"/>
              <a:gd name="T43" fmla="*/ 1103 h 3860"/>
              <a:gd name="T44" fmla="*/ 2481 w 5238"/>
              <a:gd name="T45" fmla="*/ 0 h 3860"/>
              <a:gd name="T46" fmla="*/ 1378 w 5238"/>
              <a:gd name="T47" fmla="*/ 0 h 3860"/>
              <a:gd name="T48" fmla="*/ 1378 w 5238"/>
              <a:gd name="T49" fmla="*/ 1103 h 3860"/>
              <a:gd name="T50" fmla="*/ 2757 w 5238"/>
              <a:gd name="T51" fmla="*/ 0 h 3860"/>
              <a:gd name="T52" fmla="*/ 2757 w 5238"/>
              <a:gd name="T53" fmla="*/ 1103 h 3860"/>
              <a:gd name="T54" fmla="*/ 3858 w 5238"/>
              <a:gd name="T55" fmla="*/ 1103 h 3860"/>
              <a:gd name="T56" fmla="*/ 3858 w 5238"/>
              <a:gd name="T57" fmla="*/ 0 h 3860"/>
              <a:gd name="T58" fmla="*/ 2757 w 5238"/>
              <a:gd name="T59" fmla="*/ 0 h 3860"/>
              <a:gd name="T60" fmla="*/ 4134 w 5238"/>
              <a:gd name="T61" fmla="*/ 2481 h 3860"/>
              <a:gd name="T62" fmla="*/ 5238 w 5238"/>
              <a:gd name="T63" fmla="*/ 2481 h 3860"/>
              <a:gd name="T64" fmla="*/ 5238 w 5238"/>
              <a:gd name="T65" fmla="*/ 1380 h 3860"/>
              <a:gd name="T66" fmla="*/ 4134 w 5238"/>
              <a:gd name="T67" fmla="*/ 1380 h 3860"/>
              <a:gd name="T68" fmla="*/ 4134 w 5238"/>
              <a:gd name="T69" fmla="*/ 2481 h 3860"/>
              <a:gd name="T70" fmla="*/ 0 w 5238"/>
              <a:gd name="T71" fmla="*/ 3860 h 3860"/>
              <a:gd name="T72" fmla="*/ 1104 w 5238"/>
              <a:gd name="T73" fmla="*/ 3860 h 3860"/>
              <a:gd name="T74" fmla="*/ 1104 w 5238"/>
              <a:gd name="T75" fmla="*/ 2757 h 3860"/>
              <a:gd name="T76" fmla="*/ 0 w 5238"/>
              <a:gd name="T77" fmla="*/ 2757 h 3860"/>
              <a:gd name="T78" fmla="*/ 0 w 5238"/>
              <a:gd name="T79" fmla="*/ 3860 h 3860"/>
              <a:gd name="T80" fmla="*/ 1378 w 5238"/>
              <a:gd name="T81" fmla="*/ 3860 h 3860"/>
              <a:gd name="T82" fmla="*/ 2481 w 5238"/>
              <a:gd name="T83" fmla="*/ 3860 h 3860"/>
              <a:gd name="T84" fmla="*/ 2481 w 5238"/>
              <a:gd name="T85" fmla="*/ 2757 h 3860"/>
              <a:gd name="T86" fmla="*/ 1378 w 5238"/>
              <a:gd name="T87" fmla="*/ 2757 h 3860"/>
              <a:gd name="T88" fmla="*/ 1378 w 5238"/>
              <a:gd name="T89" fmla="*/ 3860 h 3860"/>
              <a:gd name="T90" fmla="*/ 2757 w 5238"/>
              <a:gd name="T91" fmla="*/ 3860 h 3860"/>
              <a:gd name="T92" fmla="*/ 3858 w 5238"/>
              <a:gd name="T93" fmla="*/ 3860 h 3860"/>
              <a:gd name="T94" fmla="*/ 3858 w 5238"/>
              <a:gd name="T95" fmla="*/ 2757 h 3860"/>
              <a:gd name="T96" fmla="*/ 2757 w 5238"/>
              <a:gd name="T97" fmla="*/ 2757 h 3860"/>
              <a:gd name="T98" fmla="*/ 2757 w 5238"/>
              <a:gd name="T99" fmla="*/ 3860 h 3860"/>
              <a:gd name="T100" fmla="*/ 4134 w 5238"/>
              <a:gd name="T101" fmla="*/ 3860 h 3860"/>
              <a:gd name="T102" fmla="*/ 5238 w 5238"/>
              <a:gd name="T103" fmla="*/ 3860 h 3860"/>
              <a:gd name="T104" fmla="*/ 5238 w 5238"/>
              <a:gd name="T105" fmla="*/ 2757 h 3860"/>
              <a:gd name="T106" fmla="*/ 4134 w 5238"/>
              <a:gd name="T107" fmla="*/ 2757 h 3860"/>
              <a:gd name="T108" fmla="*/ 4134 w 5238"/>
              <a:gd name="T109" fmla="*/ 3860 h 3860"/>
              <a:gd name="T110" fmla="*/ 4134 w 5238"/>
              <a:gd name="T111" fmla="*/ 0 h 3860"/>
              <a:gd name="T112" fmla="*/ 4134 w 5238"/>
              <a:gd name="T113" fmla="*/ 1103 h 3860"/>
              <a:gd name="T114" fmla="*/ 5238 w 5238"/>
              <a:gd name="T115" fmla="*/ 1103 h 3860"/>
              <a:gd name="T116" fmla="*/ 5238 w 5238"/>
              <a:gd name="T117" fmla="*/ 0 h 3860"/>
              <a:gd name="T118" fmla="*/ 4134 w 5238"/>
              <a:gd name="T119" fmla="*/ 0 h 3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238" h="3860">
                <a:moveTo>
                  <a:pt x="0" y="1103"/>
                </a:moveTo>
                <a:lnTo>
                  <a:pt x="1104" y="1103"/>
                </a:lnTo>
                <a:lnTo>
                  <a:pt x="1104" y="0"/>
                </a:lnTo>
                <a:lnTo>
                  <a:pt x="0" y="0"/>
                </a:lnTo>
                <a:lnTo>
                  <a:pt x="0" y="1103"/>
                </a:lnTo>
                <a:close/>
                <a:moveTo>
                  <a:pt x="0" y="2481"/>
                </a:moveTo>
                <a:lnTo>
                  <a:pt x="1104" y="2481"/>
                </a:lnTo>
                <a:lnTo>
                  <a:pt x="1104" y="1380"/>
                </a:lnTo>
                <a:lnTo>
                  <a:pt x="0" y="1380"/>
                </a:lnTo>
                <a:lnTo>
                  <a:pt x="0" y="2481"/>
                </a:lnTo>
                <a:close/>
                <a:moveTo>
                  <a:pt x="1378" y="2481"/>
                </a:moveTo>
                <a:lnTo>
                  <a:pt x="2481" y="2481"/>
                </a:lnTo>
                <a:lnTo>
                  <a:pt x="2481" y="1380"/>
                </a:lnTo>
                <a:lnTo>
                  <a:pt x="1378" y="1380"/>
                </a:lnTo>
                <a:lnTo>
                  <a:pt x="1378" y="2481"/>
                </a:lnTo>
                <a:close/>
                <a:moveTo>
                  <a:pt x="2757" y="2481"/>
                </a:moveTo>
                <a:lnTo>
                  <a:pt x="3858" y="2481"/>
                </a:lnTo>
                <a:lnTo>
                  <a:pt x="3858" y="1380"/>
                </a:lnTo>
                <a:lnTo>
                  <a:pt x="2757" y="1380"/>
                </a:lnTo>
                <a:lnTo>
                  <a:pt x="2757" y="2481"/>
                </a:lnTo>
                <a:close/>
                <a:moveTo>
                  <a:pt x="1378" y="1103"/>
                </a:moveTo>
                <a:lnTo>
                  <a:pt x="2481" y="1103"/>
                </a:lnTo>
                <a:lnTo>
                  <a:pt x="2481" y="0"/>
                </a:lnTo>
                <a:lnTo>
                  <a:pt x="1378" y="0"/>
                </a:lnTo>
                <a:lnTo>
                  <a:pt x="1378" y="1103"/>
                </a:lnTo>
                <a:close/>
                <a:moveTo>
                  <a:pt x="2757" y="0"/>
                </a:moveTo>
                <a:lnTo>
                  <a:pt x="2757" y="1103"/>
                </a:lnTo>
                <a:lnTo>
                  <a:pt x="3858" y="1103"/>
                </a:lnTo>
                <a:lnTo>
                  <a:pt x="3858" y="0"/>
                </a:lnTo>
                <a:lnTo>
                  <a:pt x="2757" y="0"/>
                </a:lnTo>
                <a:close/>
                <a:moveTo>
                  <a:pt x="4134" y="2481"/>
                </a:moveTo>
                <a:lnTo>
                  <a:pt x="5238" y="2481"/>
                </a:lnTo>
                <a:lnTo>
                  <a:pt x="5238" y="1380"/>
                </a:lnTo>
                <a:lnTo>
                  <a:pt x="4134" y="1380"/>
                </a:lnTo>
                <a:lnTo>
                  <a:pt x="4134" y="2481"/>
                </a:lnTo>
                <a:close/>
                <a:moveTo>
                  <a:pt x="0" y="3860"/>
                </a:moveTo>
                <a:lnTo>
                  <a:pt x="1104" y="3860"/>
                </a:lnTo>
                <a:lnTo>
                  <a:pt x="1104" y="2757"/>
                </a:lnTo>
                <a:lnTo>
                  <a:pt x="0" y="2757"/>
                </a:lnTo>
                <a:lnTo>
                  <a:pt x="0" y="3860"/>
                </a:lnTo>
                <a:close/>
                <a:moveTo>
                  <a:pt x="1378" y="3860"/>
                </a:moveTo>
                <a:lnTo>
                  <a:pt x="2481" y="3860"/>
                </a:lnTo>
                <a:lnTo>
                  <a:pt x="2481" y="2757"/>
                </a:lnTo>
                <a:lnTo>
                  <a:pt x="1378" y="2757"/>
                </a:lnTo>
                <a:lnTo>
                  <a:pt x="1378" y="3860"/>
                </a:lnTo>
                <a:close/>
                <a:moveTo>
                  <a:pt x="2757" y="3860"/>
                </a:moveTo>
                <a:lnTo>
                  <a:pt x="3858" y="3860"/>
                </a:lnTo>
                <a:lnTo>
                  <a:pt x="3858" y="2757"/>
                </a:lnTo>
                <a:lnTo>
                  <a:pt x="2757" y="2757"/>
                </a:lnTo>
                <a:lnTo>
                  <a:pt x="2757" y="3860"/>
                </a:lnTo>
                <a:close/>
                <a:moveTo>
                  <a:pt x="4134" y="3860"/>
                </a:moveTo>
                <a:lnTo>
                  <a:pt x="5238" y="3860"/>
                </a:lnTo>
                <a:lnTo>
                  <a:pt x="5238" y="2757"/>
                </a:lnTo>
                <a:lnTo>
                  <a:pt x="4134" y="2757"/>
                </a:lnTo>
                <a:lnTo>
                  <a:pt x="4134" y="3860"/>
                </a:lnTo>
                <a:close/>
                <a:moveTo>
                  <a:pt x="4134" y="0"/>
                </a:moveTo>
                <a:lnTo>
                  <a:pt x="4134" y="1103"/>
                </a:lnTo>
                <a:lnTo>
                  <a:pt x="5238" y="1103"/>
                </a:lnTo>
                <a:lnTo>
                  <a:pt x="5238" y="0"/>
                </a:lnTo>
                <a:lnTo>
                  <a:pt x="413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ew Compac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73842"/>
          </a:xfrm>
          <a:custGeom>
            <a:avLst/>
            <a:gdLst>
              <a:gd name="T0" fmla="*/ 0 w 5238"/>
              <a:gd name="T1" fmla="*/ 3860 h 3860"/>
              <a:gd name="T2" fmla="*/ 1654 w 5238"/>
              <a:gd name="T3" fmla="*/ 3860 h 3860"/>
              <a:gd name="T4" fmla="*/ 1654 w 5238"/>
              <a:gd name="T5" fmla="*/ 1930 h 3860"/>
              <a:gd name="T6" fmla="*/ 0 w 5238"/>
              <a:gd name="T7" fmla="*/ 1930 h 3860"/>
              <a:gd name="T8" fmla="*/ 0 w 5238"/>
              <a:gd name="T9" fmla="*/ 3860 h 3860"/>
              <a:gd name="T10" fmla="*/ 1930 w 5238"/>
              <a:gd name="T11" fmla="*/ 3860 h 3860"/>
              <a:gd name="T12" fmla="*/ 5238 w 5238"/>
              <a:gd name="T13" fmla="*/ 3860 h 3860"/>
              <a:gd name="T14" fmla="*/ 5238 w 5238"/>
              <a:gd name="T15" fmla="*/ 1930 h 3860"/>
              <a:gd name="T16" fmla="*/ 1930 w 5238"/>
              <a:gd name="T17" fmla="*/ 1930 h 3860"/>
              <a:gd name="T18" fmla="*/ 1930 w 5238"/>
              <a:gd name="T19" fmla="*/ 3860 h 3860"/>
              <a:gd name="T20" fmla="*/ 0 w 5238"/>
              <a:gd name="T21" fmla="*/ 0 h 3860"/>
              <a:gd name="T22" fmla="*/ 0 w 5238"/>
              <a:gd name="T23" fmla="*/ 1654 h 3860"/>
              <a:gd name="T24" fmla="*/ 5238 w 5238"/>
              <a:gd name="T25" fmla="*/ 1654 h 3860"/>
              <a:gd name="T26" fmla="*/ 5238 w 5238"/>
              <a:gd name="T27" fmla="*/ 0 h 3860"/>
              <a:gd name="T28" fmla="*/ 0 w 5238"/>
              <a:gd name="T29" fmla="*/ 0 h 3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5238" h="3860">
                <a:moveTo>
                  <a:pt x="0" y="3860"/>
                </a:moveTo>
                <a:lnTo>
                  <a:pt x="1654" y="3860"/>
                </a:lnTo>
                <a:lnTo>
                  <a:pt x="1654" y="1930"/>
                </a:lnTo>
                <a:lnTo>
                  <a:pt x="0" y="1930"/>
                </a:lnTo>
                <a:lnTo>
                  <a:pt x="0" y="3860"/>
                </a:lnTo>
                <a:close/>
                <a:moveTo>
                  <a:pt x="1930" y="3860"/>
                </a:moveTo>
                <a:lnTo>
                  <a:pt x="5238" y="3860"/>
                </a:lnTo>
                <a:lnTo>
                  <a:pt x="5238" y="1930"/>
                </a:lnTo>
                <a:lnTo>
                  <a:pt x="1930" y="1930"/>
                </a:lnTo>
                <a:lnTo>
                  <a:pt x="1930" y="3860"/>
                </a:lnTo>
                <a:close/>
                <a:moveTo>
                  <a:pt x="0" y="0"/>
                </a:moveTo>
                <a:lnTo>
                  <a:pt x="0" y="1654"/>
                </a:lnTo>
                <a:lnTo>
                  <a:pt x="5238" y="1654"/>
                </a:lnTo>
                <a:lnTo>
                  <a:pt x="52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gnet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2333 w 2566"/>
              <a:gd name="T1" fmla="*/ 0 h 2100"/>
              <a:gd name="T2" fmla="*/ 233 w 2566"/>
              <a:gd name="T3" fmla="*/ 0 h 2100"/>
              <a:gd name="T4" fmla="*/ 0 w 2566"/>
              <a:gd name="T5" fmla="*/ 233 h 2100"/>
              <a:gd name="T6" fmla="*/ 0 w 2566"/>
              <a:gd name="T7" fmla="*/ 1867 h 2100"/>
              <a:gd name="T8" fmla="*/ 233 w 2566"/>
              <a:gd name="T9" fmla="*/ 2100 h 2100"/>
              <a:gd name="T10" fmla="*/ 2333 w 2566"/>
              <a:gd name="T11" fmla="*/ 2100 h 2100"/>
              <a:gd name="T12" fmla="*/ 2566 w 2566"/>
              <a:gd name="T13" fmla="*/ 1867 h 2100"/>
              <a:gd name="T14" fmla="*/ 2566 w 2566"/>
              <a:gd name="T15" fmla="*/ 233 h 2100"/>
              <a:gd name="T16" fmla="*/ 2333 w 2566"/>
              <a:gd name="T17" fmla="*/ 0 h 2100"/>
              <a:gd name="T18" fmla="*/ 1283 w 2566"/>
              <a:gd name="T19" fmla="*/ 1750 h 2100"/>
              <a:gd name="T20" fmla="*/ 350 w 2566"/>
              <a:gd name="T21" fmla="*/ 1050 h 2100"/>
              <a:gd name="T22" fmla="*/ 1283 w 2566"/>
              <a:gd name="T23" fmla="*/ 350 h 2100"/>
              <a:gd name="T24" fmla="*/ 2216 w 2566"/>
              <a:gd name="T25" fmla="*/ 1050 h 2100"/>
              <a:gd name="T26" fmla="*/ 1283 w 2566"/>
              <a:gd name="T27" fmla="*/ 175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66" h="2100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2333" y="2100"/>
                  <a:pt x="2333" y="2100"/>
                  <a:pt x="2333" y="2100"/>
                </a:cubicBezTo>
                <a:cubicBezTo>
                  <a:pt x="2461" y="2100"/>
                  <a:pt x="2566" y="1995"/>
                  <a:pt x="2566" y="1867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5"/>
                  <a:pt x="2461" y="0"/>
                  <a:pt x="2333" y="0"/>
                </a:cubicBezTo>
                <a:close/>
                <a:moveTo>
                  <a:pt x="1283" y="1750"/>
                </a:moveTo>
                <a:cubicBezTo>
                  <a:pt x="767" y="1750"/>
                  <a:pt x="350" y="1436"/>
                  <a:pt x="350" y="1050"/>
                </a:cubicBezTo>
                <a:cubicBezTo>
                  <a:pt x="350" y="664"/>
                  <a:pt x="767" y="350"/>
                  <a:pt x="1283" y="350"/>
                </a:cubicBezTo>
                <a:cubicBezTo>
                  <a:pt x="1799" y="350"/>
                  <a:pt x="2216" y="664"/>
                  <a:pt x="2216" y="1050"/>
                </a:cubicBezTo>
                <a:cubicBezTo>
                  <a:pt x="2216" y="1436"/>
                  <a:pt x="1799" y="1750"/>
                  <a:pt x="1283" y="17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B Aut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14432"/>
          </a:xfrm>
          <a:custGeom>
            <a:avLst/>
            <a:gdLst>
              <a:gd name="T0" fmla="*/ 799 w 2777"/>
              <a:gd name="T1" fmla="*/ 1009 h 1866"/>
              <a:gd name="T2" fmla="*/ 1067 w 2777"/>
              <a:gd name="T3" fmla="*/ 1009 h 1866"/>
              <a:gd name="T4" fmla="*/ 933 w 2777"/>
              <a:gd name="T5" fmla="*/ 583 h 1866"/>
              <a:gd name="T6" fmla="*/ 799 w 2777"/>
              <a:gd name="T7" fmla="*/ 1009 h 1866"/>
              <a:gd name="T8" fmla="*/ 2567 w 2777"/>
              <a:gd name="T9" fmla="*/ 350 h 1866"/>
              <a:gd name="T10" fmla="*/ 2427 w 2777"/>
              <a:gd name="T11" fmla="*/ 1084 h 1866"/>
              <a:gd name="T12" fmla="*/ 2252 w 2777"/>
              <a:gd name="T13" fmla="*/ 350 h 1866"/>
              <a:gd name="T14" fmla="*/ 2065 w 2777"/>
              <a:gd name="T15" fmla="*/ 350 h 1866"/>
              <a:gd name="T16" fmla="*/ 1891 w 2777"/>
              <a:gd name="T17" fmla="*/ 1084 h 1866"/>
              <a:gd name="T18" fmla="*/ 1750 w 2777"/>
              <a:gd name="T19" fmla="*/ 350 h 1866"/>
              <a:gd name="T20" fmla="*/ 1661 w 2777"/>
              <a:gd name="T21" fmla="*/ 350 h 1866"/>
              <a:gd name="T22" fmla="*/ 933 w 2777"/>
              <a:gd name="T23" fmla="*/ 0 h 1866"/>
              <a:gd name="T24" fmla="*/ 0 w 2777"/>
              <a:gd name="T25" fmla="*/ 933 h 1866"/>
              <a:gd name="T26" fmla="*/ 933 w 2777"/>
              <a:gd name="T27" fmla="*/ 1866 h 1866"/>
              <a:gd name="T28" fmla="*/ 1768 w 2777"/>
              <a:gd name="T29" fmla="*/ 1350 h 1866"/>
              <a:gd name="T30" fmla="*/ 1779 w 2777"/>
              <a:gd name="T31" fmla="*/ 1400 h 1866"/>
              <a:gd name="T32" fmla="*/ 1983 w 2777"/>
              <a:gd name="T33" fmla="*/ 1400 h 1866"/>
              <a:gd name="T34" fmla="*/ 2158 w 2777"/>
              <a:gd name="T35" fmla="*/ 688 h 1866"/>
              <a:gd name="T36" fmla="*/ 2333 w 2777"/>
              <a:gd name="T37" fmla="*/ 1400 h 1866"/>
              <a:gd name="T38" fmla="*/ 2538 w 2777"/>
              <a:gd name="T39" fmla="*/ 1400 h 1866"/>
              <a:gd name="T40" fmla="*/ 2777 w 2777"/>
              <a:gd name="T41" fmla="*/ 350 h 1866"/>
              <a:gd name="T42" fmla="*/ 2567 w 2777"/>
              <a:gd name="T43" fmla="*/ 350 h 1866"/>
              <a:gd name="T44" fmla="*/ 1202 w 2777"/>
              <a:gd name="T45" fmla="*/ 1400 h 1866"/>
              <a:gd name="T46" fmla="*/ 1120 w 2777"/>
              <a:gd name="T47" fmla="*/ 1166 h 1866"/>
              <a:gd name="T48" fmla="*/ 747 w 2777"/>
              <a:gd name="T49" fmla="*/ 1166 h 1866"/>
              <a:gd name="T50" fmla="*/ 665 w 2777"/>
              <a:gd name="T51" fmla="*/ 1400 h 1866"/>
              <a:gd name="T52" fmla="*/ 443 w 2777"/>
              <a:gd name="T53" fmla="*/ 1400 h 1866"/>
              <a:gd name="T54" fmla="*/ 817 w 2777"/>
              <a:gd name="T55" fmla="*/ 350 h 1866"/>
              <a:gd name="T56" fmla="*/ 1050 w 2777"/>
              <a:gd name="T57" fmla="*/ 350 h 1866"/>
              <a:gd name="T58" fmla="*/ 1423 w 2777"/>
              <a:gd name="T59" fmla="*/ 1400 h 1866"/>
              <a:gd name="T60" fmla="*/ 1202 w 2777"/>
              <a:gd name="T61" fmla="*/ 1400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777" h="1866">
                <a:moveTo>
                  <a:pt x="799" y="1009"/>
                </a:moveTo>
                <a:cubicBezTo>
                  <a:pt x="1067" y="1009"/>
                  <a:pt x="1067" y="1009"/>
                  <a:pt x="1067" y="1009"/>
                </a:cubicBezTo>
                <a:cubicBezTo>
                  <a:pt x="933" y="583"/>
                  <a:pt x="933" y="583"/>
                  <a:pt x="933" y="583"/>
                </a:cubicBezTo>
                <a:lnTo>
                  <a:pt x="799" y="1009"/>
                </a:lnTo>
                <a:close/>
                <a:moveTo>
                  <a:pt x="2567" y="350"/>
                </a:moveTo>
                <a:cubicBezTo>
                  <a:pt x="2427" y="1084"/>
                  <a:pt x="2427" y="1084"/>
                  <a:pt x="2427" y="1084"/>
                </a:cubicBezTo>
                <a:cubicBezTo>
                  <a:pt x="2252" y="350"/>
                  <a:pt x="2252" y="350"/>
                  <a:pt x="2252" y="350"/>
                </a:cubicBezTo>
                <a:cubicBezTo>
                  <a:pt x="2065" y="350"/>
                  <a:pt x="2065" y="350"/>
                  <a:pt x="2065" y="350"/>
                </a:cubicBezTo>
                <a:cubicBezTo>
                  <a:pt x="1891" y="1084"/>
                  <a:pt x="1891" y="1084"/>
                  <a:pt x="1891" y="1084"/>
                </a:cubicBezTo>
                <a:cubicBezTo>
                  <a:pt x="1750" y="350"/>
                  <a:pt x="1750" y="350"/>
                  <a:pt x="1750" y="350"/>
                </a:cubicBezTo>
                <a:cubicBezTo>
                  <a:pt x="1661" y="350"/>
                  <a:pt x="1661" y="350"/>
                  <a:pt x="1661" y="350"/>
                </a:cubicBezTo>
                <a:cubicBezTo>
                  <a:pt x="1490" y="136"/>
                  <a:pt x="1228" y="0"/>
                  <a:pt x="933" y="0"/>
                </a:cubicBezTo>
                <a:cubicBezTo>
                  <a:pt x="418" y="0"/>
                  <a:pt x="0" y="417"/>
                  <a:pt x="0" y="933"/>
                </a:cubicBezTo>
                <a:cubicBezTo>
                  <a:pt x="0" y="1449"/>
                  <a:pt x="418" y="1866"/>
                  <a:pt x="933" y="1866"/>
                </a:cubicBezTo>
                <a:cubicBezTo>
                  <a:pt x="1298" y="1866"/>
                  <a:pt x="1615" y="1655"/>
                  <a:pt x="1768" y="1350"/>
                </a:cubicBezTo>
                <a:cubicBezTo>
                  <a:pt x="1779" y="1400"/>
                  <a:pt x="1779" y="1400"/>
                  <a:pt x="1779" y="1400"/>
                </a:cubicBezTo>
                <a:cubicBezTo>
                  <a:pt x="1983" y="1400"/>
                  <a:pt x="1983" y="1400"/>
                  <a:pt x="1983" y="1400"/>
                </a:cubicBezTo>
                <a:cubicBezTo>
                  <a:pt x="2158" y="688"/>
                  <a:pt x="2158" y="688"/>
                  <a:pt x="2158" y="688"/>
                </a:cubicBezTo>
                <a:cubicBezTo>
                  <a:pt x="2333" y="1400"/>
                  <a:pt x="2333" y="1400"/>
                  <a:pt x="2333" y="1400"/>
                </a:cubicBezTo>
                <a:cubicBezTo>
                  <a:pt x="2538" y="1400"/>
                  <a:pt x="2538" y="1400"/>
                  <a:pt x="2538" y="1400"/>
                </a:cubicBezTo>
                <a:cubicBezTo>
                  <a:pt x="2777" y="350"/>
                  <a:pt x="2777" y="350"/>
                  <a:pt x="2777" y="350"/>
                </a:cubicBezTo>
                <a:lnTo>
                  <a:pt x="2567" y="350"/>
                </a:lnTo>
                <a:close/>
                <a:moveTo>
                  <a:pt x="1202" y="1400"/>
                </a:moveTo>
                <a:cubicBezTo>
                  <a:pt x="1120" y="1166"/>
                  <a:pt x="1120" y="1166"/>
                  <a:pt x="1120" y="1166"/>
                </a:cubicBezTo>
                <a:cubicBezTo>
                  <a:pt x="747" y="1166"/>
                  <a:pt x="747" y="1166"/>
                  <a:pt x="747" y="1166"/>
                </a:cubicBezTo>
                <a:cubicBezTo>
                  <a:pt x="665" y="1400"/>
                  <a:pt x="665" y="1400"/>
                  <a:pt x="665" y="1400"/>
                </a:cubicBezTo>
                <a:cubicBezTo>
                  <a:pt x="443" y="1400"/>
                  <a:pt x="443" y="1400"/>
                  <a:pt x="443" y="1400"/>
                </a:cubicBezTo>
                <a:cubicBezTo>
                  <a:pt x="817" y="350"/>
                  <a:pt x="817" y="350"/>
                  <a:pt x="817" y="350"/>
                </a:cubicBezTo>
                <a:cubicBezTo>
                  <a:pt x="1050" y="350"/>
                  <a:pt x="1050" y="350"/>
                  <a:pt x="1050" y="350"/>
                </a:cubicBezTo>
                <a:cubicBezTo>
                  <a:pt x="1423" y="1400"/>
                  <a:pt x="1423" y="1400"/>
                  <a:pt x="1423" y="1400"/>
                </a:cubicBezTo>
                <a:lnTo>
                  <a:pt x="1202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B Cloudy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416"/>
          </a:xfrm>
          <a:custGeom>
            <a:avLst/>
            <a:gdLst>
              <a:gd name="T0" fmla="*/ 2259 w 2800"/>
              <a:gd name="T1" fmla="*/ 704 h 1866"/>
              <a:gd name="T2" fmla="*/ 1400 w 2800"/>
              <a:gd name="T3" fmla="*/ 0 h 1866"/>
              <a:gd name="T4" fmla="*/ 624 w 2800"/>
              <a:gd name="T5" fmla="*/ 471 h 1866"/>
              <a:gd name="T6" fmla="*/ 0 w 2800"/>
              <a:gd name="T7" fmla="*/ 1166 h 1866"/>
              <a:gd name="T8" fmla="*/ 700 w 2800"/>
              <a:gd name="T9" fmla="*/ 1866 h 1866"/>
              <a:gd name="T10" fmla="*/ 2217 w 2800"/>
              <a:gd name="T11" fmla="*/ 1866 h 1866"/>
              <a:gd name="T12" fmla="*/ 2800 w 2800"/>
              <a:gd name="T13" fmla="*/ 1283 h 1866"/>
              <a:gd name="T14" fmla="*/ 2259 w 2800"/>
              <a:gd name="T15" fmla="*/ 704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00" h="1866">
                <a:moveTo>
                  <a:pt x="2259" y="704"/>
                </a:moveTo>
                <a:cubicBezTo>
                  <a:pt x="2178" y="302"/>
                  <a:pt x="1825" y="0"/>
                  <a:pt x="1400" y="0"/>
                </a:cubicBezTo>
                <a:cubicBezTo>
                  <a:pt x="1063" y="0"/>
                  <a:pt x="770" y="191"/>
                  <a:pt x="624" y="471"/>
                </a:cubicBezTo>
                <a:cubicBezTo>
                  <a:pt x="273" y="508"/>
                  <a:pt x="0" y="806"/>
                  <a:pt x="0" y="1166"/>
                </a:cubicBezTo>
                <a:cubicBezTo>
                  <a:pt x="0" y="1553"/>
                  <a:pt x="314" y="1866"/>
                  <a:pt x="700" y="1866"/>
                </a:cubicBezTo>
                <a:cubicBezTo>
                  <a:pt x="2217" y="1866"/>
                  <a:pt x="2217" y="1866"/>
                  <a:pt x="2217" y="1866"/>
                </a:cubicBezTo>
                <a:cubicBezTo>
                  <a:pt x="2539" y="1866"/>
                  <a:pt x="2800" y="1605"/>
                  <a:pt x="2800" y="1283"/>
                </a:cubicBezTo>
                <a:cubicBezTo>
                  <a:pt x="2800" y="975"/>
                  <a:pt x="2561" y="725"/>
                  <a:pt x="2259" y="70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B Incandesce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70807"/>
          </a:xfrm>
          <a:custGeom>
            <a:avLst/>
            <a:gdLst>
              <a:gd name="T0" fmla="*/ 297 w 2566"/>
              <a:gd name="T1" fmla="*/ 1988 h 2444"/>
              <a:gd name="T2" fmla="*/ 462 w 2566"/>
              <a:gd name="T3" fmla="*/ 2153 h 2444"/>
              <a:gd name="T4" fmla="*/ 671 w 2566"/>
              <a:gd name="T5" fmla="*/ 1943 h 2444"/>
              <a:gd name="T6" fmla="*/ 506 w 2566"/>
              <a:gd name="T7" fmla="*/ 1778 h 2444"/>
              <a:gd name="T8" fmla="*/ 297 w 2566"/>
              <a:gd name="T9" fmla="*/ 1988 h 2444"/>
              <a:gd name="T10" fmla="*/ 1166 w 2566"/>
              <a:gd name="T11" fmla="*/ 2444 h 2444"/>
              <a:gd name="T12" fmla="*/ 1400 w 2566"/>
              <a:gd name="T13" fmla="*/ 2444 h 2444"/>
              <a:gd name="T14" fmla="*/ 1400 w 2566"/>
              <a:gd name="T15" fmla="*/ 2100 h 2444"/>
              <a:gd name="T16" fmla="*/ 1166 w 2566"/>
              <a:gd name="T17" fmla="*/ 2100 h 2444"/>
              <a:gd name="T18" fmla="*/ 1166 w 2566"/>
              <a:gd name="T19" fmla="*/ 2444 h 2444"/>
              <a:gd name="T20" fmla="*/ 350 w 2566"/>
              <a:gd name="T21" fmla="*/ 1050 h 2444"/>
              <a:gd name="T22" fmla="*/ 0 w 2566"/>
              <a:gd name="T23" fmla="*/ 1050 h 2444"/>
              <a:gd name="T24" fmla="*/ 0 w 2566"/>
              <a:gd name="T25" fmla="*/ 1283 h 2444"/>
              <a:gd name="T26" fmla="*/ 350 w 2566"/>
              <a:gd name="T27" fmla="*/ 1283 h 2444"/>
              <a:gd name="T28" fmla="*/ 350 w 2566"/>
              <a:gd name="T29" fmla="*/ 1050 h 2444"/>
              <a:gd name="T30" fmla="*/ 1633 w 2566"/>
              <a:gd name="T31" fmla="*/ 561 h 2444"/>
              <a:gd name="T32" fmla="*/ 1633 w 2566"/>
              <a:gd name="T33" fmla="*/ 0 h 2444"/>
              <a:gd name="T34" fmla="*/ 933 w 2566"/>
              <a:gd name="T35" fmla="*/ 0 h 2444"/>
              <a:gd name="T36" fmla="*/ 933 w 2566"/>
              <a:gd name="T37" fmla="*/ 561 h 2444"/>
              <a:gd name="T38" fmla="*/ 583 w 2566"/>
              <a:gd name="T39" fmla="*/ 1167 h 2444"/>
              <a:gd name="T40" fmla="*/ 1283 w 2566"/>
              <a:gd name="T41" fmla="*/ 1867 h 2444"/>
              <a:gd name="T42" fmla="*/ 1983 w 2566"/>
              <a:gd name="T43" fmla="*/ 1167 h 2444"/>
              <a:gd name="T44" fmla="*/ 1633 w 2566"/>
              <a:gd name="T45" fmla="*/ 561 h 2444"/>
              <a:gd name="T46" fmla="*/ 2216 w 2566"/>
              <a:gd name="T47" fmla="*/ 1050 h 2444"/>
              <a:gd name="T48" fmla="*/ 2216 w 2566"/>
              <a:gd name="T49" fmla="*/ 1283 h 2444"/>
              <a:gd name="T50" fmla="*/ 2566 w 2566"/>
              <a:gd name="T51" fmla="*/ 1283 h 2444"/>
              <a:gd name="T52" fmla="*/ 2566 w 2566"/>
              <a:gd name="T53" fmla="*/ 1050 h 2444"/>
              <a:gd name="T54" fmla="*/ 2216 w 2566"/>
              <a:gd name="T55" fmla="*/ 1050 h 2444"/>
              <a:gd name="T56" fmla="*/ 1894 w 2566"/>
              <a:gd name="T57" fmla="*/ 1944 h 2444"/>
              <a:gd name="T58" fmla="*/ 2103 w 2566"/>
              <a:gd name="T59" fmla="*/ 2154 h 2444"/>
              <a:gd name="T60" fmla="*/ 2268 w 2566"/>
              <a:gd name="T61" fmla="*/ 1989 h 2444"/>
              <a:gd name="T62" fmla="*/ 2058 w 2566"/>
              <a:gd name="T63" fmla="*/ 1780 h 2444"/>
              <a:gd name="T64" fmla="*/ 1894 w 2566"/>
              <a:gd name="T65" fmla="*/ 1944 h 24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566" h="2444">
                <a:moveTo>
                  <a:pt x="297" y="1988"/>
                </a:moveTo>
                <a:cubicBezTo>
                  <a:pt x="462" y="2153"/>
                  <a:pt x="462" y="2153"/>
                  <a:pt x="462" y="2153"/>
                </a:cubicBezTo>
                <a:cubicBezTo>
                  <a:pt x="671" y="1943"/>
                  <a:pt x="671" y="1943"/>
                  <a:pt x="671" y="1943"/>
                </a:cubicBezTo>
                <a:cubicBezTo>
                  <a:pt x="506" y="1778"/>
                  <a:pt x="506" y="1778"/>
                  <a:pt x="506" y="1778"/>
                </a:cubicBezTo>
                <a:lnTo>
                  <a:pt x="297" y="1988"/>
                </a:lnTo>
                <a:close/>
                <a:moveTo>
                  <a:pt x="1166" y="2444"/>
                </a:moveTo>
                <a:cubicBezTo>
                  <a:pt x="1400" y="2444"/>
                  <a:pt x="1400" y="2444"/>
                  <a:pt x="1400" y="2444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166" y="2100"/>
                  <a:pt x="1166" y="2100"/>
                  <a:pt x="1166" y="2100"/>
                </a:cubicBezTo>
                <a:lnTo>
                  <a:pt x="1166" y="2444"/>
                </a:lnTo>
                <a:close/>
                <a:moveTo>
                  <a:pt x="350" y="1050"/>
                </a:moveTo>
                <a:cubicBezTo>
                  <a:pt x="0" y="1050"/>
                  <a:pt x="0" y="1050"/>
                  <a:pt x="0" y="1050"/>
                </a:cubicBezTo>
                <a:cubicBezTo>
                  <a:pt x="0" y="1283"/>
                  <a:pt x="0" y="1283"/>
                  <a:pt x="0" y="1283"/>
                </a:cubicBezTo>
                <a:cubicBezTo>
                  <a:pt x="350" y="1283"/>
                  <a:pt x="350" y="1283"/>
                  <a:pt x="350" y="1283"/>
                </a:cubicBezTo>
                <a:lnTo>
                  <a:pt x="350" y="1050"/>
                </a:lnTo>
                <a:close/>
                <a:moveTo>
                  <a:pt x="1633" y="561"/>
                </a:moveTo>
                <a:cubicBezTo>
                  <a:pt x="1633" y="0"/>
                  <a:pt x="1633" y="0"/>
                  <a:pt x="1633" y="0"/>
                </a:cubicBezTo>
                <a:cubicBezTo>
                  <a:pt x="933" y="0"/>
                  <a:pt x="933" y="0"/>
                  <a:pt x="933" y="0"/>
                </a:cubicBezTo>
                <a:cubicBezTo>
                  <a:pt x="933" y="561"/>
                  <a:pt x="933" y="561"/>
                  <a:pt x="933" y="561"/>
                </a:cubicBezTo>
                <a:cubicBezTo>
                  <a:pt x="724" y="683"/>
                  <a:pt x="583" y="908"/>
                  <a:pt x="583" y="1167"/>
                </a:cubicBezTo>
                <a:cubicBezTo>
                  <a:pt x="583" y="1553"/>
                  <a:pt x="897" y="1867"/>
                  <a:pt x="1283" y="1867"/>
                </a:cubicBezTo>
                <a:cubicBezTo>
                  <a:pt x="1669" y="1867"/>
                  <a:pt x="1983" y="1553"/>
                  <a:pt x="1983" y="1167"/>
                </a:cubicBezTo>
                <a:cubicBezTo>
                  <a:pt x="1983" y="908"/>
                  <a:pt x="1842" y="683"/>
                  <a:pt x="1633" y="561"/>
                </a:cubicBezTo>
                <a:close/>
                <a:moveTo>
                  <a:pt x="2216" y="1050"/>
                </a:moveTo>
                <a:cubicBezTo>
                  <a:pt x="2216" y="1283"/>
                  <a:pt x="2216" y="1283"/>
                  <a:pt x="2216" y="1283"/>
                </a:cubicBezTo>
                <a:cubicBezTo>
                  <a:pt x="2566" y="1283"/>
                  <a:pt x="2566" y="1283"/>
                  <a:pt x="2566" y="1283"/>
                </a:cubicBezTo>
                <a:cubicBezTo>
                  <a:pt x="2566" y="1050"/>
                  <a:pt x="2566" y="1050"/>
                  <a:pt x="2566" y="1050"/>
                </a:cubicBezTo>
                <a:lnTo>
                  <a:pt x="2216" y="1050"/>
                </a:lnTo>
                <a:close/>
                <a:moveTo>
                  <a:pt x="1894" y="1944"/>
                </a:moveTo>
                <a:cubicBezTo>
                  <a:pt x="2103" y="2154"/>
                  <a:pt x="2103" y="2154"/>
                  <a:pt x="2103" y="2154"/>
                </a:cubicBezTo>
                <a:cubicBezTo>
                  <a:pt x="2268" y="1989"/>
                  <a:pt x="2268" y="1989"/>
                  <a:pt x="2268" y="1989"/>
                </a:cubicBezTo>
                <a:cubicBezTo>
                  <a:pt x="2058" y="1780"/>
                  <a:pt x="2058" y="1780"/>
                  <a:pt x="2058" y="1780"/>
                </a:cubicBezTo>
                <a:lnTo>
                  <a:pt x="1894" y="194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B Iridescen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05948" cy="914400"/>
          </a:xfrm>
          <a:custGeom>
            <a:avLst/>
            <a:gdLst>
              <a:gd name="T0" fmla="*/ 399 w 4660"/>
              <a:gd name="T1" fmla="*/ 3846 h 6036"/>
              <a:gd name="T2" fmla="*/ 4259 w 4660"/>
              <a:gd name="T3" fmla="*/ 3846 h 6036"/>
              <a:gd name="T4" fmla="*/ 4259 w 4660"/>
              <a:gd name="T5" fmla="*/ 2192 h 6036"/>
              <a:gd name="T6" fmla="*/ 399 w 4660"/>
              <a:gd name="T7" fmla="*/ 2192 h 6036"/>
              <a:gd name="T8" fmla="*/ 399 w 4660"/>
              <a:gd name="T9" fmla="*/ 3846 h 6036"/>
              <a:gd name="T10" fmla="*/ 2052 w 4660"/>
              <a:gd name="T11" fmla="*/ 0 h 6036"/>
              <a:gd name="T12" fmla="*/ 2052 w 4660"/>
              <a:gd name="T13" fmla="*/ 813 h 6036"/>
              <a:gd name="T14" fmla="*/ 2605 w 4660"/>
              <a:gd name="T15" fmla="*/ 813 h 6036"/>
              <a:gd name="T16" fmla="*/ 2605 w 4660"/>
              <a:gd name="T17" fmla="*/ 0 h 6036"/>
              <a:gd name="T18" fmla="*/ 2052 w 4660"/>
              <a:gd name="T19" fmla="*/ 0 h 6036"/>
              <a:gd name="T20" fmla="*/ 4268 w 4660"/>
              <a:gd name="T21" fmla="*/ 690 h 6036"/>
              <a:gd name="T22" fmla="*/ 3777 w 4660"/>
              <a:gd name="T23" fmla="*/ 1184 h 6036"/>
              <a:gd name="T24" fmla="*/ 4164 w 4660"/>
              <a:gd name="T25" fmla="*/ 1571 h 6036"/>
              <a:gd name="T26" fmla="*/ 4660 w 4660"/>
              <a:gd name="T27" fmla="*/ 1078 h 6036"/>
              <a:gd name="T28" fmla="*/ 4268 w 4660"/>
              <a:gd name="T29" fmla="*/ 690 h 6036"/>
              <a:gd name="T30" fmla="*/ 4268 w 4660"/>
              <a:gd name="T31" fmla="*/ 690 h 6036"/>
              <a:gd name="T32" fmla="*/ 2605 w 4660"/>
              <a:gd name="T33" fmla="*/ 6036 h 6036"/>
              <a:gd name="T34" fmla="*/ 2605 w 4660"/>
              <a:gd name="T35" fmla="*/ 5223 h 6036"/>
              <a:gd name="T36" fmla="*/ 2052 w 4660"/>
              <a:gd name="T37" fmla="*/ 5223 h 6036"/>
              <a:gd name="T38" fmla="*/ 2052 w 4660"/>
              <a:gd name="T39" fmla="*/ 6036 h 6036"/>
              <a:gd name="T40" fmla="*/ 2605 w 4660"/>
              <a:gd name="T41" fmla="*/ 6036 h 6036"/>
              <a:gd name="T42" fmla="*/ 4658 w 4660"/>
              <a:gd name="T43" fmla="*/ 4959 h 6036"/>
              <a:gd name="T44" fmla="*/ 4162 w 4660"/>
              <a:gd name="T45" fmla="*/ 4465 h 6036"/>
              <a:gd name="T46" fmla="*/ 3772 w 4660"/>
              <a:gd name="T47" fmla="*/ 4855 h 6036"/>
              <a:gd name="T48" fmla="*/ 4266 w 4660"/>
              <a:gd name="T49" fmla="*/ 5351 h 6036"/>
              <a:gd name="T50" fmla="*/ 4658 w 4660"/>
              <a:gd name="T51" fmla="*/ 4959 h 6036"/>
              <a:gd name="T52" fmla="*/ 0 w 4660"/>
              <a:gd name="T53" fmla="*/ 1078 h 6036"/>
              <a:gd name="T54" fmla="*/ 493 w 4660"/>
              <a:gd name="T55" fmla="*/ 1571 h 6036"/>
              <a:gd name="T56" fmla="*/ 883 w 4660"/>
              <a:gd name="T57" fmla="*/ 1184 h 6036"/>
              <a:gd name="T58" fmla="*/ 389 w 4660"/>
              <a:gd name="T59" fmla="*/ 690 h 6036"/>
              <a:gd name="T60" fmla="*/ 0 w 4660"/>
              <a:gd name="T61" fmla="*/ 1078 h 6036"/>
              <a:gd name="T62" fmla="*/ 389 w 4660"/>
              <a:gd name="T63" fmla="*/ 5348 h 6036"/>
              <a:gd name="T64" fmla="*/ 883 w 4660"/>
              <a:gd name="T65" fmla="*/ 4852 h 6036"/>
              <a:gd name="T66" fmla="*/ 493 w 4660"/>
              <a:gd name="T67" fmla="*/ 4463 h 6036"/>
              <a:gd name="T68" fmla="*/ 0 w 4660"/>
              <a:gd name="T69" fmla="*/ 4956 h 6036"/>
              <a:gd name="T70" fmla="*/ 389 w 4660"/>
              <a:gd name="T71" fmla="*/ 5348 h 60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4660" h="6036">
                <a:moveTo>
                  <a:pt x="399" y="3846"/>
                </a:moveTo>
                <a:lnTo>
                  <a:pt x="4259" y="3846"/>
                </a:lnTo>
                <a:lnTo>
                  <a:pt x="4259" y="2192"/>
                </a:lnTo>
                <a:lnTo>
                  <a:pt x="399" y="2192"/>
                </a:lnTo>
                <a:lnTo>
                  <a:pt x="399" y="3846"/>
                </a:lnTo>
                <a:close/>
                <a:moveTo>
                  <a:pt x="2052" y="0"/>
                </a:moveTo>
                <a:lnTo>
                  <a:pt x="2052" y="813"/>
                </a:lnTo>
                <a:lnTo>
                  <a:pt x="2605" y="813"/>
                </a:lnTo>
                <a:lnTo>
                  <a:pt x="2605" y="0"/>
                </a:lnTo>
                <a:lnTo>
                  <a:pt x="2052" y="0"/>
                </a:lnTo>
                <a:close/>
                <a:moveTo>
                  <a:pt x="4268" y="690"/>
                </a:moveTo>
                <a:lnTo>
                  <a:pt x="3777" y="1184"/>
                </a:lnTo>
                <a:lnTo>
                  <a:pt x="4164" y="1571"/>
                </a:lnTo>
                <a:lnTo>
                  <a:pt x="4660" y="1078"/>
                </a:lnTo>
                <a:lnTo>
                  <a:pt x="4268" y="690"/>
                </a:lnTo>
                <a:lnTo>
                  <a:pt x="4268" y="690"/>
                </a:lnTo>
                <a:close/>
                <a:moveTo>
                  <a:pt x="2605" y="6036"/>
                </a:moveTo>
                <a:lnTo>
                  <a:pt x="2605" y="5223"/>
                </a:lnTo>
                <a:lnTo>
                  <a:pt x="2052" y="5223"/>
                </a:lnTo>
                <a:lnTo>
                  <a:pt x="2052" y="6036"/>
                </a:lnTo>
                <a:lnTo>
                  <a:pt x="2605" y="6036"/>
                </a:lnTo>
                <a:close/>
                <a:moveTo>
                  <a:pt x="4658" y="4959"/>
                </a:moveTo>
                <a:lnTo>
                  <a:pt x="4162" y="4465"/>
                </a:lnTo>
                <a:lnTo>
                  <a:pt x="3772" y="4855"/>
                </a:lnTo>
                <a:lnTo>
                  <a:pt x="4266" y="5351"/>
                </a:lnTo>
                <a:lnTo>
                  <a:pt x="4658" y="4959"/>
                </a:lnTo>
                <a:close/>
                <a:moveTo>
                  <a:pt x="0" y="1078"/>
                </a:moveTo>
                <a:lnTo>
                  <a:pt x="493" y="1571"/>
                </a:lnTo>
                <a:lnTo>
                  <a:pt x="883" y="1184"/>
                </a:lnTo>
                <a:lnTo>
                  <a:pt x="389" y="690"/>
                </a:lnTo>
                <a:lnTo>
                  <a:pt x="0" y="1078"/>
                </a:lnTo>
                <a:close/>
                <a:moveTo>
                  <a:pt x="389" y="5348"/>
                </a:moveTo>
                <a:lnTo>
                  <a:pt x="883" y="4852"/>
                </a:lnTo>
                <a:lnTo>
                  <a:pt x="493" y="4463"/>
                </a:lnTo>
                <a:lnTo>
                  <a:pt x="0" y="4956"/>
                </a:lnTo>
                <a:lnTo>
                  <a:pt x="389" y="534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B Sunn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0478"/>
          </a:xfrm>
          <a:custGeom>
            <a:avLst/>
            <a:gdLst>
              <a:gd name="T0" fmla="*/ 672 w 2566"/>
              <a:gd name="T1" fmla="*/ 501 h 2555"/>
              <a:gd name="T2" fmla="*/ 462 w 2566"/>
              <a:gd name="T3" fmla="*/ 292 h 2555"/>
              <a:gd name="T4" fmla="*/ 297 w 2566"/>
              <a:gd name="T5" fmla="*/ 456 h 2555"/>
              <a:gd name="T6" fmla="*/ 506 w 2566"/>
              <a:gd name="T7" fmla="*/ 665 h 2555"/>
              <a:gd name="T8" fmla="*/ 672 w 2566"/>
              <a:gd name="T9" fmla="*/ 501 h 2555"/>
              <a:gd name="T10" fmla="*/ 350 w 2566"/>
              <a:gd name="T11" fmla="*/ 1161 h 2555"/>
              <a:gd name="T12" fmla="*/ 0 w 2566"/>
              <a:gd name="T13" fmla="*/ 1161 h 2555"/>
              <a:gd name="T14" fmla="*/ 0 w 2566"/>
              <a:gd name="T15" fmla="*/ 1394 h 2555"/>
              <a:gd name="T16" fmla="*/ 350 w 2566"/>
              <a:gd name="T17" fmla="*/ 1394 h 2555"/>
              <a:gd name="T18" fmla="*/ 350 w 2566"/>
              <a:gd name="T19" fmla="*/ 1161 h 2555"/>
              <a:gd name="T20" fmla="*/ 1400 w 2566"/>
              <a:gd name="T21" fmla="*/ 0 h 2555"/>
              <a:gd name="T22" fmla="*/ 1166 w 2566"/>
              <a:gd name="T23" fmla="*/ 0 h 2555"/>
              <a:gd name="T24" fmla="*/ 1166 w 2566"/>
              <a:gd name="T25" fmla="*/ 344 h 2555"/>
              <a:gd name="T26" fmla="*/ 1400 w 2566"/>
              <a:gd name="T27" fmla="*/ 344 h 2555"/>
              <a:gd name="T28" fmla="*/ 1400 w 2566"/>
              <a:gd name="T29" fmla="*/ 0 h 2555"/>
              <a:gd name="T30" fmla="*/ 2269 w 2566"/>
              <a:gd name="T31" fmla="*/ 456 h 2555"/>
              <a:gd name="T32" fmla="*/ 2104 w 2566"/>
              <a:gd name="T33" fmla="*/ 292 h 2555"/>
              <a:gd name="T34" fmla="*/ 1896 w 2566"/>
              <a:gd name="T35" fmla="*/ 501 h 2555"/>
              <a:gd name="T36" fmla="*/ 2060 w 2566"/>
              <a:gd name="T37" fmla="*/ 665 h 2555"/>
              <a:gd name="T38" fmla="*/ 2269 w 2566"/>
              <a:gd name="T39" fmla="*/ 456 h 2555"/>
              <a:gd name="T40" fmla="*/ 1894 w 2566"/>
              <a:gd name="T41" fmla="*/ 2055 h 2555"/>
              <a:gd name="T42" fmla="*/ 2103 w 2566"/>
              <a:gd name="T43" fmla="*/ 2265 h 2555"/>
              <a:gd name="T44" fmla="*/ 2268 w 2566"/>
              <a:gd name="T45" fmla="*/ 2100 h 2555"/>
              <a:gd name="T46" fmla="*/ 2058 w 2566"/>
              <a:gd name="T47" fmla="*/ 1891 h 2555"/>
              <a:gd name="T48" fmla="*/ 1894 w 2566"/>
              <a:gd name="T49" fmla="*/ 2055 h 2555"/>
              <a:gd name="T50" fmla="*/ 2216 w 2566"/>
              <a:gd name="T51" fmla="*/ 1161 h 2555"/>
              <a:gd name="T52" fmla="*/ 2216 w 2566"/>
              <a:gd name="T53" fmla="*/ 1394 h 2555"/>
              <a:gd name="T54" fmla="*/ 2566 w 2566"/>
              <a:gd name="T55" fmla="*/ 1394 h 2555"/>
              <a:gd name="T56" fmla="*/ 2566 w 2566"/>
              <a:gd name="T57" fmla="*/ 1161 h 2555"/>
              <a:gd name="T58" fmla="*/ 2216 w 2566"/>
              <a:gd name="T59" fmla="*/ 1161 h 2555"/>
              <a:gd name="T60" fmla="*/ 1283 w 2566"/>
              <a:gd name="T61" fmla="*/ 578 h 2555"/>
              <a:gd name="T62" fmla="*/ 583 w 2566"/>
              <a:gd name="T63" fmla="*/ 1278 h 2555"/>
              <a:gd name="T64" fmla="*/ 1283 w 2566"/>
              <a:gd name="T65" fmla="*/ 1978 h 2555"/>
              <a:gd name="T66" fmla="*/ 1983 w 2566"/>
              <a:gd name="T67" fmla="*/ 1278 h 2555"/>
              <a:gd name="T68" fmla="*/ 1283 w 2566"/>
              <a:gd name="T69" fmla="*/ 578 h 2555"/>
              <a:gd name="T70" fmla="*/ 1166 w 2566"/>
              <a:gd name="T71" fmla="*/ 2555 h 2555"/>
              <a:gd name="T72" fmla="*/ 1400 w 2566"/>
              <a:gd name="T73" fmla="*/ 2555 h 2555"/>
              <a:gd name="T74" fmla="*/ 1400 w 2566"/>
              <a:gd name="T75" fmla="*/ 2211 h 2555"/>
              <a:gd name="T76" fmla="*/ 1166 w 2566"/>
              <a:gd name="T77" fmla="*/ 2211 h 2555"/>
              <a:gd name="T78" fmla="*/ 1166 w 2566"/>
              <a:gd name="T79" fmla="*/ 2555 h 2555"/>
              <a:gd name="T80" fmla="*/ 297 w 2566"/>
              <a:gd name="T81" fmla="*/ 2099 h 2555"/>
              <a:gd name="T82" fmla="*/ 462 w 2566"/>
              <a:gd name="T83" fmla="*/ 2264 h 2555"/>
              <a:gd name="T84" fmla="*/ 671 w 2566"/>
              <a:gd name="T85" fmla="*/ 2054 h 2555"/>
              <a:gd name="T86" fmla="*/ 506 w 2566"/>
              <a:gd name="T87" fmla="*/ 1889 h 2555"/>
              <a:gd name="T88" fmla="*/ 297 w 2566"/>
              <a:gd name="T89" fmla="*/ 2099 h 25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566" h="2555">
                <a:moveTo>
                  <a:pt x="672" y="501"/>
                </a:moveTo>
                <a:cubicBezTo>
                  <a:pt x="462" y="292"/>
                  <a:pt x="462" y="292"/>
                  <a:pt x="462" y="292"/>
                </a:cubicBezTo>
                <a:cubicBezTo>
                  <a:pt x="297" y="456"/>
                  <a:pt x="297" y="456"/>
                  <a:pt x="297" y="456"/>
                </a:cubicBezTo>
                <a:cubicBezTo>
                  <a:pt x="506" y="665"/>
                  <a:pt x="506" y="665"/>
                  <a:pt x="506" y="665"/>
                </a:cubicBezTo>
                <a:lnTo>
                  <a:pt x="672" y="501"/>
                </a:lnTo>
                <a:close/>
                <a:moveTo>
                  <a:pt x="350" y="1161"/>
                </a:moveTo>
                <a:cubicBezTo>
                  <a:pt x="0" y="1161"/>
                  <a:pt x="0" y="1161"/>
                  <a:pt x="0" y="1161"/>
                </a:cubicBezTo>
                <a:cubicBezTo>
                  <a:pt x="0" y="1394"/>
                  <a:pt x="0" y="1394"/>
                  <a:pt x="0" y="1394"/>
                </a:cubicBezTo>
                <a:cubicBezTo>
                  <a:pt x="350" y="1394"/>
                  <a:pt x="350" y="1394"/>
                  <a:pt x="350" y="1394"/>
                </a:cubicBezTo>
                <a:lnTo>
                  <a:pt x="350" y="1161"/>
                </a:lnTo>
                <a:close/>
                <a:moveTo>
                  <a:pt x="1400" y="0"/>
                </a:moveTo>
                <a:cubicBezTo>
                  <a:pt x="1166" y="0"/>
                  <a:pt x="1166" y="0"/>
                  <a:pt x="1166" y="0"/>
                </a:cubicBezTo>
                <a:cubicBezTo>
                  <a:pt x="1166" y="344"/>
                  <a:pt x="1166" y="344"/>
                  <a:pt x="1166" y="344"/>
                </a:cubicBezTo>
                <a:cubicBezTo>
                  <a:pt x="1400" y="344"/>
                  <a:pt x="1400" y="344"/>
                  <a:pt x="1400" y="344"/>
                </a:cubicBezTo>
                <a:lnTo>
                  <a:pt x="1400" y="0"/>
                </a:lnTo>
                <a:close/>
                <a:moveTo>
                  <a:pt x="2269" y="456"/>
                </a:moveTo>
                <a:cubicBezTo>
                  <a:pt x="2104" y="292"/>
                  <a:pt x="2104" y="292"/>
                  <a:pt x="2104" y="292"/>
                </a:cubicBezTo>
                <a:cubicBezTo>
                  <a:pt x="1896" y="501"/>
                  <a:pt x="1896" y="501"/>
                  <a:pt x="1896" y="501"/>
                </a:cubicBezTo>
                <a:cubicBezTo>
                  <a:pt x="2060" y="665"/>
                  <a:pt x="2060" y="665"/>
                  <a:pt x="2060" y="665"/>
                </a:cubicBezTo>
                <a:lnTo>
                  <a:pt x="2269" y="456"/>
                </a:lnTo>
                <a:close/>
                <a:moveTo>
                  <a:pt x="1894" y="2055"/>
                </a:moveTo>
                <a:cubicBezTo>
                  <a:pt x="2103" y="2265"/>
                  <a:pt x="2103" y="2265"/>
                  <a:pt x="2103" y="2265"/>
                </a:cubicBezTo>
                <a:cubicBezTo>
                  <a:pt x="2268" y="2100"/>
                  <a:pt x="2268" y="2100"/>
                  <a:pt x="2268" y="2100"/>
                </a:cubicBezTo>
                <a:cubicBezTo>
                  <a:pt x="2058" y="1891"/>
                  <a:pt x="2058" y="1891"/>
                  <a:pt x="2058" y="1891"/>
                </a:cubicBezTo>
                <a:lnTo>
                  <a:pt x="1894" y="2055"/>
                </a:lnTo>
                <a:close/>
                <a:moveTo>
                  <a:pt x="2216" y="1161"/>
                </a:moveTo>
                <a:cubicBezTo>
                  <a:pt x="2216" y="1394"/>
                  <a:pt x="2216" y="1394"/>
                  <a:pt x="2216" y="1394"/>
                </a:cubicBezTo>
                <a:cubicBezTo>
                  <a:pt x="2566" y="1394"/>
                  <a:pt x="2566" y="1394"/>
                  <a:pt x="2566" y="1394"/>
                </a:cubicBezTo>
                <a:cubicBezTo>
                  <a:pt x="2566" y="1161"/>
                  <a:pt x="2566" y="1161"/>
                  <a:pt x="2566" y="1161"/>
                </a:cubicBezTo>
                <a:lnTo>
                  <a:pt x="2216" y="1161"/>
                </a:lnTo>
                <a:close/>
                <a:moveTo>
                  <a:pt x="1283" y="578"/>
                </a:moveTo>
                <a:cubicBezTo>
                  <a:pt x="897" y="578"/>
                  <a:pt x="583" y="891"/>
                  <a:pt x="583" y="1278"/>
                </a:cubicBezTo>
                <a:cubicBezTo>
                  <a:pt x="583" y="1664"/>
                  <a:pt x="897" y="1978"/>
                  <a:pt x="1283" y="1978"/>
                </a:cubicBezTo>
                <a:cubicBezTo>
                  <a:pt x="1669" y="1978"/>
                  <a:pt x="1983" y="1664"/>
                  <a:pt x="1983" y="1278"/>
                </a:cubicBezTo>
                <a:cubicBezTo>
                  <a:pt x="1983" y="891"/>
                  <a:pt x="1669" y="578"/>
                  <a:pt x="1283" y="578"/>
                </a:cubicBezTo>
                <a:close/>
                <a:moveTo>
                  <a:pt x="1166" y="2555"/>
                </a:moveTo>
                <a:cubicBezTo>
                  <a:pt x="1400" y="2555"/>
                  <a:pt x="1400" y="2555"/>
                  <a:pt x="1400" y="2555"/>
                </a:cubicBezTo>
                <a:cubicBezTo>
                  <a:pt x="1400" y="2211"/>
                  <a:pt x="1400" y="2211"/>
                  <a:pt x="1400" y="2211"/>
                </a:cubicBezTo>
                <a:cubicBezTo>
                  <a:pt x="1166" y="2211"/>
                  <a:pt x="1166" y="2211"/>
                  <a:pt x="1166" y="2211"/>
                </a:cubicBezTo>
                <a:lnTo>
                  <a:pt x="1166" y="2555"/>
                </a:lnTo>
                <a:close/>
                <a:moveTo>
                  <a:pt x="297" y="2099"/>
                </a:moveTo>
                <a:cubicBezTo>
                  <a:pt x="462" y="2264"/>
                  <a:pt x="462" y="2264"/>
                  <a:pt x="462" y="2264"/>
                </a:cubicBezTo>
                <a:cubicBezTo>
                  <a:pt x="671" y="2054"/>
                  <a:pt x="671" y="2054"/>
                  <a:pt x="671" y="2054"/>
                </a:cubicBezTo>
                <a:cubicBezTo>
                  <a:pt x="506" y="1889"/>
                  <a:pt x="506" y="1889"/>
                  <a:pt x="506" y="1889"/>
                </a:cubicBezTo>
                <a:lnTo>
                  <a:pt x="297" y="209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70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dd Locati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40229" cy="914400"/>
          </a:xfrm>
          <a:custGeom>
            <a:avLst/>
            <a:gdLst>
              <a:gd name="T0" fmla="*/ 817 w 1634"/>
              <a:gd name="T1" fmla="*/ 0 h 2334"/>
              <a:gd name="T2" fmla="*/ 0 w 1634"/>
              <a:gd name="T3" fmla="*/ 817 h 2334"/>
              <a:gd name="T4" fmla="*/ 817 w 1634"/>
              <a:gd name="T5" fmla="*/ 2334 h 2334"/>
              <a:gd name="T6" fmla="*/ 1634 w 1634"/>
              <a:gd name="T7" fmla="*/ 817 h 2334"/>
              <a:gd name="T8" fmla="*/ 817 w 1634"/>
              <a:gd name="T9" fmla="*/ 0 h 2334"/>
              <a:gd name="T10" fmla="*/ 1284 w 1634"/>
              <a:gd name="T11" fmla="*/ 934 h 2334"/>
              <a:gd name="T12" fmla="*/ 934 w 1634"/>
              <a:gd name="T13" fmla="*/ 934 h 2334"/>
              <a:gd name="T14" fmla="*/ 934 w 1634"/>
              <a:gd name="T15" fmla="*/ 1284 h 2334"/>
              <a:gd name="T16" fmla="*/ 700 w 1634"/>
              <a:gd name="T17" fmla="*/ 1284 h 2334"/>
              <a:gd name="T18" fmla="*/ 700 w 1634"/>
              <a:gd name="T19" fmla="*/ 934 h 2334"/>
              <a:gd name="T20" fmla="*/ 350 w 1634"/>
              <a:gd name="T21" fmla="*/ 934 h 2334"/>
              <a:gd name="T22" fmla="*/ 350 w 1634"/>
              <a:gd name="T23" fmla="*/ 700 h 2334"/>
              <a:gd name="T24" fmla="*/ 700 w 1634"/>
              <a:gd name="T25" fmla="*/ 700 h 2334"/>
              <a:gd name="T26" fmla="*/ 700 w 1634"/>
              <a:gd name="T27" fmla="*/ 350 h 2334"/>
              <a:gd name="T28" fmla="*/ 934 w 1634"/>
              <a:gd name="T29" fmla="*/ 350 h 2334"/>
              <a:gd name="T30" fmla="*/ 934 w 1634"/>
              <a:gd name="T31" fmla="*/ 700 h 2334"/>
              <a:gd name="T32" fmla="*/ 1284 w 1634"/>
              <a:gd name="T33" fmla="*/ 700 h 2334"/>
              <a:gd name="T34" fmla="*/ 1284 w 1634"/>
              <a:gd name="T35" fmla="*/ 9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634" h="2334">
                <a:moveTo>
                  <a:pt x="817" y="0"/>
                </a:moveTo>
                <a:cubicBezTo>
                  <a:pt x="367" y="0"/>
                  <a:pt x="0" y="367"/>
                  <a:pt x="0" y="817"/>
                </a:cubicBezTo>
                <a:cubicBezTo>
                  <a:pt x="0" y="1429"/>
                  <a:pt x="817" y="2334"/>
                  <a:pt x="817" y="2334"/>
                </a:cubicBezTo>
                <a:cubicBezTo>
                  <a:pt x="817" y="2334"/>
                  <a:pt x="1634" y="1429"/>
                  <a:pt x="1634" y="817"/>
                </a:cubicBezTo>
                <a:cubicBezTo>
                  <a:pt x="1634" y="367"/>
                  <a:pt x="1267" y="0"/>
                  <a:pt x="817" y="0"/>
                </a:cubicBezTo>
                <a:close/>
                <a:moveTo>
                  <a:pt x="1284" y="934"/>
                </a:moveTo>
                <a:cubicBezTo>
                  <a:pt x="934" y="934"/>
                  <a:pt x="934" y="934"/>
                  <a:pt x="934" y="934"/>
                </a:cubicBezTo>
                <a:cubicBezTo>
                  <a:pt x="934" y="1284"/>
                  <a:pt x="934" y="1284"/>
                  <a:pt x="934" y="1284"/>
                </a:cubicBezTo>
                <a:cubicBezTo>
                  <a:pt x="700" y="1284"/>
                  <a:pt x="700" y="1284"/>
                  <a:pt x="700" y="1284"/>
                </a:cubicBezTo>
                <a:cubicBezTo>
                  <a:pt x="700" y="934"/>
                  <a:pt x="700" y="934"/>
                  <a:pt x="700" y="934"/>
                </a:cubicBezTo>
                <a:cubicBezTo>
                  <a:pt x="350" y="934"/>
                  <a:pt x="350" y="934"/>
                  <a:pt x="350" y="934"/>
                </a:cubicBezTo>
                <a:cubicBezTo>
                  <a:pt x="350" y="700"/>
                  <a:pt x="350" y="700"/>
                  <a:pt x="350" y="700"/>
                </a:cubicBezTo>
                <a:cubicBezTo>
                  <a:pt x="700" y="700"/>
                  <a:pt x="700" y="700"/>
                  <a:pt x="700" y="700"/>
                </a:cubicBezTo>
                <a:cubicBezTo>
                  <a:pt x="700" y="350"/>
                  <a:pt x="700" y="350"/>
                  <a:pt x="700" y="350"/>
                </a:cubicBezTo>
                <a:cubicBezTo>
                  <a:pt x="934" y="350"/>
                  <a:pt x="934" y="350"/>
                  <a:pt x="934" y="350"/>
                </a:cubicBezTo>
                <a:cubicBezTo>
                  <a:pt x="934" y="700"/>
                  <a:pt x="934" y="700"/>
                  <a:pt x="934" y="700"/>
                </a:cubicBezTo>
                <a:cubicBezTo>
                  <a:pt x="1284" y="700"/>
                  <a:pt x="1284" y="700"/>
                  <a:pt x="1284" y="700"/>
                </a:cubicBezTo>
                <a:lnTo>
                  <a:pt x="1284" y="9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eenhe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48447" cy="914400"/>
          </a:xfrm>
          <a:custGeom>
            <a:avLst/>
            <a:gdLst>
              <a:gd name="T0" fmla="*/ 1867 w 2100"/>
              <a:gd name="T1" fmla="*/ 0 h 2566"/>
              <a:gd name="T2" fmla="*/ 233 w 2100"/>
              <a:gd name="T3" fmla="*/ 0 h 2566"/>
              <a:gd name="T4" fmla="*/ 1 w 2100"/>
              <a:gd name="T5" fmla="*/ 233 h 2566"/>
              <a:gd name="T6" fmla="*/ 0 w 2100"/>
              <a:gd name="T7" fmla="*/ 1741 h 2566"/>
              <a:gd name="T8" fmla="*/ 103 w 2100"/>
              <a:gd name="T9" fmla="*/ 1935 h 2566"/>
              <a:gd name="T10" fmla="*/ 1050 w 2100"/>
              <a:gd name="T11" fmla="*/ 2566 h 2566"/>
              <a:gd name="T12" fmla="*/ 1996 w 2100"/>
              <a:gd name="T13" fmla="*/ 1935 h 2566"/>
              <a:gd name="T14" fmla="*/ 2099 w 2100"/>
              <a:gd name="T15" fmla="*/ 1741 h 2566"/>
              <a:gd name="T16" fmla="*/ 2100 w 2100"/>
              <a:gd name="T17" fmla="*/ 233 h 2566"/>
              <a:gd name="T18" fmla="*/ 1867 w 2100"/>
              <a:gd name="T19" fmla="*/ 0 h 2566"/>
              <a:gd name="T20" fmla="*/ 817 w 2100"/>
              <a:gd name="T21" fmla="*/ 1750 h 2566"/>
              <a:gd name="T22" fmla="*/ 233 w 2100"/>
              <a:gd name="T23" fmla="*/ 1166 h 2566"/>
              <a:gd name="T24" fmla="*/ 398 w 2100"/>
              <a:gd name="T25" fmla="*/ 1002 h 2566"/>
              <a:gd name="T26" fmla="*/ 817 w 2100"/>
              <a:gd name="T27" fmla="*/ 1419 h 2566"/>
              <a:gd name="T28" fmla="*/ 1702 w 2100"/>
              <a:gd name="T29" fmla="*/ 534 h 2566"/>
              <a:gd name="T30" fmla="*/ 1867 w 2100"/>
              <a:gd name="T31" fmla="*/ 700 h 2566"/>
              <a:gd name="T32" fmla="*/ 817 w 2100"/>
              <a:gd name="T33" fmla="*/ 175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100" h="2566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0" y="1741"/>
                  <a:pt x="0" y="1741"/>
                  <a:pt x="0" y="1741"/>
                </a:cubicBezTo>
                <a:cubicBezTo>
                  <a:pt x="0" y="1822"/>
                  <a:pt x="41" y="1893"/>
                  <a:pt x="103" y="1935"/>
                </a:cubicBezTo>
                <a:cubicBezTo>
                  <a:pt x="1050" y="2566"/>
                  <a:pt x="1050" y="2566"/>
                  <a:pt x="1050" y="2566"/>
                </a:cubicBezTo>
                <a:cubicBezTo>
                  <a:pt x="1996" y="1935"/>
                  <a:pt x="1996" y="1935"/>
                  <a:pt x="1996" y="1935"/>
                </a:cubicBezTo>
                <a:cubicBezTo>
                  <a:pt x="2058" y="1893"/>
                  <a:pt x="2099" y="1822"/>
                  <a:pt x="2099" y="1741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817" y="1750"/>
                </a:moveTo>
                <a:cubicBezTo>
                  <a:pt x="233" y="1166"/>
                  <a:pt x="233" y="1166"/>
                  <a:pt x="233" y="1166"/>
                </a:cubicBezTo>
                <a:cubicBezTo>
                  <a:pt x="398" y="1002"/>
                  <a:pt x="398" y="1002"/>
                  <a:pt x="398" y="1002"/>
                </a:cubicBezTo>
                <a:cubicBezTo>
                  <a:pt x="817" y="1419"/>
                  <a:pt x="817" y="1419"/>
                  <a:pt x="817" y="1419"/>
                </a:cubicBezTo>
                <a:cubicBezTo>
                  <a:pt x="1702" y="534"/>
                  <a:pt x="1702" y="534"/>
                  <a:pt x="1702" y="534"/>
                </a:cubicBezTo>
                <a:cubicBezTo>
                  <a:pt x="1867" y="700"/>
                  <a:pt x="1867" y="700"/>
                  <a:pt x="1867" y="700"/>
                </a:cubicBezTo>
                <a:lnTo>
                  <a:pt x="817" y="17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7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rection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310 w 2355"/>
              <a:gd name="T1" fmla="*/ 1095 h 2355"/>
              <a:gd name="T2" fmla="*/ 1260 w 2355"/>
              <a:gd name="T3" fmla="*/ 45 h 2355"/>
              <a:gd name="T4" fmla="*/ 1095 w 2355"/>
              <a:gd name="T5" fmla="*/ 45 h 2355"/>
              <a:gd name="T6" fmla="*/ 45 w 2355"/>
              <a:gd name="T7" fmla="*/ 1095 h 2355"/>
              <a:gd name="T8" fmla="*/ 45 w 2355"/>
              <a:gd name="T9" fmla="*/ 1260 h 2355"/>
              <a:gd name="T10" fmla="*/ 1095 w 2355"/>
              <a:gd name="T11" fmla="*/ 2310 h 2355"/>
              <a:gd name="T12" fmla="*/ 1260 w 2355"/>
              <a:gd name="T13" fmla="*/ 2310 h 2355"/>
              <a:gd name="T14" fmla="*/ 2310 w 2355"/>
              <a:gd name="T15" fmla="*/ 1260 h 2355"/>
              <a:gd name="T16" fmla="*/ 2310 w 2355"/>
              <a:gd name="T17" fmla="*/ 1095 h 2355"/>
              <a:gd name="T18" fmla="*/ 1410 w 2355"/>
              <a:gd name="T19" fmla="*/ 1470 h 2355"/>
              <a:gd name="T20" fmla="*/ 1410 w 2355"/>
              <a:gd name="T21" fmla="*/ 1178 h 2355"/>
              <a:gd name="T22" fmla="*/ 944 w 2355"/>
              <a:gd name="T23" fmla="*/ 1178 h 2355"/>
              <a:gd name="T24" fmla="*/ 944 w 2355"/>
              <a:gd name="T25" fmla="*/ 1528 h 2355"/>
              <a:gd name="T26" fmla="*/ 710 w 2355"/>
              <a:gd name="T27" fmla="*/ 1528 h 2355"/>
              <a:gd name="T28" fmla="*/ 710 w 2355"/>
              <a:gd name="T29" fmla="*/ 1061 h 2355"/>
              <a:gd name="T30" fmla="*/ 827 w 2355"/>
              <a:gd name="T31" fmla="*/ 945 h 2355"/>
              <a:gd name="T32" fmla="*/ 1410 w 2355"/>
              <a:gd name="T33" fmla="*/ 945 h 2355"/>
              <a:gd name="T34" fmla="*/ 1410 w 2355"/>
              <a:gd name="T35" fmla="*/ 653 h 2355"/>
              <a:gd name="T36" fmla="*/ 1819 w 2355"/>
              <a:gd name="T37" fmla="*/ 1061 h 2355"/>
              <a:gd name="T38" fmla="*/ 1410 w 2355"/>
              <a:gd name="T39" fmla="*/ 1470 h 23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55" h="2355">
                <a:moveTo>
                  <a:pt x="2310" y="1095"/>
                </a:moveTo>
                <a:cubicBezTo>
                  <a:pt x="1260" y="45"/>
                  <a:pt x="1260" y="45"/>
                  <a:pt x="1260" y="45"/>
                </a:cubicBezTo>
                <a:cubicBezTo>
                  <a:pt x="1214" y="0"/>
                  <a:pt x="1141" y="0"/>
                  <a:pt x="1095" y="45"/>
                </a:cubicBezTo>
                <a:cubicBezTo>
                  <a:pt x="45" y="1095"/>
                  <a:pt x="45" y="1095"/>
                  <a:pt x="45" y="1095"/>
                </a:cubicBezTo>
                <a:cubicBezTo>
                  <a:pt x="0" y="1141"/>
                  <a:pt x="0" y="1214"/>
                  <a:pt x="45" y="1260"/>
                </a:cubicBezTo>
                <a:cubicBezTo>
                  <a:pt x="1095" y="2310"/>
                  <a:pt x="1095" y="2310"/>
                  <a:pt x="1095" y="2310"/>
                </a:cubicBezTo>
                <a:cubicBezTo>
                  <a:pt x="1141" y="2355"/>
                  <a:pt x="1214" y="2355"/>
                  <a:pt x="1260" y="2310"/>
                </a:cubicBezTo>
                <a:cubicBezTo>
                  <a:pt x="2310" y="1260"/>
                  <a:pt x="2310" y="1260"/>
                  <a:pt x="2310" y="1260"/>
                </a:cubicBezTo>
                <a:cubicBezTo>
                  <a:pt x="2355" y="1215"/>
                  <a:pt x="2355" y="1142"/>
                  <a:pt x="2310" y="1095"/>
                </a:cubicBezTo>
                <a:close/>
                <a:moveTo>
                  <a:pt x="1410" y="1470"/>
                </a:moveTo>
                <a:cubicBezTo>
                  <a:pt x="1410" y="1178"/>
                  <a:pt x="1410" y="1178"/>
                  <a:pt x="1410" y="1178"/>
                </a:cubicBezTo>
                <a:cubicBezTo>
                  <a:pt x="944" y="1178"/>
                  <a:pt x="944" y="1178"/>
                  <a:pt x="944" y="1178"/>
                </a:cubicBezTo>
                <a:cubicBezTo>
                  <a:pt x="944" y="1528"/>
                  <a:pt x="944" y="1528"/>
                  <a:pt x="944" y="1528"/>
                </a:cubicBezTo>
                <a:cubicBezTo>
                  <a:pt x="710" y="1528"/>
                  <a:pt x="710" y="1528"/>
                  <a:pt x="710" y="1528"/>
                </a:cubicBezTo>
                <a:cubicBezTo>
                  <a:pt x="710" y="1061"/>
                  <a:pt x="710" y="1061"/>
                  <a:pt x="710" y="1061"/>
                </a:cubicBezTo>
                <a:cubicBezTo>
                  <a:pt x="710" y="997"/>
                  <a:pt x="763" y="945"/>
                  <a:pt x="827" y="945"/>
                </a:cubicBezTo>
                <a:cubicBezTo>
                  <a:pt x="1410" y="945"/>
                  <a:pt x="1410" y="945"/>
                  <a:pt x="1410" y="945"/>
                </a:cubicBezTo>
                <a:cubicBezTo>
                  <a:pt x="1410" y="653"/>
                  <a:pt x="1410" y="653"/>
                  <a:pt x="1410" y="653"/>
                </a:cubicBezTo>
                <a:cubicBezTo>
                  <a:pt x="1819" y="1061"/>
                  <a:pt x="1819" y="1061"/>
                  <a:pt x="1819" y="1061"/>
                </a:cubicBezTo>
                <a:lnTo>
                  <a:pt x="1410" y="14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7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rections Bik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81125"/>
          </a:xfrm>
          <a:custGeom>
            <a:avLst/>
            <a:gdLst>
              <a:gd name="T0" fmla="*/ 1808 w 2800"/>
              <a:gd name="T1" fmla="*/ 467 h 2392"/>
              <a:gd name="T2" fmla="*/ 2042 w 2800"/>
              <a:gd name="T3" fmla="*/ 233 h 2392"/>
              <a:gd name="T4" fmla="*/ 1808 w 2800"/>
              <a:gd name="T5" fmla="*/ 0 h 2392"/>
              <a:gd name="T6" fmla="*/ 1575 w 2800"/>
              <a:gd name="T7" fmla="*/ 233 h 2392"/>
              <a:gd name="T8" fmla="*/ 1808 w 2800"/>
              <a:gd name="T9" fmla="*/ 467 h 2392"/>
              <a:gd name="T10" fmla="*/ 583 w 2800"/>
              <a:gd name="T11" fmla="*/ 1225 h 2392"/>
              <a:gd name="T12" fmla="*/ 0 w 2800"/>
              <a:gd name="T13" fmla="*/ 1808 h 2392"/>
              <a:gd name="T14" fmla="*/ 583 w 2800"/>
              <a:gd name="T15" fmla="*/ 2392 h 2392"/>
              <a:gd name="T16" fmla="*/ 1167 w 2800"/>
              <a:gd name="T17" fmla="*/ 1808 h 2392"/>
              <a:gd name="T18" fmla="*/ 583 w 2800"/>
              <a:gd name="T19" fmla="*/ 1225 h 2392"/>
              <a:gd name="T20" fmla="*/ 583 w 2800"/>
              <a:gd name="T21" fmla="*/ 2217 h 2392"/>
              <a:gd name="T22" fmla="*/ 175 w 2800"/>
              <a:gd name="T23" fmla="*/ 1808 h 2392"/>
              <a:gd name="T24" fmla="*/ 583 w 2800"/>
              <a:gd name="T25" fmla="*/ 1400 h 2392"/>
              <a:gd name="T26" fmla="*/ 992 w 2800"/>
              <a:gd name="T27" fmla="*/ 1808 h 2392"/>
              <a:gd name="T28" fmla="*/ 583 w 2800"/>
              <a:gd name="T29" fmla="*/ 2217 h 2392"/>
              <a:gd name="T30" fmla="*/ 1260 w 2800"/>
              <a:gd name="T31" fmla="*/ 1050 h 2392"/>
              <a:gd name="T32" fmla="*/ 1540 w 2800"/>
              <a:gd name="T33" fmla="*/ 770 h 2392"/>
              <a:gd name="T34" fmla="*/ 1633 w 2800"/>
              <a:gd name="T35" fmla="*/ 863 h 2392"/>
              <a:gd name="T36" fmla="*/ 2228 w 2800"/>
              <a:gd name="T37" fmla="*/ 1108 h 2392"/>
              <a:gd name="T38" fmla="*/ 2228 w 2800"/>
              <a:gd name="T39" fmla="*/ 875 h 2392"/>
              <a:gd name="T40" fmla="*/ 1808 w 2800"/>
              <a:gd name="T41" fmla="*/ 700 h 2392"/>
              <a:gd name="T42" fmla="*/ 1587 w 2800"/>
              <a:gd name="T43" fmla="*/ 478 h 2392"/>
              <a:gd name="T44" fmla="*/ 1400 w 2800"/>
              <a:gd name="T45" fmla="*/ 408 h 2392"/>
              <a:gd name="T46" fmla="*/ 1237 w 2800"/>
              <a:gd name="T47" fmla="*/ 478 h 2392"/>
              <a:gd name="T48" fmla="*/ 910 w 2800"/>
              <a:gd name="T49" fmla="*/ 805 h 2392"/>
              <a:gd name="T50" fmla="*/ 840 w 2800"/>
              <a:gd name="T51" fmla="*/ 968 h 2392"/>
              <a:gd name="T52" fmla="*/ 910 w 2800"/>
              <a:gd name="T53" fmla="*/ 1132 h 2392"/>
              <a:gd name="T54" fmla="*/ 1283 w 2800"/>
              <a:gd name="T55" fmla="*/ 1458 h 2392"/>
              <a:gd name="T56" fmla="*/ 1283 w 2800"/>
              <a:gd name="T57" fmla="*/ 2042 h 2392"/>
              <a:gd name="T58" fmla="*/ 1517 w 2800"/>
              <a:gd name="T59" fmla="*/ 2042 h 2392"/>
              <a:gd name="T60" fmla="*/ 1517 w 2800"/>
              <a:gd name="T61" fmla="*/ 1318 h 2392"/>
              <a:gd name="T62" fmla="*/ 1260 w 2800"/>
              <a:gd name="T63" fmla="*/ 1050 h 2392"/>
              <a:gd name="T64" fmla="*/ 2217 w 2800"/>
              <a:gd name="T65" fmla="*/ 1225 h 2392"/>
              <a:gd name="T66" fmla="*/ 1633 w 2800"/>
              <a:gd name="T67" fmla="*/ 1808 h 2392"/>
              <a:gd name="T68" fmla="*/ 2217 w 2800"/>
              <a:gd name="T69" fmla="*/ 2392 h 2392"/>
              <a:gd name="T70" fmla="*/ 2800 w 2800"/>
              <a:gd name="T71" fmla="*/ 1808 h 2392"/>
              <a:gd name="T72" fmla="*/ 2217 w 2800"/>
              <a:gd name="T73" fmla="*/ 1225 h 2392"/>
              <a:gd name="T74" fmla="*/ 2217 w 2800"/>
              <a:gd name="T75" fmla="*/ 2217 h 2392"/>
              <a:gd name="T76" fmla="*/ 1808 w 2800"/>
              <a:gd name="T77" fmla="*/ 1808 h 2392"/>
              <a:gd name="T78" fmla="*/ 2217 w 2800"/>
              <a:gd name="T79" fmla="*/ 1400 h 2392"/>
              <a:gd name="T80" fmla="*/ 2625 w 2800"/>
              <a:gd name="T81" fmla="*/ 1808 h 2392"/>
              <a:gd name="T82" fmla="*/ 2217 w 2800"/>
              <a:gd name="T83" fmla="*/ 2217 h 2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2800" h="2392">
                <a:moveTo>
                  <a:pt x="1808" y="467"/>
                </a:moveTo>
                <a:cubicBezTo>
                  <a:pt x="1937" y="467"/>
                  <a:pt x="2042" y="362"/>
                  <a:pt x="2042" y="233"/>
                </a:cubicBezTo>
                <a:cubicBezTo>
                  <a:pt x="2042" y="105"/>
                  <a:pt x="1937" y="0"/>
                  <a:pt x="1808" y="0"/>
                </a:cubicBezTo>
                <a:cubicBezTo>
                  <a:pt x="1680" y="0"/>
                  <a:pt x="1575" y="105"/>
                  <a:pt x="1575" y="233"/>
                </a:cubicBezTo>
                <a:cubicBezTo>
                  <a:pt x="1575" y="362"/>
                  <a:pt x="1680" y="467"/>
                  <a:pt x="1808" y="467"/>
                </a:cubicBezTo>
                <a:close/>
                <a:moveTo>
                  <a:pt x="583" y="1225"/>
                </a:moveTo>
                <a:cubicBezTo>
                  <a:pt x="257" y="1225"/>
                  <a:pt x="0" y="1482"/>
                  <a:pt x="0" y="1808"/>
                </a:cubicBezTo>
                <a:cubicBezTo>
                  <a:pt x="0" y="2135"/>
                  <a:pt x="257" y="2392"/>
                  <a:pt x="583" y="2392"/>
                </a:cubicBezTo>
                <a:cubicBezTo>
                  <a:pt x="910" y="2392"/>
                  <a:pt x="1167" y="2135"/>
                  <a:pt x="1167" y="1808"/>
                </a:cubicBezTo>
                <a:cubicBezTo>
                  <a:pt x="1167" y="1482"/>
                  <a:pt x="910" y="1225"/>
                  <a:pt x="583" y="1225"/>
                </a:cubicBezTo>
                <a:close/>
                <a:moveTo>
                  <a:pt x="583" y="2217"/>
                </a:moveTo>
                <a:cubicBezTo>
                  <a:pt x="362" y="2217"/>
                  <a:pt x="175" y="2030"/>
                  <a:pt x="175" y="1808"/>
                </a:cubicBezTo>
                <a:cubicBezTo>
                  <a:pt x="175" y="1587"/>
                  <a:pt x="362" y="1400"/>
                  <a:pt x="583" y="1400"/>
                </a:cubicBezTo>
                <a:cubicBezTo>
                  <a:pt x="805" y="1400"/>
                  <a:pt x="992" y="1587"/>
                  <a:pt x="992" y="1808"/>
                </a:cubicBezTo>
                <a:cubicBezTo>
                  <a:pt x="992" y="2030"/>
                  <a:pt x="805" y="2217"/>
                  <a:pt x="583" y="2217"/>
                </a:cubicBezTo>
                <a:close/>
                <a:moveTo>
                  <a:pt x="1260" y="1050"/>
                </a:moveTo>
                <a:cubicBezTo>
                  <a:pt x="1540" y="770"/>
                  <a:pt x="1540" y="770"/>
                  <a:pt x="1540" y="770"/>
                </a:cubicBezTo>
                <a:cubicBezTo>
                  <a:pt x="1633" y="863"/>
                  <a:pt x="1633" y="863"/>
                  <a:pt x="1633" y="863"/>
                </a:cubicBezTo>
                <a:cubicBezTo>
                  <a:pt x="1785" y="1015"/>
                  <a:pt x="1983" y="1108"/>
                  <a:pt x="2228" y="1108"/>
                </a:cubicBezTo>
                <a:cubicBezTo>
                  <a:pt x="2228" y="875"/>
                  <a:pt x="2228" y="875"/>
                  <a:pt x="2228" y="875"/>
                </a:cubicBezTo>
                <a:cubicBezTo>
                  <a:pt x="2053" y="875"/>
                  <a:pt x="1913" y="805"/>
                  <a:pt x="1808" y="700"/>
                </a:cubicBezTo>
                <a:cubicBezTo>
                  <a:pt x="1587" y="478"/>
                  <a:pt x="1587" y="478"/>
                  <a:pt x="1587" y="478"/>
                </a:cubicBezTo>
                <a:cubicBezTo>
                  <a:pt x="1528" y="432"/>
                  <a:pt x="1470" y="408"/>
                  <a:pt x="1400" y="408"/>
                </a:cubicBezTo>
                <a:cubicBezTo>
                  <a:pt x="1330" y="408"/>
                  <a:pt x="1272" y="432"/>
                  <a:pt x="1237" y="478"/>
                </a:cubicBezTo>
                <a:cubicBezTo>
                  <a:pt x="910" y="805"/>
                  <a:pt x="910" y="805"/>
                  <a:pt x="910" y="805"/>
                </a:cubicBezTo>
                <a:cubicBezTo>
                  <a:pt x="863" y="852"/>
                  <a:pt x="840" y="910"/>
                  <a:pt x="840" y="968"/>
                </a:cubicBezTo>
                <a:cubicBezTo>
                  <a:pt x="840" y="1038"/>
                  <a:pt x="863" y="1097"/>
                  <a:pt x="910" y="1132"/>
                </a:cubicBezTo>
                <a:cubicBezTo>
                  <a:pt x="1283" y="1458"/>
                  <a:pt x="1283" y="1458"/>
                  <a:pt x="1283" y="1458"/>
                </a:cubicBezTo>
                <a:cubicBezTo>
                  <a:pt x="1283" y="2042"/>
                  <a:pt x="1283" y="2042"/>
                  <a:pt x="1283" y="2042"/>
                </a:cubicBezTo>
                <a:cubicBezTo>
                  <a:pt x="1517" y="2042"/>
                  <a:pt x="1517" y="2042"/>
                  <a:pt x="1517" y="2042"/>
                </a:cubicBezTo>
                <a:cubicBezTo>
                  <a:pt x="1517" y="1318"/>
                  <a:pt x="1517" y="1318"/>
                  <a:pt x="1517" y="1318"/>
                </a:cubicBezTo>
                <a:lnTo>
                  <a:pt x="1260" y="1050"/>
                </a:lnTo>
                <a:close/>
                <a:moveTo>
                  <a:pt x="2217" y="1225"/>
                </a:moveTo>
                <a:cubicBezTo>
                  <a:pt x="1890" y="1225"/>
                  <a:pt x="1633" y="1482"/>
                  <a:pt x="1633" y="1808"/>
                </a:cubicBezTo>
                <a:cubicBezTo>
                  <a:pt x="1633" y="2135"/>
                  <a:pt x="1890" y="2392"/>
                  <a:pt x="2217" y="2392"/>
                </a:cubicBezTo>
                <a:cubicBezTo>
                  <a:pt x="2543" y="2392"/>
                  <a:pt x="2800" y="2135"/>
                  <a:pt x="2800" y="1808"/>
                </a:cubicBezTo>
                <a:cubicBezTo>
                  <a:pt x="2800" y="1482"/>
                  <a:pt x="2543" y="1225"/>
                  <a:pt x="2217" y="1225"/>
                </a:cubicBezTo>
                <a:close/>
                <a:moveTo>
                  <a:pt x="2217" y="2217"/>
                </a:moveTo>
                <a:cubicBezTo>
                  <a:pt x="1995" y="2217"/>
                  <a:pt x="1808" y="2030"/>
                  <a:pt x="1808" y="1808"/>
                </a:cubicBezTo>
                <a:cubicBezTo>
                  <a:pt x="1808" y="1587"/>
                  <a:pt x="1995" y="1400"/>
                  <a:pt x="2217" y="1400"/>
                </a:cubicBezTo>
                <a:cubicBezTo>
                  <a:pt x="2438" y="1400"/>
                  <a:pt x="2625" y="1587"/>
                  <a:pt x="2625" y="1808"/>
                </a:cubicBezTo>
                <a:cubicBezTo>
                  <a:pt x="2625" y="2030"/>
                  <a:pt x="2438" y="2217"/>
                  <a:pt x="2217" y="22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7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rections Boa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573" cy="914400"/>
          </a:xfrm>
          <a:custGeom>
            <a:avLst/>
            <a:gdLst>
              <a:gd name="T0" fmla="*/ 2104 w 2340"/>
              <a:gd name="T1" fmla="*/ 2333 h 2601"/>
              <a:gd name="T2" fmla="*/ 1638 w 2340"/>
              <a:gd name="T3" fmla="*/ 2179 h 2601"/>
              <a:gd name="T4" fmla="*/ 704 w 2340"/>
              <a:gd name="T5" fmla="*/ 2179 h 2601"/>
              <a:gd name="T6" fmla="*/ 238 w 2340"/>
              <a:gd name="T7" fmla="*/ 2333 h 2601"/>
              <a:gd name="T8" fmla="*/ 4 w 2340"/>
              <a:gd name="T9" fmla="*/ 2333 h 2601"/>
              <a:gd name="T10" fmla="*/ 4 w 2340"/>
              <a:gd name="T11" fmla="*/ 2566 h 2601"/>
              <a:gd name="T12" fmla="*/ 238 w 2340"/>
              <a:gd name="T13" fmla="*/ 2566 h 2601"/>
              <a:gd name="T14" fmla="*/ 704 w 2340"/>
              <a:gd name="T15" fmla="*/ 2451 h 2601"/>
              <a:gd name="T16" fmla="*/ 1638 w 2340"/>
              <a:gd name="T17" fmla="*/ 2451 h 2601"/>
              <a:gd name="T18" fmla="*/ 2104 w 2340"/>
              <a:gd name="T19" fmla="*/ 2566 h 2601"/>
              <a:gd name="T20" fmla="*/ 2338 w 2340"/>
              <a:gd name="T21" fmla="*/ 2566 h 2601"/>
              <a:gd name="T22" fmla="*/ 2338 w 2340"/>
              <a:gd name="T23" fmla="*/ 2333 h 2601"/>
              <a:gd name="T24" fmla="*/ 2104 w 2340"/>
              <a:gd name="T25" fmla="*/ 2333 h 2601"/>
              <a:gd name="T26" fmla="*/ 232 w 2340"/>
              <a:gd name="T27" fmla="*/ 2100 h 2601"/>
              <a:gd name="T28" fmla="*/ 238 w 2340"/>
              <a:gd name="T29" fmla="*/ 2100 h 2601"/>
              <a:gd name="T30" fmla="*/ 704 w 2340"/>
              <a:gd name="T31" fmla="*/ 1866 h 2601"/>
              <a:gd name="T32" fmla="*/ 1171 w 2340"/>
              <a:gd name="T33" fmla="*/ 2100 h 2601"/>
              <a:gd name="T34" fmla="*/ 1638 w 2340"/>
              <a:gd name="T35" fmla="*/ 1866 h 2601"/>
              <a:gd name="T36" fmla="*/ 2104 w 2340"/>
              <a:gd name="T37" fmla="*/ 2100 h 2601"/>
              <a:gd name="T38" fmla="*/ 2110 w 2340"/>
              <a:gd name="T39" fmla="*/ 2100 h 2601"/>
              <a:gd name="T40" fmla="*/ 2331 w 2340"/>
              <a:gd name="T41" fmla="*/ 1320 h 2601"/>
              <a:gd name="T42" fmla="*/ 2324 w 2340"/>
              <a:gd name="T43" fmla="*/ 1229 h 2601"/>
              <a:gd name="T44" fmla="*/ 2254 w 2340"/>
              <a:gd name="T45" fmla="*/ 1171 h 2601"/>
              <a:gd name="T46" fmla="*/ 2104 w 2340"/>
              <a:gd name="T47" fmla="*/ 1122 h 2601"/>
              <a:gd name="T48" fmla="*/ 2104 w 2340"/>
              <a:gd name="T49" fmla="*/ 583 h 2601"/>
              <a:gd name="T50" fmla="*/ 1871 w 2340"/>
              <a:gd name="T51" fmla="*/ 350 h 2601"/>
              <a:gd name="T52" fmla="*/ 1521 w 2340"/>
              <a:gd name="T53" fmla="*/ 350 h 2601"/>
              <a:gd name="T54" fmla="*/ 1521 w 2340"/>
              <a:gd name="T55" fmla="*/ 0 h 2601"/>
              <a:gd name="T56" fmla="*/ 821 w 2340"/>
              <a:gd name="T57" fmla="*/ 0 h 2601"/>
              <a:gd name="T58" fmla="*/ 821 w 2340"/>
              <a:gd name="T59" fmla="*/ 350 h 2601"/>
              <a:gd name="T60" fmla="*/ 471 w 2340"/>
              <a:gd name="T61" fmla="*/ 350 h 2601"/>
              <a:gd name="T62" fmla="*/ 238 w 2340"/>
              <a:gd name="T63" fmla="*/ 583 h 2601"/>
              <a:gd name="T64" fmla="*/ 238 w 2340"/>
              <a:gd name="T65" fmla="*/ 1122 h 2601"/>
              <a:gd name="T66" fmla="*/ 87 w 2340"/>
              <a:gd name="T67" fmla="*/ 1171 h 2601"/>
              <a:gd name="T68" fmla="*/ 17 w 2340"/>
              <a:gd name="T69" fmla="*/ 1229 h 2601"/>
              <a:gd name="T70" fmla="*/ 10 w 2340"/>
              <a:gd name="T71" fmla="*/ 1320 h 2601"/>
              <a:gd name="T72" fmla="*/ 232 w 2340"/>
              <a:gd name="T73" fmla="*/ 2100 h 2601"/>
              <a:gd name="T74" fmla="*/ 471 w 2340"/>
              <a:gd name="T75" fmla="*/ 583 h 2601"/>
              <a:gd name="T76" fmla="*/ 1871 w 2340"/>
              <a:gd name="T77" fmla="*/ 583 h 2601"/>
              <a:gd name="T78" fmla="*/ 1871 w 2340"/>
              <a:gd name="T79" fmla="*/ 1046 h 2601"/>
              <a:gd name="T80" fmla="*/ 1171 w 2340"/>
              <a:gd name="T81" fmla="*/ 816 h 2601"/>
              <a:gd name="T82" fmla="*/ 471 w 2340"/>
              <a:gd name="T83" fmla="*/ 1046 h 2601"/>
              <a:gd name="T84" fmla="*/ 471 w 2340"/>
              <a:gd name="T85" fmla="*/ 583 h 2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340" h="2601">
                <a:moveTo>
                  <a:pt x="2104" y="2333"/>
                </a:moveTo>
                <a:cubicBezTo>
                  <a:pt x="1942" y="2333"/>
                  <a:pt x="1780" y="2278"/>
                  <a:pt x="1638" y="2179"/>
                </a:cubicBezTo>
                <a:cubicBezTo>
                  <a:pt x="1353" y="2379"/>
                  <a:pt x="989" y="2379"/>
                  <a:pt x="704" y="2179"/>
                </a:cubicBezTo>
                <a:cubicBezTo>
                  <a:pt x="562" y="2278"/>
                  <a:pt x="400" y="2333"/>
                  <a:pt x="238" y="2333"/>
                </a:cubicBezTo>
                <a:cubicBezTo>
                  <a:pt x="4" y="2333"/>
                  <a:pt x="4" y="2333"/>
                  <a:pt x="4" y="2333"/>
                </a:cubicBezTo>
                <a:cubicBezTo>
                  <a:pt x="4" y="2566"/>
                  <a:pt x="4" y="2566"/>
                  <a:pt x="4" y="2566"/>
                </a:cubicBezTo>
                <a:cubicBezTo>
                  <a:pt x="238" y="2566"/>
                  <a:pt x="238" y="2566"/>
                  <a:pt x="238" y="2566"/>
                </a:cubicBezTo>
                <a:cubicBezTo>
                  <a:pt x="399" y="2566"/>
                  <a:pt x="557" y="2526"/>
                  <a:pt x="704" y="2451"/>
                </a:cubicBezTo>
                <a:cubicBezTo>
                  <a:pt x="998" y="2601"/>
                  <a:pt x="1344" y="2601"/>
                  <a:pt x="1638" y="2451"/>
                </a:cubicBezTo>
                <a:cubicBezTo>
                  <a:pt x="1785" y="2527"/>
                  <a:pt x="1943" y="2566"/>
                  <a:pt x="2104" y="2566"/>
                </a:cubicBezTo>
                <a:cubicBezTo>
                  <a:pt x="2338" y="2566"/>
                  <a:pt x="2338" y="2566"/>
                  <a:pt x="2338" y="2566"/>
                </a:cubicBezTo>
                <a:cubicBezTo>
                  <a:pt x="2338" y="2333"/>
                  <a:pt x="2338" y="2333"/>
                  <a:pt x="2338" y="2333"/>
                </a:cubicBezTo>
                <a:lnTo>
                  <a:pt x="2104" y="2333"/>
                </a:lnTo>
                <a:close/>
                <a:moveTo>
                  <a:pt x="232" y="2100"/>
                </a:moveTo>
                <a:cubicBezTo>
                  <a:pt x="238" y="2100"/>
                  <a:pt x="238" y="2100"/>
                  <a:pt x="238" y="2100"/>
                </a:cubicBezTo>
                <a:cubicBezTo>
                  <a:pt x="424" y="2100"/>
                  <a:pt x="590" y="1997"/>
                  <a:pt x="704" y="1866"/>
                </a:cubicBezTo>
                <a:cubicBezTo>
                  <a:pt x="819" y="1997"/>
                  <a:pt x="984" y="2100"/>
                  <a:pt x="1171" y="2100"/>
                </a:cubicBezTo>
                <a:cubicBezTo>
                  <a:pt x="1358" y="2100"/>
                  <a:pt x="1523" y="1997"/>
                  <a:pt x="1638" y="1866"/>
                </a:cubicBezTo>
                <a:cubicBezTo>
                  <a:pt x="1752" y="1997"/>
                  <a:pt x="1918" y="2100"/>
                  <a:pt x="2104" y="2100"/>
                </a:cubicBezTo>
                <a:cubicBezTo>
                  <a:pt x="2110" y="2100"/>
                  <a:pt x="2110" y="2100"/>
                  <a:pt x="2110" y="2100"/>
                </a:cubicBezTo>
                <a:cubicBezTo>
                  <a:pt x="2331" y="1320"/>
                  <a:pt x="2331" y="1320"/>
                  <a:pt x="2331" y="1320"/>
                </a:cubicBezTo>
                <a:cubicBezTo>
                  <a:pt x="2340" y="1290"/>
                  <a:pt x="2338" y="1257"/>
                  <a:pt x="2324" y="1229"/>
                </a:cubicBezTo>
                <a:cubicBezTo>
                  <a:pt x="2310" y="1201"/>
                  <a:pt x="2284" y="1180"/>
                  <a:pt x="2254" y="1171"/>
                </a:cubicBezTo>
                <a:cubicBezTo>
                  <a:pt x="2104" y="1122"/>
                  <a:pt x="2104" y="1122"/>
                  <a:pt x="2104" y="1122"/>
                </a:cubicBezTo>
                <a:cubicBezTo>
                  <a:pt x="2104" y="583"/>
                  <a:pt x="2104" y="583"/>
                  <a:pt x="2104" y="583"/>
                </a:cubicBezTo>
                <a:cubicBezTo>
                  <a:pt x="2104" y="455"/>
                  <a:pt x="1999" y="350"/>
                  <a:pt x="1871" y="350"/>
                </a:cubicBezTo>
                <a:cubicBezTo>
                  <a:pt x="1521" y="350"/>
                  <a:pt x="1521" y="350"/>
                  <a:pt x="1521" y="350"/>
                </a:cubicBezTo>
                <a:cubicBezTo>
                  <a:pt x="1521" y="0"/>
                  <a:pt x="1521" y="0"/>
                  <a:pt x="1521" y="0"/>
                </a:cubicBezTo>
                <a:cubicBezTo>
                  <a:pt x="821" y="0"/>
                  <a:pt x="821" y="0"/>
                  <a:pt x="821" y="0"/>
                </a:cubicBezTo>
                <a:cubicBezTo>
                  <a:pt x="821" y="350"/>
                  <a:pt x="821" y="350"/>
                  <a:pt x="821" y="350"/>
                </a:cubicBezTo>
                <a:cubicBezTo>
                  <a:pt x="471" y="350"/>
                  <a:pt x="471" y="350"/>
                  <a:pt x="471" y="350"/>
                </a:cubicBezTo>
                <a:cubicBezTo>
                  <a:pt x="343" y="350"/>
                  <a:pt x="238" y="455"/>
                  <a:pt x="238" y="583"/>
                </a:cubicBezTo>
                <a:cubicBezTo>
                  <a:pt x="238" y="1122"/>
                  <a:pt x="238" y="1122"/>
                  <a:pt x="238" y="1122"/>
                </a:cubicBezTo>
                <a:cubicBezTo>
                  <a:pt x="87" y="1171"/>
                  <a:pt x="87" y="1171"/>
                  <a:pt x="87" y="1171"/>
                </a:cubicBezTo>
                <a:cubicBezTo>
                  <a:pt x="57" y="1180"/>
                  <a:pt x="31" y="1201"/>
                  <a:pt x="17" y="1229"/>
                </a:cubicBezTo>
                <a:cubicBezTo>
                  <a:pt x="3" y="1257"/>
                  <a:pt x="0" y="1290"/>
                  <a:pt x="10" y="1320"/>
                </a:cubicBezTo>
                <a:lnTo>
                  <a:pt x="232" y="2100"/>
                </a:lnTo>
                <a:close/>
                <a:moveTo>
                  <a:pt x="471" y="583"/>
                </a:moveTo>
                <a:cubicBezTo>
                  <a:pt x="1871" y="583"/>
                  <a:pt x="1871" y="583"/>
                  <a:pt x="1871" y="583"/>
                </a:cubicBezTo>
                <a:cubicBezTo>
                  <a:pt x="1871" y="1046"/>
                  <a:pt x="1871" y="1046"/>
                  <a:pt x="1871" y="1046"/>
                </a:cubicBezTo>
                <a:cubicBezTo>
                  <a:pt x="1171" y="816"/>
                  <a:pt x="1171" y="816"/>
                  <a:pt x="1171" y="816"/>
                </a:cubicBezTo>
                <a:cubicBezTo>
                  <a:pt x="471" y="1046"/>
                  <a:pt x="471" y="1046"/>
                  <a:pt x="471" y="1046"/>
                </a:cubicBezTo>
                <a:lnTo>
                  <a:pt x="471" y="5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7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rections Bu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69653" cy="914400"/>
          </a:xfrm>
          <a:custGeom>
            <a:avLst/>
            <a:gdLst>
              <a:gd name="T0" fmla="*/ 0 w 1866"/>
              <a:gd name="T1" fmla="*/ 1634 h 2217"/>
              <a:gd name="T2" fmla="*/ 116 w 1866"/>
              <a:gd name="T3" fmla="*/ 1893 h 2217"/>
              <a:gd name="T4" fmla="*/ 116 w 1866"/>
              <a:gd name="T5" fmla="*/ 2100 h 2217"/>
              <a:gd name="T6" fmla="*/ 233 w 1866"/>
              <a:gd name="T7" fmla="*/ 2217 h 2217"/>
              <a:gd name="T8" fmla="*/ 350 w 1866"/>
              <a:gd name="T9" fmla="*/ 2217 h 2217"/>
              <a:gd name="T10" fmla="*/ 466 w 1866"/>
              <a:gd name="T11" fmla="*/ 2100 h 2217"/>
              <a:gd name="T12" fmla="*/ 466 w 1866"/>
              <a:gd name="T13" fmla="*/ 1984 h 2217"/>
              <a:gd name="T14" fmla="*/ 1400 w 1866"/>
              <a:gd name="T15" fmla="*/ 1984 h 2217"/>
              <a:gd name="T16" fmla="*/ 1400 w 1866"/>
              <a:gd name="T17" fmla="*/ 2100 h 2217"/>
              <a:gd name="T18" fmla="*/ 1516 w 1866"/>
              <a:gd name="T19" fmla="*/ 2217 h 2217"/>
              <a:gd name="T20" fmla="*/ 1633 w 1866"/>
              <a:gd name="T21" fmla="*/ 2217 h 2217"/>
              <a:gd name="T22" fmla="*/ 1750 w 1866"/>
              <a:gd name="T23" fmla="*/ 2100 h 2217"/>
              <a:gd name="T24" fmla="*/ 1750 w 1866"/>
              <a:gd name="T25" fmla="*/ 1893 h 2217"/>
              <a:gd name="T26" fmla="*/ 1866 w 1866"/>
              <a:gd name="T27" fmla="*/ 1634 h 2217"/>
              <a:gd name="T28" fmla="*/ 1866 w 1866"/>
              <a:gd name="T29" fmla="*/ 467 h 2217"/>
              <a:gd name="T30" fmla="*/ 933 w 1866"/>
              <a:gd name="T31" fmla="*/ 0 h 2217"/>
              <a:gd name="T32" fmla="*/ 0 w 1866"/>
              <a:gd name="T33" fmla="*/ 467 h 2217"/>
              <a:gd name="T34" fmla="*/ 0 w 1866"/>
              <a:gd name="T35" fmla="*/ 1634 h 2217"/>
              <a:gd name="T36" fmla="*/ 408 w 1866"/>
              <a:gd name="T37" fmla="*/ 1750 h 2217"/>
              <a:gd name="T38" fmla="*/ 233 w 1866"/>
              <a:gd name="T39" fmla="*/ 1575 h 2217"/>
              <a:gd name="T40" fmla="*/ 408 w 1866"/>
              <a:gd name="T41" fmla="*/ 1400 h 2217"/>
              <a:gd name="T42" fmla="*/ 583 w 1866"/>
              <a:gd name="T43" fmla="*/ 1575 h 2217"/>
              <a:gd name="T44" fmla="*/ 408 w 1866"/>
              <a:gd name="T45" fmla="*/ 1750 h 2217"/>
              <a:gd name="T46" fmla="*/ 1458 w 1866"/>
              <a:gd name="T47" fmla="*/ 1750 h 2217"/>
              <a:gd name="T48" fmla="*/ 1283 w 1866"/>
              <a:gd name="T49" fmla="*/ 1575 h 2217"/>
              <a:gd name="T50" fmla="*/ 1458 w 1866"/>
              <a:gd name="T51" fmla="*/ 1400 h 2217"/>
              <a:gd name="T52" fmla="*/ 1633 w 1866"/>
              <a:gd name="T53" fmla="*/ 1575 h 2217"/>
              <a:gd name="T54" fmla="*/ 1458 w 1866"/>
              <a:gd name="T55" fmla="*/ 1750 h 2217"/>
              <a:gd name="T56" fmla="*/ 1633 w 1866"/>
              <a:gd name="T57" fmla="*/ 1050 h 2217"/>
              <a:gd name="T58" fmla="*/ 233 w 1866"/>
              <a:gd name="T59" fmla="*/ 1050 h 2217"/>
              <a:gd name="T60" fmla="*/ 233 w 1866"/>
              <a:gd name="T61" fmla="*/ 467 h 2217"/>
              <a:gd name="T62" fmla="*/ 1633 w 1866"/>
              <a:gd name="T63" fmla="*/ 467 h 2217"/>
              <a:gd name="T64" fmla="*/ 1633 w 1866"/>
              <a:gd name="T65" fmla="*/ 1050 h 2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866" h="2217">
                <a:moveTo>
                  <a:pt x="0" y="1634"/>
                </a:moveTo>
                <a:cubicBezTo>
                  <a:pt x="0" y="1736"/>
                  <a:pt x="45" y="1828"/>
                  <a:pt x="116" y="1893"/>
                </a:cubicBezTo>
                <a:cubicBezTo>
                  <a:pt x="116" y="2100"/>
                  <a:pt x="116" y="2100"/>
                  <a:pt x="116" y="2100"/>
                </a:cubicBezTo>
                <a:cubicBezTo>
                  <a:pt x="116" y="2164"/>
                  <a:pt x="169" y="2217"/>
                  <a:pt x="233" y="2217"/>
                </a:cubicBezTo>
                <a:cubicBezTo>
                  <a:pt x="350" y="2217"/>
                  <a:pt x="350" y="2217"/>
                  <a:pt x="350" y="2217"/>
                </a:cubicBezTo>
                <a:cubicBezTo>
                  <a:pt x="414" y="2217"/>
                  <a:pt x="466" y="2164"/>
                  <a:pt x="466" y="2100"/>
                </a:cubicBezTo>
                <a:cubicBezTo>
                  <a:pt x="466" y="1984"/>
                  <a:pt x="466" y="1984"/>
                  <a:pt x="466" y="1984"/>
                </a:cubicBezTo>
                <a:cubicBezTo>
                  <a:pt x="1400" y="1984"/>
                  <a:pt x="1400" y="1984"/>
                  <a:pt x="1400" y="1984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400" y="2164"/>
                  <a:pt x="1452" y="2217"/>
                  <a:pt x="1516" y="2217"/>
                </a:cubicBezTo>
                <a:cubicBezTo>
                  <a:pt x="1633" y="2217"/>
                  <a:pt x="1633" y="2217"/>
                  <a:pt x="1633" y="2217"/>
                </a:cubicBezTo>
                <a:cubicBezTo>
                  <a:pt x="1697" y="2217"/>
                  <a:pt x="1750" y="2164"/>
                  <a:pt x="1750" y="2100"/>
                </a:cubicBezTo>
                <a:cubicBezTo>
                  <a:pt x="1750" y="1893"/>
                  <a:pt x="1750" y="1893"/>
                  <a:pt x="1750" y="1893"/>
                </a:cubicBezTo>
                <a:cubicBezTo>
                  <a:pt x="1821" y="1828"/>
                  <a:pt x="1866" y="1736"/>
                  <a:pt x="1866" y="1634"/>
                </a:cubicBezTo>
                <a:cubicBezTo>
                  <a:pt x="1866" y="467"/>
                  <a:pt x="1866" y="467"/>
                  <a:pt x="1866" y="467"/>
                </a:cubicBezTo>
                <a:cubicBezTo>
                  <a:pt x="1866" y="59"/>
                  <a:pt x="1449" y="0"/>
                  <a:pt x="933" y="0"/>
                </a:cubicBezTo>
                <a:cubicBezTo>
                  <a:pt x="417" y="0"/>
                  <a:pt x="0" y="59"/>
                  <a:pt x="0" y="467"/>
                </a:cubicBezTo>
                <a:lnTo>
                  <a:pt x="0" y="1634"/>
                </a:lnTo>
                <a:close/>
                <a:moveTo>
                  <a:pt x="408" y="1750"/>
                </a:moveTo>
                <a:cubicBezTo>
                  <a:pt x="311" y="1750"/>
                  <a:pt x="233" y="1672"/>
                  <a:pt x="233" y="1575"/>
                </a:cubicBezTo>
                <a:cubicBezTo>
                  <a:pt x="233" y="1478"/>
                  <a:pt x="311" y="1400"/>
                  <a:pt x="408" y="1400"/>
                </a:cubicBezTo>
                <a:cubicBezTo>
                  <a:pt x="505" y="1400"/>
                  <a:pt x="583" y="1478"/>
                  <a:pt x="583" y="1575"/>
                </a:cubicBezTo>
                <a:cubicBezTo>
                  <a:pt x="583" y="1672"/>
                  <a:pt x="505" y="1750"/>
                  <a:pt x="408" y="1750"/>
                </a:cubicBezTo>
                <a:close/>
                <a:moveTo>
                  <a:pt x="1458" y="1750"/>
                </a:moveTo>
                <a:cubicBezTo>
                  <a:pt x="1361" y="1750"/>
                  <a:pt x="1283" y="1672"/>
                  <a:pt x="1283" y="1575"/>
                </a:cubicBezTo>
                <a:cubicBezTo>
                  <a:pt x="1283" y="1478"/>
                  <a:pt x="1361" y="1400"/>
                  <a:pt x="1458" y="1400"/>
                </a:cubicBezTo>
                <a:cubicBezTo>
                  <a:pt x="1555" y="1400"/>
                  <a:pt x="1633" y="1478"/>
                  <a:pt x="1633" y="1575"/>
                </a:cubicBezTo>
                <a:cubicBezTo>
                  <a:pt x="1633" y="1672"/>
                  <a:pt x="1555" y="1750"/>
                  <a:pt x="1458" y="1750"/>
                </a:cubicBezTo>
                <a:close/>
                <a:moveTo>
                  <a:pt x="1633" y="1050"/>
                </a:moveTo>
                <a:cubicBezTo>
                  <a:pt x="233" y="1050"/>
                  <a:pt x="233" y="1050"/>
                  <a:pt x="233" y="1050"/>
                </a:cubicBezTo>
                <a:cubicBezTo>
                  <a:pt x="233" y="467"/>
                  <a:pt x="233" y="467"/>
                  <a:pt x="233" y="467"/>
                </a:cubicBezTo>
                <a:cubicBezTo>
                  <a:pt x="1633" y="467"/>
                  <a:pt x="1633" y="467"/>
                  <a:pt x="1633" y="467"/>
                </a:cubicBezTo>
                <a:lnTo>
                  <a:pt x="1633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7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rections Ca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3025"/>
          </a:xfrm>
          <a:custGeom>
            <a:avLst/>
            <a:gdLst>
              <a:gd name="T0" fmla="*/ 1857 w 2100"/>
              <a:gd name="T1" fmla="*/ 118 h 1867"/>
              <a:gd name="T2" fmla="*/ 1692 w 2100"/>
              <a:gd name="T3" fmla="*/ 0 h 1867"/>
              <a:gd name="T4" fmla="*/ 408 w 2100"/>
              <a:gd name="T5" fmla="*/ 0 h 1867"/>
              <a:gd name="T6" fmla="*/ 243 w 2100"/>
              <a:gd name="T7" fmla="*/ 118 h 1867"/>
              <a:gd name="T8" fmla="*/ 0 w 2100"/>
              <a:gd name="T9" fmla="*/ 817 h 1867"/>
              <a:gd name="T10" fmla="*/ 0 w 2100"/>
              <a:gd name="T11" fmla="*/ 1750 h 1867"/>
              <a:gd name="T12" fmla="*/ 117 w 2100"/>
              <a:gd name="T13" fmla="*/ 1867 h 1867"/>
              <a:gd name="T14" fmla="*/ 233 w 2100"/>
              <a:gd name="T15" fmla="*/ 1867 h 1867"/>
              <a:gd name="T16" fmla="*/ 350 w 2100"/>
              <a:gd name="T17" fmla="*/ 1750 h 1867"/>
              <a:gd name="T18" fmla="*/ 350 w 2100"/>
              <a:gd name="T19" fmla="*/ 1634 h 1867"/>
              <a:gd name="T20" fmla="*/ 1750 w 2100"/>
              <a:gd name="T21" fmla="*/ 1634 h 1867"/>
              <a:gd name="T22" fmla="*/ 1750 w 2100"/>
              <a:gd name="T23" fmla="*/ 1750 h 1867"/>
              <a:gd name="T24" fmla="*/ 1867 w 2100"/>
              <a:gd name="T25" fmla="*/ 1867 h 1867"/>
              <a:gd name="T26" fmla="*/ 1983 w 2100"/>
              <a:gd name="T27" fmla="*/ 1867 h 1867"/>
              <a:gd name="T28" fmla="*/ 2100 w 2100"/>
              <a:gd name="T29" fmla="*/ 1750 h 1867"/>
              <a:gd name="T30" fmla="*/ 2100 w 2100"/>
              <a:gd name="T31" fmla="*/ 817 h 1867"/>
              <a:gd name="T32" fmla="*/ 1857 w 2100"/>
              <a:gd name="T33" fmla="*/ 118 h 1867"/>
              <a:gd name="T34" fmla="*/ 408 w 2100"/>
              <a:gd name="T35" fmla="*/ 1284 h 1867"/>
              <a:gd name="T36" fmla="*/ 233 w 2100"/>
              <a:gd name="T37" fmla="*/ 1109 h 1867"/>
              <a:gd name="T38" fmla="*/ 408 w 2100"/>
              <a:gd name="T39" fmla="*/ 934 h 1867"/>
              <a:gd name="T40" fmla="*/ 583 w 2100"/>
              <a:gd name="T41" fmla="*/ 1109 h 1867"/>
              <a:gd name="T42" fmla="*/ 408 w 2100"/>
              <a:gd name="T43" fmla="*/ 1284 h 1867"/>
              <a:gd name="T44" fmla="*/ 1692 w 2100"/>
              <a:gd name="T45" fmla="*/ 1284 h 1867"/>
              <a:gd name="T46" fmla="*/ 1517 w 2100"/>
              <a:gd name="T47" fmla="*/ 1109 h 1867"/>
              <a:gd name="T48" fmla="*/ 1692 w 2100"/>
              <a:gd name="T49" fmla="*/ 934 h 1867"/>
              <a:gd name="T50" fmla="*/ 1867 w 2100"/>
              <a:gd name="T51" fmla="*/ 1109 h 1867"/>
              <a:gd name="T52" fmla="*/ 1692 w 2100"/>
              <a:gd name="T53" fmla="*/ 1284 h 1867"/>
              <a:gd name="T54" fmla="*/ 233 w 2100"/>
              <a:gd name="T55" fmla="*/ 700 h 1867"/>
              <a:gd name="T56" fmla="*/ 408 w 2100"/>
              <a:gd name="T57" fmla="*/ 175 h 1867"/>
              <a:gd name="T58" fmla="*/ 1692 w 2100"/>
              <a:gd name="T59" fmla="*/ 175 h 1867"/>
              <a:gd name="T60" fmla="*/ 1867 w 2100"/>
              <a:gd name="T61" fmla="*/ 700 h 1867"/>
              <a:gd name="T62" fmla="*/ 233 w 2100"/>
              <a:gd name="T63" fmla="*/ 700 h 18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0" h="1867">
                <a:moveTo>
                  <a:pt x="1857" y="118"/>
                </a:moveTo>
                <a:cubicBezTo>
                  <a:pt x="1834" y="49"/>
                  <a:pt x="1769" y="0"/>
                  <a:pt x="1692" y="0"/>
                </a:cubicBezTo>
                <a:cubicBezTo>
                  <a:pt x="408" y="0"/>
                  <a:pt x="408" y="0"/>
                  <a:pt x="408" y="0"/>
                </a:cubicBezTo>
                <a:cubicBezTo>
                  <a:pt x="331" y="0"/>
                  <a:pt x="267" y="49"/>
                  <a:pt x="243" y="118"/>
                </a:cubicBezTo>
                <a:cubicBezTo>
                  <a:pt x="0" y="817"/>
                  <a:pt x="0" y="817"/>
                  <a:pt x="0" y="817"/>
                </a:cubicBezTo>
                <a:cubicBezTo>
                  <a:pt x="0" y="1750"/>
                  <a:pt x="0" y="1750"/>
                  <a:pt x="0" y="1750"/>
                </a:cubicBezTo>
                <a:cubicBezTo>
                  <a:pt x="0" y="1814"/>
                  <a:pt x="53" y="1867"/>
                  <a:pt x="117" y="1867"/>
                </a:cubicBezTo>
                <a:cubicBezTo>
                  <a:pt x="233" y="1867"/>
                  <a:pt x="233" y="1867"/>
                  <a:pt x="233" y="1867"/>
                </a:cubicBezTo>
                <a:cubicBezTo>
                  <a:pt x="297" y="1867"/>
                  <a:pt x="350" y="1814"/>
                  <a:pt x="350" y="1750"/>
                </a:cubicBezTo>
                <a:cubicBezTo>
                  <a:pt x="350" y="1634"/>
                  <a:pt x="350" y="1634"/>
                  <a:pt x="350" y="1634"/>
                </a:cubicBezTo>
                <a:cubicBezTo>
                  <a:pt x="1750" y="1634"/>
                  <a:pt x="1750" y="1634"/>
                  <a:pt x="1750" y="1634"/>
                </a:cubicBezTo>
                <a:cubicBezTo>
                  <a:pt x="1750" y="1750"/>
                  <a:pt x="1750" y="1750"/>
                  <a:pt x="1750" y="1750"/>
                </a:cubicBezTo>
                <a:cubicBezTo>
                  <a:pt x="1750" y="1814"/>
                  <a:pt x="1803" y="1867"/>
                  <a:pt x="1867" y="1867"/>
                </a:cubicBezTo>
                <a:cubicBezTo>
                  <a:pt x="1983" y="1867"/>
                  <a:pt x="1983" y="1867"/>
                  <a:pt x="1983" y="1867"/>
                </a:cubicBezTo>
                <a:cubicBezTo>
                  <a:pt x="2047" y="1867"/>
                  <a:pt x="2100" y="1814"/>
                  <a:pt x="2100" y="1750"/>
                </a:cubicBezTo>
                <a:cubicBezTo>
                  <a:pt x="2100" y="817"/>
                  <a:pt x="2100" y="817"/>
                  <a:pt x="2100" y="817"/>
                </a:cubicBezTo>
                <a:lnTo>
                  <a:pt x="1857" y="118"/>
                </a:lnTo>
                <a:close/>
                <a:moveTo>
                  <a:pt x="408" y="1284"/>
                </a:moveTo>
                <a:cubicBezTo>
                  <a:pt x="311" y="1284"/>
                  <a:pt x="233" y="1206"/>
                  <a:pt x="233" y="1109"/>
                </a:cubicBezTo>
                <a:cubicBezTo>
                  <a:pt x="233" y="1012"/>
                  <a:pt x="311" y="934"/>
                  <a:pt x="408" y="934"/>
                </a:cubicBezTo>
                <a:cubicBezTo>
                  <a:pt x="505" y="934"/>
                  <a:pt x="583" y="1012"/>
                  <a:pt x="583" y="1109"/>
                </a:cubicBezTo>
                <a:cubicBezTo>
                  <a:pt x="583" y="1206"/>
                  <a:pt x="505" y="1284"/>
                  <a:pt x="408" y="1284"/>
                </a:cubicBezTo>
                <a:close/>
                <a:moveTo>
                  <a:pt x="1692" y="1284"/>
                </a:moveTo>
                <a:cubicBezTo>
                  <a:pt x="1595" y="1284"/>
                  <a:pt x="1517" y="1206"/>
                  <a:pt x="1517" y="1109"/>
                </a:cubicBezTo>
                <a:cubicBezTo>
                  <a:pt x="1517" y="1012"/>
                  <a:pt x="1595" y="934"/>
                  <a:pt x="1692" y="934"/>
                </a:cubicBezTo>
                <a:cubicBezTo>
                  <a:pt x="1789" y="934"/>
                  <a:pt x="1867" y="1012"/>
                  <a:pt x="1867" y="1109"/>
                </a:cubicBezTo>
                <a:cubicBezTo>
                  <a:pt x="1867" y="1206"/>
                  <a:pt x="1789" y="1284"/>
                  <a:pt x="1692" y="1284"/>
                </a:cubicBezTo>
                <a:close/>
                <a:moveTo>
                  <a:pt x="233" y="700"/>
                </a:moveTo>
                <a:cubicBezTo>
                  <a:pt x="408" y="175"/>
                  <a:pt x="408" y="175"/>
                  <a:pt x="408" y="175"/>
                </a:cubicBezTo>
                <a:cubicBezTo>
                  <a:pt x="1692" y="175"/>
                  <a:pt x="1692" y="175"/>
                  <a:pt x="1692" y="175"/>
                </a:cubicBezTo>
                <a:cubicBezTo>
                  <a:pt x="1867" y="700"/>
                  <a:pt x="1867" y="700"/>
                  <a:pt x="1867" y="700"/>
                </a:cubicBezTo>
                <a:lnTo>
                  <a:pt x="233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7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rections Railwa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387" cy="914400"/>
          </a:xfrm>
          <a:custGeom>
            <a:avLst/>
            <a:gdLst>
              <a:gd name="T0" fmla="*/ 0 w 1866"/>
              <a:gd name="T1" fmla="*/ 1691 h 2333"/>
              <a:gd name="T2" fmla="*/ 408 w 1866"/>
              <a:gd name="T3" fmla="*/ 2100 h 2333"/>
              <a:gd name="T4" fmla="*/ 233 w 1866"/>
              <a:gd name="T5" fmla="*/ 2275 h 2333"/>
              <a:gd name="T6" fmla="*/ 233 w 1866"/>
              <a:gd name="T7" fmla="*/ 2333 h 2333"/>
              <a:gd name="T8" fmla="*/ 1633 w 1866"/>
              <a:gd name="T9" fmla="*/ 2333 h 2333"/>
              <a:gd name="T10" fmla="*/ 1633 w 1866"/>
              <a:gd name="T11" fmla="*/ 2275 h 2333"/>
              <a:gd name="T12" fmla="*/ 1458 w 1866"/>
              <a:gd name="T13" fmla="*/ 2100 h 2333"/>
              <a:gd name="T14" fmla="*/ 1866 w 1866"/>
              <a:gd name="T15" fmla="*/ 1691 h 2333"/>
              <a:gd name="T16" fmla="*/ 1866 w 1866"/>
              <a:gd name="T17" fmla="*/ 466 h 2333"/>
              <a:gd name="T18" fmla="*/ 933 w 1866"/>
              <a:gd name="T19" fmla="*/ 0 h 2333"/>
              <a:gd name="T20" fmla="*/ 0 w 1866"/>
              <a:gd name="T21" fmla="*/ 466 h 2333"/>
              <a:gd name="T22" fmla="*/ 0 w 1866"/>
              <a:gd name="T23" fmla="*/ 1691 h 2333"/>
              <a:gd name="T24" fmla="*/ 933 w 1866"/>
              <a:gd name="T25" fmla="*/ 1866 h 2333"/>
              <a:gd name="T26" fmla="*/ 700 w 1866"/>
              <a:gd name="T27" fmla="*/ 1633 h 2333"/>
              <a:gd name="T28" fmla="*/ 933 w 1866"/>
              <a:gd name="T29" fmla="*/ 1400 h 2333"/>
              <a:gd name="T30" fmla="*/ 1166 w 1866"/>
              <a:gd name="T31" fmla="*/ 1633 h 2333"/>
              <a:gd name="T32" fmla="*/ 933 w 1866"/>
              <a:gd name="T33" fmla="*/ 1866 h 2333"/>
              <a:gd name="T34" fmla="*/ 1633 w 1866"/>
              <a:gd name="T35" fmla="*/ 1050 h 2333"/>
              <a:gd name="T36" fmla="*/ 233 w 1866"/>
              <a:gd name="T37" fmla="*/ 1050 h 2333"/>
              <a:gd name="T38" fmla="*/ 233 w 1866"/>
              <a:gd name="T39" fmla="*/ 466 h 2333"/>
              <a:gd name="T40" fmla="*/ 1633 w 1866"/>
              <a:gd name="T41" fmla="*/ 466 h 2333"/>
              <a:gd name="T42" fmla="*/ 1633 w 1866"/>
              <a:gd name="T43" fmla="*/ 1050 h 2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66" h="2333">
                <a:moveTo>
                  <a:pt x="0" y="1691"/>
                </a:moveTo>
                <a:cubicBezTo>
                  <a:pt x="0" y="1916"/>
                  <a:pt x="183" y="2100"/>
                  <a:pt x="408" y="2100"/>
                </a:cubicBezTo>
                <a:cubicBezTo>
                  <a:pt x="233" y="2275"/>
                  <a:pt x="233" y="2275"/>
                  <a:pt x="233" y="2275"/>
                </a:cubicBezTo>
                <a:cubicBezTo>
                  <a:pt x="233" y="2333"/>
                  <a:pt x="233" y="2333"/>
                  <a:pt x="233" y="2333"/>
                </a:cubicBezTo>
                <a:cubicBezTo>
                  <a:pt x="1633" y="2333"/>
                  <a:pt x="1633" y="2333"/>
                  <a:pt x="1633" y="2333"/>
                </a:cubicBezTo>
                <a:cubicBezTo>
                  <a:pt x="1633" y="2275"/>
                  <a:pt x="1633" y="2275"/>
                  <a:pt x="1633" y="2275"/>
                </a:cubicBezTo>
                <a:cubicBezTo>
                  <a:pt x="1458" y="2100"/>
                  <a:pt x="1458" y="2100"/>
                  <a:pt x="1458" y="2100"/>
                </a:cubicBezTo>
                <a:cubicBezTo>
                  <a:pt x="1683" y="2100"/>
                  <a:pt x="1866" y="1916"/>
                  <a:pt x="1866" y="1691"/>
                </a:cubicBezTo>
                <a:cubicBezTo>
                  <a:pt x="1866" y="466"/>
                  <a:pt x="1866" y="466"/>
                  <a:pt x="1866" y="466"/>
                </a:cubicBezTo>
                <a:cubicBezTo>
                  <a:pt x="1866" y="58"/>
                  <a:pt x="1449" y="0"/>
                  <a:pt x="933" y="0"/>
                </a:cubicBezTo>
                <a:cubicBezTo>
                  <a:pt x="417" y="0"/>
                  <a:pt x="0" y="58"/>
                  <a:pt x="0" y="466"/>
                </a:cubicBezTo>
                <a:lnTo>
                  <a:pt x="0" y="1691"/>
                </a:lnTo>
                <a:close/>
                <a:moveTo>
                  <a:pt x="933" y="1866"/>
                </a:moveTo>
                <a:cubicBezTo>
                  <a:pt x="805" y="1866"/>
                  <a:pt x="700" y="1761"/>
                  <a:pt x="700" y="1633"/>
                </a:cubicBezTo>
                <a:cubicBezTo>
                  <a:pt x="700" y="1505"/>
                  <a:pt x="805" y="1400"/>
                  <a:pt x="933" y="1400"/>
                </a:cubicBezTo>
                <a:cubicBezTo>
                  <a:pt x="1061" y="1400"/>
                  <a:pt x="1166" y="1505"/>
                  <a:pt x="1166" y="1633"/>
                </a:cubicBezTo>
                <a:cubicBezTo>
                  <a:pt x="1166" y="1761"/>
                  <a:pt x="1061" y="1866"/>
                  <a:pt x="933" y="1866"/>
                </a:cubicBezTo>
                <a:close/>
                <a:moveTo>
                  <a:pt x="1633" y="1050"/>
                </a:moveTo>
                <a:cubicBezTo>
                  <a:pt x="233" y="1050"/>
                  <a:pt x="233" y="1050"/>
                  <a:pt x="233" y="1050"/>
                </a:cubicBezTo>
                <a:cubicBezTo>
                  <a:pt x="233" y="466"/>
                  <a:pt x="233" y="466"/>
                  <a:pt x="233" y="466"/>
                </a:cubicBezTo>
                <a:cubicBezTo>
                  <a:pt x="1633" y="466"/>
                  <a:pt x="1633" y="466"/>
                  <a:pt x="1633" y="466"/>
                </a:cubicBezTo>
                <a:lnTo>
                  <a:pt x="1633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7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rections Ru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85028" cy="914400"/>
          </a:xfrm>
          <a:custGeom>
            <a:avLst/>
            <a:gdLst>
              <a:gd name="T0" fmla="*/ 1237 w 1879"/>
              <a:gd name="T1" fmla="*/ 466 h 2508"/>
              <a:gd name="T2" fmla="*/ 1470 w 1879"/>
              <a:gd name="T3" fmla="*/ 233 h 2508"/>
              <a:gd name="T4" fmla="*/ 1237 w 1879"/>
              <a:gd name="T5" fmla="*/ 0 h 2508"/>
              <a:gd name="T6" fmla="*/ 1004 w 1879"/>
              <a:gd name="T7" fmla="*/ 233 h 2508"/>
              <a:gd name="T8" fmla="*/ 1237 w 1879"/>
              <a:gd name="T9" fmla="*/ 466 h 2508"/>
              <a:gd name="T10" fmla="*/ 817 w 1879"/>
              <a:gd name="T11" fmla="*/ 2088 h 2508"/>
              <a:gd name="T12" fmla="*/ 934 w 1879"/>
              <a:gd name="T13" fmla="*/ 1575 h 2508"/>
              <a:gd name="T14" fmla="*/ 1179 w 1879"/>
              <a:gd name="T15" fmla="*/ 1808 h 2508"/>
              <a:gd name="T16" fmla="*/ 1179 w 1879"/>
              <a:gd name="T17" fmla="*/ 2508 h 2508"/>
              <a:gd name="T18" fmla="*/ 1412 w 1879"/>
              <a:gd name="T19" fmla="*/ 2508 h 2508"/>
              <a:gd name="T20" fmla="*/ 1412 w 1879"/>
              <a:gd name="T21" fmla="*/ 1633 h 2508"/>
              <a:gd name="T22" fmla="*/ 1167 w 1879"/>
              <a:gd name="T23" fmla="*/ 1400 h 2508"/>
              <a:gd name="T24" fmla="*/ 1237 w 1879"/>
              <a:gd name="T25" fmla="*/ 1050 h 2508"/>
              <a:gd name="T26" fmla="*/ 1879 w 1879"/>
              <a:gd name="T27" fmla="*/ 1341 h 2508"/>
              <a:gd name="T28" fmla="*/ 1879 w 1879"/>
              <a:gd name="T29" fmla="*/ 1108 h 2508"/>
              <a:gd name="T30" fmla="*/ 1377 w 1879"/>
              <a:gd name="T31" fmla="*/ 828 h 2508"/>
              <a:gd name="T32" fmla="*/ 1260 w 1879"/>
              <a:gd name="T33" fmla="*/ 641 h 2508"/>
              <a:gd name="T34" fmla="*/ 1062 w 1879"/>
              <a:gd name="T35" fmla="*/ 525 h 2508"/>
              <a:gd name="T36" fmla="*/ 968 w 1879"/>
              <a:gd name="T37" fmla="*/ 536 h 2508"/>
              <a:gd name="T38" fmla="*/ 362 w 1879"/>
              <a:gd name="T39" fmla="*/ 793 h 2508"/>
              <a:gd name="T40" fmla="*/ 362 w 1879"/>
              <a:gd name="T41" fmla="*/ 1341 h 2508"/>
              <a:gd name="T42" fmla="*/ 595 w 1879"/>
              <a:gd name="T43" fmla="*/ 1341 h 2508"/>
              <a:gd name="T44" fmla="*/ 595 w 1879"/>
              <a:gd name="T45" fmla="*/ 945 h 2508"/>
              <a:gd name="T46" fmla="*/ 805 w 1879"/>
              <a:gd name="T47" fmla="*/ 863 h 2508"/>
              <a:gd name="T48" fmla="*/ 618 w 1879"/>
              <a:gd name="T49" fmla="*/ 1808 h 2508"/>
              <a:gd name="T50" fmla="*/ 47 w 1879"/>
              <a:gd name="T51" fmla="*/ 1691 h 2508"/>
              <a:gd name="T52" fmla="*/ 0 w 1879"/>
              <a:gd name="T53" fmla="*/ 1925 h 2508"/>
              <a:gd name="T54" fmla="*/ 817 w 1879"/>
              <a:gd name="T55" fmla="*/ 2088 h 2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879" h="2508">
                <a:moveTo>
                  <a:pt x="1237" y="466"/>
                </a:moveTo>
                <a:cubicBezTo>
                  <a:pt x="1365" y="466"/>
                  <a:pt x="1470" y="361"/>
                  <a:pt x="1470" y="233"/>
                </a:cubicBezTo>
                <a:cubicBezTo>
                  <a:pt x="1470" y="105"/>
                  <a:pt x="1365" y="0"/>
                  <a:pt x="1237" y="0"/>
                </a:cubicBezTo>
                <a:cubicBezTo>
                  <a:pt x="1109" y="0"/>
                  <a:pt x="1004" y="105"/>
                  <a:pt x="1004" y="233"/>
                </a:cubicBezTo>
                <a:cubicBezTo>
                  <a:pt x="1004" y="361"/>
                  <a:pt x="1109" y="466"/>
                  <a:pt x="1237" y="466"/>
                </a:cubicBezTo>
                <a:close/>
                <a:moveTo>
                  <a:pt x="817" y="2088"/>
                </a:moveTo>
                <a:cubicBezTo>
                  <a:pt x="934" y="1575"/>
                  <a:pt x="934" y="1575"/>
                  <a:pt x="934" y="1575"/>
                </a:cubicBezTo>
                <a:cubicBezTo>
                  <a:pt x="1179" y="1808"/>
                  <a:pt x="1179" y="1808"/>
                  <a:pt x="1179" y="1808"/>
                </a:cubicBezTo>
                <a:cubicBezTo>
                  <a:pt x="1179" y="2508"/>
                  <a:pt x="1179" y="2508"/>
                  <a:pt x="1179" y="2508"/>
                </a:cubicBezTo>
                <a:cubicBezTo>
                  <a:pt x="1412" y="2508"/>
                  <a:pt x="1412" y="2508"/>
                  <a:pt x="1412" y="2508"/>
                </a:cubicBezTo>
                <a:cubicBezTo>
                  <a:pt x="1412" y="1633"/>
                  <a:pt x="1412" y="1633"/>
                  <a:pt x="1412" y="1633"/>
                </a:cubicBezTo>
                <a:cubicBezTo>
                  <a:pt x="1167" y="1400"/>
                  <a:pt x="1167" y="1400"/>
                  <a:pt x="1167" y="1400"/>
                </a:cubicBezTo>
                <a:cubicBezTo>
                  <a:pt x="1237" y="1050"/>
                  <a:pt x="1237" y="1050"/>
                  <a:pt x="1237" y="1050"/>
                </a:cubicBezTo>
                <a:cubicBezTo>
                  <a:pt x="1389" y="1225"/>
                  <a:pt x="1622" y="1341"/>
                  <a:pt x="1879" y="1341"/>
                </a:cubicBezTo>
                <a:cubicBezTo>
                  <a:pt x="1879" y="1108"/>
                  <a:pt x="1879" y="1108"/>
                  <a:pt x="1879" y="1108"/>
                </a:cubicBezTo>
                <a:cubicBezTo>
                  <a:pt x="1657" y="1108"/>
                  <a:pt x="1470" y="991"/>
                  <a:pt x="1377" y="828"/>
                </a:cubicBezTo>
                <a:cubicBezTo>
                  <a:pt x="1260" y="641"/>
                  <a:pt x="1260" y="641"/>
                  <a:pt x="1260" y="641"/>
                </a:cubicBezTo>
                <a:cubicBezTo>
                  <a:pt x="1214" y="571"/>
                  <a:pt x="1143" y="525"/>
                  <a:pt x="1062" y="525"/>
                </a:cubicBezTo>
                <a:cubicBezTo>
                  <a:pt x="1027" y="525"/>
                  <a:pt x="1004" y="536"/>
                  <a:pt x="968" y="536"/>
                </a:cubicBezTo>
                <a:cubicBezTo>
                  <a:pt x="362" y="793"/>
                  <a:pt x="362" y="793"/>
                  <a:pt x="362" y="793"/>
                </a:cubicBezTo>
                <a:cubicBezTo>
                  <a:pt x="362" y="1341"/>
                  <a:pt x="362" y="1341"/>
                  <a:pt x="362" y="1341"/>
                </a:cubicBezTo>
                <a:cubicBezTo>
                  <a:pt x="595" y="1341"/>
                  <a:pt x="595" y="1341"/>
                  <a:pt x="595" y="1341"/>
                </a:cubicBezTo>
                <a:cubicBezTo>
                  <a:pt x="595" y="945"/>
                  <a:pt x="595" y="945"/>
                  <a:pt x="595" y="945"/>
                </a:cubicBezTo>
                <a:cubicBezTo>
                  <a:pt x="805" y="863"/>
                  <a:pt x="805" y="863"/>
                  <a:pt x="805" y="863"/>
                </a:cubicBezTo>
                <a:cubicBezTo>
                  <a:pt x="618" y="1808"/>
                  <a:pt x="618" y="1808"/>
                  <a:pt x="618" y="1808"/>
                </a:cubicBezTo>
                <a:cubicBezTo>
                  <a:pt x="47" y="1691"/>
                  <a:pt x="47" y="1691"/>
                  <a:pt x="47" y="1691"/>
                </a:cubicBezTo>
                <a:cubicBezTo>
                  <a:pt x="0" y="1925"/>
                  <a:pt x="0" y="1925"/>
                  <a:pt x="0" y="1925"/>
                </a:cubicBezTo>
                <a:lnTo>
                  <a:pt x="817" y="208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7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rections Subwa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69653" cy="914400"/>
          </a:xfrm>
          <a:custGeom>
            <a:avLst/>
            <a:gdLst>
              <a:gd name="T0" fmla="*/ 933 w 1866"/>
              <a:gd name="T1" fmla="*/ 0 h 2217"/>
              <a:gd name="T2" fmla="*/ 0 w 1866"/>
              <a:gd name="T3" fmla="*/ 467 h 2217"/>
              <a:gd name="T4" fmla="*/ 0 w 1866"/>
              <a:gd name="T5" fmla="*/ 1575 h 2217"/>
              <a:gd name="T6" fmla="*/ 408 w 1866"/>
              <a:gd name="T7" fmla="*/ 1984 h 2217"/>
              <a:gd name="T8" fmla="*/ 233 w 1866"/>
              <a:gd name="T9" fmla="*/ 2159 h 2217"/>
              <a:gd name="T10" fmla="*/ 233 w 1866"/>
              <a:gd name="T11" fmla="*/ 2217 h 2217"/>
              <a:gd name="T12" fmla="*/ 1633 w 1866"/>
              <a:gd name="T13" fmla="*/ 2217 h 2217"/>
              <a:gd name="T14" fmla="*/ 1633 w 1866"/>
              <a:gd name="T15" fmla="*/ 2159 h 2217"/>
              <a:gd name="T16" fmla="*/ 1458 w 1866"/>
              <a:gd name="T17" fmla="*/ 1984 h 2217"/>
              <a:gd name="T18" fmla="*/ 1866 w 1866"/>
              <a:gd name="T19" fmla="*/ 1575 h 2217"/>
              <a:gd name="T20" fmla="*/ 1866 w 1866"/>
              <a:gd name="T21" fmla="*/ 467 h 2217"/>
              <a:gd name="T22" fmla="*/ 933 w 1866"/>
              <a:gd name="T23" fmla="*/ 0 h 2217"/>
              <a:gd name="T24" fmla="*/ 408 w 1866"/>
              <a:gd name="T25" fmla="*/ 1750 h 2217"/>
              <a:gd name="T26" fmla="*/ 233 w 1866"/>
              <a:gd name="T27" fmla="*/ 1575 h 2217"/>
              <a:gd name="T28" fmla="*/ 408 w 1866"/>
              <a:gd name="T29" fmla="*/ 1400 h 2217"/>
              <a:gd name="T30" fmla="*/ 583 w 1866"/>
              <a:gd name="T31" fmla="*/ 1575 h 2217"/>
              <a:gd name="T32" fmla="*/ 408 w 1866"/>
              <a:gd name="T33" fmla="*/ 1750 h 2217"/>
              <a:gd name="T34" fmla="*/ 816 w 1866"/>
              <a:gd name="T35" fmla="*/ 1050 h 2217"/>
              <a:gd name="T36" fmla="*/ 233 w 1866"/>
              <a:gd name="T37" fmla="*/ 1050 h 2217"/>
              <a:gd name="T38" fmla="*/ 233 w 1866"/>
              <a:gd name="T39" fmla="*/ 467 h 2217"/>
              <a:gd name="T40" fmla="*/ 816 w 1866"/>
              <a:gd name="T41" fmla="*/ 467 h 2217"/>
              <a:gd name="T42" fmla="*/ 816 w 1866"/>
              <a:gd name="T43" fmla="*/ 1050 h 2217"/>
              <a:gd name="T44" fmla="*/ 1458 w 1866"/>
              <a:gd name="T45" fmla="*/ 1750 h 2217"/>
              <a:gd name="T46" fmla="*/ 1283 w 1866"/>
              <a:gd name="T47" fmla="*/ 1575 h 2217"/>
              <a:gd name="T48" fmla="*/ 1458 w 1866"/>
              <a:gd name="T49" fmla="*/ 1400 h 2217"/>
              <a:gd name="T50" fmla="*/ 1633 w 1866"/>
              <a:gd name="T51" fmla="*/ 1575 h 2217"/>
              <a:gd name="T52" fmla="*/ 1458 w 1866"/>
              <a:gd name="T53" fmla="*/ 1750 h 2217"/>
              <a:gd name="T54" fmla="*/ 1633 w 1866"/>
              <a:gd name="T55" fmla="*/ 1050 h 2217"/>
              <a:gd name="T56" fmla="*/ 1050 w 1866"/>
              <a:gd name="T57" fmla="*/ 1050 h 2217"/>
              <a:gd name="T58" fmla="*/ 1050 w 1866"/>
              <a:gd name="T59" fmla="*/ 467 h 2217"/>
              <a:gd name="T60" fmla="*/ 1633 w 1866"/>
              <a:gd name="T61" fmla="*/ 467 h 2217"/>
              <a:gd name="T62" fmla="*/ 1633 w 1866"/>
              <a:gd name="T63" fmla="*/ 1050 h 2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866" h="2217">
                <a:moveTo>
                  <a:pt x="933" y="0"/>
                </a:moveTo>
                <a:cubicBezTo>
                  <a:pt x="417" y="0"/>
                  <a:pt x="0" y="59"/>
                  <a:pt x="0" y="467"/>
                </a:cubicBezTo>
                <a:cubicBezTo>
                  <a:pt x="0" y="1575"/>
                  <a:pt x="0" y="1575"/>
                  <a:pt x="0" y="1575"/>
                </a:cubicBezTo>
                <a:cubicBezTo>
                  <a:pt x="0" y="1800"/>
                  <a:pt x="183" y="1984"/>
                  <a:pt x="408" y="1984"/>
                </a:cubicBezTo>
                <a:cubicBezTo>
                  <a:pt x="233" y="2159"/>
                  <a:pt x="233" y="2159"/>
                  <a:pt x="233" y="2159"/>
                </a:cubicBezTo>
                <a:cubicBezTo>
                  <a:pt x="233" y="2217"/>
                  <a:pt x="233" y="2217"/>
                  <a:pt x="233" y="2217"/>
                </a:cubicBezTo>
                <a:cubicBezTo>
                  <a:pt x="1633" y="2217"/>
                  <a:pt x="1633" y="2217"/>
                  <a:pt x="1633" y="2217"/>
                </a:cubicBezTo>
                <a:cubicBezTo>
                  <a:pt x="1633" y="2159"/>
                  <a:pt x="1633" y="2159"/>
                  <a:pt x="1633" y="2159"/>
                </a:cubicBezTo>
                <a:cubicBezTo>
                  <a:pt x="1458" y="1984"/>
                  <a:pt x="1458" y="1984"/>
                  <a:pt x="1458" y="1984"/>
                </a:cubicBezTo>
                <a:cubicBezTo>
                  <a:pt x="1683" y="1984"/>
                  <a:pt x="1866" y="1800"/>
                  <a:pt x="1866" y="1575"/>
                </a:cubicBezTo>
                <a:cubicBezTo>
                  <a:pt x="1866" y="467"/>
                  <a:pt x="1866" y="467"/>
                  <a:pt x="1866" y="467"/>
                </a:cubicBezTo>
                <a:cubicBezTo>
                  <a:pt x="1866" y="59"/>
                  <a:pt x="1449" y="0"/>
                  <a:pt x="933" y="0"/>
                </a:cubicBezTo>
                <a:close/>
                <a:moveTo>
                  <a:pt x="408" y="1750"/>
                </a:moveTo>
                <a:cubicBezTo>
                  <a:pt x="311" y="1750"/>
                  <a:pt x="233" y="1672"/>
                  <a:pt x="233" y="1575"/>
                </a:cubicBezTo>
                <a:cubicBezTo>
                  <a:pt x="233" y="1478"/>
                  <a:pt x="311" y="1400"/>
                  <a:pt x="408" y="1400"/>
                </a:cubicBezTo>
                <a:cubicBezTo>
                  <a:pt x="505" y="1400"/>
                  <a:pt x="583" y="1478"/>
                  <a:pt x="583" y="1575"/>
                </a:cubicBezTo>
                <a:cubicBezTo>
                  <a:pt x="583" y="1672"/>
                  <a:pt x="505" y="1750"/>
                  <a:pt x="408" y="1750"/>
                </a:cubicBezTo>
                <a:close/>
                <a:moveTo>
                  <a:pt x="816" y="1050"/>
                </a:moveTo>
                <a:cubicBezTo>
                  <a:pt x="233" y="1050"/>
                  <a:pt x="233" y="1050"/>
                  <a:pt x="233" y="1050"/>
                </a:cubicBezTo>
                <a:cubicBezTo>
                  <a:pt x="233" y="467"/>
                  <a:pt x="233" y="467"/>
                  <a:pt x="233" y="467"/>
                </a:cubicBezTo>
                <a:cubicBezTo>
                  <a:pt x="816" y="467"/>
                  <a:pt x="816" y="467"/>
                  <a:pt x="816" y="467"/>
                </a:cubicBezTo>
                <a:lnTo>
                  <a:pt x="816" y="1050"/>
                </a:lnTo>
                <a:close/>
                <a:moveTo>
                  <a:pt x="1458" y="1750"/>
                </a:moveTo>
                <a:cubicBezTo>
                  <a:pt x="1361" y="1750"/>
                  <a:pt x="1283" y="1672"/>
                  <a:pt x="1283" y="1575"/>
                </a:cubicBezTo>
                <a:cubicBezTo>
                  <a:pt x="1283" y="1478"/>
                  <a:pt x="1361" y="1400"/>
                  <a:pt x="1458" y="1400"/>
                </a:cubicBezTo>
                <a:cubicBezTo>
                  <a:pt x="1555" y="1400"/>
                  <a:pt x="1633" y="1478"/>
                  <a:pt x="1633" y="1575"/>
                </a:cubicBezTo>
                <a:cubicBezTo>
                  <a:pt x="1633" y="1672"/>
                  <a:pt x="1555" y="1750"/>
                  <a:pt x="1458" y="1750"/>
                </a:cubicBezTo>
                <a:close/>
                <a:moveTo>
                  <a:pt x="1633" y="1050"/>
                </a:moveTo>
                <a:cubicBezTo>
                  <a:pt x="1050" y="1050"/>
                  <a:pt x="1050" y="1050"/>
                  <a:pt x="1050" y="1050"/>
                </a:cubicBezTo>
                <a:cubicBezTo>
                  <a:pt x="1050" y="467"/>
                  <a:pt x="1050" y="467"/>
                  <a:pt x="1050" y="467"/>
                </a:cubicBezTo>
                <a:cubicBezTo>
                  <a:pt x="1633" y="467"/>
                  <a:pt x="1633" y="467"/>
                  <a:pt x="1633" y="467"/>
                </a:cubicBezTo>
                <a:lnTo>
                  <a:pt x="1633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7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rections Transi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69653" cy="914400"/>
          </a:xfrm>
          <a:custGeom>
            <a:avLst/>
            <a:gdLst>
              <a:gd name="T0" fmla="*/ 933 w 1866"/>
              <a:gd name="T1" fmla="*/ 0 h 2217"/>
              <a:gd name="T2" fmla="*/ 0 w 1866"/>
              <a:gd name="T3" fmla="*/ 467 h 2217"/>
              <a:gd name="T4" fmla="*/ 0 w 1866"/>
              <a:gd name="T5" fmla="*/ 1575 h 2217"/>
              <a:gd name="T6" fmla="*/ 408 w 1866"/>
              <a:gd name="T7" fmla="*/ 1984 h 2217"/>
              <a:gd name="T8" fmla="*/ 233 w 1866"/>
              <a:gd name="T9" fmla="*/ 2159 h 2217"/>
              <a:gd name="T10" fmla="*/ 233 w 1866"/>
              <a:gd name="T11" fmla="*/ 2217 h 2217"/>
              <a:gd name="T12" fmla="*/ 1633 w 1866"/>
              <a:gd name="T13" fmla="*/ 2217 h 2217"/>
              <a:gd name="T14" fmla="*/ 1633 w 1866"/>
              <a:gd name="T15" fmla="*/ 2159 h 2217"/>
              <a:gd name="T16" fmla="*/ 1458 w 1866"/>
              <a:gd name="T17" fmla="*/ 1984 h 2217"/>
              <a:gd name="T18" fmla="*/ 1866 w 1866"/>
              <a:gd name="T19" fmla="*/ 1575 h 2217"/>
              <a:gd name="T20" fmla="*/ 1866 w 1866"/>
              <a:gd name="T21" fmla="*/ 467 h 2217"/>
              <a:gd name="T22" fmla="*/ 933 w 1866"/>
              <a:gd name="T23" fmla="*/ 0 h 2217"/>
              <a:gd name="T24" fmla="*/ 408 w 1866"/>
              <a:gd name="T25" fmla="*/ 1750 h 2217"/>
              <a:gd name="T26" fmla="*/ 233 w 1866"/>
              <a:gd name="T27" fmla="*/ 1575 h 2217"/>
              <a:gd name="T28" fmla="*/ 408 w 1866"/>
              <a:gd name="T29" fmla="*/ 1400 h 2217"/>
              <a:gd name="T30" fmla="*/ 583 w 1866"/>
              <a:gd name="T31" fmla="*/ 1575 h 2217"/>
              <a:gd name="T32" fmla="*/ 408 w 1866"/>
              <a:gd name="T33" fmla="*/ 1750 h 2217"/>
              <a:gd name="T34" fmla="*/ 816 w 1866"/>
              <a:gd name="T35" fmla="*/ 1050 h 2217"/>
              <a:gd name="T36" fmla="*/ 233 w 1866"/>
              <a:gd name="T37" fmla="*/ 1050 h 2217"/>
              <a:gd name="T38" fmla="*/ 233 w 1866"/>
              <a:gd name="T39" fmla="*/ 467 h 2217"/>
              <a:gd name="T40" fmla="*/ 816 w 1866"/>
              <a:gd name="T41" fmla="*/ 467 h 2217"/>
              <a:gd name="T42" fmla="*/ 816 w 1866"/>
              <a:gd name="T43" fmla="*/ 1050 h 2217"/>
              <a:gd name="T44" fmla="*/ 1458 w 1866"/>
              <a:gd name="T45" fmla="*/ 1750 h 2217"/>
              <a:gd name="T46" fmla="*/ 1283 w 1866"/>
              <a:gd name="T47" fmla="*/ 1575 h 2217"/>
              <a:gd name="T48" fmla="*/ 1458 w 1866"/>
              <a:gd name="T49" fmla="*/ 1400 h 2217"/>
              <a:gd name="T50" fmla="*/ 1633 w 1866"/>
              <a:gd name="T51" fmla="*/ 1575 h 2217"/>
              <a:gd name="T52" fmla="*/ 1458 w 1866"/>
              <a:gd name="T53" fmla="*/ 1750 h 2217"/>
              <a:gd name="T54" fmla="*/ 1633 w 1866"/>
              <a:gd name="T55" fmla="*/ 1050 h 2217"/>
              <a:gd name="T56" fmla="*/ 1050 w 1866"/>
              <a:gd name="T57" fmla="*/ 1050 h 2217"/>
              <a:gd name="T58" fmla="*/ 1050 w 1866"/>
              <a:gd name="T59" fmla="*/ 467 h 2217"/>
              <a:gd name="T60" fmla="*/ 1633 w 1866"/>
              <a:gd name="T61" fmla="*/ 467 h 2217"/>
              <a:gd name="T62" fmla="*/ 1633 w 1866"/>
              <a:gd name="T63" fmla="*/ 1050 h 22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866" h="2217">
                <a:moveTo>
                  <a:pt x="933" y="0"/>
                </a:moveTo>
                <a:cubicBezTo>
                  <a:pt x="417" y="0"/>
                  <a:pt x="0" y="59"/>
                  <a:pt x="0" y="467"/>
                </a:cubicBezTo>
                <a:cubicBezTo>
                  <a:pt x="0" y="1575"/>
                  <a:pt x="0" y="1575"/>
                  <a:pt x="0" y="1575"/>
                </a:cubicBezTo>
                <a:cubicBezTo>
                  <a:pt x="0" y="1800"/>
                  <a:pt x="183" y="1984"/>
                  <a:pt x="408" y="1984"/>
                </a:cubicBezTo>
                <a:cubicBezTo>
                  <a:pt x="233" y="2159"/>
                  <a:pt x="233" y="2159"/>
                  <a:pt x="233" y="2159"/>
                </a:cubicBezTo>
                <a:cubicBezTo>
                  <a:pt x="233" y="2217"/>
                  <a:pt x="233" y="2217"/>
                  <a:pt x="233" y="2217"/>
                </a:cubicBezTo>
                <a:cubicBezTo>
                  <a:pt x="1633" y="2217"/>
                  <a:pt x="1633" y="2217"/>
                  <a:pt x="1633" y="2217"/>
                </a:cubicBezTo>
                <a:cubicBezTo>
                  <a:pt x="1633" y="2159"/>
                  <a:pt x="1633" y="2159"/>
                  <a:pt x="1633" y="2159"/>
                </a:cubicBezTo>
                <a:cubicBezTo>
                  <a:pt x="1458" y="1984"/>
                  <a:pt x="1458" y="1984"/>
                  <a:pt x="1458" y="1984"/>
                </a:cubicBezTo>
                <a:cubicBezTo>
                  <a:pt x="1683" y="1984"/>
                  <a:pt x="1866" y="1800"/>
                  <a:pt x="1866" y="1575"/>
                </a:cubicBezTo>
                <a:cubicBezTo>
                  <a:pt x="1866" y="467"/>
                  <a:pt x="1866" y="467"/>
                  <a:pt x="1866" y="467"/>
                </a:cubicBezTo>
                <a:cubicBezTo>
                  <a:pt x="1866" y="59"/>
                  <a:pt x="1449" y="0"/>
                  <a:pt x="933" y="0"/>
                </a:cubicBezTo>
                <a:close/>
                <a:moveTo>
                  <a:pt x="408" y="1750"/>
                </a:moveTo>
                <a:cubicBezTo>
                  <a:pt x="311" y="1750"/>
                  <a:pt x="233" y="1672"/>
                  <a:pt x="233" y="1575"/>
                </a:cubicBezTo>
                <a:cubicBezTo>
                  <a:pt x="233" y="1478"/>
                  <a:pt x="311" y="1400"/>
                  <a:pt x="408" y="1400"/>
                </a:cubicBezTo>
                <a:cubicBezTo>
                  <a:pt x="505" y="1400"/>
                  <a:pt x="583" y="1478"/>
                  <a:pt x="583" y="1575"/>
                </a:cubicBezTo>
                <a:cubicBezTo>
                  <a:pt x="583" y="1672"/>
                  <a:pt x="505" y="1750"/>
                  <a:pt x="408" y="1750"/>
                </a:cubicBezTo>
                <a:close/>
                <a:moveTo>
                  <a:pt x="816" y="1050"/>
                </a:moveTo>
                <a:cubicBezTo>
                  <a:pt x="233" y="1050"/>
                  <a:pt x="233" y="1050"/>
                  <a:pt x="233" y="1050"/>
                </a:cubicBezTo>
                <a:cubicBezTo>
                  <a:pt x="233" y="467"/>
                  <a:pt x="233" y="467"/>
                  <a:pt x="233" y="467"/>
                </a:cubicBezTo>
                <a:cubicBezTo>
                  <a:pt x="816" y="467"/>
                  <a:pt x="816" y="467"/>
                  <a:pt x="816" y="467"/>
                </a:cubicBezTo>
                <a:lnTo>
                  <a:pt x="816" y="1050"/>
                </a:lnTo>
                <a:close/>
                <a:moveTo>
                  <a:pt x="1458" y="1750"/>
                </a:moveTo>
                <a:cubicBezTo>
                  <a:pt x="1361" y="1750"/>
                  <a:pt x="1283" y="1672"/>
                  <a:pt x="1283" y="1575"/>
                </a:cubicBezTo>
                <a:cubicBezTo>
                  <a:pt x="1283" y="1478"/>
                  <a:pt x="1361" y="1400"/>
                  <a:pt x="1458" y="1400"/>
                </a:cubicBezTo>
                <a:cubicBezTo>
                  <a:pt x="1555" y="1400"/>
                  <a:pt x="1633" y="1478"/>
                  <a:pt x="1633" y="1575"/>
                </a:cubicBezTo>
                <a:cubicBezTo>
                  <a:pt x="1633" y="1672"/>
                  <a:pt x="1555" y="1750"/>
                  <a:pt x="1458" y="1750"/>
                </a:cubicBezTo>
                <a:close/>
                <a:moveTo>
                  <a:pt x="1633" y="1050"/>
                </a:moveTo>
                <a:cubicBezTo>
                  <a:pt x="1050" y="1050"/>
                  <a:pt x="1050" y="1050"/>
                  <a:pt x="1050" y="1050"/>
                </a:cubicBezTo>
                <a:cubicBezTo>
                  <a:pt x="1050" y="467"/>
                  <a:pt x="1050" y="467"/>
                  <a:pt x="1050" y="467"/>
                </a:cubicBezTo>
                <a:cubicBezTo>
                  <a:pt x="1633" y="467"/>
                  <a:pt x="1633" y="467"/>
                  <a:pt x="1633" y="467"/>
                </a:cubicBezTo>
                <a:lnTo>
                  <a:pt x="1633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7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rections Wal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53209" cy="914400"/>
          </a:xfrm>
          <a:custGeom>
            <a:avLst/>
            <a:gdLst>
              <a:gd name="T0" fmla="*/ 875 w 1517"/>
              <a:gd name="T1" fmla="*/ 467 h 2508"/>
              <a:gd name="T2" fmla="*/ 1108 w 1517"/>
              <a:gd name="T3" fmla="*/ 233 h 2508"/>
              <a:gd name="T4" fmla="*/ 875 w 1517"/>
              <a:gd name="T5" fmla="*/ 0 h 2508"/>
              <a:gd name="T6" fmla="*/ 642 w 1517"/>
              <a:gd name="T7" fmla="*/ 233 h 2508"/>
              <a:gd name="T8" fmla="*/ 875 w 1517"/>
              <a:gd name="T9" fmla="*/ 467 h 2508"/>
              <a:gd name="T10" fmla="*/ 443 w 1517"/>
              <a:gd name="T11" fmla="*/ 863 h 2508"/>
              <a:gd name="T12" fmla="*/ 117 w 1517"/>
              <a:gd name="T13" fmla="*/ 2508 h 2508"/>
              <a:gd name="T14" fmla="*/ 362 w 1517"/>
              <a:gd name="T15" fmla="*/ 2508 h 2508"/>
              <a:gd name="T16" fmla="*/ 572 w 1517"/>
              <a:gd name="T17" fmla="*/ 1575 h 2508"/>
              <a:gd name="T18" fmla="*/ 817 w 1517"/>
              <a:gd name="T19" fmla="*/ 1808 h 2508"/>
              <a:gd name="T20" fmla="*/ 817 w 1517"/>
              <a:gd name="T21" fmla="*/ 2508 h 2508"/>
              <a:gd name="T22" fmla="*/ 1050 w 1517"/>
              <a:gd name="T23" fmla="*/ 2508 h 2508"/>
              <a:gd name="T24" fmla="*/ 1050 w 1517"/>
              <a:gd name="T25" fmla="*/ 1633 h 2508"/>
              <a:gd name="T26" fmla="*/ 805 w 1517"/>
              <a:gd name="T27" fmla="*/ 1400 h 2508"/>
              <a:gd name="T28" fmla="*/ 875 w 1517"/>
              <a:gd name="T29" fmla="*/ 1050 h 2508"/>
              <a:gd name="T30" fmla="*/ 1517 w 1517"/>
              <a:gd name="T31" fmla="*/ 1342 h 2508"/>
              <a:gd name="T32" fmla="*/ 1517 w 1517"/>
              <a:gd name="T33" fmla="*/ 1108 h 2508"/>
              <a:gd name="T34" fmla="*/ 1015 w 1517"/>
              <a:gd name="T35" fmla="*/ 828 h 2508"/>
              <a:gd name="T36" fmla="*/ 898 w 1517"/>
              <a:gd name="T37" fmla="*/ 642 h 2508"/>
              <a:gd name="T38" fmla="*/ 700 w 1517"/>
              <a:gd name="T39" fmla="*/ 525 h 2508"/>
              <a:gd name="T40" fmla="*/ 607 w 1517"/>
              <a:gd name="T41" fmla="*/ 537 h 2508"/>
              <a:gd name="T42" fmla="*/ 0 w 1517"/>
              <a:gd name="T43" fmla="*/ 793 h 2508"/>
              <a:gd name="T44" fmla="*/ 0 w 1517"/>
              <a:gd name="T45" fmla="*/ 1342 h 2508"/>
              <a:gd name="T46" fmla="*/ 233 w 1517"/>
              <a:gd name="T47" fmla="*/ 1342 h 2508"/>
              <a:gd name="T48" fmla="*/ 233 w 1517"/>
              <a:gd name="T49" fmla="*/ 945 h 2508"/>
              <a:gd name="T50" fmla="*/ 443 w 1517"/>
              <a:gd name="T51" fmla="*/ 863 h 25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517" h="2508">
                <a:moveTo>
                  <a:pt x="875" y="467"/>
                </a:moveTo>
                <a:cubicBezTo>
                  <a:pt x="1003" y="467"/>
                  <a:pt x="1108" y="362"/>
                  <a:pt x="1108" y="233"/>
                </a:cubicBezTo>
                <a:cubicBezTo>
                  <a:pt x="1108" y="105"/>
                  <a:pt x="1003" y="0"/>
                  <a:pt x="875" y="0"/>
                </a:cubicBezTo>
                <a:cubicBezTo>
                  <a:pt x="747" y="0"/>
                  <a:pt x="642" y="105"/>
                  <a:pt x="642" y="233"/>
                </a:cubicBezTo>
                <a:cubicBezTo>
                  <a:pt x="642" y="362"/>
                  <a:pt x="747" y="467"/>
                  <a:pt x="875" y="467"/>
                </a:cubicBezTo>
                <a:close/>
                <a:moveTo>
                  <a:pt x="443" y="863"/>
                </a:moveTo>
                <a:cubicBezTo>
                  <a:pt x="117" y="2508"/>
                  <a:pt x="117" y="2508"/>
                  <a:pt x="117" y="2508"/>
                </a:cubicBezTo>
                <a:cubicBezTo>
                  <a:pt x="362" y="2508"/>
                  <a:pt x="362" y="2508"/>
                  <a:pt x="362" y="2508"/>
                </a:cubicBezTo>
                <a:cubicBezTo>
                  <a:pt x="572" y="1575"/>
                  <a:pt x="572" y="1575"/>
                  <a:pt x="572" y="1575"/>
                </a:cubicBezTo>
                <a:cubicBezTo>
                  <a:pt x="817" y="1808"/>
                  <a:pt x="817" y="1808"/>
                  <a:pt x="817" y="1808"/>
                </a:cubicBezTo>
                <a:cubicBezTo>
                  <a:pt x="817" y="2508"/>
                  <a:pt x="817" y="2508"/>
                  <a:pt x="817" y="2508"/>
                </a:cubicBezTo>
                <a:cubicBezTo>
                  <a:pt x="1050" y="2508"/>
                  <a:pt x="1050" y="2508"/>
                  <a:pt x="1050" y="2508"/>
                </a:cubicBezTo>
                <a:cubicBezTo>
                  <a:pt x="1050" y="1633"/>
                  <a:pt x="1050" y="1633"/>
                  <a:pt x="1050" y="1633"/>
                </a:cubicBezTo>
                <a:cubicBezTo>
                  <a:pt x="805" y="1400"/>
                  <a:pt x="805" y="1400"/>
                  <a:pt x="805" y="1400"/>
                </a:cubicBezTo>
                <a:cubicBezTo>
                  <a:pt x="875" y="1050"/>
                  <a:pt x="875" y="1050"/>
                  <a:pt x="875" y="1050"/>
                </a:cubicBezTo>
                <a:cubicBezTo>
                  <a:pt x="1027" y="1225"/>
                  <a:pt x="1260" y="1342"/>
                  <a:pt x="1517" y="1342"/>
                </a:cubicBezTo>
                <a:cubicBezTo>
                  <a:pt x="1517" y="1108"/>
                  <a:pt x="1517" y="1108"/>
                  <a:pt x="1517" y="1108"/>
                </a:cubicBezTo>
                <a:cubicBezTo>
                  <a:pt x="1295" y="1108"/>
                  <a:pt x="1108" y="992"/>
                  <a:pt x="1015" y="828"/>
                </a:cubicBezTo>
                <a:cubicBezTo>
                  <a:pt x="898" y="642"/>
                  <a:pt x="898" y="642"/>
                  <a:pt x="898" y="642"/>
                </a:cubicBezTo>
                <a:cubicBezTo>
                  <a:pt x="852" y="572"/>
                  <a:pt x="782" y="525"/>
                  <a:pt x="700" y="525"/>
                </a:cubicBezTo>
                <a:cubicBezTo>
                  <a:pt x="665" y="525"/>
                  <a:pt x="642" y="537"/>
                  <a:pt x="607" y="537"/>
                </a:cubicBezTo>
                <a:cubicBezTo>
                  <a:pt x="0" y="793"/>
                  <a:pt x="0" y="793"/>
                  <a:pt x="0" y="793"/>
                </a:cubicBezTo>
                <a:cubicBezTo>
                  <a:pt x="0" y="1342"/>
                  <a:pt x="0" y="1342"/>
                  <a:pt x="0" y="1342"/>
                </a:cubicBezTo>
                <a:cubicBezTo>
                  <a:pt x="233" y="1342"/>
                  <a:pt x="233" y="1342"/>
                  <a:pt x="233" y="1342"/>
                </a:cubicBezTo>
                <a:cubicBezTo>
                  <a:pt x="233" y="945"/>
                  <a:pt x="233" y="945"/>
                  <a:pt x="233" y="945"/>
                </a:cubicBezTo>
                <a:cubicBezTo>
                  <a:pt x="443" y="863"/>
                  <a:pt x="443" y="863"/>
                  <a:pt x="443" y="863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7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dit Locati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40229" cy="914400"/>
          </a:xfrm>
          <a:custGeom>
            <a:avLst/>
            <a:gdLst>
              <a:gd name="T0" fmla="*/ 817 w 1634"/>
              <a:gd name="T1" fmla="*/ 0 h 2334"/>
              <a:gd name="T2" fmla="*/ 0 w 1634"/>
              <a:gd name="T3" fmla="*/ 817 h 2334"/>
              <a:gd name="T4" fmla="*/ 817 w 1634"/>
              <a:gd name="T5" fmla="*/ 2334 h 2334"/>
              <a:gd name="T6" fmla="*/ 1634 w 1634"/>
              <a:gd name="T7" fmla="*/ 817 h 2334"/>
              <a:gd name="T8" fmla="*/ 817 w 1634"/>
              <a:gd name="T9" fmla="*/ 0 h 2334"/>
              <a:gd name="T10" fmla="*/ 635 w 1634"/>
              <a:gd name="T11" fmla="*/ 1167 h 2334"/>
              <a:gd name="T12" fmla="*/ 467 w 1634"/>
              <a:gd name="T13" fmla="*/ 1167 h 2334"/>
              <a:gd name="T14" fmla="*/ 467 w 1634"/>
              <a:gd name="T15" fmla="*/ 999 h 2334"/>
              <a:gd name="T16" fmla="*/ 858 w 1634"/>
              <a:gd name="T17" fmla="*/ 609 h 2334"/>
              <a:gd name="T18" fmla="*/ 1025 w 1634"/>
              <a:gd name="T19" fmla="*/ 776 h 2334"/>
              <a:gd name="T20" fmla="*/ 635 w 1634"/>
              <a:gd name="T21" fmla="*/ 1167 h 2334"/>
              <a:gd name="T22" fmla="*/ 1154 w 1634"/>
              <a:gd name="T23" fmla="*/ 648 h 2334"/>
              <a:gd name="T24" fmla="*/ 1072 w 1634"/>
              <a:gd name="T25" fmla="*/ 729 h 2334"/>
              <a:gd name="T26" fmla="*/ 905 w 1634"/>
              <a:gd name="T27" fmla="*/ 562 h 2334"/>
              <a:gd name="T28" fmla="*/ 986 w 1634"/>
              <a:gd name="T29" fmla="*/ 480 h 2334"/>
              <a:gd name="T30" fmla="*/ 1049 w 1634"/>
              <a:gd name="T31" fmla="*/ 480 h 2334"/>
              <a:gd name="T32" fmla="*/ 1154 w 1634"/>
              <a:gd name="T33" fmla="*/ 585 h 2334"/>
              <a:gd name="T34" fmla="*/ 1154 w 1634"/>
              <a:gd name="T35" fmla="*/ 648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634" h="2334">
                <a:moveTo>
                  <a:pt x="817" y="0"/>
                </a:moveTo>
                <a:cubicBezTo>
                  <a:pt x="367" y="0"/>
                  <a:pt x="0" y="367"/>
                  <a:pt x="0" y="817"/>
                </a:cubicBezTo>
                <a:cubicBezTo>
                  <a:pt x="0" y="1429"/>
                  <a:pt x="817" y="2334"/>
                  <a:pt x="817" y="2334"/>
                </a:cubicBezTo>
                <a:cubicBezTo>
                  <a:pt x="817" y="2334"/>
                  <a:pt x="1634" y="1429"/>
                  <a:pt x="1634" y="817"/>
                </a:cubicBezTo>
                <a:cubicBezTo>
                  <a:pt x="1634" y="367"/>
                  <a:pt x="1267" y="0"/>
                  <a:pt x="817" y="0"/>
                </a:cubicBezTo>
                <a:close/>
                <a:moveTo>
                  <a:pt x="635" y="1167"/>
                </a:moveTo>
                <a:cubicBezTo>
                  <a:pt x="467" y="1167"/>
                  <a:pt x="467" y="1167"/>
                  <a:pt x="467" y="1167"/>
                </a:cubicBezTo>
                <a:cubicBezTo>
                  <a:pt x="467" y="999"/>
                  <a:pt x="467" y="999"/>
                  <a:pt x="467" y="999"/>
                </a:cubicBezTo>
                <a:cubicBezTo>
                  <a:pt x="858" y="609"/>
                  <a:pt x="858" y="609"/>
                  <a:pt x="858" y="609"/>
                </a:cubicBezTo>
                <a:cubicBezTo>
                  <a:pt x="1025" y="776"/>
                  <a:pt x="1025" y="776"/>
                  <a:pt x="1025" y="776"/>
                </a:cubicBezTo>
                <a:lnTo>
                  <a:pt x="635" y="1167"/>
                </a:lnTo>
                <a:close/>
                <a:moveTo>
                  <a:pt x="1154" y="648"/>
                </a:moveTo>
                <a:cubicBezTo>
                  <a:pt x="1072" y="729"/>
                  <a:pt x="1072" y="729"/>
                  <a:pt x="1072" y="729"/>
                </a:cubicBezTo>
                <a:cubicBezTo>
                  <a:pt x="905" y="562"/>
                  <a:pt x="905" y="562"/>
                  <a:pt x="905" y="562"/>
                </a:cubicBezTo>
                <a:cubicBezTo>
                  <a:pt x="986" y="480"/>
                  <a:pt x="986" y="480"/>
                  <a:pt x="986" y="480"/>
                </a:cubicBezTo>
                <a:cubicBezTo>
                  <a:pt x="1004" y="462"/>
                  <a:pt x="1032" y="462"/>
                  <a:pt x="1049" y="480"/>
                </a:cubicBezTo>
                <a:cubicBezTo>
                  <a:pt x="1154" y="585"/>
                  <a:pt x="1154" y="585"/>
                  <a:pt x="1154" y="585"/>
                </a:cubicBezTo>
                <a:cubicBezTo>
                  <a:pt x="1172" y="602"/>
                  <a:pt x="1172" y="630"/>
                  <a:pt x="1154" y="64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7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ight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68622" cy="914400"/>
          </a:xfrm>
          <a:custGeom>
            <a:avLst/>
            <a:gdLst>
              <a:gd name="T0" fmla="*/ 2217 w 2217"/>
              <a:gd name="T1" fmla="*/ 1634 h 2334"/>
              <a:gd name="T2" fmla="*/ 2217 w 2217"/>
              <a:gd name="T3" fmla="*/ 1400 h 2334"/>
              <a:gd name="T4" fmla="*/ 1284 w 2217"/>
              <a:gd name="T5" fmla="*/ 817 h 2334"/>
              <a:gd name="T6" fmla="*/ 1284 w 2217"/>
              <a:gd name="T7" fmla="*/ 175 h 2334"/>
              <a:gd name="T8" fmla="*/ 1109 w 2217"/>
              <a:gd name="T9" fmla="*/ 0 h 2334"/>
              <a:gd name="T10" fmla="*/ 934 w 2217"/>
              <a:gd name="T11" fmla="*/ 175 h 2334"/>
              <a:gd name="T12" fmla="*/ 934 w 2217"/>
              <a:gd name="T13" fmla="*/ 817 h 2334"/>
              <a:gd name="T14" fmla="*/ 0 w 2217"/>
              <a:gd name="T15" fmla="*/ 1400 h 2334"/>
              <a:gd name="T16" fmla="*/ 0 w 2217"/>
              <a:gd name="T17" fmla="*/ 1634 h 2334"/>
              <a:gd name="T18" fmla="*/ 934 w 2217"/>
              <a:gd name="T19" fmla="*/ 1342 h 2334"/>
              <a:gd name="T20" fmla="*/ 934 w 2217"/>
              <a:gd name="T21" fmla="*/ 1984 h 2334"/>
              <a:gd name="T22" fmla="*/ 700 w 2217"/>
              <a:gd name="T23" fmla="*/ 2159 h 2334"/>
              <a:gd name="T24" fmla="*/ 700 w 2217"/>
              <a:gd name="T25" fmla="*/ 2334 h 2334"/>
              <a:gd name="T26" fmla="*/ 1109 w 2217"/>
              <a:gd name="T27" fmla="*/ 2217 h 2334"/>
              <a:gd name="T28" fmla="*/ 1517 w 2217"/>
              <a:gd name="T29" fmla="*/ 2334 h 2334"/>
              <a:gd name="T30" fmla="*/ 1517 w 2217"/>
              <a:gd name="T31" fmla="*/ 2159 h 2334"/>
              <a:gd name="T32" fmla="*/ 1284 w 2217"/>
              <a:gd name="T33" fmla="*/ 1984 h 2334"/>
              <a:gd name="T34" fmla="*/ 1284 w 2217"/>
              <a:gd name="T35" fmla="*/ 1342 h 2334"/>
              <a:gd name="T36" fmla="*/ 2217 w 2217"/>
              <a:gd name="T37" fmla="*/ 16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217" h="2334">
                <a:moveTo>
                  <a:pt x="2217" y="1634"/>
                </a:moveTo>
                <a:cubicBezTo>
                  <a:pt x="2217" y="1400"/>
                  <a:pt x="2217" y="1400"/>
                  <a:pt x="2217" y="1400"/>
                </a:cubicBezTo>
                <a:cubicBezTo>
                  <a:pt x="1284" y="817"/>
                  <a:pt x="1284" y="817"/>
                  <a:pt x="1284" y="817"/>
                </a:cubicBezTo>
                <a:cubicBezTo>
                  <a:pt x="1284" y="175"/>
                  <a:pt x="1284" y="175"/>
                  <a:pt x="1284" y="175"/>
                </a:cubicBezTo>
                <a:cubicBezTo>
                  <a:pt x="1284" y="78"/>
                  <a:pt x="1206" y="0"/>
                  <a:pt x="1109" y="0"/>
                </a:cubicBezTo>
                <a:cubicBezTo>
                  <a:pt x="1012" y="0"/>
                  <a:pt x="934" y="78"/>
                  <a:pt x="934" y="175"/>
                </a:cubicBezTo>
                <a:cubicBezTo>
                  <a:pt x="934" y="817"/>
                  <a:pt x="934" y="817"/>
                  <a:pt x="934" y="817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0" y="1634"/>
                  <a:pt x="0" y="1634"/>
                  <a:pt x="0" y="1634"/>
                </a:cubicBezTo>
                <a:cubicBezTo>
                  <a:pt x="934" y="1342"/>
                  <a:pt x="934" y="1342"/>
                  <a:pt x="934" y="1342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700" y="2159"/>
                  <a:pt x="700" y="2159"/>
                  <a:pt x="700" y="2159"/>
                </a:cubicBezTo>
                <a:cubicBezTo>
                  <a:pt x="700" y="2334"/>
                  <a:pt x="700" y="2334"/>
                  <a:pt x="700" y="2334"/>
                </a:cubicBezTo>
                <a:cubicBezTo>
                  <a:pt x="1109" y="2217"/>
                  <a:pt x="1109" y="2217"/>
                  <a:pt x="1109" y="2217"/>
                </a:cubicBezTo>
                <a:cubicBezTo>
                  <a:pt x="1517" y="2334"/>
                  <a:pt x="1517" y="2334"/>
                  <a:pt x="1517" y="2334"/>
                </a:cubicBezTo>
                <a:cubicBezTo>
                  <a:pt x="1517" y="2159"/>
                  <a:pt x="1517" y="2159"/>
                  <a:pt x="1517" y="2159"/>
                </a:cubicBezTo>
                <a:cubicBezTo>
                  <a:pt x="1284" y="1984"/>
                  <a:pt x="1284" y="1984"/>
                  <a:pt x="1284" y="1984"/>
                </a:cubicBezTo>
                <a:cubicBezTo>
                  <a:pt x="1284" y="1342"/>
                  <a:pt x="1284" y="1342"/>
                  <a:pt x="1284" y="1342"/>
                </a:cubicBezTo>
                <a:lnTo>
                  <a:pt x="2217" y="16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7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te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23578"/>
          </a:xfrm>
          <a:custGeom>
            <a:avLst/>
            <a:gdLst>
              <a:gd name="T0" fmla="*/ 700 w 2566"/>
              <a:gd name="T1" fmla="*/ 934 h 1750"/>
              <a:gd name="T2" fmla="*/ 1050 w 2566"/>
              <a:gd name="T3" fmla="*/ 584 h 1750"/>
              <a:gd name="T4" fmla="*/ 700 w 2566"/>
              <a:gd name="T5" fmla="*/ 234 h 1750"/>
              <a:gd name="T6" fmla="*/ 350 w 2566"/>
              <a:gd name="T7" fmla="*/ 584 h 1750"/>
              <a:gd name="T8" fmla="*/ 700 w 2566"/>
              <a:gd name="T9" fmla="*/ 934 h 1750"/>
              <a:gd name="T10" fmla="*/ 2100 w 2566"/>
              <a:gd name="T11" fmla="*/ 234 h 1750"/>
              <a:gd name="T12" fmla="*/ 1166 w 2566"/>
              <a:gd name="T13" fmla="*/ 234 h 1750"/>
              <a:gd name="T14" fmla="*/ 1166 w 2566"/>
              <a:gd name="T15" fmla="*/ 1050 h 1750"/>
              <a:gd name="T16" fmla="*/ 233 w 2566"/>
              <a:gd name="T17" fmla="*/ 1050 h 1750"/>
              <a:gd name="T18" fmla="*/ 233 w 2566"/>
              <a:gd name="T19" fmla="*/ 0 h 1750"/>
              <a:gd name="T20" fmla="*/ 0 w 2566"/>
              <a:gd name="T21" fmla="*/ 0 h 1750"/>
              <a:gd name="T22" fmla="*/ 0 w 2566"/>
              <a:gd name="T23" fmla="*/ 1750 h 1750"/>
              <a:gd name="T24" fmla="*/ 233 w 2566"/>
              <a:gd name="T25" fmla="*/ 1750 h 1750"/>
              <a:gd name="T26" fmla="*/ 233 w 2566"/>
              <a:gd name="T27" fmla="*/ 1400 h 1750"/>
              <a:gd name="T28" fmla="*/ 2333 w 2566"/>
              <a:gd name="T29" fmla="*/ 1400 h 1750"/>
              <a:gd name="T30" fmla="*/ 2333 w 2566"/>
              <a:gd name="T31" fmla="*/ 1750 h 1750"/>
              <a:gd name="T32" fmla="*/ 2566 w 2566"/>
              <a:gd name="T33" fmla="*/ 1750 h 1750"/>
              <a:gd name="T34" fmla="*/ 2566 w 2566"/>
              <a:gd name="T35" fmla="*/ 700 h 1750"/>
              <a:gd name="T36" fmla="*/ 2100 w 2566"/>
              <a:gd name="T37" fmla="*/ 234 h 1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566" h="1750">
                <a:moveTo>
                  <a:pt x="700" y="934"/>
                </a:moveTo>
                <a:cubicBezTo>
                  <a:pt x="893" y="934"/>
                  <a:pt x="1050" y="777"/>
                  <a:pt x="1050" y="584"/>
                </a:cubicBezTo>
                <a:cubicBezTo>
                  <a:pt x="1050" y="390"/>
                  <a:pt x="893" y="234"/>
                  <a:pt x="700" y="234"/>
                </a:cubicBezTo>
                <a:cubicBezTo>
                  <a:pt x="506" y="234"/>
                  <a:pt x="350" y="390"/>
                  <a:pt x="350" y="584"/>
                </a:cubicBezTo>
                <a:cubicBezTo>
                  <a:pt x="350" y="777"/>
                  <a:pt x="506" y="934"/>
                  <a:pt x="700" y="934"/>
                </a:cubicBezTo>
                <a:close/>
                <a:moveTo>
                  <a:pt x="2100" y="234"/>
                </a:moveTo>
                <a:cubicBezTo>
                  <a:pt x="1166" y="234"/>
                  <a:pt x="1166" y="234"/>
                  <a:pt x="1166" y="234"/>
                </a:cubicBezTo>
                <a:cubicBezTo>
                  <a:pt x="1166" y="1050"/>
                  <a:pt x="1166" y="1050"/>
                  <a:pt x="1166" y="1050"/>
                </a:cubicBezTo>
                <a:cubicBezTo>
                  <a:pt x="233" y="1050"/>
                  <a:pt x="233" y="1050"/>
                  <a:pt x="233" y="1050"/>
                </a:cubicBezTo>
                <a:cubicBezTo>
                  <a:pt x="233" y="0"/>
                  <a:pt x="233" y="0"/>
                  <a:pt x="23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750"/>
                  <a:pt x="0" y="1750"/>
                  <a:pt x="0" y="1750"/>
                </a:cubicBezTo>
                <a:cubicBezTo>
                  <a:pt x="233" y="1750"/>
                  <a:pt x="233" y="1750"/>
                  <a:pt x="233" y="1750"/>
                </a:cubicBezTo>
                <a:cubicBezTo>
                  <a:pt x="233" y="1400"/>
                  <a:pt x="233" y="1400"/>
                  <a:pt x="233" y="1400"/>
                </a:cubicBezTo>
                <a:cubicBezTo>
                  <a:pt x="2333" y="1400"/>
                  <a:pt x="2333" y="1400"/>
                  <a:pt x="2333" y="1400"/>
                </a:cubicBezTo>
                <a:cubicBezTo>
                  <a:pt x="2333" y="1750"/>
                  <a:pt x="2333" y="1750"/>
                  <a:pt x="2333" y="1750"/>
                </a:cubicBezTo>
                <a:cubicBezTo>
                  <a:pt x="2566" y="1750"/>
                  <a:pt x="2566" y="1750"/>
                  <a:pt x="2566" y="1750"/>
                </a:cubicBezTo>
                <a:cubicBezTo>
                  <a:pt x="2566" y="700"/>
                  <a:pt x="2566" y="700"/>
                  <a:pt x="2566" y="700"/>
                </a:cubicBezTo>
                <a:cubicBezTo>
                  <a:pt x="2566" y="443"/>
                  <a:pt x="2357" y="234"/>
                  <a:pt x="2100" y="2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7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ayer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63242" cy="914400"/>
          </a:xfrm>
          <a:custGeom>
            <a:avLst/>
            <a:gdLst>
              <a:gd name="T0" fmla="*/ 2478 w 4961"/>
              <a:gd name="T1" fmla="*/ 4559 h 5255"/>
              <a:gd name="T2" fmla="*/ 447 w 4961"/>
              <a:gd name="T3" fmla="*/ 2981 h 5255"/>
              <a:gd name="T4" fmla="*/ 0 w 4961"/>
              <a:gd name="T5" fmla="*/ 3328 h 5255"/>
              <a:gd name="T6" fmla="*/ 2481 w 4961"/>
              <a:gd name="T7" fmla="*/ 5255 h 5255"/>
              <a:gd name="T8" fmla="*/ 4961 w 4961"/>
              <a:gd name="T9" fmla="*/ 3328 h 5255"/>
              <a:gd name="T10" fmla="*/ 4512 w 4961"/>
              <a:gd name="T11" fmla="*/ 2976 h 5255"/>
              <a:gd name="T12" fmla="*/ 2478 w 4961"/>
              <a:gd name="T13" fmla="*/ 4559 h 5255"/>
              <a:gd name="T14" fmla="*/ 2481 w 4961"/>
              <a:gd name="T15" fmla="*/ 3859 h 5255"/>
              <a:gd name="T16" fmla="*/ 4510 w 4961"/>
              <a:gd name="T17" fmla="*/ 2279 h 5255"/>
              <a:gd name="T18" fmla="*/ 4961 w 4961"/>
              <a:gd name="T19" fmla="*/ 1929 h 5255"/>
              <a:gd name="T20" fmla="*/ 2481 w 4961"/>
              <a:gd name="T21" fmla="*/ 0 h 5255"/>
              <a:gd name="T22" fmla="*/ 0 w 4961"/>
              <a:gd name="T23" fmla="*/ 1929 h 5255"/>
              <a:gd name="T24" fmla="*/ 449 w 4961"/>
              <a:gd name="T25" fmla="*/ 2279 h 5255"/>
              <a:gd name="T26" fmla="*/ 2481 w 4961"/>
              <a:gd name="T27" fmla="*/ 3859 h 5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961" h="5255">
                <a:moveTo>
                  <a:pt x="2478" y="4559"/>
                </a:moveTo>
                <a:lnTo>
                  <a:pt x="447" y="2981"/>
                </a:lnTo>
                <a:lnTo>
                  <a:pt x="0" y="3328"/>
                </a:lnTo>
                <a:lnTo>
                  <a:pt x="2481" y="5255"/>
                </a:lnTo>
                <a:lnTo>
                  <a:pt x="4961" y="3328"/>
                </a:lnTo>
                <a:lnTo>
                  <a:pt x="4512" y="2976"/>
                </a:lnTo>
                <a:lnTo>
                  <a:pt x="2478" y="4559"/>
                </a:lnTo>
                <a:close/>
                <a:moveTo>
                  <a:pt x="2481" y="3859"/>
                </a:moveTo>
                <a:lnTo>
                  <a:pt x="4510" y="2279"/>
                </a:lnTo>
                <a:lnTo>
                  <a:pt x="4961" y="1929"/>
                </a:lnTo>
                <a:lnTo>
                  <a:pt x="2481" y="0"/>
                </a:lnTo>
                <a:lnTo>
                  <a:pt x="0" y="1929"/>
                </a:lnTo>
                <a:lnTo>
                  <a:pt x="449" y="2279"/>
                </a:lnTo>
                <a:lnTo>
                  <a:pt x="2481" y="385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7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ayers Clea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1919" cy="914400"/>
          </a:xfrm>
          <a:custGeom>
            <a:avLst/>
            <a:gdLst>
              <a:gd name="T0" fmla="*/ 4909 w 5514"/>
              <a:gd name="T1" fmla="*/ 3855 h 5529"/>
              <a:gd name="T2" fmla="*/ 5237 w 5514"/>
              <a:gd name="T3" fmla="*/ 3602 h 5529"/>
              <a:gd name="T4" fmla="*/ 4843 w 5514"/>
              <a:gd name="T5" fmla="*/ 3207 h 5529"/>
              <a:gd name="T6" fmla="*/ 4514 w 5514"/>
              <a:gd name="T7" fmla="*/ 3460 h 5529"/>
              <a:gd name="T8" fmla="*/ 4909 w 5514"/>
              <a:gd name="T9" fmla="*/ 3855 h 5529"/>
              <a:gd name="T10" fmla="*/ 4786 w 5514"/>
              <a:gd name="T11" fmla="*/ 2553 h 5529"/>
              <a:gd name="T12" fmla="*/ 5237 w 5514"/>
              <a:gd name="T13" fmla="*/ 2203 h 5529"/>
              <a:gd name="T14" fmla="*/ 2757 w 5514"/>
              <a:gd name="T15" fmla="*/ 274 h 5529"/>
              <a:gd name="T16" fmla="*/ 1954 w 5514"/>
              <a:gd name="T17" fmla="*/ 900 h 5529"/>
              <a:gd name="T18" fmla="*/ 4125 w 5514"/>
              <a:gd name="T19" fmla="*/ 3070 h 5529"/>
              <a:gd name="T20" fmla="*/ 4786 w 5514"/>
              <a:gd name="T21" fmla="*/ 2553 h 5529"/>
              <a:gd name="T22" fmla="*/ 352 w 5514"/>
              <a:gd name="T23" fmla="*/ 0 h 5529"/>
              <a:gd name="T24" fmla="*/ 0 w 5514"/>
              <a:gd name="T25" fmla="*/ 349 h 5529"/>
              <a:gd name="T26" fmla="*/ 1165 w 5514"/>
              <a:gd name="T27" fmla="*/ 1511 h 5529"/>
              <a:gd name="T28" fmla="*/ 276 w 5514"/>
              <a:gd name="T29" fmla="*/ 2203 h 5529"/>
              <a:gd name="T30" fmla="*/ 725 w 5514"/>
              <a:gd name="T31" fmla="*/ 2553 h 5529"/>
              <a:gd name="T32" fmla="*/ 2757 w 5514"/>
              <a:gd name="T33" fmla="*/ 4133 h 5529"/>
              <a:gd name="T34" fmla="*/ 3336 w 5514"/>
              <a:gd name="T35" fmla="*/ 3685 h 5529"/>
              <a:gd name="T36" fmla="*/ 3730 w 5514"/>
              <a:gd name="T37" fmla="*/ 4077 h 5529"/>
              <a:gd name="T38" fmla="*/ 2757 w 5514"/>
              <a:gd name="T39" fmla="*/ 4833 h 5529"/>
              <a:gd name="T40" fmla="*/ 725 w 5514"/>
              <a:gd name="T41" fmla="*/ 3255 h 5529"/>
              <a:gd name="T42" fmla="*/ 276 w 5514"/>
              <a:gd name="T43" fmla="*/ 3602 h 5529"/>
              <a:gd name="T44" fmla="*/ 2757 w 5514"/>
              <a:gd name="T45" fmla="*/ 5529 h 5529"/>
              <a:gd name="T46" fmla="*/ 4122 w 5514"/>
              <a:gd name="T47" fmla="*/ 4469 h 5529"/>
              <a:gd name="T48" fmla="*/ 5164 w 5514"/>
              <a:gd name="T49" fmla="*/ 5511 h 5529"/>
              <a:gd name="T50" fmla="*/ 5514 w 5514"/>
              <a:gd name="T51" fmla="*/ 5161 h 5529"/>
              <a:gd name="T52" fmla="*/ 352 w 5514"/>
              <a:gd name="T53" fmla="*/ 0 h 5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5514" h="5529">
                <a:moveTo>
                  <a:pt x="4909" y="3855"/>
                </a:moveTo>
                <a:lnTo>
                  <a:pt x="5237" y="3602"/>
                </a:lnTo>
                <a:lnTo>
                  <a:pt x="4843" y="3207"/>
                </a:lnTo>
                <a:lnTo>
                  <a:pt x="4514" y="3460"/>
                </a:lnTo>
                <a:lnTo>
                  <a:pt x="4909" y="3855"/>
                </a:lnTo>
                <a:close/>
                <a:moveTo>
                  <a:pt x="4786" y="2553"/>
                </a:moveTo>
                <a:lnTo>
                  <a:pt x="5237" y="2203"/>
                </a:lnTo>
                <a:lnTo>
                  <a:pt x="2757" y="274"/>
                </a:lnTo>
                <a:lnTo>
                  <a:pt x="1954" y="900"/>
                </a:lnTo>
                <a:lnTo>
                  <a:pt x="4125" y="3070"/>
                </a:lnTo>
                <a:lnTo>
                  <a:pt x="4786" y="2553"/>
                </a:lnTo>
                <a:close/>
                <a:moveTo>
                  <a:pt x="352" y="0"/>
                </a:moveTo>
                <a:lnTo>
                  <a:pt x="0" y="349"/>
                </a:lnTo>
                <a:lnTo>
                  <a:pt x="1165" y="1511"/>
                </a:lnTo>
                <a:lnTo>
                  <a:pt x="276" y="2203"/>
                </a:lnTo>
                <a:lnTo>
                  <a:pt x="725" y="2553"/>
                </a:lnTo>
                <a:lnTo>
                  <a:pt x="2757" y="4133"/>
                </a:lnTo>
                <a:lnTo>
                  <a:pt x="3336" y="3685"/>
                </a:lnTo>
                <a:lnTo>
                  <a:pt x="3730" y="4077"/>
                </a:lnTo>
                <a:lnTo>
                  <a:pt x="2757" y="4833"/>
                </a:lnTo>
                <a:lnTo>
                  <a:pt x="725" y="3255"/>
                </a:lnTo>
                <a:lnTo>
                  <a:pt x="276" y="3602"/>
                </a:lnTo>
                <a:lnTo>
                  <a:pt x="2757" y="5529"/>
                </a:lnTo>
                <a:lnTo>
                  <a:pt x="4122" y="4469"/>
                </a:lnTo>
                <a:lnTo>
                  <a:pt x="5164" y="5511"/>
                </a:lnTo>
                <a:lnTo>
                  <a:pt x="5514" y="5161"/>
                </a:lnTo>
                <a:lnTo>
                  <a:pt x="3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7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Activit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933 h 1866"/>
              <a:gd name="T2" fmla="*/ 2334 w 2334"/>
              <a:gd name="T3" fmla="*/ 700 h 1866"/>
              <a:gd name="T4" fmla="*/ 2334 w 2334"/>
              <a:gd name="T5" fmla="*/ 233 h 1866"/>
              <a:gd name="T6" fmla="*/ 2100 w 2334"/>
              <a:gd name="T7" fmla="*/ 0 h 1866"/>
              <a:gd name="T8" fmla="*/ 234 w 2334"/>
              <a:gd name="T9" fmla="*/ 0 h 1866"/>
              <a:gd name="T10" fmla="*/ 1 w 2334"/>
              <a:gd name="T11" fmla="*/ 233 h 1866"/>
              <a:gd name="T12" fmla="*/ 1 w 2334"/>
              <a:gd name="T13" fmla="*/ 700 h 1866"/>
              <a:gd name="T14" fmla="*/ 234 w 2334"/>
              <a:gd name="T15" fmla="*/ 933 h 1866"/>
              <a:gd name="T16" fmla="*/ 0 w 2334"/>
              <a:gd name="T17" fmla="*/ 1166 h 1866"/>
              <a:gd name="T18" fmla="*/ 0 w 2334"/>
              <a:gd name="T19" fmla="*/ 1633 h 1866"/>
              <a:gd name="T20" fmla="*/ 234 w 2334"/>
              <a:gd name="T21" fmla="*/ 1866 h 1866"/>
              <a:gd name="T22" fmla="*/ 2100 w 2334"/>
              <a:gd name="T23" fmla="*/ 1866 h 1866"/>
              <a:gd name="T24" fmla="*/ 2334 w 2334"/>
              <a:gd name="T25" fmla="*/ 1633 h 1866"/>
              <a:gd name="T26" fmla="*/ 2334 w 2334"/>
              <a:gd name="T27" fmla="*/ 1166 h 1866"/>
              <a:gd name="T28" fmla="*/ 2100 w 2334"/>
              <a:gd name="T29" fmla="*/ 933 h 1866"/>
              <a:gd name="T30" fmla="*/ 1585 w 2334"/>
              <a:gd name="T31" fmla="*/ 1493 h 1866"/>
              <a:gd name="T32" fmla="*/ 1167 w 2334"/>
              <a:gd name="T33" fmla="*/ 1225 h 1866"/>
              <a:gd name="T34" fmla="*/ 749 w 2334"/>
              <a:gd name="T35" fmla="*/ 1493 h 1866"/>
              <a:gd name="T36" fmla="*/ 875 w 2334"/>
              <a:gd name="T37" fmla="*/ 1012 h 1866"/>
              <a:gd name="T38" fmla="*/ 491 w 2334"/>
              <a:gd name="T39" fmla="*/ 699 h 1866"/>
              <a:gd name="T40" fmla="*/ 986 w 2334"/>
              <a:gd name="T41" fmla="*/ 669 h 1866"/>
              <a:gd name="T42" fmla="*/ 1167 w 2334"/>
              <a:gd name="T43" fmla="*/ 210 h 1866"/>
              <a:gd name="T44" fmla="*/ 1347 w 2334"/>
              <a:gd name="T45" fmla="*/ 670 h 1866"/>
              <a:gd name="T46" fmla="*/ 1841 w 2334"/>
              <a:gd name="T47" fmla="*/ 700 h 1866"/>
              <a:gd name="T48" fmla="*/ 1458 w 2334"/>
              <a:gd name="T49" fmla="*/ 1013 h 1866"/>
              <a:gd name="T50" fmla="*/ 1585 w 2334"/>
              <a:gd name="T51" fmla="*/ 149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334" h="1866">
                <a:moveTo>
                  <a:pt x="2100" y="933"/>
                </a:moveTo>
                <a:cubicBezTo>
                  <a:pt x="2100" y="805"/>
                  <a:pt x="2205" y="700"/>
                  <a:pt x="2334" y="700"/>
                </a:cubicBezTo>
                <a:cubicBezTo>
                  <a:pt x="2334" y="233"/>
                  <a:pt x="2334" y="233"/>
                  <a:pt x="2334" y="233"/>
                </a:cubicBezTo>
                <a:cubicBezTo>
                  <a:pt x="2334" y="105"/>
                  <a:pt x="2229" y="0"/>
                  <a:pt x="2100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1" y="700"/>
                  <a:pt x="1" y="700"/>
                  <a:pt x="1" y="700"/>
                </a:cubicBezTo>
                <a:cubicBezTo>
                  <a:pt x="130" y="700"/>
                  <a:pt x="234" y="805"/>
                  <a:pt x="234" y="933"/>
                </a:cubicBezTo>
                <a:cubicBezTo>
                  <a:pt x="234" y="1061"/>
                  <a:pt x="130" y="1166"/>
                  <a:pt x="0" y="1166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1166"/>
                  <a:pt x="2334" y="1166"/>
                  <a:pt x="2334" y="1166"/>
                </a:cubicBezTo>
                <a:cubicBezTo>
                  <a:pt x="2205" y="1166"/>
                  <a:pt x="2100" y="1061"/>
                  <a:pt x="2100" y="933"/>
                </a:cubicBezTo>
                <a:close/>
                <a:moveTo>
                  <a:pt x="1585" y="1493"/>
                </a:moveTo>
                <a:cubicBezTo>
                  <a:pt x="1167" y="1225"/>
                  <a:pt x="1167" y="1225"/>
                  <a:pt x="1167" y="1225"/>
                </a:cubicBezTo>
                <a:cubicBezTo>
                  <a:pt x="749" y="1493"/>
                  <a:pt x="749" y="1493"/>
                  <a:pt x="749" y="1493"/>
                </a:cubicBezTo>
                <a:cubicBezTo>
                  <a:pt x="875" y="1012"/>
                  <a:pt x="875" y="1012"/>
                  <a:pt x="875" y="1012"/>
                </a:cubicBezTo>
                <a:cubicBezTo>
                  <a:pt x="491" y="699"/>
                  <a:pt x="491" y="699"/>
                  <a:pt x="491" y="699"/>
                </a:cubicBezTo>
                <a:cubicBezTo>
                  <a:pt x="986" y="669"/>
                  <a:pt x="986" y="669"/>
                  <a:pt x="986" y="669"/>
                </a:cubicBezTo>
                <a:cubicBezTo>
                  <a:pt x="1167" y="210"/>
                  <a:pt x="1167" y="210"/>
                  <a:pt x="1167" y="210"/>
                </a:cubicBezTo>
                <a:cubicBezTo>
                  <a:pt x="1347" y="670"/>
                  <a:pt x="1347" y="670"/>
                  <a:pt x="1347" y="670"/>
                </a:cubicBezTo>
                <a:cubicBezTo>
                  <a:pt x="1841" y="700"/>
                  <a:pt x="1841" y="700"/>
                  <a:pt x="1841" y="700"/>
                </a:cubicBezTo>
                <a:cubicBezTo>
                  <a:pt x="1458" y="1013"/>
                  <a:pt x="1458" y="1013"/>
                  <a:pt x="1458" y="1013"/>
                </a:cubicBezTo>
                <a:lnTo>
                  <a:pt x="1585" y="14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7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Airport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68622" cy="914400"/>
          </a:xfrm>
          <a:custGeom>
            <a:avLst/>
            <a:gdLst>
              <a:gd name="T0" fmla="*/ 2217 w 2217"/>
              <a:gd name="T1" fmla="*/ 1634 h 2334"/>
              <a:gd name="T2" fmla="*/ 2217 w 2217"/>
              <a:gd name="T3" fmla="*/ 1400 h 2334"/>
              <a:gd name="T4" fmla="*/ 1284 w 2217"/>
              <a:gd name="T5" fmla="*/ 817 h 2334"/>
              <a:gd name="T6" fmla="*/ 1284 w 2217"/>
              <a:gd name="T7" fmla="*/ 175 h 2334"/>
              <a:gd name="T8" fmla="*/ 1109 w 2217"/>
              <a:gd name="T9" fmla="*/ 0 h 2334"/>
              <a:gd name="T10" fmla="*/ 934 w 2217"/>
              <a:gd name="T11" fmla="*/ 175 h 2334"/>
              <a:gd name="T12" fmla="*/ 934 w 2217"/>
              <a:gd name="T13" fmla="*/ 817 h 2334"/>
              <a:gd name="T14" fmla="*/ 0 w 2217"/>
              <a:gd name="T15" fmla="*/ 1400 h 2334"/>
              <a:gd name="T16" fmla="*/ 0 w 2217"/>
              <a:gd name="T17" fmla="*/ 1634 h 2334"/>
              <a:gd name="T18" fmla="*/ 934 w 2217"/>
              <a:gd name="T19" fmla="*/ 1342 h 2334"/>
              <a:gd name="T20" fmla="*/ 934 w 2217"/>
              <a:gd name="T21" fmla="*/ 1984 h 2334"/>
              <a:gd name="T22" fmla="*/ 700 w 2217"/>
              <a:gd name="T23" fmla="*/ 2159 h 2334"/>
              <a:gd name="T24" fmla="*/ 700 w 2217"/>
              <a:gd name="T25" fmla="*/ 2334 h 2334"/>
              <a:gd name="T26" fmla="*/ 1109 w 2217"/>
              <a:gd name="T27" fmla="*/ 2217 h 2334"/>
              <a:gd name="T28" fmla="*/ 1517 w 2217"/>
              <a:gd name="T29" fmla="*/ 2334 h 2334"/>
              <a:gd name="T30" fmla="*/ 1517 w 2217"/>
              <a:gd name="T31" fmla="*/ 2159 h 2334"/>
              <a:gd name="T32" fmla="*/ 1284 w 2217"/>
              <a:gd name="T33" fmla="*/ 1984 h 2334"/>
              <a:gd name="T34" fmla="*/ 1284 w 2217"/>
              <a:gd name="T35" fmla="*/ 1342 h 2334"/>
              <a:gd name="T36" fmla="*/ 2217 w 2217"/>
              <a:gd name="T37" fmla="*/ 16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217" h="2334">
                <a:moveTo>
                  <a:pt x="2217" y="1634"/>
                </a:moveTo>
                <a:cubicBezTo>
                  <a:pt x="2217" y="1400"/>
                  <a:pt x="2217" y="1400"/>
                  <a:pt x="2217" y="1400"/>
                </a:cubicBezTo>
                <a:cubicBezTo>
                  <a:pt x="1284" y="817"/>
                  <a:pt x="1284" y="817"/>
                  <a:pt x="1284" y="817"/>
                </a:cubicBezTo>
                <a:cubicBezTo>
                  <a:pt x="1284" y="175"/>
                  <a:pt x="1284" y="175"/>
                  <a:pt x="1284" y="175"/>
                </a:cubicBezTo>
                <a:cubicBezTo>
                  <a:pt x="1284" y="78"/>
                  <a:pt x="1206" y="0"/>
                  <a:pt x="1109" y="0"/>
                </a:cubicBezTo>
                <a:cubicBezTo>
                  <a:pt x="1012" y="0"/>
                  <a:pt x="934" y="78"/>
                  <a:pt x="934" y="175"/>
                </a:cubicBezTo>
                <a:cubicBezTo>
                  <a:pt x="934" y="817"/>
                  <a:pt x="934" y="817"/>
                  <a:pt x="934" y="817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0" y="1634"/>
                  <a:pt x="0" y="1634"/>
                  <a:pt x="0" y="1634"/>
                </a:cubicBezTo>
                <a:cubicBezTo>
                  <a:pt x="934" y="1342"/>
                  <a:pt x="934" y="1342"/>
                  <a:pt x="934" y="1342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700" y="2159"/>
                  <a:pt x="700" y="2159"/>
                  <a:pt x="700" y="2159"/>
                </a:cubicBezTo>
                <a:cubicBezTo>
                  <a:pt x="700" y="2334"/>
                  <a:pt x="700" y="2334"/>
                  <a:pt x="700" y="2334"/>
                </a:cubicBezTo>
                <a:cubicBezTo>
                  <a:pt x="1109" y="2217"/>
                  <a:pt x="1109" y="2217"/>
                  <a:pt x="1109" y="2217"/>
                </a:cubicBezTo>
                <a:cubicBezTo>
                  <a:pt x="1517" y="2334"/>
                  <a:pt x="1517" y="2334"/>
                  <a:pt x="1517" y="2334"/>
                </a:cubicBezTo>
                <a:cubicBezTo>
                  <a:pt x="1517" y="2159"/>
                  <a:pt x="1517" y="2159"/>
                  <a:pt x="1517" y="2159"/>
                </a:cubicBezTo>
                <a:cubicBezTo>
                  <a:pt x="1284" y="1984"/>
                  <a:pt x="1284" y="1984"/>
                  <a:pt x="1284" y="1984"/>
                </a:cubicBezTo>
                <a:cubicBezTo>
                  <a:pt x="1284" y="1342"/>
                  <a:pt x="1284" y="1342"/>
                  <a:pt x="1284" y="1342"/>
                </a:cubicBezTo>
                <a:lnTo>
                  <a:pt x="2217" y="16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7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AT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1050 w 2334"/>
              <a:gd name="T1" fmla="*/ 1516 h 1866"/>
              <a:gd name="T2" fmla="*/ 1284 w 2334"/>
              <a:gd name="T3" fmla="*/ 1516 h 1866"/>
              <a:gd name="T4" fmla="*/ 1284 w 2334"/>
              <a:gd name="T5" fmla="*/ 1400 h 1866"/>
              <a:gd name="T6" fmla="*/ 1400 w 2334"/>
              <a:gd name="T7" fmla="*/ 1400 h 1866"/>
              <a:gd name="T8" fmla="*/ 1517 w 2334"/>
              <a:gd name="T9" fmla="*/ 1283 h 1866"/>
              <a:gd name="T10" fmla="*/ 1517 w 2334"/>
              <a:gd name="T11" fmla="*/ 933 h 1866"/>
              <a:gd name="T12" fmla="*/ 1400 w 2334"/>
              <a:gd name="T13" fmla="*/ 816 h 1866"/>
              <a:gd name="T14" fmla="*/ 1050 w 2334"/>
              <a:gd name="T15" fmla="*/ 816 h 1866"/>
              <a:gd name="T16" fmla="*/ 1050 w 2334"/>
              <a:gd name="T17" fmla="*/ 700 h 1866"/>
              <a:gd name="T18" fmla="*/ 1517 w 2334"/>
              <a:gd name="T19" fmla="*/ 700 h 1866"/>
              <a:gd name="T20" fmla="*/ 1517 w 2334"/>
              <a:gd name="T21" fmla="*/ 466 h 1866"/>
              <a:gd name="T22" fmla="*/ 1284 w 2334"/>
              <a:gd name="T23" fmla="*/ 466 h 1866"/>
              <a:gd name="T24" fmla="*/ 1284 w 2334"/>
              <a:gd name="T25" fmla="*/ 350 h 1866"/>
              <a:gd name="T26" fmla="*/ 1050 w 2334"/>
              <a:gd name="T27" fmla="*/ 350 h 1866"/>
              <a:gd name="T28" fmla="*/ 1050 w 2334"/>
              <a:gd name="T29" fmla="*/ 466 h 1866"/>
              <a:gd name="T30" fmla="*/ 934 w 2334"/>
              <a:gd name="T31" fmla="*/ 466 h 1866"/>
              <a:gd name="T32" fmla="*/ 817 w 2334"/>
              <a:gd name="T33" fmla="*/ 583 h 1866"/>
              <a:gd name="T34" fmla="*/ 817 w 2334"/>
              <a:gd name="T35" fmla="*/ 933 h 1866"/>
              <a:gd name="T36" fmla="*/ 934 w 2334"/>
              <a:gd name="T37" fmla="*/ 1050 h 1866"/>
              <a:gd name="T38" fmla="*/ 1284 w 2334"/>
              <a:gd name="T39" fmla="*/ 1050 h 1866"/>
              <a:gd name="T40" fmla="*/ 1284 w 2334"/>
              <a:gd name="T41" fmla="*/ 1166 h 1866"/>
              <a:gd name="T42" fmla="*/ 817 w 2334"/>
              <a:gd name="T43" fmla="*/ 1166 h 1866"/>
              <a:gd name="T44" fmla="*/ 817 w 2334"/>
              <a:gd name="T45" fmla="*/ 1400 h 1866"/>
              <a:gd name="T46" fmla="*/ 1050 w 2334"/>
              <a:gd name="T47" fmla="*/ 1400 h 1866"/>
              <a:gd name="T48" fmla="*/ 1050 w 2334"/>
              <a:gd name="T49" fmla="*/ 1516 h 1866"/>
              <a:gd name="T50" fmla="*/ 2100 w 2334"/>
              <a:gd name="T51" fmla="*/ 0 h 1866"/>
              <a:gd name="T52" fmla="*/ 234 w 2334"/>
              <a:gd name="T53" fmla="*/ 0 h 1866"/>
              <a:gd name="T54" fmla="*/ 1 w 2334"/>
              <a:gd name="T55" fmla="*/ 233 h 1866"/>
              <a:gd name="T56" fmla="*/ 0 w 2334"/>
              <a:gd name="T57" fmla="*/ 1633 h 1866"/>
              <a:gd name="T58" fmla="*/ 234 w 2334"/>
              <a:gd name="T59" fmla="*/ 1866 h 1866"/>
              <a:gd name="T60" fmla="*/ 2100 w 2334"/>
              <a:gd name="T61" fmla="*/ 1866 h 1866"/>
              <a:gd name="T62" fmla="*/ 2334 w 2334"/>
              <a:gd name="T63" fmla="*/ 1633 h 1866"/>
              <a:gd name="T64" fmla="*/ 2334 w 2334"/>
              <a:gd name="T65" fmla="*/ 233 h 1866"/>
              <a:gd name="T66" fmla="*/ 2100 w 2334"/>
              <a:gd name="T67" fmla="*/ 0 h 1866"/>
              <a:gd name="T68" fmla="*/ 2100 w 2334"/>
              <a:gd name="T69" fmla="*/ 1633 h 1866"/>
              <a:gd name="T70" fmla="*/ 234 w 2334"/>
              <a:gd name="T71" fmla="*/ 1633 h 1866"/>
              <a:gd name="T72" fmla="*/ 234 w 2334"/>
              <a:gd name="T73" fmla="*/ 233 h 1866"/>
              <a:gd name="T74" fmla="*/ 2100 w 2334"/>
              <a:gd name="T75" fmla="*/ 233 h 1866"/>
              <a:gd name="T76" fmla="*/ 2100 w 2334"/>
              <a:gd name="T77" fmla="*/ 163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334" h="1866">
                <a:moveTo>
                  <a:pt x="1050" y="1516"/>
                </a:moveTo>
                <a:cubicBezTo>
                  <a:pt x="1284" y="1516"/>
                  <a:pt x="1284" y="1516"/>
                  <a:pt x="1284" y="1516"/>
                </a:cubicBezTo>
                <a:cubicBezTo>
                  <a:pt x="1284" y="1400"/>
                  <a:pt x="1284" y="1400"/>
                  <a:pt x="1284" y="1400"/>
                </a:cubicBezTo>
                <a:cubicBezTo>
                  <a:pt x="1400" y="1400"/>
                  <a:pt x="1400" y="1400"/>
                  <a:pt x="1400" y="1400"/>
                </a:cubicBezTo>
                <a:cubicBezTo>
                  <a:pt x="1464" y="1400"/>
                  <a:pt x="1517" y="1347"/>
                  <a:pt x="1517" y="1283"/>
                </a:cubicBezTo>
                <a:cubicBezTo>
                  <a:pt x="1517" y="933"/>
                  <a:pt x="1517" y="933"/>
                  <a:pt x="1517" y="933"/>
                </a:cubicBezTo>
                <a:cubicBezTo>
                  <a:pt x="1517" y="869"/>
                  <a:pt x="1464" y="816"/>
                  <a:pt x="1400" y="816"/>
                </a:cubicBezTo>
                <a:cubicBezTo>
                  <a:pt x="1050" y="816"/>
                  <a:pt x="1050" y="816"/>
                  <a:pt x="1050" y="816"/>
                </a:cubicBezTo>
                <a:cubicBezTo>
                  <a:pt x="1050" y="700"/>
                  <a:pt x="1050" y="700"/>
                  <a:pt x="1050" y="700"/>
                </a:cubicBezTo>
                <a:cubicBezTo>
                  <a:pt x="1517" y="700"/>
                  <a:pt x="1517" y="700"/>
                  <a:pt x="1517" y="700"/>
                </a:cubicBezTo>
                <a:cubicBezTo>
                  <a:pt x="1517" y="466"/>
                  <a:pt x="1517" y="466"/>
                  <a:pt x="1517" y="466"/>
                </a:cubicBezTo>
                <a:cubicBezTo>
                  <a:pt x="1284" y="466"/>
                  <a:pt x="1284" y="466"/>
                  <a:pt x="1284" y="466"/>
                </a:cubicBezTo>
                <a:cubicBezTo>
                  <a:pt x="1284" y="350"/>
                  <a:pt x="1284" y="350"/>
                  <a:pt x="1284" y="350"/>
                </a:cubicBezTo>
                <a:cubicBezTo>
                  <a:pt x="1050" y="350"/>
                  <a:pt x="1050" y="350"/>
                  <a:pt x="1050" y="350"/>
                </a:cubicBezTo>
                <a:cubicBezTo>
                  <a:pt x="1050" y="466"/>
                  <a:pt x="1050" y="466"/>
                  <a:pt x="1050" y="466"/>
                </a:cubicBezTo>
                <a:cubicBezTo>
                  <a:pt x="934" y="466"/>
                  <a:pt x="934" y="466"/>
                  <a:pt x="934" y="466"/>
                </a:cubicBezTo>
                <a:cubicBezTo>
                  <a:pt x="870" y="466"/>
                  <a:pt x="817" y="519"/>
                  <a:pt x="817" y="583"/>
                </a:cubicBezTo>
                <a:cubicBezTo>
                  <a:pt x="817" y="933"/>
                  <a:pt x="817" y="933"/>
                  <a:pt x="817" y="933"/>
                </a:cubicBezTo>
                <a:cubicBezTo>
                  <a:pt x="817" y="997"/>
                  <a:pt x="870" y="1050"/>
                  <a:pt x="934" y="1050"/>
                </a:cubicBezTo>
                <a:cubicBezTo>
                  <a:pt x="1284" y="1050"/>
                  <a:pt x="1284" y="1050"/>
                  <a:pt x="1284" y="1050"/>
                </a:cubicBezTo>
                <a:cubicBezTo>
                  <a:pt x="1284" y="1166"/>
                  <a:pt x="1284" y="1166"/>
                  <a:pt x="1284" y="1166"/>
                </a:cubicBezTo>
                <a:cubicBezTo>
                  <a:pt x="817" y="1166"/>
                  <a:pt x="817" y="1166"/>
                  <a:pt x="817" y="1166"/>
                </a:cubicBezTo>
                <a:cubicBezTo>
                  <a:pt x="817" y="1400"/>
                  <a:pt x="817" y="1400"/>
                  <a:pt x="817" y="1400"/>
                </a:cubicBezTo>
                <a:cubicBezTo>
                  <a:pt x="1050" y="1400"/>
                  <a:pt x="1050" y="1400"/>
                  <a:pt x="1050" y="1400"/>
                </a:cubicBezTo>
                <a:lnTo>
                  <a:pt x="1050" y="1516"/>
                </a:lnTo>
                <a:close/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4" y="0"/>
                  <a:pt x="1" y="104"/>
                  <a:pt x="1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2"/>
                  <a:pt x="104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30" y="1866"/>
                  <a:pt x="2334" y="1762"/>
                  <a:pt x="2334" y="1633"/>
                </a:cubicBezTo>
                <a:cubicBezTo>
                  <a:pt x="2334" y="233"/>
                  <a:pt x="2334" y="233"/>
                  <a:pt x="2334" y="233"/>
                </a:cubicBezTo>
                <a:cubicBezTo>
                  <a:pt x="2334" y="104"/>
                  <a:pt x="2230" y="0"/>
                  <a:pt x="2100" y="0"/>
                </a:cubicBezTo>
                <a:close/>
                <a:moveTo>
                  <a:pt x="2100" y="1633"/>
                </a:moveTo>
                <a:cubicBezTo>
                  <a:pt x="234" y="1633"/>
                  <a:pt x="234" y="1633"/>
                  <a:pt x="234" y="1633"/>
                </a:cubicBezTo>
                <a:cubicBezTo>
                  <a:pt x="234" y="233"/>
                  <a:pt x="234" y="233"/>
                  <a:pt x="234" y="233"/>
                </a:cubicBezTo>
                <a:cubicBezTo>
                  <a:pt x="2100" y="233"/>
                  <a:pt x="2100" y="233"/>
                  <a:pt x="2100" y="233"/>
                </a:cubicBezTo>
                <a:lnTo>
                  <a:pt x="2100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7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Ba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961 w 4961"/>
              <a:gd name="T1" fmla="*/ 550 h 4961"/>
              <a:gd name="T2" fmla="*/ 4961 w 4961"/>
              <a:gd name="T3" fmla="*/ 0 h 4961"/>
              <a:gd name="T4" fmla="*/ 0 w 4961"/>
              <a:gd name="T5" fmla="*/ 0 h 4961"/>
              <a:gd name="T6" fmla="*/ 0 w 4961"/>
              <a:gd name="T7" fmla="*/ 550 h 4961"/>
              <a:gd name="T8" fmla="*/ 2204 w 4961"/>
              <a:gd name="T9" fmla="*/ 3031 h 4961"/>
              <a:gd name="T10" fmla="*/ 2204 w 4961"/>
              <a:gd name="T11" fmla="*/ 4410 h 4961"/>
              <a:gd name="T12" fmla="*/ 827 w 4961"/>
              <a:gd name="T13" fmla="*/ 4410 h 4961"/>
              <a:gd name="T14" fmla="*/ 827 w 4961"/>
              <a:gd name="T15" fmla="*/ 4961 h 4961"/>
              <a:gd name="T16" fmla="*/ 4134 w 4961"/>
              <a:gd name="T17" fmla="*/ 4961 h 4961"/>
              <a:gd name="T18" fmla="*/ 4134 w 4961"/>
              <a:gd name="T19" fmla="*/ 4410 h 4961"/>
              <a:gd name="T20" fmla="*/ 2757 w 4961"/>
              <a:gd name="T21" fmla="*/ 4410 h 4961"/>
              <a:gd name="T22" fmla="*/ 2757 w 4961"/>
              <a:gd name="T23" fmla="*/ 3031 h 4961"/>
              <a:gd name="T24" fmla="*/ 4961 w 4961"/>
              <a:gd name="T25" fmla="*/ 550 h 4961"/>
              <a:gd name="T26" fmla="*/ 1222 w 4961"/>
              <a:gd name="T27" fmla="*/ 1103 h 4961"/>
              <a:gd name="T28" fmla="*/ 733 w 4961"/>
              <a:gd name="T29" fmla="*/ 550 h 4961"/>
              <a:gd name="T30" fmla="*/ 4231 w 4961"/>
              <a:gd name="T31" fmla="*/ 550 h 4961"/>
              <a:gd name="T32" fmla="*/ 3740 w 4961"/>
              <a:gd name="T33" fmla="*/ 1103 h 4961"/>
              <a:gd name="T34" fmla="*/ 1222 w 4961"/>
              <a:gd name="T35" fmla="*/ 1103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4961" h="4961">
                <a:moveTo>
                  <a:pt x="4961" y="550"/>
                </a:moveTo>
                <a:lnTo>
                  <a:pt x="4961" y="0"/>
                </a:lnTo>
                <a:lnTo>
                  <a:pt x="0" y="0"/>
                </a:lnTo>
                <a:lnTo>
                  <a:pt x="0" y="550"/>
                </a:lnTo>
                <a:lnTo>
                  <a:pt x="2204" y="3031"/>
                </a:lnTo>
                <a:lnTo>
                  <a:pt x="2204" y="4410"/>
                </a:lnTo>
                <a:lnTo>
                  <a:pt x="827" y="4410"/>
                </a:lnTo>
                <a:lnTo>
                  <a:pt x="827" y="4961"/>
                </a:lnTo>
                <a:lnTo>
                  <a:pt x="4134" y="4961"/>
                </a:lnTo>
                <a:lnTo>
                  <a:pt x="4134" y="4410"/>
                </a:lnTo>
                <a:lnTo>
                  <a:pt x="2757" y="4410"/>
                </a:lnTo>
                <a:lnTo>
                  <a:pt x="2757" y="3031"/>
                </a:lnTo>
                <a:lnTo>
                  <a:pt x="4961" y="550"/>
                </a:lnTo>
                <a:close/>
                <a:moveTo>
                  <a:pt x="1222" y="1103"/>
                </a:moveTo>
                <a:lnTo>
                  <a:pt x="733" y="550"/>
                </a:lnTo>
                <a:lnTo>
                  <a:pt x="4231" y="550"/>
                </a:lnTo>
                <a:lnTo>
                  <a:pt x="3740" y="1103"/>
                </a:lnTo>
                <a:lnTo>
                  <a:pt x="1222" y="11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7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Caf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695"/>
          </a:xfrm>
          <a:custGeom>
            <a:avLst/>
            <a:gdLst>
              <a:gd name="T0" fmla="*/ 2100 w 2334"/>
              <a:gd name="T1" fmla="*/ 0 h 2100"/>
              <a:gd name="T2" fmla="*/ 234 w 2334"/>
              <a:gd name="T3" fmla="*/ 0 h 2100"/>
              <a:gd name="T4" fmla="*/ 234 w 2334"/>
              <a:gd name="T5" fmla="*/ 1167 h 2100"/>
              <a:gd name="T6" fmla="*/ 700 w 2334"/>
              <a:gd name="T7" fmla="*/ 1633 h 2100"/>
              <a:gd name="T8" fmla="*/ 1400 w 2334"/>
              <a:gd name="T9" fmla="*/ 1633 h 2100"/>
              <a:gd name="T10" fmla="*/ 1867 w 2334"/>
              <a:gd name="T11" fmla="*/ 1167 h 2100"/>
              <a:gd name="T12" fmla="*/ 1867 w 2334"/>
              <a:gd name="T13" fmla="*/ 817 h 2100"/>
              <a:gd name="T14" fmla="*/ 2100 w 2334"/>
              <a:gd name="T15" fmla="*/ 817 h 2100"/>
              <a:gd name="T16" fmla="*/ 2334 w 2334"/>
              <a:gd name="T17" fmla="*/ 583 h 2100"/>
              <a:gd name="T18" fmla="*/ 2334 w 2334"/>
              <a:gd name="T19" fmla="*/ 233 h 2100"/>
              <a:gd name="T20" fmla="*/ 2100 w 2334"/>
              <a:gd name="T21" fmla="*/ 0 h 2100"/>
              <a:gd name="T22" fmla="*/ 2100 w 2334"/>
              <a:gd name="T23" fmla="*/ 583 h 2100"/>
              <a:gd name="T24" fmla="*/ 1867 w 2334"/>
              <a:gd name="T25" fmla="*/ 583 h 2100"/>
              <a:gd name="T26" fmla="*/ 1867 w 2334"/>
              <a:gd name="T27" fmla="*/ 233 h 2100"/>
              <a:gd name="T28" fmla="*/ 2100 w 2334"/>
              <a:gd name="T29" fmla="*/ 233 h 2100"/>
              <a:gd name="T30" fmla="*/ 2100 w 2334"/>
              <a:gd name="T31" fmla="*/ 583 h 2100"/>
              <a:gd name="T32" fmla="*/ 0 w 2334"/>
              <a:gd name="T33" fmla="*/ 2100 h 2100"/>
              <a:gd name="T34" fmla="*/ 2100 w 2334"/>
              <a:gd name="T35" fmla="*/ 2100 h 2100"/>
              <a:gd name="T36" fmla="*/ 2100 w 2334"/>
              <a:gd name="T37" fmla="*/ 1867 h 2100"/>
              <a:gd name="T38" fmla="*/ 0 w 2334"/>
              <a:gd name="T39" fmla="*/ 1867 h 2100"/>
              <a:gd name="T40" fmla="*/ 0 w 2334"/>
              <a:gd name="T41" fmla="*/ 210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334" h="2100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234" y="1167"/>
                  <a:pt x="234" y="1167"/>
                  <a:pt x="234" y="1167"/>
                </a:cubicBezTo>
                <a:cubicBezTo>
                  <a:pt x="234" y="1424"/>
                  <a:pt x="443" y="1633"/>
                  <a:pt x="700" y="1633"/>
                </a:cubicBezTo>
                <a:cubicBezTo>
                  <a:pt x="1400" y="1633"/>
                  <a:pt x="1400" y="1633"/>
                  <a:pt x="1400" y="1633"/>
                </a:cubicBezTo>
                <a:cubicBezTo>
                  <a:pt x="1658" y="1633"/>
                  <a:pt x="1867" y="1424"/>
                  <a:pt x="1867" y="1167"/>
                </a:cubicBezTo>
                <a:cubicBezTo>
                  <a:pt x="1867" y="817"/>
                  <a:pt x="1867" y="817"/>
                  <a:pt x="1867" y="817"/>
                </a:cubicBezTo>
                <a:cubicBezTo>
                  <a:pt x="2100" y="817"/>
                  <a:pt x="2100" y="817"/>
                  <a:pt x="2100" y="817"/>
                </a:cubicBezTo>
                <a:cubicBezTo>
                  <a:pt x="2230" y="817"/>
                  <a:pt x="2334" y="713"/>
                  <a:pt x="2334" y="583"/>
                </a:cubicBezTo>
                <a:cubicBezTo>
                  <a:pt x="2334" y="233"/>
                  <a:pt x="2334" y="233"/>
                  <a:pt x="2334" y="233"/>
                </a:cubicBezTo>
                <a:cubicBezTo>
                  <a:pt x="2334" y="104"/>
                  <a:pt x="2230" y="0"/>
                  <a:pt x="2100" y="0"/>
                </a:cubicBezTo>
                <a:close/>
                <a:moveTo>
                  <a:pt x="2100" y="583"/>
                </a:moveTo>
                <a:cubicBezTo>
                  <a:pt x="1867" y="583"/>
                  <a:pt x="1867" y="583"/>
                  <a:pt x="1867" y="583"/>
                </a:cubicBezTo>
                <a:cubicBezTo>
                  <a:pt x="1867" y="233"/>
                  <a:pt x="1867" y="233"/>
                  <a:pt x="1867" y="233"/>
                </a:cubicBezTo>
                <a:cubicBezTo>
                  <a:pt x="2100" y="233"/>
                  <a:pt x="2100" y="233"/>
                  <a:pt x="2100" y="233"/>
                </a:cubicBezTo>
                <a:lnTo>
                  <a:pt x="2100" y="583"/>
                </a:lnTo>
                <a:close/>
                <a:moveTo>
                  <a:pt x="0" y="2100"/>
                </a:moveTo>
                <a:cubicBezTo>
                  <a:pt x="2100" y="2100"/>
                  <a:pt x="2100" y="2100"/>
                  <a:pt x="2100" y="2100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0" y="1867"/>
                  <a:pt x="0" y="1867"/>
                  <a:pt x="0" y="1867"/>
                </a:cubicBezTo>
                <a:lnTo>
                  <a:pt x="0" y="2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7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Car Wash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41474" cy="914400"/>
          </a:xfrm>
          <a:custGeom>
            <a:avLst/>
            <a:gdLst>
              <a:gd name="T0" fmla="*/ 1633 w 2100"/>
              <a:gd name="T1" fmla="*/ 490 h 2590"/>
              <a:gd name="T2" fmla="*/ 1808 w 2100"/>
              <a:gd name="T3" fmla="*/ 315 h 2590"/>
              <a:gd name="T4" fmla="*/ 1633 w 2100"/>
              <a:gd name="T5" fmla="*/ 0 h 2590"/>
              <a:gd name="T6" fmla="*/ 1458 w 2100"/>
              <a:gd name="T7" fmla="*/ 315 h 2590"/>
              <a:gd name="T8" fmla="*/ 1633 w 2100"/>
              <a:gd name="T9" fmla="*/ 490 h 2590"/>
              <a:gd name="T10" fmla="*/ 1050 w 2100"/>
              <a:gd name="T11" fmla="*/ 490 h 2590"/>
              <a:gd name="T12" fmla="*/ 1225 w 2100"/>
              <a:gd name="T13" fmla="*/ 315 h 2590"/>
              <a:gd name="T14" fmla="*/ 1050 w 2100"/>
              <a:gd name="T15" fmla="*/ 0 h 2590"/>
              <a:gd name="T16" fmla="*/ 875 w 2100"/>
              <a:gd name="T17" fmla="*/ 315 h 2590"/>
              <a:gd name="T18" fmla="*/ 1050 w 2100"/>
              <a:gd name="T19" fmla="*/ 490 h 2590"/>
              <a:gd name="T20" fmla="*/ 467 w 2100"/>
              <a:gd name="T21" fmla="*/ 490 h 2590"/>
              <a:gd name="T22" fmla="*/ 642 w 2100"/>
              <a:gd name="T23" fmla="*/ 315 h 2590"/>
              <a:gd name="T24" fmla="*/ 467 w 2100"/>
              <a:gd name="T25" fmla="*/ 0 h 2590"/>
              <a:gd name="T26" fmla="*/ 292 w 2100"/>
              <a:gd name="T27" fmla="*/ 315 h 2590"/>
              <a:gd name="T28" fmla="*/ 467 w 2100"/>
              <a:gd name="T29" fmla="*/ 490 h 2590"/>
              <a:gd name="T30" fmla="*/ 1857 w 2100"/>
              <a:gd name="T31" fmla="*/ 841 h 2590"/>
              <a:gd name="T32" fmla="*/ 1692 w 2100"/>
              <a:gd name="T33" fmla="*/ 724 h 2590"/>
              <a:gd name="T34" fmla="*/ 408 w 2100"/>
              <a:gd name="T35" fmla="*/ 724 h 2590"/>
              <a:gd name="T36" fmla="*/ 243 w 2100"/>
              <a:gd name="T37" fmla="*/ 841 h 2590"/>
              <a:gd name="T38" fmla="*/ 0 w 2100"/>
              <a:gd name="T39" fmla="*/ 1540 h 2590"/>
              <a:gd name="T40" fmla="*/ 0 w 2100"/>
              <a:gd name="T41" fmla="*/ 2474 h 2590"/>
              <a:gd name="T42" fmla="*/ 117 w 2100"/>
              <a:gd name="T43" fmla="*/ 2590 h 2590"/>
              <a:gd name="T44" fmla="*/ 233 w 2100"/>
              <a:gd name="T45" fmla="*/ 2590 h 2590"/>
              <a:gd name="T46" fmla="*/ 350 w 2100"/>
              <a:gd name="T47" fmla="*/ 2474 h 2590"/>
              <a:gd name="T48" fmla="*/ 350 w 2100"/>
              <a:gd name="T49" fmla="*/ 2357 h 2590"/>
              <a:gd name="T50" fmla="*/ 1750 w 2100"/>
              <a:gd name="T51" fmla="*/ 2357 h 2590"/>
              <a:gd name="T52" fmla="*/ 1750 w 2100"/>
              <a:gd name="T53" fmla="*/ 2474 h 2590"/>
              <a:gd name="T54" fmla="*/ 1867 w 2100"/>
              <a:gd name="T55" fmla="*/ 2590 h 2590"/>
              <a:gd name="T56" fmla="*/ 1983 w 2100"/>
              <a:gd name="T57" fmla="*/ 2590 h 2590"/>
              <a:gd name="T58" fmla="*/ 2100 w 2100"/>
              <a:gd name="T59" fmla="*/ 2474 h 2590"/>
              <a:gd name="T60" fmla="*/ 2100 w 2100"/>
              <a:gd name="T61" fmla="*/ 1540 h 2590"/>
              <a:gd name="T62" fmla="*/ 1857 w 2100"/>
              <a:gd name="T63" fmla="*/ 841 h 2590"/>
              <a:gd name="T64" fmla="*/ 408 w 2100"/>
              <a:gd name="T65" fmla="*/ 2007 h 2590"/>
              <a:gd name="T66" fmla="*/ 233 w 2100"/>
              <a:gd name="T67" fmla="*/ 1832 h 2590"/>
              <a:gd name="T68" fmla="*/ 408 w 2100"/>
              <a:gd name="T69" fmla="*/ 1657 h 2590"/>
              <a:gd name="T70" fmla="*/ 583 w 2100"/>
              <a:gd name="T71" fmla="*/ 1832 h 2590"/>
              <a:gd name="T72" fmla="*/ 408 w 2100"/>
              <a:gd name="T73" fmla="*/ 2007 h 2590"/>
              <a:gd name="T74" fmla="*/ 1692 w 2100"/>
              <a:gd name="T75" fmla="*/ 2007 h 2590"/>
              <a:gd name="T76" fmla="*/ 1517 w 2100"/>
              <a:gd name="T77" fmla="*/ 1832 h 2590"/>
              <a:gd name="T78" fmla="*/ 1692 w 2100"/>
              <a:gd name="T79" fmla="*/ 1657 h 2590"/>
              <a:gd name="T80" fmla="*/ 1867 w 2100"/>
              <a:gd name="T81" fmla="*/ 1832 h 2590"/>
              <a:gd name="T82" fmla="*/ 1692 w 2100"/>
              <a:gd name="T83" fmla="*/ 2007 h 2590"/>
              <a:gd name="T84" fmla="*/ 233 w 2100"/>
              <a:gd name="T85" fmla="*/ 1424 h 2590"/>
              <a:gd name="T86" fmla="*/ 408 w 2100"/>
              <a:gd name="T87" fmla="*/ 899 h 2590"/>
              <a:gd name="T88" fmla="*/ 1692 w 2100"/>
              <a:gd name="T89" fmla="*/ 899 h 2590"/>
              <a:gd name="T90" fmla="*/ 1867 w 2100"/>
              <a:gd name="T91" fmla="*/ 1424 h 2590"/>
              <a:gd name="T92" fmla="*/ 233 w 2100"/>
              <a:gd name="T93" fmla="*/ 1424 h 25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100" h="2590">
                <a:moveTo>
                  <a:pt x="1633" y="490"/>
                </a:moveTo>
                <a:cubicBezTo>
                  <a:pt x="1730" y="490"/>
                  <a:pt x="1808" y="412"/>
                  <a:pt x="1808" y="315"/>
                </a:cubicBezTo>
                <a:cubicBezTo>
                  <a:pt x="1808" y="199"/>
                  <a:pt x="1633" y="0"/>
                  <a:pt x="1633" y="0"/>
                </a:cubicBezTo>
                <a:cubicBezTo>
                  <a:pt x="1633" y="0"/>
                  <a:pt x="1458" y="199"/>
                  <a:pt x="1458" y="315"/>
                </a:cubicBezTo>
                <a:cubicBezTo>
                  <a:pt x="1458" y="412"/>
                  <a:pt x="1536" y="490"/>
                  <a:pt x="1633" y="490"/>
                </a:cubicBezTo>
                <a:close/>
                <a:moveTo>
                  <a:pt x="1050" y="490"/>
                </a:moveTo>
                <a:cubicBezTo>
                  <a:pt x="1147" y="490"/>
                  <a:pt x="1225" y="412"/>
                  <a:pt x="1225" y="315"/>
                </a:cubicBezTo>
                <a:cubicBezTo>
                  <a:pt x="1225" y="199"/>
                  <a:pt x="1050" y="0"/>
                  <a:pt x="1050" y="0"/>
                </a:cubicBezTo>
                <a:cubicBezTo>
                  <a:pt x="1050" y="0"/>
                  <a:pt x="875" y="199"/>
                  <a:pt x="875" y="315"/>
                </a:cubicBezTo>
                <a:cubicBezTo>
                  <a:pt x="875" y="412"/>
                  <a:pt x="953" y="490"/>
                  <a:pt x="1050" y="490"/>
                </a:cubicBezTo>
                <a:close/>
                <a:moveTo>
                  <a:pt x="467" y="490"/>
                </a:moveTo>
                <a:cubicBezTo>
                  <a:pt x="564" y="490"/>
                  <a:pt x="642" y="412"/>
                  <a:pt x="642" y="315"/>
                </a:cubicBezTo>
                <a:cubicBezTo>
                  <a:pt x="642" y="199"/>
                  <a:pt x="467" y="0"/>
                  <a:pt x="467" y="0"/>
                </a:cubicBezTo>
                <a:cubicBezTo>
                  <a:pt x="467" y="0"/>
                  <a:pt x="292" y="199"/>
                  <a:pt x="292" y="315"/>
                </a:cubicBezTo>
                <a:cubicBezTo>
                  <a:pt x="292" y="412"/>
                  <a:pt x="370" y="490"/>
                  <a:pt x="467" y="490"/>
                </a:cubicBezTo>
                <a:close/>
                <a:moveTo>
                  <a:pt x="1857" y="841"/>
                </a:moveTo>
                <a:cubicBezTo>
                  <a:pt x="1834" y="773"/>
                  <a:pt x="1769" y="724"/>
                  <a:pt x="1692" y="724"/>
                </a:cubicBezTo>
                <a:cubicBezTo>
                  <a:pt x="408" y="724"/>
                  <a:pt x="408" y="724"/>
                  <a:pt x="408" y="724"/>
                </a:cubicBezTo>
                <a:cubicBezTo>
                  <a:pt x="331" y="724"/>
                  <a:pt x="267" y="773"/>
                  <a:pt x="243" y="841"/>
                </a:cubicBezTo>
                <a:cubicBezTo>
                  <a:pt x="0" y="1540"/>
                  <a:pt x="0" y="1540"/>
                  <a:pt x="0" y="1540"/>
                </a:cubicBezTo>
                <a:cubicBezTo>
                  <a:pt x="0" y="2474"/>
                  <a:pt x="0" y="2474"/>
                  <a:pt x="0" y="2474"/>
                </a:cubicBezTo>
                <a:cubicBezTo>
                  <a:pt x="0" y="2538"/>
                  <a:pt x="53" y="2590"/>
                  <a:pt x="117" y="2590"/>
                </a:cubicBezTo>
                <a:cubicBezTo>
                  <a:pt x="233" y="2590"/>
                  <a:pt x="233" y="2590"/>
                  <a:pt x="233" y="2590"/>
                </a:cubicBezTo>
                <a:cubicBezTo>
                  <a:pt x="297" y="2590"/>
                  <a:pt x="350" y="2538"/>
                  <a:pt x="350" y="2474"/>
                </a:cubicBezTo>
                <a:cubicBezTo>
                  <a:pt x="350" y="2357"/>
                  <a:pt x="350" y="2357"/>
                  <a:pt x="350" y="2357"/>
                </a:cubicBezTo>
                <a:cubicBezTo>
                  <a:pt x="1750" y="2357"/>
                  <a:pt x="1750" y="2357"/>
                  <a:pt x="1750" y="2357"/>
                </a:cubicBezTo>
                <a:cubicBezTo>
                  <a:pt x="1750" y="2474"/>
                  <a:pt x="1750" y="2474"/>
                  <a:pt x="1750" y="2474"/>
                </a:cubicBezTo>
                <a:cubicBezTo>
                  <a:pt x="1750" y="2538"/>
                  <a:pt x="1803" y="2590"/>
                  <a:pt x="1867" y="2590"/>
                </a:cubicBezTo>
                <a:cubicBezTo>
                  <a:pt x="1983" y="2590"/>
                  <a:pt x="1983" y="2590"/>
                  <a:pt x="1983" y="2590"/>
                </a:cubicBezTo>
                <a:cubicBezTo>
                  <a:pt x="2047" y="2590"/>
                  <a:pt x="2100" y="2538"/>
                  <a:pt x="2100" y="2474"/>
                </a:cubicBezTo>
                <a:cubicBezTo>
                  <a:pt x="2100" y="1540"/>
                  <a:pt x="2100" y="1540"/>
                  <a:pt x="2100" y="1540"/>
                </a:cubicBezTo>
                <a:lnTo>
                  <a:pt x="1857" y="841"/>
                </a:lnTo>
                <a:close/>
                <a:moveTo>
                  <a:pt x="408" y="2007"/>
                </a:moveTo>
                <a:cubicBezTo>
                  <a:pt x="311" y="2007"/>
                  <a:pt x="233" y="1929"/>
                  <a:pt x="233" y="1832"/>
                </a:cubicBezTo>
                <a:cubicBezTo>
                  <a:pt x="233" y="1735"/>
                  <a:pt x="311" y="1657"/>
                  <a:pt x="408" y="1657"/>
                </a:cubicBezTo>
                <a:cubicBezTo>
                  <a:pt x="505" y="1657"/>
                  <a:pt x="583" y="1735"/>
                  <a:pt x="583" y="1832"/>
                </a:cubicBezTo>
                <a:cubicBezTo>
                  <a:pt x="583" y="1929"/>
                  <a:pt x="505" y="2007"/>
                  <a:pt x="408" y="2007"/>
                </a:cubicBezTo>
                <a:close/>
                <a:moveTo>
                  <a:pt x="1692" y="2007"/>
                </a:moveTo>
                <a:cubicBezTo>
                  <a:pt x="1595" y="2007"/>
                  <a:pt x="1517" y="1929"/>
                  <a:pt x="1517" y="1832"/>
                </a:cubicBezTo>
                <a:cubicBezTo>
                  <a:pt x="1517" y="1735"/>
                  <a:pt x="1595" y="1657"/>
                  <a:pt x="1692" y="1657"/>
                </a:cubicBezTo>
                <a:cubicBezTo>
                  <a:pt x="1789" y="1657"/>
                  <a:pt x="1867" y="1735"/>
                  <a:pt x="1867" y="1832"/>
                </a:cubicBezTo>
                <a:cubicBezTo>
                  <a:pt x="1867" y="1929"/>
                  <a:pt x="1789" y="2007"/>
                  <a:pt x="1692" y="2007"/>
                </a:cubicBezTo>
                <a:close/>
                <a:moveTo>
                  <a:pt x="233" y="1424"/>
                </a:moveTo>
                <a:cubicBezTo>
                  <a:pt x="408" y="899"/>
                  <a:pt x="408" y="899"/>
                  <a:pt x="408" y="899"/>
                </a:cubicBezTo>
                <a:cubicBezTo>
                  <a:pt x="1692" y="899"/>
                  <a:pt x="1692" y="899"/>
                  <a:pt x="1692" y="899"/>
                </a:cubicBezTo>
                <a:cubicBezTo>
                  <a:pt x="1867" y="1424"/>
                  <a:pt x="1867" y="1424"/>
                  <a:pt x="1867" y="1424"/>
                </a:cubicBezTo>
                <a:lnTo>
                  <a:pt x="233" y="142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7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Convenience Sto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4687 w 5514"/>
              <a:gd name="T1" fmla="*/ 827 h 4408"/>
              <a:gd name="T2" fmla="*/ 4687 w 5514"/>
              <a:gd name="T3" fmla="*/ 0 h 4408"/>
              <a:gd name="T4" fmla="*/ 827 w 5514"/>
              <a:gd name="T5" fmla="*/ 0 h 4408"/>
              <a:gd name="T6" fmla="*/ 827 w 5514"/>
              <a:gd name="T7" fmla="*/ 827 h 4408"/>
              <a:gd name="T8" fmla="*/ 0 w 5514"/>
              <a:gd name="T9" fmla="*/ 827 h 4408"/>
              <a:gd name="T10" fmla="*/ 0 w 5514"/>
              <a:gd name="T11" fmla="*/ 4408 h 4408"/>
              <a:gd name="T12" fmla="*/ 2206 w 5514"/>
              <a:gd name="T13" fmla="*/ 4408 h 4408"/>
              <a:gd name="T14" fmla="*/ 2206 w 5514"/>
              <a:gd name="T15" fmla="*/ 3307 h 4408"/>
              <a:gd name="T16" fmla="*/ 3307 w 5514"/>
              <a:gd name="T17" fmla="*/ 3307 h 4408"/>
              <a:gd name="T18" fmla="*/ 3307 w 5514"/>
              <a:gd name="T19" fmla="*/ 4408 h 4408"/>
              <a:gd name="T20" fmla="*/ 5514 w 5514"/>
              <a:gd name="T21" fmla="*/ 4408 h 4408"/>
              <a:gd name="T22" fmla="*/ 5514 w 5514"/>
              <a:gd name="T23" fmla="*/ 827 h 4408"/>
              <a:gd name="T24" fmla="*/ 4687 w 5514"/>
              <a:gd name="T25" fmla="*/ 827 h 4408"/>
              <a:gd name="T26" fmla="*/ 2480 w 5514"/>
              <a:gd name="T27" fmla="*/ 1654 h 4408"/>
              <a:gd name="T28" fmla="*/ 1930 w 5514"/>
              <a:gd name="T29" fmla="*/ 1654 h 4408"/>
              <a:gd name="T30" fmla="*/ 1930 w 5514"/>
              <a:gd name="T31" fmla="*/ 1928 h 4408"/>
              <a:gd name="T32" fmla="*/ 2480 w 5514"/>
              <a:gd name="T33" fmla="*/ 1928 h 4408"/>
              <a:gd name="T34" fmla="*/ 2480 w 5514"/>
              <a:gd name="T35" fmla="*/ 2204 h 4408"/>
              <a:gd name="T36" fmla="*/ 1654 w 5514"/>
              <a:gd name="T37" fmla="*/ 2204 h 4408"/>
              <a:gd name="T38" fmla="*/ 1654 w 5514"/>
              <a:gd name="T39" fmla="*/ 1377 h 4408"/>
              <a:gd name="T40" fmla="*/ 2206 w 5514"/>
              <a:gd name="T41" fmla="*/ 1377 h 4408"/>
              <a:gd name="T42" fmla="*/ 2206 w 5514"/>
              <a:gd name="T43" fmla="*/ 1101 h 4408"/>
              <a:gd name="T44" fmla="*/ 1654 w 5514"/>
              <a:gd name="T45" fmla="*/ 1101 h 4408"/>
              <a:gd name="T46" fmla="*/ 1654 w 5514"/>
              <a:gd name="T47" fmla="*/ 827 h 4408"/>
              <a:gd name="T48" fmla="*/ 2480 w 5514"/>
              <a:gd name="T49" fmla="*/ 827 h 4408"/>
              <a:gd name="T50" fmla="*/ 2480 w 5514"/>
              <a:gd name="T51" fmla="*/ 1654 h 4408"/>
              <a:gd name="T52" fmla="*/ 3860 w 5514"/>
              <a:gd name="T53" fmla="*/ 2204 h 4408"/>
              <a:gd name="T54" fmla="*/ 3584 w 5514"/>
              <a:gd name="T55" fmla="*/ 2204 h 4408"/>
              <a:gd name="T56" fmla="*/ 3584 w 5514"/>
              <a:gd name="T57" fmla="*/ 1654 h 4408"/>
              <a:gd name="T58" fmla="*/ 3033 w 5514"/>
              <a:gd name="T59" fmla="*/ 1654 h 4408"/>
              <a:gd name="T60" fmla="*/ 3033 w 5514"/>
              <a:gd name="T61" fmla="*/ 827 h 4408"/>
              <a:gd name="T62" fmla="*/ 3307 w 5514"/>
              <a:gd name="T63" fmla="*/ 827 h 4408"/>
              <a:gd name="T64" fmla="*/ 3307 w 5514"/>
              <a:gd name="T65" fmla="*/ 1377 h 4408"/>
              <a:gd name="T66" fmla="*/ 3584 w 5514"/>
              <a:gd name="T67" fmla="*/ 1377 h 4408"/>
              <a:gd name="T68" fmla="*/ 3584 w 5514"/>
              <a:gd name="T69" fmla="*/ 827 h 4408"/>
              <a:gd name="T70" fmla="*/ 3860 w 5514"/>
              <a:gd name="T71" fmla="*/ 827 h 4408"/>
              <a:gd name="T72" fmla="*/ 3860 w 5514"/>
              <a:gd name="T73" fmla="*/ 2204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5514" h="4408">
                <a:moveTo>
                  <a:pt x="4687" y="827"/>
                </a:moveTo>
                <a:lnTo>
                  <a:pt x="4687" y="0"/>
                </a:lnTo>
                <a:lnTo>
                  <a:pt x="827" y="0"/>
                </a:lnTo>
                <a:lnTo>
                  <a:pt x="827" y="827"/>
                </a:lnTo>
                <a:lnTo>
                  <a:pt x="0" y="827"/>
                </a:lnTo>
                <a:lnTo>
                  <a:pt x="0" y="4408"/>
                </a:lnTo>
                <a:lnTo>
                  <a:pt x="2206" y="4408"/>
                </a:lnTo>
                <a:lnTo>
                  <a:pt x="2206" y="3307"/>
                </a:lnTo>
                <a:lnTo>
                  <a:pt x="3307" y="3307"/>
                </a:lnTo>
                <a:lnTo>
                  <a:pt x="3307" y="4408"/>
                </a:lnTo>
                <a:lnTo>
                  <a:pt x="5514" y="4408"/>
                </a:lnTo>
                <a:lnTo>
                  <a:pt x="5514" y="827"/>
                </a:lnTo>
                <a:lnTo>
                  <a:pt x="4687" y="827"/>
                </a:lnTo>
                <a:close/>
                <a:moveTo>
                  <a:pt x="2480" y="1654"/>
                </a:moveTo>
                <a:lnTo>
                  <a:pt x="1930" y="1654"/>
                </a:lnTo>
                <a:lnTo>
                  <a:pt x="1930" y="1928"/>
                </a:lnTo>
                <a:lnTo>
                  <a:pt x="2480" y="1928"/>
                </a:lnTo>
                <a:lnTo>
                  <a:pt x="2480" y="2204"/>
                </a:lnTo>
                <a:lnTo>
                  <a:pt x="1654" y="2204"/>
                </a:lnTo>
                <a:lnTo>
                  <a:pt x="1654" y="1377"/>
                </a:lnTo>
                <a:lnTo>
                  <a:pt x="2206" y="1377"/>
                </a:lnTo>
                <a:lnTo>
                  <a:pt x="2206" y="1101"/>
                </a:lnTo>
                <a:lnTo>
                  <a:pt x="1654" y="1101"/>
                </a:lnTo>
                <a:lnTo>
                  <a:pt x="1654" y="827"/>
                </a:lnTo>
                <a:lnTo>
                  <a:pt x="2480" y="827"/>
                </a:lnTo>
                <a:lnTo>
                  <a:pt x="2480" y="1654"/>
                </a:lnTo>
                <a:close/>
                <a:moveTo>
                  <a:pt x="3860" y="2204"/>
                </a:moveTo>
                <a:lnTo>
                  <a:pt x="3584" y="2204"/>
                </a:lnTo>
                <a:lnTo>
                  <a:pt x="3584" y="1654"/>
                </a:lnTo>
                <a:lnTo>
                  <a:pt x="3033" y="1654"/>
                </a:lnTo>
                <a:lnTo>
                  <a:pt x="3033" y="827"/>
                </a:lnTo>
                <a:lnTo>
                  <a:pt x="3307" y="827"/>
                </a:lnTo>
                <a:lnTo>
                  <a:pt x="3307" y="1377"/>
                </a:lnTo>
                <a:lnTo>
                  <a:pt x="3584" y="1377"/>
                </a:lnTo>
                <a:lnTo>
                  <a:pt x="3584" y="827"/>
                </a:lnTo>
                <a:lnTo>
                  <a:pt x="3860" y="827"/>
                </a:lnTo>
                <a:lnTo>
                  <a:pt x="3860" y="22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7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Dini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52284"/>
          </a:xfrm>
          <a:custGeom>
            <a:avLst/>
            <a:gdLst>
              <a:gd name="T0" fmla="*/ 671 w 2343"/>
              <a:gd name="T1" fmla="*/ 1256 h 2184"/>
              <a:gd name="T2" fmla="*/ 1001 w 2343"/>
              <a:gd name="T3" fmla="*/ 926 h 2184"/>
              <a:gd name="T4" fmla="*/ 182 w 2343"/>
              <a:gd name="T5" fmla="*/ 108 h 2184"/>
              <a:gd name="T6" fmla="*/ 182 w 2343"/>
              <a:gd name="T7" fmla="*/ 769 h 2184"/>
              <a:gd name="T8" fmla="*/ 671 w 2343"/>
              <a:gd name="T9" fmla="*/ 1256 h 2184"/>
              <a:gd name="T10" fmla="*/ 1462 w 2343"/>
              <a:gd name="T11" fmla="*/ 1045 h 2184"/>
              <a:gd name="T12" fmla="*/ 2077 w 2343"/>
              <a:gd name="T13" fmla="*/ 884 h 2184"/>
              <a:gd name="T14" fmla="*/ 2171 w 2343"/>
              <a:gd name="T15" fmla="*/ 170 h 2184"/>
              <a:gd name="T16" fmla="*/ 1457 w 2343"/>
              <a:gd name="T17" fmla="*/ 265 h 2184"/>
              <a:gd name="T18" fmla="*/ 1296 w 2343"/>
              <a:gd name="T19" fmla="*/ 879 h 2184"/>
              <a:gd name="T20" fmla="*/ 158 w 2343"/>
              <a:gd name="T21" fmla="*/ 2018 h 2184"/>
              <a:gd name="T22" fmla="*/ 322 w 2343"/>
              <a:gd name="T23" fmla="*/ 2183 h 2184"/>
              <a:gd name="T24" fmla="*/ 1126 w 2343"/>
              <a:gd name="T25" fmla="*/ 1381 h 2184"/>
              <a:gd name="T26" fmla="*/ 1929 w 2343"/>
              <a:gd name="T27" fmla="*/ 2184 h 2184"/>
              <a:gd name="T28" fmla="*/ 2093 w 2343"/>
              <a:gd name="T29" fmla="*/ 2019 h 2184"/>
              <a:gd name="T30" fmla="*/ 1291 w 2343"/>
              <a:gd name="T31" fmla="*/ 1217 h 2184"/>
              <a:gd name="T32" fmla="*/ 1462 w 2343"/>
              <a:gd name="T33" fmla="*/ 1045 h 2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343" h="2184">
                <a:moveTo>
                  <a:pt x="671" y="1256"/>
                </a:moveTo>
                <a:cubicBezTo>
                  <a:pt x="1001" y="926"/>
                  <a:pt x="1001" y="926"/>
                  <a:pt x="1001" y="926"/>
                </a:cubicBezTo>
                <a:cubicBezTo>
                  <a:pt x="182" y="108"/>
                  <a:pt x="182" y="108"/>
                  <a:pt x="182" y="108"/>
                </a:cubicBezTo>
                <a:cubicBezTo>
                  <a:pt x="0" y="290"/>
                  <a:pt x="0" y="585"/>
                  <a:pt x="182" y="769"/>
                </a:cubicBezTo>
                <a:lnTo>
                  <a:pt x="671" y="1256"/>
                </a:lnTo>
                <a:close/>
                <a:moveTo>
                  <a:pt x="1462" y="1045"/>
                </a:moveTo>
                <a:cubicBezTo>
                  <a:pt x="1641" y="1128"/>
                  <a:pt x="1891" y="1070"/>
                  <a:pt x="2077" y="884"/>
                </a:cubicBezTo>
                <a:cubicBezTo>
                  <a:pt x="2300" y="661"/>
                  <a:pt x="2343" y="342"/>
                  <a:pt x="2171" y="170"/>
                </a:cubicBezTo>
                <a:cubicBezTo>
                  <a:pt x="2001" y="0"/>
                  <a:pt x="1681" y="42"/>
                  <a:pt x="1457" y="265"/>
                </a:cubicBezTo>
                <a:cubicBezTo>
                  <a:pt x="1272" y="450"/>
                  <a:pt x="1214" y="701"/>
                  <a:pt x="1296" y="879"/>
                </a:cubicBezTo>
                <a:cubicBezTo>
                  <a:pt x="158" y="2018"/>
                  <a:pt x="158" y="2018"/>
                  <a:pt x="158" y="2018"/>
                </a:cubicBezTo>
                <a:cubicBezTo>
                  <a:pt x="322" y="2183"/>
                  <a:pt x="322" y="2183"/>
                  <a:pt x="322" y="2183"/>
                </a:cubicBezTo>
                <a:cubicBezTo>
                  <a:pt x="1126" y="1381"/>
                  <a:pt x="1126" y="1381"/>
                  <a:pt x="1126" y="1381"/>
                </a:cubicBezTo>
                <a:cubicBezTo>
                  <a:pt x="1929" y="2184"/>
                  <a:pt x="1929" y="2184"/>
                  <a:pt x="1929" y="2184"/>
                </a:cubicBezTo>
                <a:cubicBezTo>
                  <a:pt x="2093" y="2019"/>
                  <a:pt x="2093" y="2019"/>
                  <a:pt x="2093" y="2019"/>
                </a:cubicBezTo>
                <a:cubicBezTo>
                  <a:pt x="1291" y="1217"/>
                  <a:pt x="1291" y="1217"/>
                  <a:pt x="1291" y="1217"/>
                </a:cubicBezTo>
                <a:lnTo>
                  <a:pt x="1462" y="10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7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Drin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844" cy="914400"/>
          </a:xfrm>
          <a:custGeom>
            <a:avLst/>
            <a:gdLst>
              <a:gd name="T0" fmla="*/ 0 w 2100"/>
              <a:gd name="T1" fmla="*/ 0 h 2334"/>
              <a:gd name="T2" fmla="*/ 234 w 2100"/>
              <a:gd name="T3" fmla="*/ 2127 h 2334"/>
              <a:gd name="T4" fmla="*/ 467 w 2100"/>
              <a:gd name="T5" fmla="*/ 2334 h 2334"/>
              <a:gd name="T6" fmla="*/ 1633 w 2100"/>
              <a:gd name="T7" fmla="*/ 2334 h 2334"/>
              <a:gd name="T8" fmla="*/ 1866 w 2100"/>
              <a:gd name="T9" fmla="*/ 2127 h 2334"/>
              <a:gd name="T10" fmla="*/ 2100 w 2100"/>
              <a:gd name="T11" fmla="*/ 0 h 2334"/>
              <a:gd name="T12" fmla="*/ 0 w 2100"/>
              <a:gd name="T13" fmla="*/ 0 h 2334"/>
              <a:gd name="T14" fmla="*/ 1050 w 2100"/>
              <a:gd name="T15" fmla="*/ 1984 h 2334"/>
              <a:gd name="T16" fmla="*/ 700 w 2100"/>
              <a:gd name="T17" fmla="*/ 1634 h 2334"/>
              <a:gd name="T18" fmla="*/ 1050 w 2100"/>
              <a:gd name="T19" fmla="*/ 1004 h 2334"/>
              <a:gd name="T20" fmla="*/ 1400 w 2100"/>
              <a:gd name="T21" fmla="*/ 1634 h 2334"/>
              <a:gd name="T22" fmla="*/ 1050 w 2100"/>
              <a:gd name="T23" fmla="*/ 1984 h 2334"/>
              <a:gd name="T24" fmla="*/ 1789 w 2100"/>
              <a:gd name="T25" fmla="*/ 700 h 2334"/>
              <a:gd name="T26" fmla="*/ 311 w 2100"/>
              <a:gd name="T27" fmla="*/ 700 h 2334"/>
              <a:gd name="T28" fmla="*/ 260 w 2100"/>
              <a:gd name="T29" fmla="*/ 234 h 2334"/>
              <a:gd name="T30" fmla="*/ 1839 w 2100"/>
              <a:gd name="T31" fmla="*/ 234 h 2334"/>
              <a:gd name="T32" fmla="*/ 1789 w 2100"/>
              <a:gd name="T33" fmla="*/ 7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100" h="2334">
                <a:moveTo>
                  <a:pt x="0" y="0"/>
                </a:moveTo>
                <a:cubicBezTo>
                  <a:pt x="234" y="2127"/>
                  <a:pt x="234" y="2127"/>
                  <a:pt x="234" y="2127"/>
                </a:cubicBezTo>
                <a:cubicBezTo>
                  <a:pt x="248" y="2244"/>
                  <a:pt x="347" y="2334"/>
                  <a:pt x="467" y="2334"/>
                </a:cubicBezTo>
                <a:cubicBezTo>
                  <a:pt x="1633" y="2334"/>
                  <a:pt x="1633" y="2334"/>
                  <a:pt x="1633" y="2334"/>
                </a:cubicBezTo>
                <a:cubicBezTo>
                  <a:pt x="1753" y="2334"/>
                  <a:pt x="1852" y="2244"/>
                  <a:pt x="1866" y="2127"/>
                </a:cubicBezTo>
                <a:cubicBezTo>
                  <a:pt x="2100" y="0"/>
                  <a:pt x="2100" y="0"/>
                  <a:pt x="2100" y="0"/>
                </a:cubicBezTo>
                <a:lnTo>
                  <a:pt x="0" y="0"/>
                </a:lnTo>
                <a:close/>
                <a:moveTo>
                  <a:pt x="1050" y="1984"/>
                </a:moveTo>
                <a:cubicBezTo>
                  <a:pt x="856" y="1984"/>
                  <a:pt x="700" y="1827"/>
                  <a:pt x="700" y="1634"/>
                </a:cubicBezTo>
                <a:cubicBezTo>
                  <a:pt x="700" y="1400"/>
                  <a:pt x="1050" y="1004"/>
                  <a:pt x="1050" y="1004"/>
                </a:cubicBezTo>
                <a:cubicBezTo>
                  <a:pt x="1050" y="1004"/>
                  <a:pt x="1400" y="1400"/>
                  <a:pt x="1400" y="1634"/>
                </a:cubicBezTo>
                <a:cubicBezTo>
                  <a:pt x="1400" y="1827"/>
                  <a:pt x="1244" y="1984"/>
                  <a:pt x="1050" y="1984"/>
                </a:cubicBezTo>
                <a:close/>
                <a:moveTo>
                  <a:pt x="1789" y="700"/>
                </a:moveTo>
                <a:cubicBezTo>
                  <a:pt x="311" y="700"/>
                  <a:pt x="311" y="700"/>
                  <a:pt x="311" y="700"/>
                </a:cubicBezTo>
                <a:cubicBezTo>
                  <a:pt x="260" y="234"/>
                  <a:pt x="260" y="234"/>
                  <a:pt x="260" y="234"/>
                </a:cubicBezTo>
                <a:cubicBezTo>
                  <a:pt x="1839" y="234"/>
                  <a:pt x="1839" y="234"/>
                  <a:pt x="1839" y="234"/>
                </a:cubicBezTo>
                <a:lnTo>
                  <a:pt x="1789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7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Floris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83884" cy="914400"/>
          </a:xfrm>
          <a:custGeom>
            <a:avLst/>
            <a:gdLst>
              <a:gd name="T0" fmla="*/ 1050 w 2100"/>
              <a:gd name="T1" fmla="*/ 2450 h 2450"/>
              <a:gd name="T2" fmla="*/ 2100 w 2100"/>
              <a:gd name="T3" fmla="*/ 1400 h 2450"/>
              <a:gd name="T4" fmla="*/ 1050 w 2100"/>
              <a:gd name="T5" fmla="*/ 2450 h 2450"/>
              <a:gd name="T6" fmla="*/ 303 w 2100"/>
              <a:gd name="T7" fmla="*/ 1079 h 2450"/>
              <a:gd name="T8" fmla="*/ 595 w 2100"/>
              <a:gd name="T9" fmla="*/ 1370 h 2450"/>
              <a:gd name="T10" fmla="*/ 761 w 2100"/>
              <a:gd name="T11" fmla="*/ 1319 h 2450"/>
              <a:gd name="T12" fmla="*/ 758 w 2100"/>
              <a:gd name="T13" fmla="*/ 1341 h 2450"/>
              <a:gd name="T14" fmla="*/ 1050 w 2100"/>
              <a:gd name="T15" fmla="*/ 1633 h 2450"/>
              <a:gd name="T16" fmla="*/ 1342 w 2100"/>
              <a:gd name="T17" fmla="*/ 1341 h 2450"/>
              <a:gd name="T18" fmla="*/ 1339 w 2100"/>
              <a:gd name="T19" fmla="*/ 1319 h 2450"/>
              <a:gd name="T20" fmla="*/ 1505 w 2100"/>
              <a:gd name="T21" fmla="*/ 1370 h 2450"/>
              <a:gd name="T22" fmla="*/ 1797 w 2100"/>
              <a:gd name="T23" fmla="*/ 1079 h 2450"/>
              <a:gd name="T24" fmla="*/ 1630 w 2100"/>
              <a:gd name="T25" fmla="*/ 816 h 2450"/>
              <a:gd name="T26" fmla="*/ 1797 w 2100"/>
              <a:gd name="T27" fmla="*/ 554 h 2450"/>
              <a:gd name="T28" fmla="*/ 1505 w 2100"/>
              <a:gd name="T29" fmla="*/ 262 h 2450"/>
              <a:gd name="T30" fmla="*/ 1339 w 2100"/>
              <a:gd name="T31" fmla="*/ 313 h 2450"/>
              <a:gd name="T32" fmla="*/ 1342 w 2100"/>
              <a:gd name="T33" fmla="*/ 291 h 2450"/>
              <a:gd name="T34" fmla="*/ 1050 w 2100"/>
              <a:gd name="T35" fmla="*/ 0 h 2450"/>
              <a:gd name="T36" fmla="*/ 758 w 2100"/>
              <a:gd name="T37" fmla="*/ 291 h 2450"/>
              <a:gd name="T38" fmla="*/ 761 w 2100"/>
              <a:gd name="T39" fmla="*/ 313 h 2450"/>
              <a:gd name="T40" fmla="*/ 595 w 2100"/>
              <a:gd name="T41" fmla="*/ 262 h 2450"/>
              <a:gd name="T42" fmla="*/ 303 w 2100"/>
              <a:gd name="T43" fmla="*/ 554 h 2450"/>
              <a:gd name="T44" fmla="*/ 470 w 2100"/>
              <a:gd name="T45" fmla="*/ 816 h 2450"/>
              <a:gd name="T46" fmla="*/ 303 w 2100"/>
              <a:gd name="T47" fmla="*/ 1079 h 2450"/>
              <a:gd name="T48" fmla="*/ 1050 w 2100"/>
              <a:gd name="T49" fmla="*/ 525 h 2450"/>
              <a:gd name="T50" fmla="*/ 1342 w 2100"/>
              <a:gd name="T51" fmla="*/ 816 h 2450"/>
              <a:gd name="T52" fmla="*/ 1050 w 2100"/>
              <a:gd name="T53" fmla="*/ 1108 h 2450"/>
              <a:gd name="T54" fmla="*/ 758 w 2100"/>
              <a:gd name="T55" fmla="*/ 816 h 2450"/>
              <a:gd name="T56" fmla="*/ 1050 w 2100"/>
              <a:gd name="T57" fmla="*/ 525 h 2450"/>
              <a:gd name="T58" fmla="*/ 0 w 2100"/>
              <a:gd name="T59" fmla="*/ 1400 h 2450"/>
              <a:gd name="T60" fmla="*/ 1050 w 2100"/>
              <a:gd name="T61" fmla="*/ 2450 h 2450"/>
              <a:gd name="T62" fmla="*/ 0 w 2100"/>
              <a:gd name="T63" fmla="*/ 1400 h 2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0" h="2450">
                <a:moveTo>
                  <a:pt x="1050" y="2450"/>
                </a:moveTo>
                <a:cubicBezTo>
                  <a:pt x="1630" y="2450"/>
                  <a:pt x="2100" y="1979"/>
                  <a:pt x="2100" y="1400"/>
                </a:cubicBezTo>
                <a:cubicBezTo>
                  <a:pt x="1520" y="1400"/>
                  <a:pt x="1050" y="1870"/>
                  <a:pt x="1050" y="2450"/>
                </a:cubicBezTo>
                <a:close/>
                <a:moveTo>
                  <a:pt x="303" y="1079"/>
                </a:moveTo>
                <a:cubicBezTo>
                  <a:pt x="303" y="1240"/>
                  <a:pt x="434" y="1370"/>
                  <a:pt x="595" y="1370"/>
                </a:cubicBezTo>
                <a:cubicBezTo>
                  <a:pt x="657" y="1370"/>
                  <a:pt x="713" y="1352"/>
                  <a:pt x="761" y="1319"/>
                </a:cubicBezTo>
                <a:cubicBezTo>
                  <a:pt x="758" y="1341"/>
                  <a:pt x="758" y="1341"/>
                  <a:pt x="758" y="1341"/>
                </a:cubicBezTo>
                <a:cubicBezTo>
                  <a:pt x="758" y="1502"/>
                  <a:pt x="889" y="1633"/>
                  <a:pt x="1050" y="1633"/>
                </a:cubicBezTo>
                <a:cubicBezTo>
                  <a:pt x="1211" y="1633"/>
                  <a:pt x="1342" y="1502"/>
                  <a:pt x="1342" y="1341"/>
                </a:cubicBezTo>
                <a:cubicBezTo>
                  <a:pt x="1339" y="1319"/>
                  <a:pt x="1339" y="1319"/>
                  <a:pt x="1339" y="1319"/>
                </a:cubicBezTo>
                <a:cubicBezTo>
                  <a:pt x="1386" y="1352"/>
                  <a:pt x="1443" y="1370"/>
                  <a:pt x="1505" y="1370"/>
                </a:cubicBezTo>
                <a:cubicBezTo>
                  <a:pt x="1666" y="1370"/>
                  <a:pt x="1797" y="1240"/>
                  <a:pt x="1797" y="1079"/>
                </a:cubicBezTo>
                <a:cubicBezTo>
                  <a:pt x="1797" y="962"/>
                  <a:pt x="1728" y="863"/>
                  <a:pt x="1630" y="816"/>
                </a:cubicBezTo>
                <a:cubicBezTo>
                  <a:pt x="1728" y="770"/>
                  <a:pt x="1797" y="670"/>
                  <a:pt x="1797" y="554"/>
                </a:cubicBezTo>
                <a:cubicBezTo>
                  <a:pt x="1797" y="393"/>
                  <a:pt x="1666" y="262"/>
                  <a:pt x="1505" y="262"/>
                </a:cubicBezTo>
                <a:cubicBezTo>
                  <a:pt x="1443" y="262"/>
                  <a:pt x="1387" y="281"/>
                  <a:pt x="1339" y="313"/>
                </a:cubicBezTo>
                <a:cubicBezTo>
                  <a:pt x="1342" y="291"/>
                  <a:pt x="1342" y="291"/>
                  <a:pt x="1342" y="291"/>
                </a:cubicBezTo>
                <a:cubicBezTo>
                  <a:pt x="1342" y="130"/>
                  <a:pt x="1211" y="0"/>
                  <a:pt x="1050" y="0"/>
                </a:cubicBezTo>
                <a:cubicBezTo>
                  <a:pt x="889" y="0"/>
                  <a:pt x="758" y="130"/>
                  <a:pt x="758" y="291"/>
                </a:cubicBezTo>
                <a:cubicBezTo>
                  <a:pt x="761" y="313"/>
                  <a:pt x="761" y="313"/>
                  <a:pt x="761" y="313"/>
                </a:cubicBezTo>
                <a:cubicBezTo>
                  <a:pt x="714" y="281"/>
                  <a:pt x="657" y="262"/>
                  <a:pt x="595" y="262"/>
                </a:cubicBezTo>
                <a:cubicBezTo>
                  <a:pt x="434" y="262"/>
                  <a:pt x="303" y="393"/>
                  <a:pt x="303" y="554"/>
                </a:cubicBezTo>
                <a:cubicBezTo>
                  <a:pt x="303" y="670"/>
                  <a:pt x="372" y="770"/>
                  <a:pt x="470" y="816"/>
                </a:cubicBezTo>
                <a:cubicBezTo>
                  <a:pt x="372" y="863"/>
                  <a:pt x="303" y="962"/>
                  <a:pt x="303" y="1079"/>
                </a:cubicBezTo>
                <a:close/>
                <a:moveTo>
                  <a:pt x="1050" y="525"/>
                </a:moveTo>
                <a:cubicBezTo>
                  <a:pt x="1211" y="525"/>
                  <a:pt x="1342" y="655"/>
                  <a:pt x="1342" y="816"/>
                </a:cubicBezTo>
                <a:cubicBezTo>
                  <a:pt x="1342" y="977"/>
                  <a:pt x="1211" y="1108"/>
                  <a:pt x="1050" y="1108"/>
                </a:cubicBezTo>
                <a:cubicBezTo>
                  <a:pt x="889" y="1108"/>
                  <a:pt x="758" y="977"/>
                  <a:pt x="758" y="816"/>
                </a:cubicBezTo>
                <a:cubicBezTo>
                  <a:pt x="758" y="655"/>
                  <a:pt x="889" y="525"/>
                  <a:pt x="1050" y="525"/>
                </a:cubicBezTo>
                <a:close/>
                <a:moveTo>
                  <a:pt x="0" y="1400"/>
                </a:moveTo>
                <a:cubicBezTo>
                  <a:pt x="0" y="1979"/>
                  <a:pt x="470" y="2450"/>
                  <a:pt x="1050" y="2450"/>
                </a:cubicBezTo>
                <a:cubicBezTo>
                  <a:pt x="1050" y="1870"/>
                  <a:pt x="580" y="1400"/>
                  <a:pt x="0" y="1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7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Gas Stati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38092" cy="914400"/>
          </a:xfrm>
          <a:custGeom>
            <a:avLst/>
            <a:gdLst>
              <a:gd name="T0" fmla="*/ 1839 w 1925"/>
              <a:gd name="T1" fmla="*/ 493 h 2100"/>
              <a:gd name="T2" fmla="*/ 1841 w 1925"/>
              <a:gd name="T3" fmla="*/ 492 h 2100"/>
              <a:gd name="T4" fmla="*/ 1407 w 1925"/>
              <a:gd name="T5" fmla="*/ 58 h 2100"/>
              <a:gd name="T6" fmla="*/ 1283 w 1925"/>
              <a:gd name="T7" fmla="*/ 182 h 2100"/>
              <a:gd name="T8" fmla="*/ 1529 w 1925"/>
              <a:gd name="T9" fmla="*/ 428 h 2100"/>
              <a:gd name="T10" fmla="*/ 1341 w 1925"/>
              <a:gd name="T11" fmla="*/ 700 h 2100"/>
              <a:gd name="T12" fmla="*/ 1633 w 1925"/>
              <a:gd name="T13" fmla="*/ 992 h 2100"/>
              <a:gd name="T14" fmla="*/ 1750 w 1925"/>
              <a:gd name="T15" fmla="*/ 967 h 2100"/>
              <a:gd name="T16" fmla="*/ 1750 w 1925"/>
              <a:gd name="T17" fmla="*/ 1808 h 2100"/>
              <a:gd name="T18" fmla="*/ 1633 w 1925"/>
              <a:gd name="T19" fmla="*/ 1925 h 2100"/>
              <a:gd name="T20" fmla="*/ 1516 w 1925"/>
              <a:gd name="T21" fmla="*/ 1808 h 2100"/>
              <a:gd name="T22" fmla="*/ 1516 w 1925"/>
              <a:gd name="T23" fmla="*/ 1283 h 2100"/>
              <a:gd name="T24" fmla="*/ 1283 w 1925"/>
              <a:gd name="T25" fmla="*/ 1050 h 2100"/>
              <a:gd name="T26" fmla="*/ 1166 w 1925"/>
              <a:gd name="T27" fmla="*/ 1050 h 2100"/>
              <a:gd name="T28" fmla="*/ 1166 w 1925"/>
              <a:gd name="T29" fmla="*/ 233 h 2100"/>
              <a:gd name="T30" fmla="*/ 933 w 1925"/>
              <a:gd name="T31" fmla="*/ 0 h 2100"/>
              <a:gd name="T32" fmla="*/ 233 w 1925"/>
              <a:gd name="T33" fmla="*/ 0 h 2100"/>
              <a:gd name="T34" fmla="*/ 0 w 1925"/>
              <a:gd name="T35" fmla="*/ 233 h 2100"/>
              <a:gd name="T36" fmla="*/ 0 w 1925"/>
              <a:gd name="T37" fmla="*/ 2100 h 2100"/>
              <a:gd name="T38" fmla="*/ 1166 w 1925"/>
              <a:gd name="T39" fmla="*/ 2100 h 2100"/>
              <a:gd name="T40" fmla="*/ 1166 w 1925"/>
              <a:gd name="T41" fmla="*/ 1225 h 2100"/>
              <a:gd name="T42" fmla="*/ 1341 w 1925"/>
              <a:gd name="T43" fmla="*/ 1225 h 2100"/>
              <a:gd name="T44" fmla="*/ 1341 w 1925"/>
              <a:gd name="T45" fmla="*/ 1808 h 2100"/>
              <a:gd name="T46" fmla="*/ 1633 w 1925"/>
              <a:gd name="T47" fmla="*/ 2100 h 2100"/>
              <a:gd name="T48" fmla="*/ 1925 w 1925"/>
              <a:gd name="T49" fmla="*/ 1808 h 2100"/>
              <a:gd name="T50" fmla="*/ 1925 w 1925"/>
              <a:gd name="T51" fmla="*/ 700 h 2100"/>
              <a:gd name="T52" fmla="*/ 1839 w 1925"/>
              <a:gd name="T53" fmla="*/ 493 h 2100"/>
              <a:gd name="T54" fmla="*/ 933 w 1925"/>
              <a:gd name="T55" fmla="*/ 817 h 2100"/>
              <a:gd name="T56" fmla="*/ 233 w 1925"/>
              <a:gd name="T57" fmla="*/ 817 h 2100"/>
              <a:gd name="T58" fmla="*/ 233 w 1925"/>
              <a:gd name="T59" fmla="*/ 233 h 2100"/>
              <a:gd name="T60" fmla="*/ 933 w 1925"/>
              <a:gd name="T61" fmla="*/ 233 h 2100"/>
              <a:gd name="T62" fmla="*/ 933 w 1925"/>
              <a:gd name="T63" fmla="*/ 817 h 2100"/>
              <a:gd name="T64" fmla="*/ 1633 w 1925"/>
              <a:gd name="T65" fmla="*/ 817 h 2100"/>
              <a:gd name="T66" fmla="*/ 1516 w 1925"/>
              <a:gd name="T67" fmla="*/ 700 h 2100"/>
              <a:gd name="T68" fmla="*/ 1633 w 1925"/>
              <a:gd name="T69" fmla="*/ 583 h 2100"/>
              <a:gd name="T70" fmla="*/ 1750 w 1925"/>
              <a:gd name="T71" fmla="*/ 700 h 2100"/>
              <a:gd name="T72" fmla="*/ 1633 w 1925"/>
              <a:gd name="T73" fmla="*/ 81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925" h="2100">
                <a:moveTo>
                  <a:pt x="1839" y="493"/>
                </a:moveTo>
                <a:cubicBezTo>
                  <a:pt x="1841" y="492"/>
                  <a:pt x="1841" y="492"/>
                  <a:pt x="1841" y="492"/>
                </a:cubicBezTo>
                <a:cubicBezTo>
                  <a:pt x="1407" y="58"/>
                  <a:pt x="1407" y="58"/>
                  <a:pt x="1407" y="58"/>
                </a:cubicBezTo>
                <a:cubicBezTo>
                  <a:pt x="1283" y="182"/>
                  <a:pt x="1283" y="182"/>
                  <a:pt x="1283" y="182"/>
                </a:cubicBezTo>
                <a:cubicBezTo>
                  <a:pt x="1529" y="428"/>
                  <a:pt x="1529" y="428"/>
                  <a:pt x="1529" y="428"/>
                </a:cubicBezTo>
                <a:cubicBezTo>
                  <a:pt x="1419" y="470"/>
                  <a:pt x="1341" y="575"/>
                  <a:pt x="1341" y="700"/>
                </a:cubicBezTo>
                <a:cubicBezTo>
                  <a:pt x="1341" y="861"/>
                  <a:pt x="1472" y="992"/>
                  <a:pt x="1633" y="992"/>
                </a:cubicBezTo>
                <a:cubicBezTo>
                  <a:pt x="1675" y="992"/>
                  <a:pt x="1713" y="982"/>
                  <a:pt x="1750" y="967"/>
                </a:cubicBezTo>
                <a:cubicBezTo>
                  <a:pt x="1750" y="1808"/>
                  <a:pt x="1750" y="1808"/>
                  <a:pt x="1750" y="1808"/>
                </a:cubicBezTo>
                <a:cubicBezTo>
                  <a:pt x="1750" y="1872"/>
                  <a:pt x="1697" y="1925"/>
                  <a:pt x="1633" y="1925"/>
                </a:cubicBezTo>
                <a:cubicBezTo>
                  <a:pt x="1569" y="1925"/>
                  <a:pt x="1516" y="1872"/>
                  <a:pt x="1516" y="1808"/>
                </a:cubicBezTo>
                <a:cubicBezTo>
                  <a:pt x="1516" y="1283"/>
                  <a:pt x="1516" y="1283"/>
                  <a:pt x="1516" y="1283"/>
                </a:cubicBezTo>
                <a:cubicBezTo>
                  <a:pt x="1516" y="1155"/>
                  <a:pt x="1411" y="1050"/>
                  <a:pt x="1283" y="1050"/>
                </a:cubicBezTo>
                <a:cubicBezTo>
                  <a:pt x="1166" y="1050"/>
                  <a:pt x="1166" y="1050"/>
                  <a:pt x="1166" y="1050"/>
                </a:cubicBezTo>
                <a:cubicBezTo>
                  <a:pt x="1166" y="233"/>
                  <a:pt x="1166" y="233"/>
                  <a:pt x="1166" y="233"/>
                </a:cubicBezTo>
                <a:cubicBezTo>
                  <a:pt x="1166" y="105"/>
                  <a:pt x="1061" y="0"/>
                  <a:pt x="933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1166" y="2100"/>
                  <a:pt x="1166" y="2100"/>
                  <a:pt x="1166" y="2100"/>
                </a:cubicBezTo>
                <a:cubicBezTo>
                  <a:pt x="1166" y="1225"/>
                  <a:pt x="1166" y="1225"/>
                  <a:pt x="1166" y="1225"/>
                </a:cubicBezTo>
                <a:cubicBezTo>
                  <a:pt x="1341" y="1225"/>
                  <a:pt x="1341" y="1225"/>
                  <a:pt x="1341" y="1225"/>
                </a:cubicBezTo>
                <a:cubicBezTo>
                  <a:pt x="1341" y="1808"/>
                  <a:pt x="1341" y="1808"/>
                  <a:pt x="1341" y="1808"/>
                </a:cubicBezTo>
                <a:cubicBezTo>
                  <a:pt x="1341" y="1969"/>
                  <a:pt x="1472" y="2100"/>
                  <a:pt x="1633" y="2100"/>
                </a:cubicBezTo>
                <a:cubicBezTo>
                  <a:pt x="1794" y="2100"/>
                  <a:pt x="1925" y="1969"/>
                  <a:pt x="1925" y="1808"/>
                </a:cubicBezTo>
                <a:cubicBezTo>
                  <a:pt x="1925" y="700"/>
                  <a:pt x="1925" y="700"/>
                  <a:pt x="1925" y="700"/>
                </a:cubicBezTo>
                <a:cubicBezTo>
                  <a:pt x="1925" y="620"/>
                  <a:pt x="1892" y="546"/>
                  <a:pt x="1839" y="493"/>
                </a:cubicBezTo>
                <a:close/>
                <a:moveTo>
                  <a:pt x="933" y="817"/>
                </a:moveTo>
                <a:cubicBezTo>
                  <a:pt x="233" y="817"/>
                  <a:pt x="233" y="817"/>
                  <a:pt x="233" y="817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933" y="233"/>
                  <a:pt x="933" y="233"/>
                  <a:pt x="933" y="233"/>
                </a:cubicBezTo>
                <a:lnTo>
                  <a:pt x="933" y="817"/>
                </a:lnTo>
                <a:close/>
                <a:moveTo>
                  <a:pt x="1633" y="817"/>
                </a:moveTo>
                <a:cubicBezTo>
                  <a:pt x="1569" y="817"/>
                  <a:pt x="1516" y="764"/>
                  <a:pt x="1516" y="700"/>
                </a:cubicBezTo>
                <a:cubicBezTo>
                  <a:pt x="1516" y="636"/>
                  <a:pt x="1569" y="583"/>
                  <a:pt x="1633" y="583"/>
                </a:cubicBezTo>
                <a:cubicBezTo>
                  <a:pt x="1697" y="583"/>
                  <a:pt x="1750" y="636"/>
                  <a:pt x="1750" y="700"/>
                </a:cubicBezTo>
                <a:cubicBezTo>
                  <a:pt x="1750" y="764"/>
                  <a:pt x="1697" y="817"/>
                  <a:pt x="1633" y="8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7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Grocery Sto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068" cy="914400"/>
          </a:xfrm>
          <a:custGeom>
            <a:avLst/>
            <a:gdLst>
              <a:gd name="T0" fmla="*/ 700 w 2333"/>
              <a:gd name="T1" fmla="*/ 1867 h 2334"/>
              <a:gd name="T2" fmla="*/ 467 w 2333"/>
              <a:gd name="T3" fmla="*/ 2100 h 2334"/>
              <a:gd name="T4" fmla="*/ 700 w 2333"/>
              <a:gd name="T5" fmla="*/ 2334 h 2334"/>
              <a:gd name="T6" fmla="*/ 933 w 2333"/>
              <a:gd name="T7" fmla="*/ 2100 h 2334"/>
              <a:gd name="T8" fmla="*/ 700 w 2333"/>
              <a:gd name="T9" fmla="*/ 1867 h 2334"/>
              <a:gd name="T10" fmla="*/ 0 w 2333"/>
              <a:gd name="T11" fmla="*/ 0 h 2334"/>
              <a:gd name="T12" fmla="*/ 0 w 2333"/>
              <a:gd name="T13" fmla="*/ 234 h 2334"/>
              <a:gd name="T14" fmla="*/ 233 w 2333"/>
              <a:gd name="T15" fmla="*/ 234 h 2334"/>
              <a:gd name="T16" fmla="*/ 653 w 2333"/>
              <a:gd name="T17" fmla="*/ 1119 h 2334"/>
              <a:gd name="T18" fmla="*/ 496 w 2333"/>
              <a:gd name="T19" fmla="*/ 1405 h 2334"/>
              <a:gd name="T20" fmla="*/ 466 w 2333"/>
              <a:gd name="T21" fmla="*/ 1517 h 2334"/>
              <a:gd name="T22" fmla="*/ 700 w 2333"/>
              <a:gd name="T23" fmla="*/ 1750 h 2334"/>
              <a:gd name="T24" fmla="*/ 2100 w 2333"/>
              <a:gd name="T25" fmla="*/ 1750 h 2334"/>
              <a:gd name="T26" fmla="*/ 2100 w 2333"/>
              <a:gd name="T27" fmla="*/ 1517 h 2334"/>
              <a:gd name="T28" fmla="*/ 749 w 2333"/>
              <a:gd name="T29" fmla="*/ 1517 h 2334"/>
              <a:gd name="T30" fmla="*/ 719 w 2333"/>
              <a:gd name="T31" fmla="*/ 1488 h 2334"/>
              <a:gd name="T32" fmla="*/ 723 w 2333"/>
              <a:gd name="T33" fmla="*/ 1474 h 2334"/>
              <a:gd name="T34" fmla="*/ 828 w 2333"/>
              <a:gd name="T35" fmla="*/ 1284 h 2334"/>
              <a:gd name="T36" fmla="*/ 1697 w 2333"/>
              <a:gd name="T37" fmla="*/ 1284 h 2334"/>
              <a:gd name="T38" fmla="*/ 1901 w 2333"/>
              <a:gd name="T39" fmla="*/ 1163 h 2334"/>
              <a:gd name="T40" fmla="*/ 2319 w 2333"/>
              <a:gd name="T41" fmla="*/ 406 h 2334"/>
              <a:gd name="T42" fmla="*/ 2333 w 2333"/>
              <a:gd name="T43" fmla="*/ 350 h 2334"/>
              <a:gd name="T44" fmla="*/ 2216 w 2333"/>
              <a:gd name="T45" fmla="*/ 234 h 2334"/>
              <a:gd name="T46" fmla="*/ 491 w 2333"/>
              <a:gd name="T47" fmla="*/ 234 h 2334"/>
              <a:gd name="T48" fmla="*/ 381 w 2333"/>
              <a:gd name="T49" fmla="*/ 0 h 2334"/>
              <a:gd name="T50" fmla="*/ 0 w 2333"/>
              <a:gd name="T51" fmla="*/ 0 h 2334"/>
              <a:gd name="T52" fmla="*/ 1866 w 2333"/>
              <a:gd name="T53" fmla="*/ 1867 h 2334"/>
              <a:gd name="T54" fmla="*/ 1634 w 2333"/>
              <a:gd name="T55" fmla="*/ 2100 h 2334"/>
              <a:gd name="T56" fmla="*/ 1866 w 2333"/>
              <a:gd name="T57" fmla="*/ 2334 h 2334"/>
              <a:gd name="T58" fmla="*/ 2100 w 2333"/>
              <a:gd name="T59" fmla="*/ 2100 h 2334"/>
              <a:gd name="T60" fmla="*/ 1866 w 2333"/>
              <a:gd name="T61" fmla="*/ 186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333" h="2334">
                <a:moveTo>
                  <a:pt x="700" y="1867"/>
                </a:moveTo>
                <a:cubicBezTo>
                  <a:pt x="571" y="1867"/>
                  <a:pt x="467" y="1972"/>
                  <a:pt x="467" y="2100"/>
                </a:cubicBezTo>
                <a:cubicBezTo>
                  <a:pt x="467" y="2229"/>
                  <a:pt x="571" y="2334"/>
                  <a:pt x="700" y="2334"/>
                </a:cubicBezTo>
                <a:cubicBezTo>
                  <a:pt x="828" y="2334"/>
                  <a:pt x="933" y="2229"/>
                  <a:pt x="933" y="2100"/>
                </a:cubicBezTo>
                <a:cubicBezTo>
                  <a:pt x="933" y="1972"/>
                  <a:pt x="828" y="1867"/>
                  <a:pt x="700" y="1867"/>
                </a:cubicBezTo>
                <a:close/>
                <a:moveTo>
                  <a:pt x="0" y="0"/>
                </a:moveTo>
                <a:cubicBezTo>
                  <a:pt x="0" y="234"/>
                  <a:pt x="0" y="234"/>
                  <a:pt x="0" y="234"/>
                </a:cubicBezTo>
                <a:cubicBezTo>
                  <a:pt x="233" y="234"/>
                  <a:pt x="233" y="234"/>
                  <a:pt x="233" y="234"/>
                </a:cubicBezTo>
                <a:cubicBezTo>
                  <a:pt x="653" y="1119"/>
                  <a:pt x="653" y="1119"/>
                  <a:pt x="653" y="1119"/>
                </a:cubicBezTo>
                <a:cubicBezTo>
                  <a:pt x="496" y="1405"/>
                  <a:pt x="496" y="1405"/>
                  <a:pt x="496" y="1405"/>
                </a:cubicBezTo>
                <a:cubicBezTo>
                  <a:pt x="477" y="1438"/>
                  <a:pt x="466" y="1476"/>
                  <a:pt x="466" y="1517"/>
                </a:cubicBezTo>
                <a:cubicBezTo>
                  <a:pt x="466" y="1645"/>
                  <a:pt x="571" y="1750"/>
                  <a:pt x="700" y="1750"/>
                </a:cubicBezTo>
                <a:cubicBezTo>
                  <a:pt x="2100" y="1750"/>
                  <a:pt x="2100" y="1750"/>
                  <a:pt x="2100" y="1750"/>
                </a:cubicBezTo>
                <a:cubicBezTo>
                  <a:pt x="2100" y="1517"/>
                  <a:pt x="2100" y="1517"/>
                  <a:pt x="2100" y="1517"/>
                </a:cubicBezTo>
                <a:cubicBezTo>
                  <a:pt x="749" y="1517"/>
                  <a:pt x="749" y="1517"/>
                  <a:pt x="749" y="1517"/>
                </a:cubicBezTo>
                <a:cubicBezTo>
                  <a:pt x="732" y="1517"/>
                  <a:pt x="719" y="1504"/>
                  <a:pt x="719" y="1488"/>
                </a:cubicBezTo>
                <a:cubicBezTo>
                  <a:pt x="723" y="1474"/>
                  <a:pt x="723" y="1474"/>
                  <a:pt x="723" y="1474"/>
                </a:cubicBezTo>
                <a:cubicBezTo>
                  <a:pt x="828" y="1284"/>
                  <a:pt x="828" y="1284"/>
                  <a:pt x="828" y="1284"/>
                </a:cubicBezTo>
                <a:cubicBezTo>
                  <a:pt x="1697" y="1284"/>
                  <a:pt x="1697" y="1284"/>
                  <a:pt x="1697" y="1284"/>
                </a:cubicBezTo>
                <a:cubicBezTo>
                  <a:pt x="1785" y="1284"/>
                  <a:pt x="1862" y="1236"/>
                  <a:pt x="1901" y="1163"/>
                </a:cubicBezTo>
                <a:cubicBezTo>
                  <a:pt x="2319" y="406"/>
                  <a:pt x="2319" y="406"/>
                  <a:pt x="2319" y="406"/>
                </a:cubicBezTo>
                <a:cubicBezTo>
                  <a:pt x="2328" y="390"/>
                  <a:pt x="2333" y="370"/>
                  <a:pt x="2333" y="350"/>
                </a:cubicBezTo>
                <a:cubicBezTo>
                  <a:pt x="2333" y="286"/>
                  <a:pt x="2280" y="234"/>
                  <a:pt x="2216" y="234"/>
                </a:cubicBezTo>
                <a:cubicBezTo>
                  <a:pt x="491" y="234"/>
                  <a:pt x="491" y="234"/>
                  <a:pt x="491" y="234"/>
                </a:cubicBezTo>
                <a:cubicBezTo>
                  <a:pt x="381" y="0"/>
                  <a:pt x="381" y="0"/>
                  <a:pt x="381" y="0"/>
                </a:cubicBezTo>
                <a:lnTo>
                  <a:pt x="0" y="0"/>
                </a:lnTo>
                <a:close/>
                <a:moveTo>
                  <a:pt x="1866" y="1867"/>
                </a:moveTo>
                <a:cubicBezTo>
                  <a:pt x="1738" y="1867"/>
                  <a:pt x="1634" y="1972"/>
                  <a:pt x="1634" y="2100"/>
                </a:cubicBezTo>
                <a:cubicBezTo>
                  <a:pt x="1634" y="2229"/>
                  <a:pt x="1738" y="2334"/>
                  <a:pt x="1866" y="2334"/>
                </a:cubicBezTo>
                <a:cubicBezTo>
                  <a:pt x="1995" y="2334"/>
                  <a:pt x="2100" y="2229"/>
                  <a:pt x="2100" y="2100"/>
                </a:cubicBezTo>
                <a:cubicBezTo>
                  <a:pt x="2100" y="1972"/>
                  <a:pt x="1995" y="1867"/>
                  <a:pt x="1866" y="18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7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Hospita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1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1750 w 2100"/>
              <a:gd name="T19" fmla="*/ 1283 h 2100"/>
              <a:gd name="T20" fmla="*/ 1283 w 2100"/>
              <a:gd name="T21" fmla="*/ 1283 h 2100"/>
              <a:gd name="T22" fmla="*/ 1283 w 2100"/>
              <a:gd name="T23" fmla="*/ 1750 h 2100"/>
              <a:gd name="T24" fmla="*/ 817 w 2100"/>
              <a:gd name="T25" fmla="*/ 1750 h 2100"/>
              <a:gd name="T26" fmla="*/ 817 w 2100"/>
              <a:gd name="T27" fmla="*/ 1283 h 2100"/>
              <a:gd name="T28" fmla="*/ 350 w 2100"/>
              <a:gd name="T29" fmla="*/ 1283 h 2100"/>
              <a:gd name="T30" fmla="*/ 350 w 2100"/>
              <a:gd name="T31" fmla="*/ 817 h 2100"/>
              <a:gd name="T32" fmla="*/ 817 w 2100"/>
              <a:gd name="T33" fmla="*/ 817 h 2100"/>
              <a:gd name="T34" fmla="*/ 817 w 2100"/>
              <a:gd name="T35" fmla="*/ 350 h 2100"/>
              <a:gd name="T36" fmla="*/ 1283 w 2100"/>
              <a:gd name="T37" fmla="*/ 350 h 2100"/>
              <a:gd name="T38" fmla="*/ 1283 w 2100"/>
              <a:gd name="T39" fmla="*/ 817 h 2100"/>
              <a:gd name="T40" fmla="*/ 1750 w 2100"/>
              <a:gd name="T41" fmla="*/ 817 h 2100"/>
              <a:gd name="T42" fmla="*/ 1750 w 2100"/>
              <a:gd name="T43" fmla="*/ 128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750" y="1283"/>
                </a:moveTo>
                <a:cubicBezTo>
                  <a:pt x="1283" y="1283"/>
                  <a:pt x="1283" y="1283"/>
                  <a:pt x="1283" y="1283"/>
                </a:cubicBezTo>
                <a:cubicBezTo>
                  <a:pt x="1283" y="1750"/>
                  <a:pt x="1283" y="1750"/>
                  <a:pt x="1283" y="1750"/>
                </a:cubicBezTo>
                <a:cubicBezTo>
                  <a:pt x="817" y="1750"/>
                  <a:pt x="817" y="1750"/>
                  <a:pt x="817" y="1750"/>
                </a:cubicBezTo>
                <a:cubicBezTo>
                  <a:pt x="817" y="1283"/>
                  <a:pt x="817" y="1283"/>
                  <a:pt x="817" y="1283"/>
                </a:cubicBezTo>
                <a:cubicBezTo>
                  <a:pt x="350" y="1283"/>
                  <a:pt x="350" y="1283"/>
                  <a:pt x="350" y="1283"/>
                </a:cubicBezTo>
                <a:cubicBezTo>
                  <a:pt x="350" y="817"/>
                  <a:pt x="350" y="817"/>
                  <a:pt x="350" y="817"/>
                </a:cubicBezTo>
                <a:cubicBezTo>
                  <a:pt x="817" y="817"/>
                  <a:pt x="817" y="817"/>
                  <a:pt x="817" y="817"/>
                </a:cubicBezTo>
                <a:cubicBezTo>
                  <a:pt x="817" y="350"/>
                  <a:pt x="817" y="350"/>
                  <a:pt x="817" y="350"/>
                </a:cubicBezTo>
                <a:cubicBezTo>
                  <a:pt x="1283" y="350"/>
                  <a:pt x="1283" y="350"/>
                  <a:pt x="1283" y="350"/>
                </a:cubicBezTo>
                <a:cubicBezTo>
                  <a:pt x="1283" y="817"/>
                  <a:pt x="1283" y="817"/>
                  <a:pt x="1283" y="817"/>
                </a:cubicBezTo>
                <a:cubicBezTo>
                  <a:pt x="1750" y="817"/>
                  <a:pt x="1750" y="817"/>
                  <a:pt x="1750" y="817"/>
                </a:cubicBezTo>
                <a:lnTo>
                  <a:pt x="1750" y="12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7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Hote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23578"/>
          </a:xfrm>
          <a:custGeom>
            <a:avLst/>
            <a:gdLst>
              <a:gd name="T0" fmla="*/ 700 w 2566"/>
              <a:gd name="T1" fmla="*/ 934 h 1750"/>
              <a:gd name="T2" fmla="*/ 1050 w 2566"/>
              <a:gd name="T3" fmla="*/ 584 h 1750"/>
              <a:gd name="T4" fmla="*/ 700 w 2566"/>
              <a:gd name="T5" fmla="*/ 234 h 1750"/>
              <a:gd name="T6" fmla="*/ 350 w 2566"/>
              <a:gd name="T7" fmla="*/ 584 h 1750"/>
              <a:gd name="T8" fmla="*/ 700 w 2566"/>
              <a:gd name="T9" fmla="*/ 934 h 1750"/>
              <a:gd name="T10" fmla="*/ 2100 w 2566"/>
              <a:gd name="T11" fmla="*/ 234 h 1750"/>
              <a:gd name="T12" fmla="*/ 1166 w 2566"/>
              <a:gd name="T13" fmla="*/ 234 h 1750"/>
              <a:gd name="T14" fmla="*/ 1166 w 2566"/>
              <a:gd name="T15" fmla="*/ 1050 h 1750"/>
              <a:gd name="T16" fmla="*/ 233 w 2566"/>
              <a:gd name="T17" fmla="*/ 1050 h 1750"/>
              <a:gd name="T18" fmla="*/ 233 w 2566"/>
              <a:gd name="T19" fmla="*/ 0 h 1750"/>
              <a:gd name="T20" fmla="*/ 0 w 2566"/>
              <a:gd name="T21" fmla="*/ 0 h 1750"/>
              <a:gd name="T22" fmla="*/ 0 w 2566"/>
              <a:gd name="T23" fmla="*/ 1750 h 1750"/>
              <a:gd name="T24" fmla="*/ 233 w 2566"/>
              <a:gd name="T25" fmla="*/ 1750 h 1750"/>
              <a:gd name="T26" fmla="*/ 233 w 2566"/>
              <a:gd name="T27" fmla="*/ 1400 h 1750"/>
              <a:gd name="T28" fmla="*/ 2333 w 2566"/>
              <a:gd name="T29" fmla="*/ 1400 h 1750"/>
              <a:gd name="T30" fmla="*/ 2333 w 2566"/>
              <a:gd name="T31" fmla="*/ 1750 h 1750"/>
              <a:gd name="T32" fmla="*/ 2566 w 2566"/>
              <a:gd name="T33" fmla="*/ 1750 h 1750"/>
              <a:gd name="T34" fmla="*/ 2566 w 2566"/>
              <a:gd name="T35" fmla="*/ 700 h 1750"/>
              <a:gd name="T36" fmla="*/ 2100 w 2566"/>
              <a:gd name="T37" fmla="*/ 234 h 17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566" h="1750">
                <a:moveTo>
                  <a:pt x="700" y="934"/>
                </a:moveTo>
                <a:cubicBezTo>
                  <a:pt x="893" y="934"/>
                  <a:pt x="1050" y="777"/>
                  <a:pt x="1050" y="584"/>
                </a:cubicBezTo>
                <a:cubicBezTo>
                  <a:pt x="1050" y="390"/>
                  <a:pt x="893" y="234"/>
                  <a:pt x="700" y="234"/>
                </a:cubicBezTo>
                <a:cubicBezTo>
                  <a:pt x="506" y="234"/>
                  <a:pt x="350" y="390"/>
                  <a:pt x="350" y="584"/>
                </a:cubicBezTo>
                <a:cubicBezTo>
                  <a:pt x="350" y="777"/>
                  <a:pt x="506" y="934"/>
                  <a:pt x="700" y="934"/>
                </a:cubicBezTo>
                <a:close/>
                <a:moveTo>
                  <a:pt x="2100" y="234"/>
                </a:moveTo>
                <a:cubicBezTo>
                  <a:pt x="1166" y="234"/>
                  <a:pt x="1166" y="234"/>
                  <a:pt x="1166" y="234"/>
                </a:cubicBezTo>
                <a:cubicBezTo>
                  <a:pt x="1166" y="1050"/>
                  <a:pt x="1166" y="1050"/>
                  <a:pt x="1166" y="1050"/>
                </a:cubicBezTo>
                <a:cubicBezTo>
                  <a:pt x="233" y="1050"/>
                  <a:pt x="233" y="1050"/>
                  <a:pt x="233" y="1050"/>
                </a:cubicBezTo>
                <a:cubicBezTo>
                  <a:pt x="233" y="0"/>
                  <a:pt x="233" y="0"/>
                  <a:pt x="23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750"/>
                  <a:pt x="0" y="1750"/>
                  <a:pt x="0" y="1750"/>
                </a:cubicBezTo>
                <a:cubicBezTo>
                  <a:pt x="233" y="1750"/>
                  <a:pt x="233" y="1750"/>
                  <a:pt x="233" y="1750"/>
                </a:cubicBezTo>
                <a:cubicBezTo>
                  <a:pt x="233" y="1400"/>
                  <a:pt x="233" y="1400"/>
                  <a:pt x="233" y="1400"/>
                </a:cubicBezTo>
                <a:cubicBezTo>
                  <a:pt x="2333" y="1400"/>
                  <a:pt x="2333" y="1400"/>
                  <a:pt x="2333" y="1400"/>
                </a:cubicBezTo>
                <a:cubicBezTo>
                  <a:pt x="2333" y="1750"/>
                  <a:pt x="2333" y="1750"/>
                  <a:pt x="2333" y="1750"/>
                </a:cubicBezTo>
                <a:cubicBezTo>
                  <a:pt x="2566" y="1750"/>
                  <a:pt x="2566" y="1750"/>
                  <a:pt x="2566" y="1750"/>
                </a:cubicBezTo>
                <a:cubicBezTo>
                  <a:pt x="2566" y="700"/>
                  <a:pt x="2566" y="700"/>
                  <a:pt x="2566" y="700"/>
                </a:cubicBezTo>
                <a:cubicBezTo>
                  <a:pt x="2566" y="443"/>
                  <a:pt x="2357" y="234"/>
                  <a:pt x="2100" y="2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7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Laundry Servic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122" cy="914400"/>
          </a:xfrm>
          <a:custGeom>
            <a:avLst/>
            <a:gdLst>
              <a:gd name="T0" fmla="*/ 603 w 1866"/>
              <a:gd name="T1" fmla="*/ 1731 h 2334"/>
              <a:gd name="T2" fmla="*/ 1263 w 1866"/>
              <a:gd name="T3" fmla="*/ 1731 h 2334"/>
              <a:gd name="T4" fmla="*/ 1263 w 1866"/>
              <a:gd name="T5" fmla="*/ 1070 h 2334"/>
              <a:gd name="T6" fmla="*/ 603 w 1866"/>
              <a:gd name="T7" fmla="*/ 1731 h 2334"/>
              <a:gd name="T8" fmla="*/ 1633 w 1866"/>
              <a:gd name="T9" fmla="*/ 1 h 2334"/>
              <a:gd name="T10" fmla="*/ 233 w 1866"/>
              <a:gd name="T11" fmla="*/ 0 h 2334"/>
              <a:gd name="T12" fmla="*/ 0 w 1866"/>
              <a:gd name="T13" fmla="*/ 234 h 2334"/>
              <a:gd name="T14" fmla="*/ 0 w 1866"/>
              <a:gd name="T15" fmla="*/ 2100 h 2334"/>
              <a:gd name="T16" fmla="*/ 233 w 1866"/>
              <a:gd name="T17" fmla="*/ 2334 h 2334"/>
              <a:gd name="T18" fmla="*/ 1633 w 1866"/>
              <a:gd name="T19" fmla="*/ 2334 h 2334"/>
              <a:gd name="T20" fmla="*/ 1866 w 1866"/>
              <a:gd name="T21" fmla="*/ 2100 h 2334"/>
              <a:gd name="T22" fmla="*/ 1866 w 1866"/>
              <a:gd name="T23" fmla="*/ 234 h 2334"/>
              <a:gd name="T24" fmla="*/ 1633 w 1866"/>
              <a:gd name="T25" fmla="*/ 1 h 2334"/>
              <a:gd name="T26" fmla="*/ 700 w 1866"/>
              <a:gd name="T27" fmla="*/ 234 h 2334"/>
              <a:gd name="T28" fmla="*/ 816 w 1866"/>
              <a:gd name="T29" fmla="*/ 350 h 2334"/>
              <a:gd name="T30" fmla="*/ 700 w 1866"/>
              <a:gd name="T31" fmla="*/ 467 h 2334"/>
              <a:gd name="T32" fmla="*/ 583 w 1866"/>
              <a:gd name="T33" fmla="*/ 350 h 2334"/>
              <a:gd name="T34" fmla="*/ 700 w 1866"/>
              <a:gd name="T35" fmla="*/ 234 h 2334"/>
              <a:gd name="T36" fmla="*/ 350 w 1866"/>
              <a:gd name="T37" fmla="*/ 234 h 2334"/>
              <a:gd name="T38" fmla="*/ 466 w 1866"/>
              <a:gd name="T39" fmla="*/ 350 h 2334"/>
              <a:gd name="T40" fmla="*/ 350 w 1866"/>
              <a:gd name="T41" fmla="*/ 467 h 2334"/>
              <a:gd name="T42" fmla="*/ 233 w 1866"/>
              <a:gd name="T43" fmla="*/ 350 h 2334"/>
              <a:gd name="T44" fmla="*/ 350 w 1866"/>
              <a:gd name="T45" fmla="*/ 234 h 2334"/>
              <a:gd name="T46" fmla="*/ 933 w 1866"/>
              <a:gd name="T47" fmla="*/ 2100 h 2334"/>
              <a:gd name="T48" fmla="*/ 233 w 1866"/>
              <a:gd name="T49" fmla="*/ 1400 h 2334"/>
              <a:gd name="T50" fmla="*/ 933 w 1866"/>
              <a:gd name="T51" fmla="*/ 700 h 2334"/>
              <a:gd name="T52" fmla="*/ 1633 w 1866"/>
              <a:gd name="T53" fmla="*/ 1400 h 2334"/>
              <a:gd name="T54" fmla="*/ 933 w 1866"/>
              <a:gd name="T55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866" h="2334">
                <a:moveTo>
                  <a:pt x="603" y="1731"/>
                </a:moveTo>
                <a:cubicBezTo>
                  <a:pt x="785" y="1913"/>
                  <a:pt x="1081" y="1913"/>
                  <a:pt x="1263" y="1731"/>
                </a:cubicBezTo>
                <a:cubicBezTo>
                  <a:pt x="1445" y="1548"/>
                  <a:pt x="1445" y="1252"/>
                  <a:pt x="1263" y="1070"/>
                </a:cubicBezTo>
                <a:lnTo>
                  <a:pt x="603" y="1731"/>
                </a:lnTo>
                <a:close/>
                <a:moveTo>
                  <a:pt x="1633" y="1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4"/>
                  <a:pt x="0" y="234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30"/>
                  <a:pt x="104" y="2334"/>
                  <a:pt x="233" y="2334"/>
                </a:cubicBezTo>
                <a:cubicBezTo>
                  <a:pt x="1633" y="2334"/>
                  <a:pt x="1633" y="2334"/>
                  <a:pt x="1633" y="2334"/>
                </a:cubicBezTo>
                <a:cubicBezTo>
                  <a:pt x="1762" y="2334"/>
                  <a:pt x="1866" y="2230"/>
                  <a:pt x="1866" y="2100"/>
                </a:cubicBezTo>
                <a:cubicBezTo>
                  <a:pt x="1866" y="234"/>
                  <a:pt x="1866" y="234"/>
                  <a:pt x="1866" y="234"/>
                </a:cubicBezTo>
                <a:cubicBezTo>
                  <a:pt x="1866" y="104"/>
                  <a:pt x="1762" y="1"/>
                  <a:pt x="1633" y="1"/>
                </a:cubicBezTo>
                <a:close/>
                <a:moveTo>
                  <a:pt x="700" y="234"/>
                </a:moveTo>
                <a:cubicBezTo>
                  <a:pt x="764" y="234"/>
                  <a:pt x="816" y="286"/>
                  <a:pt x="816" y="350"/>
                </a:cubicBezTo>
                <a:cubicBezTo>
                  <a:pt x="816" y="414"/>
                  <a:pt x="764" y="467"/>
                  <a:pt x="700" y="467"/>
                </a:cubicBezTo>
                <a:cubicBezTo>
                  <a:pt x="636" y="467"/>
                  <a:pt x="583" y="414"/>
                  <a:pt x="583" y="350"/>
                </a:cubicBezTo>
                <a:cubicBezTo>
                  <a:pt x="583" y="286"/>
                  <a:pt x="636" y="234"/>
                  <a:pt x="700" y="234"/>
                </a:cubicBezTo>
                <a:close/>
                <a:moveTo>
                  <a:pt x="350" y="234"/>
                </a:moveTo>
                <a:cubicBezTo>
                  <a:pt x="414" y="234"/>
                  <a:pt x="466" y="286"/>
                  <a:pt x="466" y="350"/>
                </a:cubicBezTo>
                <a:cubicBezTo>
                  <a:pt x="466" y="414"/>
                  <a:pt x="414" y="467"/>
                  <a:pt x="350" y="467"/>
                </a:cubicBezTo>
                <a:cubicBezTo>
                  <a:pt x="286" y="467"/>
                  <a:pt x="233" y="414"/>
                  <a:pt x="233" y="350"/>
                </a:cubicBezTo>
                <a:cubicBezTo>
                  <a:pt x="233" y="286"/>
                  <a:pt x="286" y="234"/>
                  <a:pt x="350" y="234"/>
                </a:cubicBezTo>
                <a:close/>
                <a:moveTo>
                  <a:pt x="933" y="2100"/>
                </a:moveTo>
                <a:cubicBezTo>
                  <a:pt x="547" y="2100"/>
                  <a:pt x="233" y="1787"/>
                  <a:pt x="233" y="1400"/>
                </a:cubicBezTo>
                <a:cubicBezTo>
                  <a:pt x="233" y="1014"/>
                  <a:pt x="547" y="700"/>
                  <a:pt x="933" y="700"/>
                </a:cubicBezTo>
                <a:cubicBezTo>
                  <a:pt x="1319" y="700"/>
                  <a:pt x="1633" y="1014"/>
                  <a:pt x="1633" y="1400"/>
                </a:cubicBezTo>
                <a:cubicBezTo>
                  <a:pt x="1633" y="1787"/>
                  <a:pt x="1319" y="2100"/>
                  <a:pt x="933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7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Librar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00907" cy="914400"/>
          </a:xfrm>
          <a:custGeom>
            <a:avLst/>
            <a:gdLst>
              <a:gd name="T0" fmla="*/ 1050 w 2100"/>
              <a:gd name="T1" fmla="*/ 1114 h 2398"/>
              <a:gd name="T2" fmla="*/ 0 w 2100"/>
              <a:gd name="T3" fmla="*/ 700 h 2398"/>
              <a:gd name="T4" fmla="*/ 0 w 2100"/>
              <a:gd name="T5" fmla="*/ 1984 h 2398"/>
              <a:gd name="T6" fmla="*/ 1050 w 2100"/>
              <a:gd name="T7" fmla="*/ 2398 h 2398"/>
              <a:gd name="T8" fmla="*/ 2100 w 2100"/>
              <a:gd name="T9" fmla="*/ 1984 h 2398"/>
              <a:gd name="T10" fmla="*/ 2100 w 2100"/>
              <a:gd name="T11" fmla="*/ 700 h 2398"/>
              <a:gd name="T12" fmla="*/ 1050 w 2100"/>
              <a:gd name="T13" fmla="*/ 1114 h 2398"/>
              <a:gd name="T14" fmla="*/ 1050 w 2100"/>
              <a:gd name="T15" fmla="*/ 700 h 2398"/>
              <a:gd name="T16" fmla="*/ 1400 w 2100"/>
              <a:gd name="T17" fmla="*/ 350 h 2398"/>
              <a:gd name="T18" fmla="*/ 1050 w 2100"/>
              <a:gd name="T19" fmla="*/ 0 h 2398"/>
              <a:gd name="T20" fmla="*/ 700 w 2100"/>
              <a:gd name="T21" fmla="*/ 350 h 2398"/>
              <a:gd name="T22" fmla="*/ 1050 w 2100"/>
              <a:gd name="T23" fmla="*/ 700 h 23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100" h="2398">
                <a:moveTo>
                  <a:pt x="1050" y="1114"/>
                </a:moveTo>
                <a:cubicBezTo>
                  <a:pt x="775" y="858"/>
                  <a:pt x="406" y="700"/>
                  <a:pt x="0" y="700"/>
                </a:cubicBezTo>
                <a:cubicBezTo>
                  <a:pt x="0" y="1984"/>
                  <a:pt x="0" y="1984"/>
                  <a:pt x="0" y="1984"/>
                </a:cubicBezTo>
                <a:cubicBezTo>
                  <a:pt x="406" y="1984"/>
                  <a:pt x="775" y="2141"/>
                  <a:pt x="1050" y="2398"/>
                </a:cubicBezTo>
                <a:cubicBezTo>
                  <a:pt x="1325" y="2142"/>
                  <a:pt x="1694" y="1984"/>
                  <a:pt x="2100" y="1984"/>
                </a:cubicBezTo>
                <a:cubicBezTo>
                  <a:pt x="2100" y="700"/>
                  <a:pt x="2100" y="700"/>
                  <a:pt x="2100" y="700"/>
                </a:cubicBezTo>
                <a:cubicBezTo>
                  <a:pt x="1694" y="700"/>
                  <a:pt x="1325" y="858"/>
                  <a:pt x="1050" y="1114"/>
                </a:cubicBezTo>
                <a:close/>
                <a:moveTo>
                  <a:pt x="1050" y="700"/>
                </a:moveTo>
                <a:cubicBezTo>
                  <a:pt x="1244" y="700"/>
                  <a:pt x="1400" y="544"/>
                  <a:pt x="1400" y="350"/>
                </a:cubicBezTo>
                <a:cubicBezTo>
                  <a:pt x="1400" y="157"/>
                  <a:pt x="1244" y="0"/>
                  <a:pt x="1050" y="0"/>
                </a:cubicBezTo>
                <a:cubicBezTo>
                  <a:pt x="856" y="0"/>
                  <a:pt x="700" y="157"/>
                  <a:pt x="700" y="350"/>
                </a:cubicBezTo>
                <a:cubicBezTo>
                  <a:pt x="700" y="544"/>
                  <a:pt x="856" y="700"/>
                  <a:pt x="1050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7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Ma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83884" cy="914400"/>
          </a:xfrm>
          <a:custGeom>
            <a:avLst/>
            <a:gdLst>
              <a:gd name="T0" fmla="*/ 1867 w 2100"/>
              <a:gd name="T1" fmla="*/ 583 h 2450"/>
              <a:gd name="T2" fmla="*/ 1633 w 2100"/>
              <a:gd name="T3" fmla="*/ 583 h 2450"/>
              <a:gd name="T4" fmla="*/ 1050 w 2100"/>
              <a:gd name="T5" fmla="*/ 0 h 2450"/>
              <a:gd name="T6" fmla="*/ 467 w 2100"/>
              <a:gd name="T7" fmla="*/ 583 h 2450"/>
              <a:gd name="T8" fmla="*/ 233 w 2100"/>
              <a:gd name="T9" fmla="*/ 583 h 2450"/>
              <a:gd name="T10" fmla="*/ 1 w 2100"/>
              <a:gd name="T11" fmla="*/ 816 h 2450"/>
              <a:gd name="T12" fmla="*/ 0 w 2100"/>
              <a:gd name="T13" fmla="*/ 2216 h 2450"/>
              <a:gd name="T14" fmla="*/ 233 w 2100"/>
              <a:gd name="T15" fmla="*/ 2450 h 2450"/>
              <a:gd name="T16" fmla="*/ 1867 w 2100"/>
              <a:gd name="T17" fmla="*/ 2450 h 2450"/>
              <a:gd name="T18" fmla="*/ 2100 w 2100"/>
              <a:gd name="T19" fmla="*/ 2216 h 2450"/>
              <a:gd name="T20" fmla="*/ 2100 w 2100"/>
              <a:gd name="T21" fmla="*/ 816 h 2450"/>
              <a:gd name="T22" fmla="*/ 1867 w 2100"/>
              <a:gd name="T23" fmla="*/ 583 h 2450"/>
              <a:gd name="T24" fmla="*/ 1050 w 2100"/>
              <a:gd name="T25" fmla="*/ 233 h 2450"/>
              <a:gd name="T26" fmla="*/ 1400 w 2100"/>
              <a:gd name="T27" fmla="*/ 583 h 2450"/>
              <a:gd name="T28" fmla="*/ 700 w 2100"/>
              <a:gd name="T29" fmla="*/ 583 h 2450"/>
              <a:gd name="T30" fmla="*/ 1050 w 2100"/>
              <a:gd name="T31" fmla="*/ 233 h 2450"/>
              <a:gd name="T32" fmla="*/ 1050 w 2100"/>
              <a:gd name="T33" fmla="*/ 1400 h 2450"/>
              <a:gd name="T34" fmla="*/ 467 w 2100"/>
              <a:gd name="T35" fmla="*/ 816 h 2450"/>
              <a:gd name="T36" fmla="*/ 700 w 2100"/>
              <a:gd name="T37" fmla="*/ 816 h 2450"/>
              <a:gd name="T38" fmla="*/ 1050 w 2100"/>
              <a:gd name="T39" fmla="*/ 1166 h 2450"/>
              <a:gd name="T40" fmla="*/ 1400 w 2100"/>
              <a:gd name="T41" fmla="*/ 816 h 2450"/>
              <a:gd name="T42" fmla="*/ 1633 w 2100"/>
              <a:gd name="T43" fmla="*/ 816 h 2450"/>
              <a:gd name="T44" fmla="*/ 1050 w 2100"/>
              <a:gd name="T45" fmla="*/ 1400 h 2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100" h="2450">
                <a:moveTo>
                  <a:pt x="1867" y="583"/>
                </a:moveTo>
                <a:cubicBezTo>
                  <a:pt x="1633" y="583"/>
                  <a:pt x="1633" y="583"/>
                  <a:pt x="1633" y="583"/>
                </a:cubicBezTo>
                <a:cubicBezTo>
                  <a:pt x="1633" y="261"/>
                  <a:pt x="1372" y="0"/>
                  <a:pt x="1050" y="0"/>
                </a:cubicBezTo>
                <a:cubicBezTo>
                  <a:pt x="728" y="0"/>
                  <a:pt x="467" y="261"/>
                  <a:pt x="467" y="583"/>
                </a:cubicBezTo>
                <a:cubicBezTo>
                  <a:pt x="233" y="583"/>
                  <a:pt x="233" y="583"/>
                  <a:pt x="233" y="583"/>
                </a:cubicBezTo>
                <a:cubicBezTo>
                  <a:pt x="105" y="583"/>
                  <a:pt x="1" y="688"/>
                  <a:pt x="1" y="816"/>
                </a:cubicBezTo>
                <a:cubicBezTo>
                  <a:pt x="0" y="2216"/>
                  <a:pt x="0" y="2216"/>
                  <a:pt x="0" y="2216"/>
                </a:cubicBezTo>
                <a:cubicBezTo>
                  <a:pt x="0" y="2345"/>
                  <a:pt x="105" y="2450"/>
                  <a:pt x="233" y="2450"/>
                </a:cubicBezTo>
                <a:cubicBezTo>
                  <a:pt x="1867" y="2450"/>
                  <a:pt x="1867" y="2450"/>
                  <a:pt x="1867" y="2450"/>
                </a:cubicBezTo>
                <a:cubicBezTo>
                  <a:pt x="1995" y="2450"/>
                  <a:pt x="2100" y="2345"/>
                  <a:pt x="2100" y="2216"/>
                </a:cubicBezTo>
                <a:cubicBezTo>
                  <a:pt x="2100" y="816"/>
                  <a:pt x="2100" y="816"/>
                  <a:pt x="2100" y="816"/>
                </a:cubicBezTo>
                <a:cubicBezTo>
                  <a:pt x="2100" y="688"/>
                  <a:pt x="1995" y="583"/>
                  <a:pt x="1867" y="583"/>
                </a:cubicBezTo>
                <a:close/>
                <a:moveTo>
                  <a:pt x="1050" y="233"/>
                </a:moveTo>
                <a:cubicBezTo>
                  <a:pt x="1244" y="233"/>
                  <a:pt x="1400" y="389"/>
                  <a:pt x="1400" y="583"/>
                </a:cubicBezTo>
                <a:cubicBezTo>
                  <a:pt x="700" y="583"/>
                  <a:pt x="700" y="583"/>
                  <a:pt x="700" y="583"/>
                </a:cubicBezTo>
                <a:cubicBezTo>
                  <a:pt x="700" y="389"/>
                  <a:pt x="856" y="233"/>
                  <a:pt x="1050" y="233"/>
                </a:cubicBezTo>
                <a:close/>
                <a:moveTo>
                  <a:pt x="1050" y="1400"/>
                </a:moveTo>
                <a:cubicBezTo>
                  <a:pt x="728" y="1400"/>
                  <a:pt x="467" y="1138"/>
                  <a:pt x="467" y="816"/>
                </a:cubicBezTo>
                <a:cubicBezTo>
                  <a:pt x="700" y="816"/>
                  <a:pt x="700" y="816"/>
                  <a:pt x="700" y="816"/>
                </a:cubicBezTo>
                <a:cubicBezTo>
                  <a:pt x="700" y="1010"/>
                  <a:pt x="856" y="1166"/>
                  <a:pt x="1050" y="1166"/>
                </a:cubicBezTo>
                <a:cubicBezTo>
                  <a:pt x="1244" y="1166"/>
                  <a:pt x="1400" y="1010"/>
                  <a:pt x="1400" y="816"/>
                </a:cubicBezTo>
                <a:cubicBezTo>
                  <a:pt x="1633" y="816"/>
                  <a:pt x="1633" y="816"/>
                  <a:pt x="1633" y="816"/>
                </a:cubicBezTo>
                <a:cubicBezTo>
                  <a:pt x="1633" y="1138"/>
                  <a:pt x="1372" y="1400"/>
                  <a:pt x="1050" y="1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7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Movie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12472" cy="914400"/>
          </a:xfrm>
          <a:custGeom>
            <a:avLst/>
            <a:gdLst>
              <a:gd name="T0" fmla="*/ 3857 w 4408"/>
              <a:gd name="T1" fmla="*/ 0 h 4961"/>
              <a:gd name="T2" fmla="*/ 3857 w 4408"/>
              <a:gd name="T3" fmla="*/ 550 h 4961"/>
              <a:gd name="T4" fmla="*/ 3307 w 4408"/>
              <a:gd name="T5" fmla="*/ 550 h 4961"/>
              <a:gd name="T6" fmla="*/ 3307 w 4408"/>
              <a:gd name="T7" fmla="*/ 0 h 4961"/>
              <a:gd name="T8" fmla="*/ 1101 w 4408"/>
              <a:gd name="T9" fmla="*/ 0 h 4961"/>
              <a:gd name="T10" fmla="*/ 1101 w 4408"/>
              <a:gd name="T11" fmla="*/ 550 h 4961"/>
              <a:gd name="T12" fmla="*/ 550 w 4408"/>
              <a:gd name="T13" fmla="*/ 550 h 4961"/>
              <a:gd name="T14" fmla="*/ 550 w 4408"/>
              <a:gd name="T15" fmla="*/ 0 h 4961"/>
              <a:gd name="T16" fmla="*/ 0 w 4408"/>
              <a:gd name="T17" fmla="*/ 0 h 4961"/>
              <a:gd name="T18" fmla="*/ 0 w 4408"/>
              <a:gd name="T19" fmla="*/ 4961 h 4961"/>
              <a:gd name="T20" fmla="*/ 550 w 4408"/>
              <a:gd name="T21" fmla="*/ 4961 h 4961"/>
              <a:gd name="T22" fmla="*/ 550 w 4408"/>
              <a:gd name="T23" fmla="*/ 4410 h 4961"/>
              <a:gd name="T24" fmla="*/ 1101 w 4408"/>
              <a:gd name="T25" fmla="*/ 4410 h 4961"/>
              <a:gd name="T26" fmla="*/ 1101 w 4408"/>
              <a:gd name="T27" fmla="*/ 4961 h 4961"/>
              <a:gd name="T28" fmla="*/ 3307 w 4408"/>
              <a:gd name="T29" fmla="*/ 4961 h 4961"/>
              <a:gd name="T30" fmla="*/ 3307 w 4408"/>
              <a:gd name="T31" fmla="*/ 4410 h 4961"/>
              <a:gd name="T32" fmla="*/ 3857 w 4408"/>
              <a:gd name="T33" fmla="*/ 4410 h 4961"/>
              <a:gd name="T34" fmla="*/ 3857 w 4408"/>
              <a:gd name="T35" fmla="*/ 4961 h 4961"/>
              <a:gd name="T36" fmla="*/ 4408 w 4408"/>
              <a:gd name="T37" fmla="*/ 4961 h 4961"/>
              <a:gd name="T38" fmla="*/ 4408 w 4408"/>
              <a:gd name="T39" fmla="*/ 0 h 4961"/>
              <a:gd name="T40" fmla="*/ 3857 w 4408"/>
              <a:gd name="T41" fmla="*/ 0 h 4961"/>
              <a:gd name="T42" fmla="*/ 1101 w 4408"/>
              <a:gd name="T43" fmla="*/ 3857 h 4961"/>
              <a:gd name="T44" fmla="*/ 550 w 4408"/>
              <a:gd name="T45" fmla="*/ 3857 h 4961"/>
              <a:gd name="T46" fmla="*/ 550 w 4408"/>
              <a:gd name="T47" fmla="*/ 3307 h 4961"/>
              <a:gd name="T48" fmla="*/ 1101 w 4408"/>
              <a:gd name="T49" fmla="*/ 3307 h 4961"/>
              <a:gd name="T50" fmla="*/ 1101 w 4408"/>
              <a:gd name="T51" fmla="*/ 3857 h 4961"/>
              <a:gd name="T52" fmla="*/ 1101 w 4408"/>
              <a:gd name="T53" fmla="*/ 2757 h 4961"/>
              <a:gd name="T54" fmla="*/ 550 w 4408"/>
              <a:gd name="T55" fmla="*/ 2757 h 4961"/>
              <a:gd name="T56" fmla="*/ 550 w 4408"/>
              <a:gd name="T57" fmla="*/ 2204 h 4961"/>
              <a:gd name="T58" fmla="*/ 1101 w 4408"/>
              <a:gd name="T59" fmla="*/ 2204 h 4961"/>
              <a:gd name="T60" fmla="*/ 1101 w 4408"/>
              <a:gd name="T61" fmla="*/ 2757 h 4961"/>
              <a:gd name="T62" fmla="*/ 1101 w 4408"/>
              <a:gd name="T63" fmla="*/ 1653 h 4961"/>
              <a:gd name="T64" fmla="*/ 550 w 4408"/>
              <a:gd name="T65" fmla="*/ 1653 h 4961"/>
              <a:gd name="T66" fmla="*/ 550 w 4408"/>
              <a:gd name="T67" fmla="*/ 1103 h 4961"/>
              <a:gd name="T68" fmla="*/ 1101 w 4408"/>
              <a:gd name="T69" fmla="*/ 1103 h 4961"/>
              <a:gd name="T70" fmla="*/ 1101 w 4408"/>
              <a:gd name="T71" fmla="*/ 1653 h 4961"/>
              <a:gd name="T72" fmla="*/ 3857 w 4408"/>
              <a:gd name="T73" fmla="*/ 3857 h 4961"/>
              <a:gd name="T74" fmla="*/ 3307 w 4408"/>
              <a:gd name="T75" fmla="*/ 3857 h 4961"/>
              <a:gd name="T76" fmla="*/ 3307 w 4408"/>
              <a:gd name="T77" fmla="*/ 3307 h 4961"/>
              <a:gd name="T78" fmla="*/ 3857 w 4408"/>
              <a:gd name="T79" fmla="*/ 3307 h 4961"/>
              <a:gd name="T80" fmla="*/ 3857 w 4408"/>
              <a:gd name="T81" fmla="*/ 3857 h 4961"/>
              <a:gd name="T82" fmla="*/ 3857 w 4408"/>
              <a:gd name="T83" fmla="*/ 2757 h 4961"/>
              <a:gd name="T84" fmla="*/ 3307 w 4408"/>
              <a:gd name="T85" fmla="*/ 2757 h 4961"/>
              <a:gd name="T86" fmla="*/ 3307 w 4408"/>
              <a:gd name="T87" fmla="*/ 2204 h 4961"/>
              <a:gd name="T88" fmla="*/ 3857 w 4408"/>
              <a:gd name="T89" fmla="*/ 2204 h 4961"/>
              <a:gd name="T90" fmla="*/ 3857 w 4408"/>
              <a:gd name="T91" fmla="*/ 2757 h 4961"/>
              <a:gd name="T92" fmla="*/ 3857 w 4408"/>
              <a:gd name="T93" fmla="*/ 1653 h 4961"/>
              <a:gd name="T94" fmla="*/ 3307 w 4408"/>
              <a:gd name="T95" fmla="*/ 1653 h 4961"/>
              <a:gd name="T96" fmla="*/ 3307 w 4408"/>
              <a:gd name="T97" fmla="*/ 1103 h 4961"/>
              <a:gd name="T98" fmla="*/ 3857 w 4408"/>
              <a:gd name="T99" fmla="*/ 1103 h 4961"/>
              <a:gd name="T100" fmla="*/ 3857 w 4408"/>
              <a:gd name="T101" fmla="*/ 1653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408" h="4961">
                <a:moveTo>
                  <a:pt x="3857" y="0"/>
                </a:moveTo>
                <a:lnTo>
                  <a:pt x="3857" y="550"/>
                </a:lnTo>
                <a:lnTo>
                  <a:pt x="3307" y="550"/>
                </a:lnTo>
                <a:lnTo>
                  <a:pt x="3307" y="0"/>
                </a:lnTo>
                <a:lnTo>
                  <a:pt x="1101" y="0"/>
                </a:lnTo>
                <a:lnTo>
                  <a:pt x="1101" y="550"/>
                </a:lnTo>
                <a:lnTo>
                  <a:pt x="550" y="550"/>
                </a:lnTo>
                <a:lnTo>
                  <a:pt x="550" y="0"/>
                </a:lnTo>
                <a:lnTo>
                  <a:pt x="0" y="0"/>
                </a:lnTo>
                <a:lnTo>
                  <a:pt x="0" y="4961"/>
                </a:lnTo>
                <a:lnTo>
                  <a:pt x="550" y="4961"/>
                </a:lnTo>
                <a:lnTo>
                  <a:pt x="550" y="4410"/>
                </a:lnTo>
                <a:lnTo>
                  <a:pt x="1101" y="4410"/>
                </a:lnTo>
                <a:lnTo>
                  <a:pt x="1101" y="4961"/>
                </a:lnTo>
                <a:lnTo>
                  <a:pt x="3307" y="4961"/>
                </a:lnTo>
                <a:lnTo>
                  <a:pt x="3307" y="4410"/>
                </a:lnTo>
                <a:lnTo>
                  <a:pt x="3857" y="4410"/>
                </a:lnTo>
                <a:lnTo>
                  <a:pt x="3857" y="4961"/>
                </a:lnTo>
                <a:lnTo>
                  <a:pt x="4408" y="4961"/>
                </a:lnTo>
                <a:lnTo>
                  <a:pt x="4408" y="0"/>
                </a:lnTo>
                <a:lnTo>
                  <a:pt x="3857" y="0"/>
                </a:lnTo>
                <a:close/>
                <a:moveTo>
                  <a:pt x="1101" y="3857"/>
                </a:moveTo>
                <a:lnTo>
                  <a:pt x="550" y="3857"/>
                </a:lnTo>
                <a:lnTo>
                  <a:pt x="550" y="3307"/>
                </a:lnTo>
                <a:lnTo>
                  <a:pt x="1101" y="3307"/>
                </a:lnTo>
                <a:lnTo>
                  <a:pt x="1101" y="3857"/>
                </a:lnTo>
                <a:close/>
                <a:moveTo>
                  <a:pt x="1101" y="2757"/>
                </a:moveTo>
                <a:lnTo>
                  <a:pt x="550" y="2757"/>
                </a:lnTo>
                <a:lnTo>
                  <a:pt x="550" y="2204"/>
                </a:lnTo>
                <a:lnTo>
                  <a:pt x="1101" y="2204"/>
                </a:lnTo>
                <a:lnTo>
                  <a:pt x="1101" y="2757"/>
                </a:lnTo>
                <a:close/>
                <a:moveTo>
                  <a:pt x="1101" y="1653"/>
                </a:moveTo>
                <a:lnTo>
                  <a:pt x="550" y="1653"/>
                </a:lnTo>
                <a:lnTo>
                  <a:pt x="550" y="1103"/>
                </a:lnTo>
                <a:lnTo>
                  <a:pt x="1101" y="1103"/>
                </a:lnTo>
                <a:lnTo>
                  <a:pt x="1101" y="1653"/>
                </a:lnTo>
                <a:close/>
                <a:moveTo>
                  <a:pt x="3857" y="3857"/>
                </a:moveTo>
                <a:lnTo>
                  <a:pt x="3307" y="3857"/>
                </a:lnTo>
                <a:lnTo>
                  <a:pt x="3307" y="3307"/>
                </a:lnTo>
                <a:lnTo>
                  <a:pt x="3857" y="3307"/>
                </a:lnTo>
                <a:lnTo>
                  <a:pt x="3857" y="3857"/>
                </a:lnTo>
                <a:close/>
                <a:moveTo>
                  <a:pt x="3857" y="2757"/>
                </a:moveTo>
                <a:lnTo>
                  <a:pt x="3307" y="2757"/>
                </a:lnTo>
                <a:lnTo>
                  <a:pt x="3307" y="2204"/>
                </a:lnTo>
                <a:lnTo>
                  <a:pt x="3857" y="2204"/>
                </a:lnTo>
                <a:lnTo>
                  <a:pt x="3857" y="2757"/>
                </a:lnTo>
                <a:close/>
                <a:moveTo>
                  <a:pt x="3857" y="1653"/>
                </a:moveTo>
                <a:lnTo>
                  <a:pt x="3307" y="1653"/>
                </a:lnTo>
                <a:lnTo>
                  <a:pt x="3307" y="1103"/>
                </a:lnTo>
                <a:lnTo>
                  <a:pt x="3857" y="1103"/>
                </a:lnTo>
                <a:lnTo>
                  <a:pt x="3857" y="16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7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Off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265 w 2334"/>
              <a:gd name="T1" fmla="*/ 1118 h 2334"/>
              <a:gd name="T2" fmla="*/ 1215 w 2334"/>
              <a:gd name="T3" fmla="*/ 68 h 2334"/>
              <a:gd name="T4" fmla="*/ 1050 w 2334"/>
              <a:gd name="T5" fmla="*/ 0 h 2334"/>
              <a:gd name="T6" fmla="*/ 234 w 2334"/>
              <a:gd name="T7" fmla="*/ 0 h 2334"/>
              <a:gd name="T8" fmla="*/ 0 w 2334"/>
              <a:gd name="T9" fmla="*/ 234 h 2334"/>
              <a:gd name="T10" fmla="*/ 0 w 2334"/>
              <a:gd name="T11" fmla="*/ 1050 h 2334"/>
              <a:gd name="T12" fmla="*/ 69 w 2334"/>
              <a:gd name="T13" fmla="*/ 1216 h 2334"/>
              <a:gd name="T14" fmla="*/ 1119 w 2334"/>
              <a:gd name="T15" fmla="*/ 2266 h 2334"/>
              <a:gd name="T16" fmla="*/ 1284 w 2334"/>
              <a:gd name="T17" fmla="*/ 2334 h 2334"/>
              <a:gd name="T18" fmla="*/ 1448 w 2334"/>
              <a:gd name="T19" fmla="*/ 2265 h 2334"/>
              <a:gd name="T20" fmla="*/ 2265 w 2334"/>
              <a:gd name="T21" fmla="*/ 1448 h 2334"/>
              <a:gd name="T22" fmla="*/ 2334 w 2334"/>
              <a:gd name="T23" fmla="*/ 1284 h 2334"/>
              <a:gd name="T24" fmla="*/ 2265 w 2334"/>
              <a:gd name="T25" fmla="*/ 1118 h 2334"/>
              <a:gd name="T26" fmla="*/ 409 w 2334"/>
              <a:gd name="T27" fmla="*/ 584 h 2334"/>
              <a:gd name="T28" fmla="*/ 234 w 2334"/>
              <a:gd name="T29" fmla="*/ 409 h 2334"/>
              <a:gd name="T30" fmla="*/ 409 w 2334"/>
              <a:gd name="T31" fmla="*/ 234 h 2334"/>
              <a:gd name="T32" fmla="*/ 584 w 2334"/>
              <a:gd name="T33" fmla="*/ 409 h 2334"/>
              <a:gd name="T34" fmla="*/ 409 w 2334"/>
              <a:gd name="T35" fmla="*/ 58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334" h="2334">
                <a:moveTo>
                  <a:pt x="2265" y="1118"/>
                </a:moveTo>
                <a:cubicBezTo>
                  <a:pt x="1215" y="68"/>
                  <a:pt x="1215" y="68"/>
                  <a:pt x="1215" y="68"/>
                </a:cubicBezTo>
                <a:cubicBezTo>
                  <a:pt x="1173" y="26"/>
                  <a:pt x="1114" y="0"/>
                  <a:pt x="1050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4"/>
                </a:cubicBezTo>
                <a:cubicBezTo>
                  <a:pt x="0" y="1050"/>
                  <a:pt x="0" y="1050"/>
                  <a:pt x="0" y="1050"/>
                </a:cubicBezTo>
                <a:cubicBezTo>
                  <a:pt x="0" y="1114"/>
                  <a:pt x="26" y="1173"/>
                  <a:pt x="69" y="1216"/>
                </a:cubicBezTo>
                <a:cubicBezTo>
                  <a:pt x="1119" y="2266"/>
                  <a:pt x="1119" y="2266"/>
                  <a:pt x="1119" y="2266"/>
                </a:cubicBezTo>
                <a:cubicBezTo>
                  <a:pt x="1161" y="2308"/>
                  <a:pt x="1220" y="2334"/>
                  <a:pt x="1284" y="2334"/>
                </a:cubicBezTo>
                <a:cubicBezTo>
                  <a:pt x="1348" y="2334"/>
                  <a:pt x="1406" y="2308"/>
                  <a:pt x="1448" y="2265"/>
                </a:cubicBezTo>
                <a:cubicBezTo>
                  <a:pt x="2265" y="1448"/>
                  <a:pt x="2265" y="1448"/>
                  <a:pt x="2265" y="1448"/>
                </a:cubicBezTo>
                <a:cubicBezTo>
                  <a:pt x="2308" y="1406"/>
                  <a:pt x="2334" y="1348"/>
                  <a:pt x="2334" y="1284"/>
                </a:cubicBezTo>
                <a:cubicBezTo>
                  <a:pt x="2334" y="1220"/>
                  <a:pt x="2307" y="1160"/>
                  <a:pt x="2265" y="1118"/>
                </a:cubicBezTo>
                <a:close/>
                <a:moveTo>
                  <a:pt x="409" y="584"/>
                </a:moveTo>
                <a:cubicBezTo>
                  <a:pt x="312" y="584"/>
                  <a:pt x="234" y="506"/>
                  <a:pt x="234" y="409"/>
                </a:cubicBezTo>
                <a:cubicBezTo>
                  <a:pt x="234" y="312"/>
                  <a:pt x="312" y="234"/>
                  <a:pt x="409" y="234"/>
                </a:cubicBezTo>
                <a:cubicBezTo>
                  <a:pt x="506" y="234"/>
                  <a:pt x="584" y="312"/>
                  <a:pt x="584" y="409"/>
                </a:cubicBezTo>
                <a:cubicBezTo>
                  <a:pt x="584" y="506"/>
                  <a:pt x="506" y="584"/>
                  <a:pt x="409" y="5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7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Parki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60595" cy="914400"/>
          </a:xfrm>
          <a:custGeom>
            <a:avLst/>
            <a:gdLst>
              <a:gd name="T0" fmla="*/ 817 w 1517"/>
              <a:gd name="T1" fmla="*/ 0 h 2100"/>
              <a:gd name="T2" fmla="*/ 0 w 1517"/>
              <a:gd name="T3" fmla="*/ 0 h 2100"/>
              <a:gd name="T4" fmla="*/ 0 w 1517"/>
              <a:gd name="T5" fmla="*/ 2100 h 2100"/>
              <a:gd name="T6" fmla="*/ 467 w 1517"/>
              <a:gd name="T7" fmla="*/ 2100 h 2100"/>
              <a:gd name="T8" fmla="*/ 467 w 1517"/>
              <a:gd name="T9" fmla="*/ 1400 h 2100"/>
              <a:gd name="T10" fmla="*/ 817 w 1517"/>
              <a:gd name="T11" fmla="*/ 1400 h 2100"/>
              <a:gd name="T12" fmla="*/ 1517 w 1517"/>
              <a:gd name="T13" fmla="*/ 700 h 2100"/>
              <a:gd name="T14" fmla="*/ 817 w 1517"/>
              <a:gd name="T15" fmla="*/ 0 h 2100"/>
              <a:gd name="T16" fmla="*/ 840 w 1517"/>
              <a:gd name="T17" fmla="*/ 933 h 2100"/>
              <a:gd name="T18" fmla="*/ 467 w 1517"/>
              <a:gd name="T19" fmla="*/ 933 h 2100"/>
              <a:gd name="T20" fmla="*/ 467 w 1517"/>
              <a:gd name="T21" fmla="*/ 467 h 2100"/>
              <a:gd name="T22" fmla="*/ 840 w 1517"/>
              <a:gd name="T23" fmla="*/ 467 h 2100"/>
              <a:gd name="T24" fmla="*/ 1073 w 1517"/>
              <a:gd name="T25" fmla="*/ 700 h 2100"/>
              <a:gd name="T26" fmla="*/ 840 w 1517"/>
              <a:gd name="T27" fmla="*/ 9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517" h="2100">
                <a:moveTo>
                  <a:pt x="817" y="0"/>
                </a:moveTo>
                <a:cubicBezTo>
                  <a:pt x="0" y="0"/>
                  <a:pt x="0" y="0"/>
                  <a:pt x="0" y="0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467" y="2100"/>
                  <a:pt x="467" y="2100"/>
                  <a:pt x="467" y="2100"/>
                </a:cubicBezTo>
                <a:cubicBezTo>
                  <a:pt x="467" y="1400"/>
                  <a:pt x="467" y="1400"/>
                  <a:pt x="467" y="1400"/>
                </a:cubicBezTo>
                <a:cubicBezTo>
                  <a:pt x="817" y="1400"/>
                  <a:pt x="817" y="1400"/>
                  <a:pt x="817" y="1400"/>
                </a:cubicBezTo>
                <a:cubicBezTo>
                  <a:pt x="1203" y="1400"/>
                  <a:pt x="1517" y="1086"/>
                  <a:pt x="1517" y="700"/>
                </a:cubicBezTo>
                <a:cubicBezTo>
                  <a:pt x="1517" y="314"/>
                  <a:pt x="1203" y="0"/>
                  <a:pt x="817" y="0"/>
                </a:cubicBezTo>
                <a:close/>
                <a:moveTo>
                  <a:pt x="840" y="933"/>
                </a:moveTo>
                <a:cubicBezTo>
                  <a:pt x="467" y="933"/>
                  <a:pt x="467" y="933"/>
                  <a:pt x="467" y="933"/>
                </a:cubicBezTo>
                <a:cubicBezTo>
                  <a:pt x="467" y="467"/>
                  <a:pt x="467" y="467"/>
                  <a:pt x="467" y="467"/>
                </a:cubicBezTo>
                <a:cubicBezTo>
                  <a:pt x="840" y="467"/>
                  <a:pt x="840" y="467"/>
                  <a:pt x="840" y="467"/>
                </a:cubicBezTo>
                <a:cubicBezTo>
                  <a:pt x="968" y="467"/>
                  <a:pt x="1073" y="572"/>
                  <a:pt x="1073" y="700"/>
                </a:cubicBezTo>
                <a:cubicBezTo>
                  <a:pt x="1073" y="828"/>
                  <a:pt x="968" y="933"/>
                  <a:pt x="840" y="9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7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Pharmac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3143" cy="914400"/>
          </a:xfrm>
          <a:custGeom>
            <a:avLst/>
            <a:gdLst>
              <a:gd name="T0" fmla="*/ 4961 w 4961"/>
              <a:gd name="T1" fmla="*/ 1100 h 5511"/>
              <a:gd name="T2" fmla="*/ 4234 w 4961"/>
              <a:gd name="T3" fmla="*/ 1100 h 5511"/>
              <a:gd name="T4" fmla="*/ 4548 w 4961"/>
              <a:gd name="T5" fmla="*/ 236 h 5511"/>
              <a:gd name="T6" fmla="*/ 3900 w 4961"/>
              <a:gd name="T7" fmla="*/ 0 h 5511"/>
              <a:gd name="T8" fmla="*/ 3497 w 4961"/>
              <a:gd name="T9" fmla="*/ 1100 h 5511"/>
              <a:gd name="T10" fmla="*/ 0 w 4961"/>
              <a:gd name="T11" fmla="*/ 1100 h 5511"/>
              <a:gd name="T12" fmla="*/ 0 w 4961"/>
              <a:gd name="T13" fmla="*/ 1653 h 5511"/>
              <a:gd name="T14" fmla="*/ 551 w 4961"/>
              <a:gd name="T15" fmla="*/ 3307 h 5511"/>
              <a:gd name="T16" fmla="*/ 0 w 4961"/>
              <a:gd name="T17" fmla="*/ 4960 h 5511"/>
              <a:gd name="T18" fmla="*/ 0 w 4961"/>
              <a:gd name="T19" fmla="*/ 5511 h 5511"/>
              <a:gd name="T20" fmla="*/ 4961 w 4961"/>
              <a:gd name="T21" fmla="*/ 5511 h 5511"/>
              <a:gd name="T22" fmla="*/ 4961 w 4961"/>
              <a:gd name="T23" fmla="*/ 4960 h 5511"/>
              <a:gd name="T24" fmla="*/ 4411 w 4961"/>
              <a:gd name="T25" fmla="*/ 3307 h 5511"/>
              <a:gd name="T26" fmla="*/ 4961 w 4961"/>
              <a:gd name="T27" fmla="*/ 1653 h 5511"/>
              <a:gd name="T28" fmla="*/ 4961 w 4961"/>
              <a:gd name="T29" fmla="*/ 1100 h 5511"/>
              <a:gd name="T30" fmla="*/ 3584 w 4961"/>
              <a:gd name="T31" fmla="*/ 3581 h 5511"/>
              <a:gd name="T32" fmla="*/ 2757 w 4961"/>
              <a:gd name="T33" fmla="*/ 3581 h 5511"/>
              <a:gd name="T34" fmla="*/ 2757 w 4961"/>
              <a:gd name="T35" fmla="*/ 4407 h 5511"/>
              <a:gd name="T36" fmla="*/ 2204 w 4961"/>
              <a:gd name="T37" fmla="*/ 4407 h 5511"/>
              <a:gd name="T38" fmla="*/ 2204 w 4961"/>
              <a:gd name="T39" fmla="*/ 3581 h 5511"/>
              <a:gd name="T40" fmla="*/ 1378 w 4961"/>
              <a:gd name="T41" fmla="*/ 3581 h 5511"/>
              <a:gd name="T42" fmla="*/ 1378 w 4961"/>
              <a:gd name="T43" fmla="*/ 3030 h 5511"/>
              <a:gd name="T44" fmla="*/ 2204 w 4961"/>
              <a:gd name="T45" fmla="*/ 3030 h 5511"/>
              <a:gd name="T46" fmla="*/ 2204 w 4961"/>
              <a:gd name="T47" fmla="*/ 2203 h 5511"/>
              <a:gd name="T48" fmla="*/ 2757 w 4961"/>
              <a:gd name="T49" fmla="*/ 2203 h 5511"/>
              <a:gd name="T50" fmla="*/ 2757 w 4961"/>
              <a:gd name="T51" fmla="*/ 3030 h 5511"/>
              <a:gd name="T52" fmla="*/ 3584 w 4961"/>
              <a:gd name="T53" fmla="*/ 3030 h 5511"/>
              <a:gd name="T54" fmla="*/ 3584 w 4961"/>
              <a:gd name="T55" fmla="*/ 3581 h 5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961" h="5511">
                <a:moveTo>
                  <a:pt x="4961" y="1100"/>
                </a:moveTo>
                <a:lnTo>
                  <a:pt x="4234" y="1100"/>
                </a:lnTo>
                <a:lnTo>
                  <a:pt x="4548" y="236"/>
                </a:lnTo>
                <a:lnTo>
                  <a:pt x="3900" y="0"/>
                </a:lnTo>
                <a:lnTo>
                  <a:pt x="3497" y="1100"/>
                </a:lnTo>
                <a:lnTo>
                  <a:pt x="0" y="1100"/>
                </a:lnTo>
                <a:lnTo>
                  <a:pt x="0" y="1653"/>
                </a:lnTo>
                <a:lnTo>
                  <a:pt x="551" y="3307"/>
                </a:lnTo>
                <a:lnTo>
                  <a:pt x="0" y="4960"/>
                </a:lnTo>
                <a:lnTo>
                  <a:pt x="0" y="5511"/>
                </a:lnTo>
                <a:lnTo>
                  <a:pt x="4961" y="5511"/>
                </a:lnTo>
                <a:lnTo>
                  <a:pt x="4961" y="4960"/>
                </a:lnTo>
                <a:lnTo>
                  <a:pt x="4411" y="3307"/>
                </a:lnTo>
                <a:lnTo>
                  <a:pt x="4961" y="1653"/>
                </a:lnTo>
                <a:lnTo>
                  <a:pt x="4961" y="1100"/>
                </a:lnTo>
                <a:close/>
                <a:moveTo>
                  <a:pt x="3584" y="3581"/>
                </a:moveTo>
                <a:lnTo>
                  <a:pt x="2757" y="3581"/>
                </a:lnTo>
                <a:lnTo>
                  <a:pt x="2757" y="4407"/>
                </a:lnTo>
                <a:lnTo>
                  <a:pt x="2204" y="4407"/>
                </a:lnTo>
                <a:lnTo>
                  <a:pt x="2204" y="3581"/>
                </a:lnTo>
                <a:lnTo>
                  <a:pt x="1378" y="3581"/>
                </a:lnTo>
                <a:lnTo>
                  <a:pt x="1378" y="3030"/>
                </a:lnTo>
                <a:lnTo>
                  <a:pt x="2204" y="3030"/>
                </a:lnTo>
                <a:lnTo>
                  <a:pt x="2204" y="2203"/>
                </a:lnTo>
                <a:lnTo>
                  <a:pt x="2757" y="2203"/>
                </a:lnTo>
                <a:lnTo>
                  <a:pt x="2757" y="3030"/>
                </a:lnTo>
                <a:lnTo>
                  <a:pt x="3584" y="3030"/>
                </a:lnTo>
                <a:lnTo>
                  <a:pt x="3584" y="35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7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Phon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22 w 2100"/>
              <a:gd name="T1" fmla="*/ 909 h 2100"/>
              <a:gd name="T2" fmla="*/ 1191 w 2100"/>
              <a:gd name="T3" fmla="*/ 1678 h 2100"/>
              <a:gd name="T4" fmla="*/ 1448 w 2100"/>
              <a:gd name="T5" fmla="*/ 1421 h 2100"/>
              <a:gd name="T6" fmla="*/ 1567 w 2100"/>
              <a:gd name="T7" fmla="*/ 1393 h 2100"/>
              <a:gd name="T8" fmla="*/ 1983 w 2100"/>
              <a:gd name="T9" fmla="*/ 1459 h 2100"/>
              <a:gd name="T10" fmla="*/ 2100 w 2100"/>
              <a:gd name="T11" fmla="*/ 1576 h 2100"/>
              <a:gd name="T12" fmla="*/ 2100 w 2100"/>
              <a:gd name="T13" fmla="*/ 1983 h 2100"/>
              <a:gd name="T14" fmla="*/ 1983 w 2100"/>
              <a:gd name="T15" fmla="*/ 2100 h 2100"/>
              <a:gd name="T16" fmla="*/ 0 w 2100"/>
              <a:gd name="T17" fmla="*/ 117 h 2100"/>
              <a:gd name="T18" fmla="*/ 117 w 2100"/>
              <a:gd name="T19" fmla="*/ 0 h 2100"/>
              <a:gd name="T20" fmla="*/ 525 w 2100"/>
              <a:gd name="T21" fmla="*/ 0 h 2100"/>
              <a:gd name="T22" fmla="*/ 642 w 2100"/>
              <a:gd name="T23" fmla="*/ 117 h 2100"/>
              <a:gd name="T24" fmla="*/ 708 w 2100"/>
              <a:gd name="T25" fmla="*/ 533 h 2100"/>
              <a:gd name="T26" fmla="*/ 679 w 2100"/>
              <a:gd name="T27" fmla="*/ 652 h 2100"/>
              <a:gd name="T28" fmla="*/ 422 w 2100"/>
              <a:gd name="T29" fmla="*/ 909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100" h="2100">
                <a:moveTo>
                  <a:pt x="422" y="909"/>
                </a:moveTo>
                <a:cubicBezTo>
                  <a:pt x="590" y="1239"/>
                  <a:pt x="861" y="1508"/>
                  <a:pt x="1191" y="1678"/>
                </a:cubicBezTo>
                <a:cubicBezTo>
                  <a:pt x="1448" y="1421"/>
                  <a:pt x="1448" y="1421"/>
                  <a:pt x="1448" y="1421"/>
                </a:cubicBezTo>
                <a:cubicBezTo>
                  <a:pt x="1479" y="1390"/>
                  <a:pt x="1526" y="1379"/>
                  <a:pt x="1567" y="1393"/>
                </a:cubicBezTo>
                <a:cubicBezTo>
                  <a:pt x="1697" y="1436"/>
                  <a:pt x="1839" y="1459"/>
                  <a:pt x="1983" y="1459"/>
                </a:cubicBezTo>
                <a:cubicBezTo>
                  <a:pt x="2047" y="1459"/>
                  <a:pt x="2100" y="1512"/>
                  <a:pt x="2100" y="1576"/>
                </a:cubicBezTo>
                <a:cubicBezTo>
                  <a:pt x="2100" y="1983"/>
                  <a:pt x="2100" y="1983"/>
                  <a:pt x="2100" y="1983"/>
                </a:cubicBezTo>
                <a:cubicBezTo>
                  <a:pt x="2100" y="2047"/>
                  <a:pt x="2047" y="2100"/>
                  <a:pt x="1983" y="2100"/>
                </a:cubicBezTo>
                <a:cubicBezTo>
                  <a:pt x="888" y="2100"/>
                  <a:pt x="0" y="1212"/>
                  <a:pt x="0" y="117"/>
                </a:cubicBezTo>
                <a:cubicBezTo>
                  <a:pt x="0" y="53"/>
                  <a:pt x="53" y="0"/>
                  <a:pt x="117" y="0"/>
                </a:cubicBezTo>
                <a:cubicBezTo>
                  <a:pt x="525" y="0"/>
                  <a:pt x="525" y="0"/>
                  <a:pt x="525" y="0"/>
                </a:cubicBezTo>
                <a:cubicBezTo>
                  <a:pt x="589" y="0"/>
                  <a:pt x="642" y="53"/>
                  <a:pt x="642" y="117"/>
                </a:cubicBezTo>
                <a:cubicBezTo>
                  <a:pt x="642" y="262"/>
                  <a:pt x="665" y="403"/>
                  <a:pt x="708" y="533"/>
                </a:cubicBezTo>
                <a:cubicBezTo>
                  <a:pt x="721" y="574"/>
                  <a:pt x="712" y="620"/>
                  <a:pt x="679" y="652"/>
                </a:cubicBezTo>
                <a:lnTo>
                  <a:pt x="422" y="9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7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Pizza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015" cy="914400"/>
          </a:xfrm>
          <a:custGeom>
            <a:avLst/>
            <a:gdLst>
              <a:gd name="T0" fmla="*/ 1049 w 2098"/>
              <a:gd name="T1" fmla="*/ 0 h 2334"/>
              <a:gd name="T2" fmla="*/ 0 w 2098"/>
              <a:gd name="T3" fmla="*/ 467 h 2334"/>
              <a:gd name="T4" fmla="*/ 1049 w 2098"/>
              <a:gd name="T5" fmla="*/ 2334 h 2334"/>
              <a:gd name="T6" fmla="*/ 2098 w 2098"/>
              <a:gd name="T7" fmla="*/ 467 h 2334"/>
              <a:gd name="T8" fmla="*/ 1049 w 2098"/>
              <a:gd name="T9" fmla="*/ 0 h 2334"/>
              <a:gd name="T10" fmla="*/ 466 w 2098"/>
              <a:gd name="T11" fmla="*/ 584 h 2334"/>
              <a:gd name="T12" fmla="*/ 699 w 2098"/>
              <a:gd name="T13" fmla="*/ 350 h 2334"/>
              <a:gd name="T14" fmla="*/ 932 w 2098"/>
              <a:gd name="T15" fmla="*/ 584 h 2334"/>
              <a:gd name="T16" fmla="*/ 699 w 2098"/>
              <a:gd name="T17" fmla="*/ 817 h 2334"/>
              <a:gd name="T18" fmla="*/ 466 w 2098"/>
              <a:gd name="T19" fmla="*/ 584 h 2334"/>
              <a:gd name="T20" fmla="*/ 1049 w 2098"/>
              <a:gd name="T21" fmla="*/ 1517 h 2334"/>
              <a:gd name="T22" fmla="*/ 816 w 2098"/>
              <a:gd name="T23" fmla="*/ 1284 h 2334"/>
              <a:gd name="T24" fmla="*/ 1049 w 2098"/>
              <a:gd name="T25" fmla="*/ 1050 h 2334"/>
              <a:gd name="T26" fmla="*/ 1282 w 2098"/>
              <a:gd name="T27" fmla="*/ 1284 h 2334"/>
              <a:gd name="T28" fmla="*/ 1049 w 2098"/>
              <a:gd name="T29" fmla="*/ 151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98" h="2334">
                <a:moveTo>
                  <a:pt x="1049" y="0"/>
                </a:moveTo>
                <a:cubicBezTo>
                  <a:pt x="633" y="0"/>
                  <a:pt x="259" y="180"/>
                  <a:pt x="0" y="467"/>
                </a:cubicBezTo>
                <a:cubicBezTo>
                  <a:pt x="1049" y="2334"/>
                  <a:pt x="1049" y="2334"/>
                  <a:pt x="1049" y="2334"/>
                </a:cubicBezTo>
                <a:cubicBezTo>
                  <a:pt x="2098" y="467"/>
                  <a:pt x="2098" y="467"/>
                  <a:pt x="2098" y="467"/>
                </a:cubicBezTo>
                <a:cubicBezTo>
                  <a:pt x="1840" y="181"/>
                  <a:pt x="1466" y="0"/>
                  <a:pt x="1049" y="0"/>
                </a:cubicBezTo>
                <a:close/>
                <a:moveTo>
                  <a:pt x="466" y="584"/>
                </a:moveTo>
                <a:cubicBezTo>
                  <a:pt x="466" y="455"/>
                  <a:pt x="571" y="350"/>
                  <a:pt x="699" y="350"/>
                </a:cubicBezTo>
                <a:cubicBezTo>
                  <a:pt x="827" y="350"/>
                  <a:pt x="932" y="455"/>
                  <a:pt x="932" y="584"/>
                </a:cubicBezTo>
                <a:cubicBezTo>
                  <a:pt x="932" y="712"/>
                  <a:pt x="827" y="817"/>
                  <a:pt x="699" y="817"/>
                </a:cubicBezTo>
                <a:cubicBezTo>
                  <a:pt x="571" y="817"/>
                  <a:pt x="466" y="712"/>
                  <a:pt x="466" y="584"/>
                </a:cubicBezTo>
                <a:close/>
                <a:moveTo>
                  <a:pt x="1049" y="1517"/>
                </a:moveTo>
                <a:cubicBezTo>
                  <a:pt x="921" y="1517"/>
                  <a:pt x="816" y="1412"/>
                  <a:pt x="816" y="1284"/>
                </a:cubicBezTo>
                <a:cubicBezTo>
                  <a:pt x="816" y="1155"/>
                  <a:pt x="921" y="1050"/>
                  <a:pt x="1049" y="1050"/>
                </a:cubicBezTo>
                <a:cubicBezTo>
                  <a:pt x="1177" y="1050"/>
                  <a:pt x="1282" y="1155"/>
                  <a:pt x="1282" y="1284"/>
                </a:cubicBezTo>
                <a:cubicBezTo>
                  <a:pt x="1282" y="1412"/>
                  <a:pt x="1177" y="1517"/>
                  <a:pt x="1049" y="151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7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Pla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933 h 1866"/>
              <a:gd name="T2" fmla="*/ 2334 w 2334"/>
              <a:gd name="T3" fmla="*/ 700 h 1866"/>
              <a:gd name="T4" fmla="*/ 2334 w 2334"/>
              <a:gd name="T5" fmla="*/ 233 h 1866"/>
              <a:gd name="T6" fmla="*/ 2100 w 2334"/>
              <a:gd name="T7" fmla="*/ 0 h 1866"/>
              <a:gd name="T8" fmla="*/ 234 w 2334"/>
              <a:gd name="T9" fmla="*/ 0 h 1866"/>
              <a:gd name="T10" fmla="*/ 1 w 2334"/>
              <a:gd name="T11" fmla="*/ 233 h 1866"/>
              <a:gd name="T12" fmla="*/ 1 w 2334"/>
              <a:gd name="T13" fmla="*/ 700 h 1866"/>
              <a:gd name="T14" fmla="*/ 234 w 2334"/>
              <a:gd name="T15" fmla="*/ 933 h 1866"/>
              <a:gd name="T16" fmla="*/ 0 w 2334"/>
              <a:gd name="T17" fmla="*/ 1166 h 1866"/>
              <a:gd name="T18" fmla="*/ 0 w 2334"/>
              <a:gd name="T19" fmla="*/ 1633 h 1866"/>
              <a:gd name="T20" fmla="*/ 234 w 2334"/>
              <a:gd name="T21" fmla="*/ 1866 h 1866"/>
              <a:gd name="T22" fmla="*/ 2100 w 2334"/>
              <a:gd name="T23" fmla="*/ 1866 h 1866"/>
              <a:gd name="T24" fmla="*/ 2334 w 2334"/>
              <a:gd name="T25" fmla="*/ 1633 h 1866"/>
              <a:gd name="T26" fmla="*/ 2334 w 2334"/>
              <a:gd name="T27" fmla="*/ 1166 h 1866"/>
              <a:gd name="T28" fmla="*/ 2100 w 2334"/>
              <a:gd name="T29" fmla="*/ 933 h 1866"/>
              <a:gd name="T30" fmla="*/ 1585 w 2334"/>
              <a:gd name="T31" fmla="*/ 1493 h 1866"/>
              <a:gd name="T32" fmla="*/ 1167 w 2334"/>
              <a:gd name="T33" fmla="*/ 1225 h 1866"/>
              <a:gd name="T34" fmla="*/ 749 w 2334"/>
              <a:gd name="T35" fmla="*/ 1493 h 1866"/>
              <a:gd name="T36" fmla="*/ 875 w 2334"/>
              <a:gd name="T37" fmla="*/ 1012 h 1866"/>
              <a:gd name="T38" fmla="*/ 491 w 2334"/>
              <a:gd name="T39" fmla="*/ 699 h 1866"/>
              <a:gd name="T40" fmla="*/ 986 w 2334"/>
              <a:gd name="T41" fmla="*/ 669 h 1866"/>
              <a:gd name="T42" fmla="*/ 1167 w 2334"/>
              <a:gd name="T43" fmla="*/ 210 h 1866"/>
              <a:gd name="T44" fmla="*/ 1347 w 2334"/>
              <a:gd name="T45" fmla="*/ 670 h 1866"/>
              <a:gd name="T46" fmla="*/ 1841 w 2334"/>
              <a:gd name="T47" fmla="*/ 700 h 1866"/>
              <a:gd name="T48" fmla="*/ 1458 w 2334"/>
              <a:gd name="T49" fmla="*/ 1013 h 1866"/>
              <a:gd name="T50" fmla="*/ 1585 w 2334"/>
              <a:gd name="T51" fmla="*/ 1493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334" h="1866">
                <a:moveTo>
                  <a:pt x="2100" y="933"/>
                </a:moveTo>
                <a:cubicBezTo>
                  <a:pt x="2100" y="805"/>
                  <a:pt x="2205" y="700"/>
                  <a:pt x="2334" y="700"/>
                </a:cubicBezTo>
                <a:cubicBezTo>
                  <a:pt x="2334" y="233"/>
                  <a:pt x="2334" y="233"/>
                  <a:pt x="2334" y="233"/>
                </a:cubicBezTo>
                <a:cubicBezTo>
                  <a:pt x="2334" y="105"/>
                  <a:pt x="2229" y="0"/>
                  <a:pt x="2100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1" y="700"/>
                  <a:pt x="1" y="700"/>
                  <a:pt x="1" y="700"/>
                </a:cubicBezTo>
                <a:cubicBezTo>
                  <a:pt x="130" y="700"/>
                  <a:pt x="234" y="805"/>
                  <a:pt x="234" y="933"/>
                </a:cubicBezTo>
                <a:cubicBezTo>
                  <a:pt x="234" y="1061"/>
                  <a:pt x="130" y="1166"/>
                  <a:pt x="0" y="1166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1166"/>
                  <a:pt x="2334" y="1166"/>
                  <a:pt x="2334" y="1166"/>
                </a:cubicBezTo>
                <a:cubicBezTo>
                  <a:pt x="2205" y="1166"/>
                  <a:pt x="2100" y="1061"/>
                  <a:pt x="2100" y="933"/>
                </a:cubicBezTo>
                <a:close/>
                <a:moveTo>
                  <a:pt x="1585" y="1493"/>
                </a:moveTo>
                <a:cubicBezTo>
                  <a:pt x="1167" y="1225"/>
                  <a:pt x="1167" y="1225"/>
                  <a:pt x="1167" y="1225"/>
                </a:cubicBezTo>
                <a:cubicBezTo>
                  <a:pt x="749" y="1493"/>
                  <a:pt x="749" y="1493"/>
                  <a:pt x="749" y="1493"/>
                </a:cubicBezTo>
                <a:cubicBezTo>
                  <a:pt x="875" y="1012"/>
                  <a:pt x="875" y="1012"/>
                  <a:pt x="875" y="1012"/>
                </a:cubicBezTo>
                <a:cubicBezTo>
                  <a:pt x="491" y="699"/>
                  <a:pt x="491" y="699"/>
                  <a:pt x="491" y="699"/>
                </a:cubicBezTo>
                <a:cubicBezTo>
                  <a:pt x="986" y="669"/>
                  <a:pt x="986" y="669"/>
                  <a:pt x="986" y="669"/>
                </a:cubicBezTo>
                <a:cubicBezTo>
                  <a:pt x="1167" y="210"/>
                  <a:pt x="1167" y="210"/>
                  <a:pt x="1167" y="210"/>
                </a:cubicBezTo>
                <a:cubicBezTo>
                  <a:pt x="1347" y="670"/>
                  <a:pt x="1347" y="670"/>
                  <a:pt x="1347" y="670"/>
                </a:cubicBezTo>
                <a:cubicBezTo>
                  <a:pt x="1841" y="700"/>
                  <a:pt x="1841" y="700"/>
                  <a:pt x="1841" y="700"/>
                </a:cubicBezTo>
                <a:cubicBezTo>
                  <a:pt x="1458" y="1013"/>
                  <a:pt x="1458" y="1013"/>
                  <a:pt x="1458" y="1013"/>
                </a:cubicBezTo>
                <a:lnTo>
                  <a:pt x="1585" y="149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7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Post Offic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0 h 1866"/>
              <a:gd name="T2" fmla="*/ 234 w 2334"/>
              <a:gd name="T3" fmla="*/ 0 h 1866"/>
              <a:gd name="T4" fmla="*/ 1 w 2334"/>
              <a:gd name="T5" fmla="*/ 233 h 1866"/>
              <a:gd name="T6" fmla="*/ 0 w 2334"/>
              <a:gd name="T7" fmla="*/ 1633 h 1866"/>
              <a:gd name="T8" fmla="*/ 234 w 2334"/>
              <a:gd name="T9" fmla="*/ 1866 h 1866"/>
              <a:gd name="T10" fmla="*/ 2100 w 2334"/>
              <a:gd name="T11" fmla="*/ 1866 h 1866"/>
              <a:gd name="T12" fmla="*/ 2334 w 2334"/>
              <a:gd name="T13" fmla="*/ 1633 h 1866"/>
              <a:gd name="T14" fmla="*/ 2334 w 2334"/>
              <a:gd name="T15" fmla="*/ 233 h 1866"/>
              <a:gd name="T16" fmla="*/ 2100 w 2334"/>
              <a:gd name="T17" fmla="*/ 0 h 1866"/>
              <a:gd name="T18" fmla="*/ 2100 w 2334"/>
              <a:gd name="T19" fmla="*/ 466 h 1866"/>
              <a:gd name="T20" fmla="*/ 1167 w 2334"/>
              <a:gd name="T21" fmla="*/ 1050 h 1866"/>
              <a:gd name="T22" fmla="*/ 234 w 2334"/>
              <a:gd name="T23" fmla="*/ 466 h 1866"/>
              <a:gd name="T24" fmla="*/ 234 w 2334"/>
              <a:gd name="T25" fmla="*/ 233 h 1866"/>
              <a:gd name="T26" fmla="*/ 1167 w 2334"/>
              <a:gd name="T27" fmla="*/ 816 h 1866"/>
              <a:gd name="T28" fmla="*/ 2100 w 2334"/>
              <a:gd name="T29" fmla="*/ 233 h 1866"/>
              <a:gd name="T30" fmla="*/ 2100 w 2334"/>
              <a:gd name="T31" fmla="*/ 466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334" h="1866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233"/>
                  <a:pt x="2334" y="233"/>
                  <a:pt x="2334" y="233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2100" y="466"/>
                </a:moveTo>
                <a:cubicBezTo>
                  <a:pt x="1167" y="1050"/>
                  <a:pt x="1167" y="1050"/>
                  <a:pt x="1167" y="1050"/>
                </a:cubicBezTo>
                <a:cubicBezTo>
                  <a:pt x="234" y="466"/>
                  <a:pt x="234" y="466"/>
                  <a:pt x="234" y="466"/>
                </a:cubicBezTo>
                <a:cubicBezTo>
                  <a:pt x="234" y="233"/>
                  <a:pt x="234" y="233"/>
                  <a:pt x="234" y="233"/>
                </a:cubicBezTo>
                <a:cubicBezTo>
                  <a:pt x="1167" y="816"/>
                  <a:pt x="1167" y="816"/>
                  <a:pt x="1167" y="816"/>
                </a:cubicBezTo>
                <a:cubicBezTo>
                  <a:pt x="2100" y="233"/>
                  <a:pt x="2100" y="233"/>
                  <a:pt x="2100" y="233"/>
                </a:cubicBezTo>
                <a:lnTo>
                  <a:pt x="2100" y="4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7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Printsho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695"/>
          </a:xfrm>
          <a:custGeom>
            <a:avLst/>
            <a:gdLst>
              <a:gd name="T0" fmla="*/ 1984 w 2334"/>
              <a:gd name="T1" fmla="*/ 583 h 2100"/>
              <a:gd name="T2" fmla="*/ 350 w 2334"/>
              <a:gd name="T3" fmla="*/ 583 h 2100"/>
              <a:gd name="T4" fmla="*/ 0 w 2334"/>
              <a:gd name="T5" fmla="*/ 933 h 2100"/>
              <a:gd name="T6" fmla="*/ 0 w 2334"/>
              <a:gd name="T7" fmla="*/ 1633 h 2100"/>
              <a:gd name="T8" fmla="*/ 467 w 2334"/>
              <a:gd name="T9" fmla="*/ 1633 h 2100"/>
              <a:gd name="T10" fmla="*/ 467 w 2334"/>
              <a:gd name="T11" fmla="*/ 2100 h 2100"/>
              <a:gd name="T12" fmla="*/ 1867 w 2334"/>
              <a:gd name="T13" fmla="*/ 2100 h 2100"/>
              <a:gd name="T14" fmla="*/ 1867 w 2334"/>
              <a:gd name="T15" fmla="*/ 1633 h 2100"/>
              <a:gd name="T16" fmla="*/ 2334 w 2334"/>
              <a:gd name="T17" fmla="*/ 1633 h 2100"/>
              <a:gd name="T18" fmla="*/ 2334 w 2334"/>
              <a:gd name="T19" fmla="*/ 933 h 2100"/>
              <a:gd name="T20" fmla="*/ 1984 w 2334"/>
              <a:gd name="T21" fmla="*/ 583 h 2100"/>
              <a:gd name="T22" fmla="*/ 1634 w 2334"/>
              <a:gd name="T23" fmla="*/ 1867 h 2100"/>
              <a:gd name="T24" fmla="*/ 700 w 2334"/>
              <a:gd name="T25" fmla="*/ 1867 h 2100"/>
              <a:gd name="T26" fmla="*/ 700 w 2334"/>
              <a:gd name="T27" fmla="*/ 1283 h 2100"/>
              <a:gd name="T28" fmla="*/ 1634 w 2334"/>
              <a:gd name="T29" fmla="*/ 1283 h 2100"/>
              <a:gd name="T30" fmla="*/ 1634 w 2334"/>
              <a:gd name="T31" fmla="*/ 1867 h 2100"/>
              <a:gd name="T32" fmla="*/ 1984 w 2334"/>
              <a:gd name="T33" fmla="*/ 1050 h 2100"/>
              <a:gd name="T34" fmla="*/ 1867 w 2334"/>
              <a:gd name="T35" fmla="*/ 933 h 2100"/>
              <a:gd name="T36" fmla="*/ 1984 w 2334"/>
              <a:gd name="T37" fmla="*/ 817 h 2100"/>
              <a:gd name="T38" fmla="*/ 2100 w 2334"/>
              <a:gd name="T39" fmla="*/ 933 h 2100"/>
              <a:gd name="T40" fmla="*/ 1984 w 2334"/>
              <a:gd name="T41" fmla="*/ 1050 h 2100"/>
              <a:gd name="T42" fmla="*/ 1867 w 2334"/>
              <a:gd name="T43" fmla="*/ 0 h 2100"/>
              <a:gd name="T44" fmla="*/ 467 w 2334"/>
              <a:gd name="T45" fmla="*/ 0 h 2100"/>
              <a:gd name="T46" fmla="*/ 467 w 2334"/>
              <a:gd name="T47" fmla="*/ 467 h 2100"/>
              <a:gd name="T48" fmla="*/ 1867 w 2334"/>
              <a:gd name="T49" fmla="*/ 467 h 2100"/>
              <a:gd name="T50" fmla="*/ 1867 w 2334"/>
              <a:gd name="T51" fmla="*/ 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334" h="2100">
                <a:moveTo>
                  <a:pt x="1984" y="583"/>
                </a:moveTo>
                <a:cubicBezTo>
                  <a:pt x="350" y="583"/>
                  <a:pt x="350" y="583"/>
                  <a:pt x="350" y="583"/>
                </a:cubicBezTo>
                <a:cubicBezTo>
                  <a:pt x="157" y="583"/>
                  <a:pt x="0" y="740"/>
                  <a:pt x="0" y="9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467" y="1633"/>
                  <a:pt x="467" y="1633"/>
                  <a:pt x="467" y="1633"/>
                </a:cubicBezTo>
                <a:cubicBezTo>
                  <a:pt x="467" y="2100"/>
                  <a:pt x="467" y="2100"/>
                  <a:pt x="467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867" y="1633"/>
                  <a:pt x="1867" y="1633"/>
                  <a:pt x="1867" y="1633"/>
                </a:cubicBezTo>
                <a:cubicBezTo>
                  <a:pt x="2334" y="1633"/>
                  <a:pt x="2334" y="1633"/>
                  <a:pt x="2334" y="1633"/>
                </a:cubicBezTo>
                <a:cubicBezTo>
                  <a:pt x="2334" y="933"/>
                  <a:pt x="2334" y="933"/>
                  <a:pt x="2334" y="933"/>
                </a:cubicBezTo>
                <a:cubicBezTo>
                  <a:pt x="2334" y="740"/>
                  <a:pt x="2177" y="583"/>
                  <a:pt x="1984" y="583"/>
                </a:cubicBezTo>
                <a:close/>
                <a:moveTo>
                  <a:pt x="1634" y="1867"/>
                </a:moveTo>
                <a:cubicBezTo>
                  <a:pt x="700" y="1867"/>
                  <a:pt x="700" y="1867"/>
                  <a:pt x="700" y="1867"/>
                </a:cubicBezTo>
                <a:cubicBezTo>
                  <a:pt x="700" y="1283"/>
                  <a:pt x="700" y="1283"/>
                  <a:pt x="700" y="1283"/>
                </a:cubicBezTo>
                <a:cubicBezTo>
                  <a:pt x="1634" y="1283"/>
                  <a:pt x="1634" y="1283"/>
                  <a:pt x="1634" y="1283"/>
                </a:cubicBezTo>
                <a:lnTo>
                  <a:pt x="1634" y="1867"/>
                </a:lnTo>
                <a:close/>
                <a:moveTo>
                  <a:pt x="1984" y="1050"/>
                </a:moveTo>
                <a:cubicBezTo>
                  <a:pt x="1920" y="1050"/>
                  <a:pt x="1867" y="997"/>
                  <a:pt x="1867" y="933"/>
                </a:cubicBezTo>
                <a:cubicBezTo>
                  <a:pt x="1867" y="869"/>
                  <a:pt x="1920" y="817"/>
                  <a:pt x="1984" y="817"/>
                </a:cubicBezTo>
                <a:cubicBezTo>
                  <a:pt x="2048" y="817"/>
                  <a:pt x="2100" y="869"/>
                  <a:pt x="2100" y="933"/>
                </a:cubicBezTo>
                <a:cubicBezTo>
                  <a:pt x="2100" y="997"/>
                  <a:pt x="2048" y="1050"/>
                  <a:pt x="1984" y="1050"/>
                </a:cubicBezTo>
                <a:close/>
                <a:moveTo>
                  <a:pt x="1867" y="0"/>
                </a:moveTo>
                <a:cubicBezTo>
                  <a:pt x="467" y="0"/>
                  <a:pt x="467" y="0"/>
                  <a:pt x="467" y="0"/>
                </a:cubicBezTo>
                <a:cubicBezTo>
                  <a:pt x="467" y="467"/>
                  <a:pt x="467" y="467"/>
                  <a:pt x="467" y="467"/>
                </a:cubicBezTo>
                <a:cubicBezTo>
                  <a:pt x="1867" y="467"/>
                  <a:pt x="1867" y="467"/>
                  <a:pt x="1867" y="467"/>
                </a:cubicBezTo>
                <a:lnTo>
                  <a:pt x="18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7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ocal Se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979"/>
          </a:xfrm>
          <a:custGeom>
            <a:avLst/>
            <a:gdLst>
              <a:gd name="T0" fmla="*/ 3000 w 6000"/>
              <a:gd name="T1" fmla="*/ 2040 h 5400"/>
              <a:gd name="T2" fmla="*/ 3960 w 6000"/>
              <a:gd name="T3" fmla="*/ 3000 h 5400"/>
              <a:gd name="T4" fmla="*/ 3000 w 6000"/>
              <a:gd name="T5" fmla="*/ 3960 h 5400"/>
              <a:gd name="T6" fmla="*/ 2040 w 6000"/>
              <a:gd name="T7" fmla="*/ 3000 h 5400"/>
              <a:gd name="T8" fmla="*/ 3000 w 6000"/>
              <a:gd name="T9" fmla="*/ 2040 h 5400"/>
              <a:gd name="T10" fmla="*/ 2100 w 6000"/>
              <a:gd name="T11" fmla="*/ 0 h 5400"/>
              <a:gd name="T12" fmla="*/ 1551 w 6000"/>
              <a:gd name="T13" fmla="*/ 600 h 5400"/>
              <a:gd name="T14" fmla="*/ 600 w 6000"/>
              <a:gd name="T15" fmla="*/ 600 h 5400"/>
              <a:gd name="T16" fmla="*/ 0 w 6000"/>
              <a:gd name="T17" fmla="*/ 1200 h 5400"/>
              <a:gd name="T18" fmla="*/ 0 w 6000"/>
              <a:gd name="T19" fmla="*/ 4800 h 5400"/>
              <a:gd name="T20" fmla="*/ 600 w 6000"/>
              <a:gd name="T21" fmla="*/ 5400 h 5400"/>
              <a:gd name="T22" fmla="*/ 5400 w 6000"/>
              <a:gd name="T23" fmla="*/ 5400 h 5400"/>
              <a:gd name="T24" fmla="*/ 6000 w 6000"/>
              <a:gd name="T25" fmla="*/ 4800 h 5400"/>
              <a:gd name="T26" fmla="*/ 6000 w 6000"/>
              <a:gd name="T27" fmla="*/ 1200 h 5400"/>
              <a:gd name="T28" fmla="*/ 5400 w 6000"/>
              <a:gd name="T29" fmla="*/ 600 h 5400"/>
              <a:gd name="T30" fmla="*/ 4449 w 6000"/>
              <a:gd name="T31" fmla="*/ 600 h 5400"/>
              <a:gd name="T32" fmla="*/ 3900 w 6000"/>
              <a:gd name="T33" fmla="*/ 0 h 5400"/>
              <a:gd name="T34" fmla="*/ 2100 w 6000"/>
              <a:gd name="T35" fmla="*/ 0 h 5400"/>
              <a:gd name="T36" fmla="*/ 3000 w 6000"/>
              <a:gd name="T37" fmla="*/ 4500 h 5400"/>
              <a:gd name="T38" fmla="*/ 1500 w 6000"/>
              <a:gd name="T39" fmla="*/ 3000 h 5400"/>
              <a:gd name="T40" fmla="*/ 3000 w 6000"/>
              <a:gd name="T41" fmla="*/ 1500 h 5400"/>
              <a:gd name="T42" fmla="*/ 4500 w 6000"/>
              <a:gd name="T43" fmla="*/ 3000 h 5400"/>
              <a:gd name="T44" fmla="*/ 3000 w 6000"/>
              <a:gd name="T45" fmla="*/ 4500 h 5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00" h="5400">
                <a:moveTo>
                  <a:pt x="3000" y="2040"/>
                </a:moveTo>
                <a:cubicBezTo>
                  <a:pt x="3530" y="2040"/>
                  <a:pt x="3960" y="2470"/>
                  <a:pt x="3960" y="3000"/>
                </a:cubicBezTo>
                <a:cubicBezTo>
                  <a:pt x="3960" y="3530"/>
                  <a:pt x="3530" y="3960"/>
                  <a:pt x="3000" y="3960"/>
                </a:cubicBezTo>
                <a:cubicBezTo>
                  <a:pt x="2470" y="3960"/>
                  <a:pt x="2040" y="3530"/>
                  <a:pt x="2040" y="3000"/>
                </a:cubicBezTo>
                <a:cubicBezTo>
                  <a:pt x="2040" y="2470"/>
                  <a:pt x="2470" y="2040"/>
                  <a:pt x="3000" y="2040"/>
                </a:cubicBezTo>
                <a:close/>
                <a:moveTo>
                  <a:pt x="2100" y="0"/>
                </a:moveTo>
                <a:cubicBezTo>
                  <a:pt x="1551" y="600"/>
                  <a:pt x="1551" y="600"/>
                  <a:pt x="1551" y="600"/>
                </a:cubicBezTo>
                <a:cubicBezTo>
                  <a:pt x="600" y="600"/>
                  <a:pt x="600" y="600"/>
                  <a:pt x="600" y="600"/>
                </a:cubicBezTo>
                <a:cubicBezTo>
                  <a:pt x="270" y="600"/>
                  <a:pt x="0" y="870"/>
                  <a:pt x="0" y="1200"/>
                </a:cubicBezTo>
                <a:cubicBezTo>
                  <a:pt x="0" y="4800"/>
                  <a:pt x="0" y="4800"/>
                  <a:pt x="0" y="4800"/>
                </a:cubicBezTo>
                <a:cubicBezTo>
                  <a:pt x="0" y="5130"/>
                  <a:pt x="270" y="5400"/>
                  <a:pt x="600" y="5400"/>
                </a:cubicBezTo>
                <a:cubicBezTo>
                  <a:pt x="5400" y="5400"/>
                  <a:pt x="5400" y="5400"/>
                  <a:pt x="5400" y="5400"/>
                </a:cubicBezTo>
                <a:cubicBezTo>
                  <a:pt x="5730" y="5400"/>
                  <a:pt x="6000" y="5130"/>
                  <a:pt x="6000" y="4800"/>
                </a:cubicBezTo>
                <a:cubicBezTo>
                  <a:pt x="6000" y="1200"/>
                  <a:pt x="6000" y="1200"/>
                  <a:pt x="6000" y="1200"/>
                </a:cubicBezTo>
                <a:cubicBezTo>
                  <a:pt x="6000" y="870"/>
                  <a:pt x="5730" y="600"/>
                  <a:pt x="5400" y="600"/>
                </a:cubicBezTo>
                <a:cubicBezTo>
                  <a:pt x="4449" y="600"/>
                  <a:pt x="4449" y="600"/>
                  <a:pt x="4449" y="600"/>
                </a:cubicBezTo>
                <a:cubicBezTo>
                  <a:pt x="3900" y="0"/>
                  <a:pt x="3900" y="0"/>
                  <a:pt x="3900" y="0"/>
                </a:cubicBezTo>
                <a:lnTo>
                  <a:pt x="2100" y="0"/>
                </a:lnTo>
                <a:close/>
                <a:moveTo>
                  <a:pt x="3000" y="4500"/>
                </a:moveTo>
                <a:cubicBezTo>
                  <a:pt x="2172" y="4500"/>
                  <a:pt x="1500" y="3828"/>
                  <a:pt x="1500" y="3000"/>
                </a:cubicBezTo>
                <a:cubicBezTo>
                  <a:pt x="1500" y="2172"/>
                  <a:pt x="2172" y="1500"/>
                  <a:pt x="3000" y="1500"/>
                </a:cubicBezTo>
                <a:cubicBezTo>
                  <a:pt x="3828" y="1500"/>
                  <a:pt x="4500" y="2172"/>
                  <a:pt x="4500" y="3000"/>
                </a:cubicBezTo>
                <a:cubicBezTo>
                  <a:pt x="4500" y="3828"/>
                  <a:pt x="3828" y="4500"/>
                  <a:pt x="3000" y="45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7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Shipping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64908"/>
          </a:xfrm>
          <a:custGeom>
            <a:avLst/>
            <a:gdLst>
              <a:gd name="T0" fmla="*/ 2216 w 2566"/>
              <a:gd name="T1" fmla="*/ 466 h 1866"/>
              <a:gd name="T2" fmla="*/ 1866 w 2566"/>
              <a:gd name="T3" fmla="*/ 466 h 1866"/>
              <a:gd name="T4" fmla="*/ 1866 w 2566"/>
              <a:gd name="T5" fmla="*/ 0 h 1866"/>
              <a:gd name="T6" fmla="*/ 233 w 2566"/>
              <a:gd name="T7" fmla="*/ 0 h 1866"/>
              <a:gd name="T8" fmla="*/ 0 w 2566"/>
              <a:gd name="T9" fmla="*/ 233 h 1866"/>
              <a:gd name="T10" fmla="*/ 0 w 2566"/>
              <a:gd name="T11" fmla="*/ 1516 h 1866"/>
              <a:gd name="T12" fmla="*/ 233 w 2566"/>
              <a:gd name="T13" fmla="*/ 1516 h 1866"/>
              <a:gd name="T14" fmla="*/ 583 w 2566"/>
              <a:gd name="T15" fmla="*/ 1866 h 1866"/>
              <a:gd name="T16" fmla="*/ 933 w 2566"/>
              <a:gd name="T17" fmla="*/ 1516 h 1866"/>
              <a:gd name="T18" fmla="*/ 1633 w 2566"/>
              <a:gd name="T19" fmla="*/ 1516 h 1866"/>
              <a:gd name="T20" fmla="*/ 1983 w 2566"/>
              <a:gd name="T21" fmla="*/ 1866 h 1866"/>
              <a:gd name="T22" fmla="*/ 2333 w 2566"/>
              <a:gd name="T23" fmla="*/ 1516 h 1866"/>
              <a:gd name="T24" fmla="*/ 2566 w 2566"/>
              <a:gd name="T25" fmla="*/ 1516 h 1866"/>
              <a:gd name="T26" fmla="*/ 2566 w 2566"/>
              <a:gd name="T27" fmla="*/ 933 h 1866"/>
              <a:gd name="T28" fmla="*/ 2216 w 2566"/>
              <a:gd name="T29" fmla="*/ 466 h 1866"/>
              <a:gd name="T30" fmla="*/ 583 w 2566"/>
              <a:gd name="T31" fmla="*/ 1691 h 1866"/>
              <a:gd name="T32" fmla="*/ 408 w 2566"/>
              <a:gd name="T33" fmla="*/ 1516 h 1866"/>
              <a:gd name="T34" fmla="*/ 583 w 2566"/>
              <a:gd name="T35" fmla="*/ 1341 h 1866"/>
              <a:gd name="T36" fmla="*/ 758 w 2566"/>
              <a:gd name="T37" fmla="*/ 1516 h 1866"/>
              <a:gd name="T38" fmla="*/ 583 w 2566"/>
              <a:gd name="T39" fmla="*/ 1691 h 1866"/>
              <a:gd name="T40" fmla="*/ 2158 w 2566"/>
              <a:gd name="T41" fmla="*/ 641 h 1866"/>
              <a:gd name="T42" fmla="*/ 2387 w 2566"/>
              <a:gd name="T43" fmla="*/ 933 h 1866"/>
              <a:gd name="T44" fmla="*/ 1866 w 2566"/>
              <a:gd name="T45" fmla="*/ 933 h 1866"/>
              <a:gd name="T46" fmla="*/ 1866 w 2566"/>
              <a:gd name="T47" fmla="*/ 641 h 1866"/>
              <a:gd name="T48" fmla="*/ 2158 w 2566"/>
              <a:gd name="T49" fmla="*/ 641 h 1866"/>
              <a:gd name="T50" fmla="*/ 1983 w 2566"/>
              <a:gd name="T51" fmla="*/ 1691 h 1866"/>
              <a:gd name="T52" fmla="*/ 1808 w 2566"/>
              <a:gd name="T53" fmla="*/ 1516 h 1866"/>
              <a:gd name="T54" fmla="*/ 1983 w 2566"/>
              <a:gd name="T55" fmla="*/ 1341 h 1866"/>
              <a:gd name="T56" fmla="*/ 2158 w 2566"/>
              <a:gd name="T57" fmla="*/ 1516 h 1866"/>
              <a:gd name="T58" fmla="*/ 1983 w 2566"/>
              <a:gd name="T59" fmla="*/ 1691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566" h="1866">
                <a:moveTo>
                  <a:pt x="2216" y="466"/>
                </a:moveTo>
                <a:cubicBezTo>
                  <a:pt x="1866" y="466"/>
                  <a:pt x="1866" y="466"/>
                  <a:pt x="1866" y="466"/>
                </a:cubicBezTo>
                <a:cubicBezTo>
                  <a:pt x="1866" y="0"/>
                  <a:pt x="1866" y="0"/>
                  <a:pt x="1866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233" y="1516"/>
                  <a:pt x="233" y="1516"/>
                  <a:pt x="233" y="1516"/>
                </a:cubicBezTo>
                <a:cubicBezTo>
                  <a:pt x="233" y="1710"/>
                  <a:pt x="389" y="1866"/>
                  <a:pt x="583" y="1866"/>
                </a:cubicBezTo>
                <a:cubicBezTo>
                  <a:pt x="777" y="1866"/>
                  <a:pt x="933" y="1710"/>
                  <a:pt x="933" y="1516"/>
                </a:cubicBezTo>
                <a:cubicBezTo>
                  <a:pt x="1633" y="1516"/>
                  <a:pt x="1633" y="1516"/>
                  <a:pt x="1633" y="1516"/>
                </a:cubicBezTo>
                <a:cubicBezTo>
                  <a:pt x="1633" y="1710"/>
                  <a:pt x="1789" y="1866"/>
                  <a:pt x="1983" y="1866"/>
                </a:cubicBezTo>
                <a:cubicBezTo>
                  <a:pt x="2177" y="1866"/>
                  <a:pt x="2333" y="1710"/>
                  <a:pt x="2333" y="1516"/>
                </a:cubicBezTo>
                <a:cubicBezTo>
                  <a:pt x="2566" y="1516"/>
                  <a:pt x="2566" y="1516"/>
                  <a:pt x="2566" y="1516"/>
                </a:cubicBezTo>
                <a:cubicBezTo>
                  <a:pt x="2566" y="933"/>
                  <a:pt x="2566" y="933"/>
                  <a:pt x="2566" y="933"/>
                </a:cubicBezTo>
                <a:lnTo>
                  <a:pt x="2216" y="466"/>
                </a:lnTo>
                <a:close/>
                <a:moveTo>
                  <a:pt x="583" y="1691"/>
                </a:moveTo>
                <a:cubicBezTo>
                  <a:pt x="486" y="1691"/>
                  <a:pt x="408" y="1613"/>
                  <a:pt x="408" y="1516"/>
                </a:cubicBezTo>
                <a:cubicBezTo>
                  <a:pt x="408" y="1419"/>
                  <a:pt x="486" y="1341"/>
                  <a:pt x="583" y="1341"/>
                </a:cubicBezTo>
                <a:cubicBezTo>
                  <a:pt x="680" y="1341"/>
                  <a:pt x="758" y="1419"/>
                  <a:pt x="758" y="1516"/>
                </a:cubicBezTo>
                <a:cubicBezTo>
                  <a:pt x="758" y="1613"/>
                  <a:pt x="680" y="1691"/>
                  <a:pt x="583" y="1691"/>
                </a:cubicBezTo>
                <a:close/>
                <a:moveTo>
                  <a:pt x="2158" y="641"/>
                </a:moveTo>
                <a:cubicBezTo>
                  <a:pt x="2387" y="933"/>
                  <a:pt x="2387" y="933"/>
                  <a:pt x="2387" y="933"/>
                </a:cubicBezTo>
                <a:cubicBezTo>
                  <a:pt x="1866" y="933"/>
                  <a:pt x="1866" y="933"/>
                  <a:pt x="1866" y="933"/>
                </a:cubicBezTo>
                <a:cubicBezTo>
                  <a:pt x="1866" y="641"/>
                  <a:pt x="1866" y="641"/>
                  <a:pt x="1866" y="641"/>
                </a:cubicBezTo>
                <a:lnTo>
                  <a:pt x="2158" y="641"/>
                </a:lnTo>
                <a:close/>
                <a:moveTo>
                  <a:pt x="1983" y="1691"/>
                </a:moveTo>
                <a:cubicBezTo>
                  <a:pt x="1886" y="1691"/>
                  <a:pt x="1808" y="1613"/>
                  <a:pt x="1808" y="1516"/>
                </a:cubicBezTo>
                <a:cubicBezTo>
                  <a:pt x="1808" y="1419"/>
                  <a:pt x="1886" y="1341"/>
                  <a:pt x="1983" y="1341"/>
                </a:cubicBezTo>
                <a:cubicBezTo>
                  <a:pt x="2080" y="1341"/>
                  <a:pt x="2158" y="1419"/>
                  <a:pt x="2158" y="1516"/>
                </a:cubicBezTo>
                <a:cubicBezTo>
                  <a:pt x="2158" y="1613"/>
                  <a:pt x="2080" y="1691"/>
                  <a:pt x="1983" y="16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7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l Taxi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57 w 2100"/>
              <a:gd name="T1" fmla="*/ 351 h 2100"/>
              <a:gd name="T2" fmla="*/ 1692 w 2100"/>
              <a:gd name="T3" fmla="*/ 233 h 2100"/>
              <a:gd name="T4" fmla="*/ 1400 w 2100"/>
              <a:gd name="T5" fmla="*/ 233 h 2100"/>
              <a:gd name="T6" fmla="*/ 1400 w 2100"/>
              <a:gd name="T7" fmla="*/ 0 h 2100"/>
              <a:gd name="T8" fmla="*/ 700 w 2100"/>
              <a:gd name="T9" fmla="*/ 0 h 2100"/>
              <a:gd name="T10" fmla="*/ 700 w 2100"/>
              <a:gd name="T11" fmla="*/ 233 h 2100"/>
              <a:gd name="T12" fmla="*/ 408 w 2100"/>
              <a:gd name="T13" fmla="*/ 233 h 2100"/>
              <a:gd name="T14" fmla="*/ 243 w 2100"/>
              <a:gd name="T15" fmla="*/ 351 h 2100"/>
              <a:gd name="T16" fmla="*/ 0 w 2100"/>
              <a:gd name="T17" fmla="*/ 1050 h 2100"/>
              <a:gd name="T18" fmla="*/ 0 w 2100"/>
              <a:gd name="T19" fmla="*/ 1983 h 2100"/>
              <a:gd name="T20" fmla="*/ 117 w 2100"/>
              <a:gd name="T21" fmla="*/ 2100 h 2100"/>
              <a:gd name="T22" fmla="*/ 233 w 2100"/>
              <a:gd name="T23" fmla="*/ 2100 h 2100"/>
              <a:gd name="T24" fmla="*/ 350 w 2100"/>
              <a:gd name="T25" fmla="*/ 1983 h 2100"/>
              <a:gd name="T26" fmla="*/ 350 w 2100"/>
              <a:gd name="T27" fmla="*/ 1867 h 2100"/>
              <a:gd name="T28" fmla="*/ 1750 w 2100"/>
              <a:gd name="T29" fmla="*/ 1867 h 2100"/>
              <a:gd name="T30" fmla="*/ 1750 w 2100"/>
              <a:gd name="T31" fmla="*/ 1983 h 2100"/>
              <a:gd name="T32" fmla="*/ 1867 w 2100"/>
              <a:gd name="T33" fmla="*/ 2100 h 2100"/>
              <a:gd name="T34" fmla="*/ 1983 w 2100"/>
              <a:gd name="T35" fmla="*/ 2100 h 2100"/>
              <a:gd name="T36" fmla="*/ 2100 w 2100"/>
              <a:gd name="T37" fmla="*/ 1983 h 2100"/>
              <a:gd name="T38" fmla="*/ 2100 w 2100"/>
              <a:gd name="T39" fmla="*/ 1050 h 2100"/>
              <a:gd name="T40" fmla="*/ 1857 w 2100"/>
              <a:gd name="T41" fmla="*/ 351 h 2100"/>
              <a:gd name="T42" fmla="*/ 408 w 2100"/>
              <a:gd name="T43" fmla="*/ 1517 h 2100"/>
              <a:gd name="T44" fmla="*/ 233 w 2100"/>
              <a:gd name="T45" fmla="*/ 1342 h 2100"/>
              <a:gd name="T46" fmla="*/ 408 w 2100"/>
              <a:gd name="T47" fmla="*/ 1167 h 2100"/>
              <a:gd name="T48" fmla="*/ 583 w 2100"/>
              <a:gd name="T49" fmla="*/ 1342 h 2100"/>
              <a:gd name="T50" fmla="*/ 408 w 2100"/>
              <a:gd name="T51" fmla="*/ 1517 h 2100"/>
              <a:gd name="T52" fmla="*/ 1692 w 2100"/>
              <a:gd name="T53" fmla="*/ 1517 h 2100"/>
              <a:gd name="T54" fmla="*/ 1517 w 2100"/>
              <a:gd name="T55" fmla="*/ 1342 h 2100"/>
              <a:gd name="T56" fmla="*/ 1692 w 2100"/>
              <a:gd name="T57" fmla="*/ 1167 h 2100"/>
              <a:gd name="T58" fmla="*/ 1867 w 2100"/>
              <a:gd name="T59" fmla="*/ 1342 h 2100"/>
              <a:gd name="T60" fmla="*/ 1692 w 2100"/>
              <a:gd name="T61" fmla="*/ 1517 h 2100"/>
              <a:gd name="T62" fmla="*/ 233 w 2100"/>
              <a:gd name="T63" fmla="*/ 933 h 2100"/>
              <a:gd name="T64" fmla="*/ 408 w 2100"/>
              <a:gd name="T65" fmla="*/ 408 h 2100"/>
              <a:gd name="T66" fmla="*/ 1692 w 2100"/>
              <a:gd name="T67" fmla="*/ 408 h 2100"/>
              <a:gd name="T68" fmla="*/ 1867 w 2100"/>
              <a:gd name="T69" fmla="*/ 933 h 2100"/>
              <a:gd name="T70" fmla="*/ 233 w 2100"/>
              <a:gd name="T71" fmla="*/ 9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100" h="2100">
                <a:moveTo>
                  <a:pt x="1857" y="351"/>
                </a:moveTo>
                <a:cubicBezTo>
                  <a:pt x="1834" y="282"/>
                  <a:pt x="1769" y="233"/>
                  <a:pt x="1692" y="233"/>
                </a:cubicBezTo>
                <a:cubicBezTo>
                  <a:pt x="1400" y="233"/>
                  <a:pt x="1400" y="233"/>
                  <a:pt x="1400" y="233"/>
                </a:cubicBezTo>
                <a:cubicBezTo>
                  <a:pt x="1400" y="0"/>
                  <a:pt x="1400" y="0"/>
                  <a:pt x="1400" y="0"/>
                </a:cubicBezTo>
                <a:cubicBezTo>
                  <a:pt x="700" y="0"/>
                  <a:pt x="700" y="0"/>
                  <a:pt x="700" y="0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408" y="233"/>
                  <a:pt x="408" y="233"/>
                  <a:pt x="408" y="233"/>
                </a:cubicBezTo>
                <a:cubicBezTo>
                  <a:pt x="331" y="233"/>
                  <a:pt x="267" y="282"/>
                  <a:pt x="243" y="351"/>
                </a:cubicBezTo>
                <a:cubicBezTo>
                  <a:pt x="0" y="1050"/>
                  <a:pt x="0" y="1050"/>
                  <a:pt x="0" y="1050"/>
                </a:cubicBezTo>
                <a:cubicBezTo>
                  <a:pt x="0" y="1983"/>
                  <a:pt x="0" y="1983"/>
                  <a:pt x="0" y="1983"/>
                </a:cubicBezTo>
                <a:cubicBezTo>
                  <a:pt x="0" y="2047"/>
                  <a:pt x="53" y="2100"/>
                  <a:pt x="117" y="2100"/>
                </a:cubicBezTo>
                <a:cubicBezTo>
                  <a:pt x="233" y="2100"/>
                  <a:pt x="233" y="2100"/>
                  <a:pt x="233" y="2100"/>
                </a:cubicBezTo>
                <a:cubicBezTo>
                  <a:pt x="297" y="2100"/>
                  <a:pt x="350" y="2047"/>
                  <a:pt x="350" y="1983"/>
                </a:cubicBezTo>
                <a:cubicBezTo>
                  <a:pt x="350" y="1867"/>
                  <a:pt x="350" y="1867"/>
                  <a:pt x="350" y="1867"/>
                </a:cubicBezTo>
                <a:cubicBezTo>
                  <a:pt x="1750" y="1867"/>
                  <a:pt x="1750" y="1867"/>
                  <a:pt x="1750" y="1867"/>
                </a:cubicBezTo>
                <a:cubicBezTo>
                  <a:pt x="1750" y="1983"/>
                  <a:pt x="1750" y="1983"/>
                  <a:pt x="1750" y="1983"/>
                </a:cubicBezTo>
                <a:cubicBezTo>
                  <a:pt x="1750" y="2047"/>
                  <a:pt x="1803" y="2100"/>
                  <a:pt x="1867" y="2100"/>
                </a:cubicBezTo>
                <a:cubicBezTo>
                  <a:pt x="1983" y="2100"/>
                  <a:pt x="1983" y="2100"/>
                  <a:pt x="1983" y="2100"/>
                </a:cubicBezTo>
                <a:cubicBezTo>
                  <a:pt x="2047" y="2100"/>
                  <a:pt x="2100" y="2047"/>
                  <a:pt x="2100" y="1983"/>
                </a:cubicBezTo>
                <a:cubicBezTo>
                  <a:pt x="2100" y="1050"/>
                  <a:pt x="2100" y="1050"/>
                  <a:pt x="2100" y="1050"/>
                </a:cubicBezTo>
                <a:lnTo>
                  <a:pt x="1857" y="351"/>
                </a:lnTo>
                <a:close/>
                <a:moveTo>
                  <a:pt x="408" y="1517"/>
                </a:moveTo>
                <a:cubicBezTo>
                  <a:pt x="311" y="1517"/>
                  <a:pt x="233" y="1439"/>
                  <a:pt x="233" y="1342"/>
                </a:cubicBezTo>
                <a:cubicBezTo>
                  <a:pt x="233" y="1245"/>
                  <a:pt x="311" y="1167"/>
                  <a:pt x="408" y="1167"/>
                </a:cubicBezTo>
                <a:cubicBezTo>
                  <a:pt x="505" y="1167"/>
                  <a:pt x="583" y="1245"/>
                  <a:pt x="583" y="1342"/>
                </a:cubicBezTo>
                <a:cubicBezTo>
                  <a:pt x="583" y="1439"/>
                  <a:pt x="505" y="1517"/>
                  <a:pt x="408" y="1517"/>
                </a:cubicBezTo>
                <a:close/>
                <a:moveTo>
                  <a:pt x="1692" y="1517"/>
                </a:moveTo>
                <a:cubicBezTo>
                  <a:pt x="1595" y="1517"/>
                  <a:pt x="1517" y="1439"/>
                  <a:pt x="1517" y="1342"/>
                </a:cubicBezTo>
                <a:cubicBezTo>
                  <a:pt x="1517" y="1245"/>
                  <a:pt x="1595" y="1167"/>
                  <a:pt x="1692" y="1167"/>
                </a:cubicBezTo>
                <a:cubicBezTo>
                  <a:pt x="1789" y="1167"/>
                  <a:pt x="1867" y="1245"/>
                  <a:pt x="1867" y="1342"/>
                </a:cubicBezTo>
                <a:cubicBezTo>
                  <a:pt x="1867" y="1439"/>
                  <a:pt x="1789" y="1517"/>
                  <a:pt x="1692" y="1517"/>
                </a:cubicBezTo>
                <a:close/>
                <a:moveTo>
                  <a:pt x="233" y="933"/>
                </a:moveTo>
                <a:cubicBezTo>
                  <a:pt x="408" y="408"/>
                  <a:pt x="408" y="408"/>
                  <a:pt x="408" y="408"/>
                </a:cubicBezTo>
                <a:cubicBezTo>
                  <a:pt x="1692" y="408"/>
                  <a:pt x="1692" y="408"/>
                  <a:pt x="1692" y="408"/>
                </a:cubicBezTo>
                <a:cubicBezTo>
                  <a:pt x="1867" y="933"/>
                  <a:pt x="1867" y="933"/>
                  <a:pt x="1867" y="933"/>
                </a:cubicBezTo>
                <a:lnTo>
                  <a:pt x="233" y="9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7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042 w 2100"/>
              <a:gd name="T1" fmla="*/ 0 h 2100"/>
              <a:gd name="T2" fmla="*/ 2023 w 2100"/>
              <a:gd name="T3" fmla="*/ 4 h 2100"/>
              <a:gd name="T4" fmla="*/ 1400 w 2100"/>
              <a:gd name="T5" fmla="*/ 245 h 2100"/>
              <a:gd name="T6" fmla="*/ 700 w 2100"/>
              <a:gd name="T7" fmla="*/ 0 h 2100"/>
              <a:gd name="T8" fmla="*/ 42 w 2100"/>
              <a:gd name="T9" fmla="*/ 222 h 2100"/>
              <a:gd name="T10" fmla="*/ 0 w 2100"/>
              <a:gd name="T11" fmla="*/ 278 h 2100"/>
              <a:gd name="T12" fmla="*/ 0 w 2100"/>
              <a:gd name="T13" fmla="*/ 2042 h 2100"/>
              <a:gd name="T14" fmla="*/ 58 w 2100"/>
              <a:gd name="T15" fmla="*/ 2100 h 2100"/>
              <a:gd name="T16" fmla="*/ 77 w 2100"/>
              <a:gd name="T17" fmla="*/ 2096 h 2100"/>
              <a:gd name="T18" fmla="*/ 700 w 2100"/>
              <a:gd name="T19" fmla="*/ 1855 h 2100"/>
              <a:gd name="T20" fmla="*/ 1400 w 2100"/>
              <a:gd name="T21" fmla="*/ 2100 h 2100"/>
              <a:gd name="T22" fmla="*/ 2058 w 2100"/>
              <a:gd name="T23" fmla="*/ 1878 h 2100"/>
              <a:gd name="T24" fmla="*/ 2100 w 2100"/>
              <a:gd name="T25" fmla="*/ 1822 h 2100"/>
              <a:gd name="T26" fmla="*/ 2100 w 2100"/>
              <a:gd name="T27" fmla="*/ 58 h 2100"/>
              <a:gd name="T28" fmla="*/ 2042 w 2100"/>
              <a:gd name="T29" fmla="*/ 0 h 2100"/>
              <a:gd name="T30" fmla="*/ 1400 w 2100"/>
              <a:gd name="T31" fmla="*/ 1867 h 2100"/>
              <a:gd name="T32" fmla="*/ 700 w 2100"/>
              <a:gd name="T33" fmla="*/ 1621 h 2100"/>
              <a:gd name="T34" fmla="*/ 700 w 2100"/>
              <a:gd name="T35" fmla="*/ 233 h 2100"/>
              <a:gd name="T36" fmla="*/ 1400 w 2100"/>
              <a:gd name="T37" fmla="*/ 479 h 2100"/>
              <a:gd name="T38" fmla="*/ 1400 w 2100"/>
              <a:gd name="T39" fmla="*/ 18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100" h="2100">
                <a:moveTo>
                  <a:pt x="2042" y="0"/>
                </a:moveTo>
                <a:cubicBezTo>
                  <a:pt x="2023" y="4"/>
                  <a:pt x="2023" y="4"/>
                  <a:pt x="2023" y="4"/>
                </a:cubicBezTo>
                <a:cubicBezTo>
                  <a:pt x="1400" y="245"/>
                  <a:pt x="1400" y="245"/>
                  <a:pt x="1400" y="245"/>
                </a:cubicBezTo>
                <a:cubicBezTo>
                  <a:pt x="700" y="0"/>
                  <a:pt x="700" y="0"/>
                  <a:pt x="700" y="0"/>
                </a:cubicBezTo>
                <a:cubicBezTo>
                  <a:pt x="42" y="222"/>
                  <a:pt x="42" y="222"/>
                  <a:pt x="42" y="222"/>
                </a:cubicBezTo>
                <a:cubicBezTo>
                  <a:pt x="17" y="230"/>
                  <a:pt x="0" y="251"/>
                  <a:pt x="0" y="278"/>
                </a:cubicBezTo>
                <a:cubicBezTo>
                  <a:pt x="0" y="2042"/>
                  <a:pt x="0" y="2042"/>
                  <a:pt x="0" y="2042"/>
                </a:cubicBezTo>
                <a:cubicBezTo>
                  <a:pt x="0" y="2074"/>
                  <a:pt x="26" y="2100"/>
                  <a:pt x="58" y="2100"/>
                </a:cubicBezTo>
                <a:cubicBezTo>
                  <a:pt x="77" y="2096"/>
                  <a:pt x="77" y="2096"/>
                  <a:pt x="77" y="2096"/>
                </a:cubicBezTo>
                <a:cubicBezTo>
                  <a:pt x="700" y="1855"/>
                  <a:pt x="700" y="1855"/>
                  <a:pt x="700" y="1855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2058" y="1878"/>
                  <a:pt x="2058" y="1878"/>
                  <a:pt x="2058" y="1878"/>
                </a:cubicBezTo>
                <a:cubicBezTo>
                  <a:pt x="2082" y="1870"/>
                  <a:pt x="2100" y="1849"/>
                  <a:pt x="2100" y="1822"/>
                </a:cubicBezTo>
                <a:cubicBezTo>
                  <a:pt x="2100" y="58"/>
                  <a:pt x="2100" y="58"/>
                  <a:pt x="2100" y="58"/>
                </a:cubicBezTo>
                <a:cubicBezTo>
                  <a:pt x="2100" y="26"/>
                  <a:pt x="2074" y="0"/>
                  <a:pt x="2042" y="0"/>
                </a:cubicBezTo>
                <a:close/>
                <a:moveTo>
                  <a:pt x="1400" y="1867"/>
                </a:moveTo>
                <a:cubicBezTo>
                  <a:pt x="700" y="1621"/>
                  <a:pt x="700" y="1621"/>
                  <a:pt x="700" y="1621"/>
                </a:cubicBezTo>
                <a:cubicBezTo>
                  <a:pt x="700" y="233"/>
                  <a:pt x="700" y="233"/>
                  <a:pt x="700" y="233"/>
                </a:cubicBezTo>
                <a:cubicBezTo>
                  <a:pt x="1400" y="479"/>
                  <a:pt x="1400" y="479"/>
                  <a:pt x="1400" y="479"/>
                </a:cubicBezTo>
                <a:lnTo>
                  <a:pt x="1400" y="18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7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y Locati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49"/>
          </a:xfrm>
          <a:custGeom>
            <a:avLst/>
            <a:gdLst>
              <a:gd name="T0" fmla="*/ 1283 w 2566"/>
              <a:gd name="T1" fmla="*/ 816 h 2566"/>
              <a:gd name="T2" fmla="*/ 816 w 2566"/>
              <a:gd name="T3" fmla="*/ 1283 h 2566"/>
              <a:gd name="T4" fmla="*/ 1283 w 2566"/>
              <a:gd name="T5" fmla="*/ 1750 h 2566"/>
              <a:gd name="T6" fmla="*/ 1750 w 2566"/>
              <a:gd name="T7" fmla="*/ 1283 h 2566"/>
              <a:gd name="T8" fmla="*/ 1283 w 2566"/>
              <a:gd name="T9" fmla="*/ 816 h 2566"/>
              <a:gd name="T10" fmla="*/ 2326 w 2566"/>
              <a:gd name="T11" fmla="*/ 1166 h 2566"/>
              <a:gd name="T12" fmla="*/ 1400 w 2566"/>
              <a:gd name="T13" fmla="*/ 240 h 2566"/>
              <a:gd name="T14" fmla="*/ 1400 w 2566"/>
              <a:gd name="T15" fmla="*/ 0 h 2566"/>
              <a:gd name="T16" fmla="*/ 1166 w 2566"/>
              <a:gd name="T17" fmla="*/ 0 h 2566"/>
              <a:gd name="T18" fmla="*/ 1166 w 2566"/>
              <a:gd name="T19" fmla="*/ 240 h 2566"/>
              <a:gd name="T20" fmla="*/ 240 w 2566"/>
              <a:gd name="T21" fmla="*/ 1166 h 2566"/>
              <a:gd name="T22" fmla="*/ 0 w 2566"/>
              <a:gd name="T23" fmla="*/ 1166 h 2566"/>
              <a:gd name="T24" fmla="*/ 0 w 2566"/>
              <a:gd name="T25" fmla="*/ 1400 h 2566"/>
              <a:gd name="T26" fmla="*/ 240 w 2566"/>
              <a:gd name="T27" fmla="*/ 1400 h 2566"/>
              <a:gd name="T28" fmla="*/ 1166 w 2566"/>
              <a:gd name="T29" fmla="*/ 2326 h 2566"/>
              <a:gd name="T30" fmla="*/ 1166 w 2566"/>
              <a:gd name="T31" fmla="*/ 2566 h 2566"/>
              <a:gd name="T32" fmla="*/ 1400 w 2566"/>
              <a:gd name="T33" fmla="*/ 2566 h 2566"/>
              <a:gd name="T34" fmla="*/ 1400 w 2566"/>
              <a:gd name="T35" fmla="*/ 2326 h 2566"/>
              <a:gd name="T36" fmla="*/ 2326 w 2566"/>
              <a:gd name="T37" fmla="*/ 1400 h 2566"/>
              <a:gd name="T38" fmla="*/ 2566 w 2566"/>
              <a:gd name="T39" fmla="*/ 1400 h 2566"/>
              <a:gd name="T40" fmla="*/ 2566 w 2566"/>
              <a:gd name="T41" fmla="*/ 1166 h 2566"/>
              <a:gd name="T42" fmla="*/ 2326 w 2566"/>
              <a:gd name="T43" fmla="*/ 1166 h 2566"/>
              <a:gd name="T44" fmla="*/ 1283 w 2566"/>
              <a:gd name="T45" fmla="*/ 2100 h 2566"/>
              <a:gd name="T46" fmla="*/ 466 w 2566"/>
              <a:gd name="T47" fmla="*/ 1283 h 2566"/>
              <a:gd name="T48" fmla="*/ 1283 w 2566"/>
              <a:gd name="T49" fmla="*/ 466 h 2566"/>
              <a:gd name="T50" fmla="*/ 2100 w 2566"/>
              <a:gd name="T51" fmla="*/ 1283 h 2566"/>
              <a:gd name="T52" fmla="*/ 1283 w 2566"/>
              <a:gd name="T53" fmla="*/ 210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566" h="2566">
                <a:moveTo>
                  <a:pt x="1283" y="816"/>
                </a:moveTo>
                <a:cubicBezTo>
                  <a:pt x="1025" y="816"/>
                  <a:pt x="816" y="1025"/>
                  <a:pt x="816" y="1283"/>
                </a:cubicBezTo>
                <a:cubicBezTo>
                  <a:pt x="816" y="1541"/>
                  <a:pt x="1025" y="1750"/>
                  <a:pt x="1283" y="1750"/>
                </a:cubicBezTo>
                <a:cubicBezTo>
                  <a:pt x="1541" y="1750"/>
                  <a:pt x="1750" y="1541"/>
                  <a:pt x="1750" y="1283"/>
                </a:cubicBezTo>
                <a:cubicBezTo>
                  <a:pt x="1750" y="1025"/>
                  <a:pt x="1541" y="816"/>
                  <a:pt x="1283" y="816"/>
                </a:cubicBezTo>
                <a:close/>
                <a:moveTo>
                  <a:pt x="2326" y="1166"/>
                </a:moveTo>
                <a:cubicBezTo>
                  <a:pt x="2272" y="680"/>
                  <a:pt x="1886" y="294"/>
                  <a:pt x="1400" y="240"/>
                </a:cubicBezTo>
                <a:cubicBezTo>
                  <a:pt x="1400" y="0"/>
                  <a:pt x="1400" y="0"/>
                  <a:pt x="1400" y="0"/>
                </a:cubicBezTo>
                <a:cubicBezTo>
                  <a:pt x="1166" y="0"/>
                  <a:pt x="1166" y="0"/>
                  <a:pt x="1166" y="0"/>
                </a:cubicBezTo>
                <a:cubicBezTo>
                  <a:pt x="1166" y="240"/>
                  <a:pt x="1166" y="240"/>
                  <a:pt x="1166" y="240"/>
                </a:cubicBezTo>
                <a:cubicBezTo>
                  <a:pt x="680" y="294"/>
                  <a:pt x="294" y="680"/>
                  <a:pt x="240" y="1166"/>
                </a:cubicBezTo>
                <a:cubicBezTo>
                  <a:pt x="0" y="1166"/>
                  <a:pt x="0" y="1166"/>
                  <a:pt x="0" y="1166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240" y="1400"/>
                  <a:pt x="240" y="1400"/>
                  <a:pt x="240" y="1400"/>
                </a:cubicBezTo>
                <a:cubicBezTo>
                  <a:pt x="294" y="1886"/>
                  <a:pt x="680" y="2272"/>
                  <a:pt x="1166" y="2326"/>
                </a:cubicBezTo>
                <a:cubicBezTo>
                  <a:pt x="1166" y="2566"/>
                  <a:pt x="1166" y="2566"/>
                  <a:pt x="1166" y="2566"/>
                </a:cubicBezTo>
                <a:cubicBezTo>
                  <a:pt x="1400" y="2566"/>
                  <a:pt x="1400" y="2566"/>
                  <a:pt x="1400" y="2566"/>
                </a:cubicBezTo>
                <a:cubicBezTo>
                  <a:pt x="1400" y="2326"/>
                  <a:pt x="1400" y="2326"/>
                  <a:pt x="1400" y="2326"/>
                </a:cubicBezTo>
                <a:cubicBezTo>
                  <a:pt x="1886" y="2272"/>
                  <a:pt x="2272" y="1886"/>
                  <a:pt x="2326" y="1400"/>
                </a:cubicBezTo>
                <a:cubicBezTo>
                  <a:pt x="2566" y="1400"/>
                  <a:pt x="2566" y="1400"/>
                  <a:pt x="2566" y="1400"/>
                </a:cubicBezTo>
                <a:cubicBezTo>
                  <a:pt x="2566" y="1166"/>
                  <a:pt x="2566" y="1166"/>
                  <a:pt x="2566" y="1166"/>
                </a:cubicBezTo>
                <a:lnTo>
                  <a:pt x="2326" y="1166"/>
                </a:lnTo>
                <a:close/>
                <a:moveTo>
                  <a:pt x="1283" y="2100"/>
                </a:moveTo>
                <a:cubicBezTo>
                  <a:pt x="831" y="2100"/>
                  <a:pt x="466" y="1735"/>
                  <a:pt x="466" y="1283"/>
                </a:cubicBezTo>
                <a:cubicBezTo>
                  <a:pt x="466" y="831"/>
                  <a:pt x="831" y="466"/>
                  <a:pt x="1283" y="466"/>
                </a:cubicBezTo>
                <a:cubicBezTo>
                  <a:pt x="1735" y="466"/>
                  <a:pt x="2100" y="831"/>
                  <a:pt x="2100" y="1283"/>
                </a:cubicBezTo>
                <a:cubicBezTo>
                  <a:pt x="2100" y="1735"/>
                  <a:pt x="1735" y="2100"/>
                  <a:pt x="1283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7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vigation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21812" cy="914400"/>
          </a:xfrm>
          <a:custGeom>
            <a:avLst/>
            <a:gdLst>
              <a:gd name="T0" fmla="*/ 2067 w 4134"/>
              <a:gd name="T1" fmla="*/ 0 h 5237"/>
              <a:gd name="T2" fmla="*/ 0 w 4134"/>
              <a:gd name="T3" fmla="*/ 5041 h 5237"/>
              <a:gd name="T4" fmla="*/ 196 w 4134"/>
              <a:gd name="T5" fmla="*/ 5237 h 5237"/>
              <a:gd name="T6" fmla="*/ 2067 w 4134"/>
              <a:gd name="T7" fmla="*/ 4410 h 5237"/>
              <a:gd name="T8" fmla="*/ 3938 w 4134"/>
              <a:gd name="T9" fmla="*/ 5237 h 5237"/>
              <a:gd name="T10" fmla="*/ 4134 w 4134"/>
              <a:gd name="T11" fmla="*/ 5041 h 5237"/>
              <a:gd name="T12" fmla="*/ 2067 w 4134"/>
              <a:gd name="T13" fmla="*/ 0 h 5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34" h="5237">
                <a:moveTo>
                  <a:pt x="2067" y="0"/>
                </a:moveTo>
                <a:lnTo>
                  <a:pt x="0" y="5041"/>
                </a:lnTo>
                <a:lnTo>
                  <a:pt x="196" y="5237"/>
                </a:lnTo>
                <a:lnTo>
                  <a:pt x="2067" y="4410"/>
                </a:lnTo>
                <a:lnTo>
                  <a:pt x="3938" y="5237"/>
                </a:lnTo>
                <a:lnTo>
                  <a:pt x="4134" y="5041"/>
                </a:lnTo>
                <a:lnTo>
                  <a:pt x="20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7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ear M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961 w 4961"/>
              <a:gd name="T1" fmla="*/ 0 h 4961"/>
              <a:gd name="T2" fmla="*/ 0 w 4961"/>
              <a:gd name="T3" fmla="*/ 2076 h 4961"/>
              <a:gd name="T4" fmla="*/ 0 w 4961"/>
              <a:gd name="T5" fmla="*/ 2346 h 4961"/>
              <a:gd name="T6" fmla="*/ 1886 w 4961"/>
              <a:gd name="T7" fmla="*/ 3076 h 4961"/>
              <a:gd name="T8" fmla="*/ 2613 w 4961"/>
              <a:gd name="T9" fmla="*/ 4961 h 4961"/>
              <a:gd name="T10" fmla="*/ 2882 w 4961"/>
              <a:gd name="T11" fmla="*/ 4961 h 4961"/>
              <a:gd name="T12" fmla="*/ 4961 w 4961"/>
              <a:gd name="T13" fmla="*/ 0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961" h="4961">
                <a:moveTo>
                  <a:pt x="4961" y="0"/>
                </a:moveTo>
                <a:lnTo>
                  <a:pt x="0" y="2076"/>
                </a:lnTo>
                <a:lnTo>
                  <a:pt x="0" y="2346"/>
                </a:lnTo>
                <a:lnTo>
                  <a:pt x="1886" y="3076"/>
                </a:lnTo>
                <a:lnTo>
                  <a:pt x="2613" y="4961"/>
                </a:lnTo>
                <a:lnTo>
                  <a:pt x="2882" y="4961"/>
                </a:lnTo>
                <a:lnTo>
                  <a:pt x="496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7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son Pi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83884" cy="914400"/>
          </a:xfrm>
          <a:custGeom>
            <a:avLst/>
            <a:gdLst>
              <a:gd name="T0" fmla="*/ 1867 w 2100"/>
              <a:gd name="T1" fmla="*/ 0 h 2450"/>
              <a:gd name="T2" fmla="*/ 233 w 2100"/>
              <a:gd name="T3" fmla="*/ 0 h 2450"/>
              <a:gd name="T4" fmla="*/ 0 w 2100"/>
              <a:gd name="T5" fmla="*/ 234 h 2450"/>
              <a:gd name="T6" fmla="*/ 0 w 2100"/>
              <a:gd name="T7" fmla="*/ 1867 h 2450"/>
              <a:gd name="T8" fmla="*/ 233 w 2100"/>
              <a:gd name="T9" fmla="*/ 2100 h 2450"/>
              <a:gd name="T10" fmla="*/ 700 w 2100"/>
              <a:gd name="T11" fmla="*/ 2100 h 2450"/>
              <a:gd name="T12" fmla="*/ 1050 w 2100"/>
              <a:gd name="T13" fmla="*/ 2450 h 2450"/>
              <a:gd name="T14" fmla="*/ 1400 w 2100"/>
              <a:gd name="T15" fmla="*/ 2100 h 2450"/>
              <a:gd name="T16" fmla="*/ 1867 w 2100"/>
              <a:gd name="T17" fmla="*/ 2100 h 2450"/>
              <a:gd name="T18" fmla="*/ 2100 w 2100"/>
              <a:gd name="T19" fmla="*/ 1867 h 2450"/>
              <a:gd name="T20" fmla="*/ 2100 w 2100"/>
              <a:gd name="T21" fmla="*/ 234 h 2450"/>
              <a:gd name="T22" fmla="*/ 1867 w 2100"/>
              <a:gd name="T23" fmla="*/ 0 h 2450"/>
              <a:gd name="T24" fmla="*/ 1050 w 2100"/>
              <a:gd name="T25" fmla="*/ 385 h 2450"/>
              <a:gd name="T26" fmla="*/ 1365 w 2100"/>
              <a:gd name="T27" fmla="*/ 700 h 2450"/>
              <a:gd name="T28" fmla="*/ 1050 w 2100"/>
              <a:gd name="T29" fmla="*/ 1015 h 2450"/>
              <a:gd name="T30" fmla="*/ 735 w 2100"/>
              <a:gd name="T31" fmla="*/ 700 h 2450"/>
              <a:gd name="T32" fmla="*/ 1050 w 2100"/>
              <a:gd name="T33" fmla="*/ 385 h 2450"/>
              <a:gd name="T34" fmla="*/ 1750 w 2100"/>
              <a:gd name="T35" fmla="*/ 1634 h 2450"/>
              <a:gd name="T36" fmla="*/ 350 w 2100"/>
              <a:gd name="T37" fmla="*/ 1634 h 2450"/>
              <a:gd name="T38" fmla="*/ 350 w 2100"/>
              <a:gd name="T39" fmla="*/ 1529 h 2450"/>
              <a:gd name="T40" fmla="*/ 1050 w 2100"/>
              <a:gd name="T41" fmla="*/ 1167 h 2450"/>
              <a:gd name="T42" fmla="*/ 1750 w 2100"/>
              <a:gd name="T43" fmla="*/ 1529 h 2450"/>
              <a:gd name="T44" fmla="*/ 1750 w 2100"/>
              <a:gd name="T45" fmla="*/ 1634 h 2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100" h="245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5"/>
                  <a:pt x="0" y="234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4" y="2100"/>
                  <a:pt x="233" y="2100"/>
                </a:cubicBezTo>
                <a:cubicBezTo>
                  <a:pt x="700" y="2100"/>
                  <a:pt x="700" y="2100"/>
                  <a:pt x="700" y="2100"/>
                </a:cubicBezTo>
                <a:cubicBezTo>
                  <a:pt x="1050" y="2450"/>
                  <a:pt x="1050" y="2450"/>
                  <a:pt x="1050" y="2450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4"/>
                  <a:pt x="2100" y="234"/>
                  <a:pt x="2100" y="234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050" y="385"/>
                </a:moveTo>
                <a:cubicBezTo>
                  <a:pt x="1224" y="385"/>
                  <a:pt x="1365" y="526"/>
                  <a:pt x="1365" y="700"/>
                </a:cubicBezTo>
                <a:cubicBezTo>
                  <a:pt x="1365" y="874"/>
                  <a:pt x="1224" y="1015"/>
                  <a:pt x="1050" y="1015"/>
                </a:cubicBezTo>
                <a:cubicBezTo>
                  <a:pt x="876" y="1015"/>
                  <a:pt x="735" y="874"/>
                  <a:pt x="735" y="700"/>
                </a:cubicBezTo>
                <a:cubicBezTo>
                  <a:pt x="735" y="526"/>
                  <a:pt x="876" y="385"/>
                  <a:pt x="1050" y="385"/>
                </a:cubicBezTo>
                <a:close/>
                <a:moveTo>
                  <a:pt x="1750" y="1634"/>
                </a:moveTo>
                <a:cubicBezTo>
                  <a:pt x="350" y="1634"/>
                  <a:pt x="350" y="1634"/>
                  <a:pt x="350" y="1634"/>
                </a:cubicBezTo>
                <a:cubicBezTo>
                  <a:pt x="350" y="1529"/>
                  <a:pt x="350" y="1529"/>
                  <a:pt x="350" y="1529"/>
                </a:cubicBezTo>
                <a:cubicBezTo>
                  <a:pt x="350" y="1295"/>
                  <a:pt x="817" y="1167"/>
                  <a:pt x="1050" y="1167"/>
                </a:cubicBezTo>
                <a:cubicBezTo>
                  <a:pt x="1283" y="1167"/>
                  <a:pt x="1750" y="1295"/>
                  <a:pt x="1750" y="1529"/>
                </a:cubicBezTo>
                <a:lnTo>
                  <a:pt x="1750" y="16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7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son Pin Circ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40229" cy="914400"/>
          </a:xfrm>
          <a:custGeom>
            <a:avLst/>
            <a:gdLst>
              <a:gd name="T0" fmla="*/ 817 w 1634"/>
              <a:gd name="T1" fmla="*/ 0 h 2334"/>
              <a:gd name="T2" fmla="*/ 0 w 1634"/>
              <a:gd name="T3" fmla="*/ 817 h 2334"/>
              <a:gd name="T4" fmla="*/ 817 w 1634"/>
              <a:gd name="T5" fmla="*/ 2334 h 2334"/>
              <a:gd name="T6" fmla="*/ 1634 w 1634"/>
              <a:gd name="T7" fmla="*/ 817 h 2334"/>
              <a:gd name="T8" fmla="*/ 817 w 1634"/>
              <a:gd name="T9" fmla="*/ 0 h 2334"/>
              <a:gd name="T10" fmla="*/ 817 w 1634"/>
              <a:gd name="T11" fmla="*/ 234 h 2334"/>
              <a:gd name="T12" fmla="*/ 1050 w 1634"/>
              <a:gd name="T13" fmla="*/ 467 h 2334"/>
              <a:gd name="T14" fmla="*/ 817 w 1634"/>
              <a:gd name="T15" fmla="*/ 700 h 2334"/>
              <a:gd name="T16" fmla="*/ 584 w 1634"/>
              <a:gd name="T17" fmla="*/ 467 h 2334"/>
              <a:gd name="T18" fmla="*/ 817 w 1634"/>
              <a:gd name="T19" fmla="*/ 234 h 2334"/>
              <a:gd name="T20" fmla="*/ 817 w 1634"/>
              <a:gd name="T21" fmla="*/ 1400 h 2334"/>
              <a:gd name="T22" fmla="*/ 350 w 1634"/>
              <a:gd name="T23" fmla="*/ 1150 h 2334"/>
              <a:gd name="T24" fmla="*/ 817 w 1634"/>
              <a:gd name="T25" fmla="*/ 910 h 2334"/>
              <a:gd name="T26" fmla="*/ 1284 w 1634"/>
              <a:gd name="T27" fmla="*/ 1150 h 2334"/>
              <a:gd name="T28" fmla="*/ 817 w 1634"/>
              <a:gd name="T29" fmla="*/ 14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634" h="2334">
                <a:moveTo>
                  <a:pt x="817" y="0"/>
                </a:moveTo>
                <a:cubicBezTo>
                  <a:pt x="367" y="0"/>
                  <a:pt x="0" y="367"/>
                  <a:pt x="0" y="817"/>
                </a:cubicBezTo>
                <a:cubicBezTo>
                  <a:pt x="0" y="1429"/>
                  <a:pt x="817" y="2334"/>
                  <a:pt x="817" y="2334"/>
                </a:cubicBezTo>
                <a:cubicBezTo>
                  <a:pt x="817" y="2334"/>
                  <a:pt x="1634" y="1429"/>
                  <a:pt x="1634" y="817"/>
                </a:cubicBezTo>
                <a:cubicBezTo>
                  <a:pt x="1634" y="367"/>
                  <a:pt x="1267" y="0"/>
                  <a:pt x="817" y="0"/>
                </a:cubicBezTo>
                <a:close/>
                <a:moveTo>
                  <a:pt x="817" y="234"/>
                </a:moveTo>
                <a:cubicBezTo>
                  <a:pt x="945" y="234"/>
                  <a:pt x="1050" y="339"/>
                  <a:pt x="1050" y="467"/>
                </a:cubicBezTo>
                <a:cubicBezTo>
                  <a:pt x="1050" y="596"/>
                  <a:pt x="945" y="700"/>
                  <a:pt x="817" y="700"/>
                </a:cubicBezTo>
                <a:cubicBezTo>
                  <a:pt x="689" y="700"/>
                  <a:pt x="584" y="596"/>
                  <a:pt x="584" y="467"/>
                </a:cubicBezTo>
                <a:cubicBezTo>
                  <a:pt x="584" y="339"/>
                  <a:pt x="689" y="234"/>
                  <a:pt x="817" y="234"/>
                </a:cubicBezTo>
                <a:close/>
                <a:moveTo>
                  <a:pt x="817" y="1400"/>
                </a:moveTo>
                <a:cubicBezTo>
                  <a:pt x="622" y="1400"/>
                  <a:pt x="451" y="1301"/>
                  <a:pt x="350" y="1150"/>
                </a:cubicBezTo>
                <a:cubicBezTo>
                  <a:pt x="353" y="996"/>
                  <a:pt x="662" y="910"/>
                  <a:pt x="817" y="910"/>
                </a:cubicBezTo>
                <a:cubicBezTo>
                  <a:pt x="972" y="910"/>
                  <a:pt x="1281" y="996"/>
                  <a:pt x="1284" y="1150"/>
                </a:cubicBezTo>
                <a:cubicBezTo>
                  <a:pt x="1183" y="1301"/>
                  <a:pt x="1012" y="1400"/>
                  <a:pt x="817" y="1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7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n Dro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40229" cy="914400"/>
          </a:xfrm>
          <a:custGeom>
            <a:avLst/>
            <a:gdLst>
              <a:gd name="T0" fmla="*/ 1517 w 1634"/>
              <a:gd name="T1" fmla="*/ 700 h 2334"/>
              <a:gd name="T2" fmla="*/ 817 w 1634"/>
              <a:gd name="T3" fmla="*/ 0 h 2334"/>
              <a:gd name="T4" fmla="*/ 117 w 1634"/>
              <a:gd name="T5" fmla="*/ 700 h 2334"/>
              <a:gd name="T6" fmla="*/ 817 w 1634"/>
              <a:gd name="T7" fmla="*/ 1984 h 2334"/>
              <a:gd name="T8" fmla="*/ 1517 w 1634"/>
              <a:gd name="T9" fmla="*/ 700 h 2334"/>
              <a:gd name="T10" fmla="*/ 584 w 1634"/>
              <a:gd name="T11" fmla="*/ 700 h 2334"/>
              <a:gd name="T12" fmla="*/ 817 w 1634"/>
              <a:gd name="T13" fmla="*/ 467 h 2334"/>
              <a:gd name="T14" fmla="*/ 1050 w 1634"/>
              <a:gd name="T15" fmla="*/ 700 h 2334"/>
              <a:gd name="T16" fmla="*/ 817 w 1634"/>
              <a:gd name="T17" fmla="*/ 934 h 2334"/>
              <a:gd name="T18" fmla="*/ 584 w 1634"/>
              <a:gd name="T19" fmla="*/ 700 h 2334"/>
              <a:gd name="T20" fmla="*/ 0 w 1634"/>
              <a:gd name="T21" fmla="*/ 2100 h 2334"/>
              <a:gd name="T22" fmla="*/ 0 w 1634"/>
              <a:gd name="T23" fmla="*/ 2334 h 2334"/>
              <a:gd name="T24" fmla="*/ 1634 w 1634"/>
              <a:gd name="T25" fmla="*/ 2334 h 2334"/>
              <a:gd name="T26" fmla="*/ 1634 w 1634"/>
              <a:gd name="T27" fmla="*/ 2100 h 2334"/>
              <a:gd name="T28" fmla="*/ 0 w 1634"/>
              <a:gd name="T29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634" h="2334">
                <a:moveTo>
                  <a:pt x="1517" y="700"/>
                </a:moveTo>
                <a:cubicBezTo>
                  <a:pt x="1517" y="314"/>
                  <a:pt x="1203" y="0"/>
                  <a:pt x="817" y="0"/>
                </a:cubicBezTo>
                <a:cubicBezTo>
                  <a:pt x="431" y="0"/>
                  <a:pt x="117" y="314"/>
                  <a:pt x="117" y="700"/>
                </a:cubicBezTo>
                <a:cubicBezTo>
                  <a:pt x="117" y="1225"/>
                  <a:pt x="817" y="1984"/>
                  <a:pt x="817" y="1984"/>
                </a:cubicBezTo>
                <a:cubicBezTo>
                  <a:pt x="817" y="1984"/>
                  <a:pt x="1517" y="1225"/>
                  <a:pt x="1517" y="700"/>
                </a:cubicBezTo>
                <a:close/>
                <a:moveTo>
                  <a:pt x="584" y="700"/>
                </a:moveTo>
                <a:cubicBezTo>
                  <a:pt x="584" y="572"/>
                  <a:pt x="689" y="467"/>
                  <a:pt x="817" y="467"/>
                </a:cubicBezTo>
                <a:cubicBezTo>
                  <a:pt x="945" y="467"/>
                  <a:pt x="1050" y="572"/>
                  <a:pt x="1050" y="700"/>
                </a:cubicBezTo>
                <a:cubicBezTo>
                  <a:pt x="1050" y="829"/>
                  <a:pt x="946" y="934"/>
                  <a:pt x="817" y="934"/>
                </a:cubicBezTo>
                <a:cubicBezTo>
                  <a:pt x="689" y="934"/>
                  <a:pt x="584" y="829"/>
                  <a:pt x="584" y="700"/>
                </a:cubicBezTo>
                <a:close/>
                <a:moveTo>
                  <a:pt x="0" y="2100"/>
                </a:moveTo>
                <a:cubicBezTo>
                  <a:pt x="0" y="2334"/>
                  <a:pt x="0" y="2334"/>
                  <a:pt x="0" y="2334"/>
                </a:cubicBezTo>
                <a:cubicBezTo>
                  <a:pt x="1634" y="2334"/>
                  <a:pt x="1634" y="2334"/>
                  <a:pt x="1634" y="2334"/>
                </a:cubicBezTo>
                <a:cubicBezTo>
                  <a:pt x="1634" y="2100"/>
                  <a:pt x="1634" y="2100"/>
                  <a:pt x="1634" y="2100"/>
                </a:cubicBezTo>
                <a:lnTo>
                  <a:pt x="0" y="2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7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40229" cy="914400"/>
          </a:xfrm>
          <a:custGeom>
            <a:avLst/>
            <a:gdLst>
              <a:gd name="T0" fmla="*/ 817 w 1634"/>
              <a:gd name="T1" fmla="*/ 0 h 2334"/>
              <a:gd name="T2" fmla="*/ 0 w 1634"/>
              <a:gd name="T3" fmla="*/ 817 h 2334"/>
              <a:gd name="T4" fmla="*/ 817 w 1634"/>
              <a:gd name="T5" fmla="*/ 2334 h 2334"/>
              <a:gd name="T6" fmla="*/ 1634 w 1634"/>
              <a:gd name="T7" fmla="*/ 817 h 2334"/>
              <a:gd name="T8" fmla="*/ 817 w 1634"/>
              <a:gd name="T9" fmla="*/ 0 h 2334"/>
              <a:gd name="T10" fmla="*/ 817 w 1634"/>
              <a:gd name="T11" fmla="*/ 1109 h 2334"/>
              <a:gd name="T12" fmla="*/ 525 w 1634"/>
              <a:gd name="T13" fmla="*/ 817 h 2334"/>
              <a:gd name="T14" fmla="*/ 817 w 1634"/>
              <a:gd name="T15" fmla="*/ 525 h 2334"/>
              <a:gd name="T16" fmla="*/ 1109 w 1634"/>
              <a:gd name="T17" fmla="*/ 817 h 2334"/>
              <a:gd name="T18" fmla="*/ 817 w 1634"/>
              <a:gd name="T19" fmla="*/ 1109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634" h="2334">
                <a:moveTo>
                  <a:pt x="817" y="0"/>
                </a:moveTo>
                <a:cubicBezTo>
                  <a:pt x="365" y="0"/>
                  <a:pt x="0" y="365"/>
                  <a:pt x="0" y="817"/>
                </a:cubicBezTo>
                <a:cubicBezTo>
                  <a:pt x="0" y="1429"/>
                  <a:pt x="817" y="2334"/>
                  <a:pt x="817" y="2334"/>
                </a:cubicBezTo>
                <a:cubicBezTo>
                  <a:pt x="817" y="2334"/>
                  <a:pt x="1634" y="1429"/>
                  <a:pt x="1634" y="817"/>
                </a:cubicBezTo>
                <a:cubicBezTo>
                  <a:pt x="1634" y="365"/>
                  <a:pt x="1269" y="0"/>
                  <a:pt x="817" y="0"/>
                </a:cubicBezTo>
                <a:close/>
                <a:moveTo>
                  <a:pt x="817" y="1109"/>
                </a:moveTo>
                <a:cubicBezTo>
                  <a:pt x="656" y="1109"/>
                  <a:pt x="525" y="978"/>
                  <a:pt x="525" y="817"/>
                </a:cubicBezTo>
                <a:cubicBezTo>
                  <a:pt x="525" y="656"/>
                  <a:pt x="656" y="525"/>
                  <a:pt x="817" y="525"/>
                </a:cubicBezTo>
                <a:cubicBezTo>
                  <a:pt x="978" y="525"/>
                  <a:pt x="1109" y="656"/>
                  <a:pt x="1109" y="817"/>
                </a:cubicBezTo>
                <a:cubicBezTo>
                  <a:pt x="1109" y="978"/>
                  <a:pt x="978" y="1109"/>
                  <a:pt x="817" y="1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7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te Review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100 w 2334"/>
              <a:gd name="T1" fmla="*/ 0 h 2334"/>
              <a:gd name="T2" fmla="*/ 234 w 2334"/>
              <a:gd name="T3" fmla="*/ 0 h 2334"/>
              <a:gd name="T4" fmla="*/ 1 w 2334"/>
              <a:gd name="T5" fmla="*/ 234 h 2334"/>
              <a:gd name="T6" fmla="*/ 0 w 2334"/>
              <a:gd name="T7" fmla="*/ 2334 h 2334"/>
              <a:gd name="T8" fmla="*/ 467 w 2334"/>
              <a:gd name="T9" fmla="*/ 1867 h 2334"/>
              <a:gd name="T10" fmla="*/ 2100 w 2334"/>
              <a:gd name="T11" fmla="*/ 1867 h 2334"/>
              <a:gd name="T12" fmla="*/ 2334 w 2334"/>
              <a:gd name="T13" fmla="*/ 1634 h 2334"/>
              <a:gd name="T14" fmla="*/ 2334 w 2334"/>
              <a:gd name="T15" fmla="*/ 234 h 2334"/>
              <a:gd name="T16" fmla="*/ 2100 w 2334"/>
              <a:gd name="T17" fmla="*/ 0 h 2334"/>
              <a:gd name="T18" fmla="*/ 467 w 2334"/>
              <a:gd name="T19" fmla="*/ 1400 h 2334"/>
              <a:gd name="T20" fmla="*/ 467 w 2334"/>
              <a:gd name="T21" fmla="*/ 1112 h 2334"/>
              <a:gd name="T22" fmla="*/ 1270 w 2334"/>
              <a:gd name="T23" fmla="*/ 309 h 2334"/>
              <a:gd name="T24" fmla="*/ 1352 w 2334"/>
              <a:gd name="T25" fmla="*/ 309 h 2334"/>
              <a:gd name="T26" fmla="*/ 1559 w 2334"/>
              <a:gd name="T27" fmla="*/ 516 h 2334"/>
              <a:gd name="T28" fmla="*/ 1559 w 2334"/>
              <a:gd name="T29" fmla="*/ 599 h 2334"/>
              <a:gd name="T30" fmla="*/ 755 w 2334"/>
              <a:gd name="T31" fmla="*/ 1400 h 2334"/>
              <a:gd name="T32" fmla="*/ 467 w 2334"/>
              <a:gd name="T33" fmla="*/ 1400 h 2334"/>
              <a:gd name="T34" fmla="*/ 1867 w 2334"/>
              <a:gd name="T35" fmla="*/ 1400 h 2334"/>
              <a:gd name="T36" fmla="*/ 992 w 2334"/>
              <a:gd name="T37" fmla="*/ 1400 h 2334"/>
              <a:gd name="T38" fmla="*/ 1225 w 2334"/>
              <a:gd name="T39" fmla="*/ 1167 h 2334"/>
              <a:gd name="T40" fmla="*/ 1867 w 2334"/>
              <a:gd name="T41" fmla="*/ 1167 h 2334"/>
              <a:gd name="T42" fmla="*/ 1867 w 2334"/>
              <a:gd name="T43" fmla="*/ 14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4"/>
                </a:cubicBezTo>
                <a:cubicBezTo>
                  <a:pt x="0" y="2334"/>
                  <a:pt x="0" y="2334"/>
                  <a:pt x="0" y="2334"/>
                </a:cubicBezTo>
                <a:cubicBezTo>
                  <a:pt x="467" y="1867"/>
                  <a:pt x="467" y="1867"/>
                  <a:pt x="467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467" y="1400"/>
                </a:moveTo>
                <a:cubicBezTo>
                  <a:pt x="467" y="1112"/>
                  <a:pt x="467" y="1112"/>
                  <a:pt x="467" y="1112"/>
                </a:cubicBezTo>
                <a:cubicBezTo>
                  <a:pt x="1270" y="309"/>
                  <a:pt x="1270" y="309"/>
                  <a:pt x="1270" y="309"/>
                </a:cubicBezTo>
                <a:cubicBezTo>
                  <a:pt x="1293" y="286"/>
                  <a:pt x="1329" y="286"/>
                  <a:pt x="1352" y="309"/>
                </a:cubicBezTo>
                <a:cubicBezTo>
                  <a:pt x="1559" y="516"/>
                  <a:pt x="1559" y="516"/>
                  <a:pt x="1559" y="516"/>
                </a:cubicBezTo>
                <a:cubicBezTo>
                  <a:pt x="1582" y="539"/>
                  <a:pt x="1582" y="576"/>
                  <a:pt x="1559" y="599"/>
                </a:cubicBezTo>
                <a:cubicBezTo>
                  <a:pt x="755" y="1400"/>
                  <a:pt x="755" y="1400"/>
                  <a:pt x="755" y="1400"/>
                </a:cubicBezTo>
                <a:lnTo>
                  <a:pt x="467" y="1400"/>
                </a:lnTo>
                <a:close/>
                <a:moveTo>
                  <a:pt x="1867" y="1400"/>
                </a:moveTo>
                <a:cubicBezTo>
                  <a:pt x="992" y="1400"/>
                  <a:pt x="992" y="1400"/>
                  <a:pt x="992" y="1400"/>
                </a:cubicBezTo>
                <a:cubicBezTo>
                  <a:pt x="1225" y="1167"/>
                  <a:pt x="1225" y="1167"/>
                  <a:pt x="1225" y="1167"/>
                </a:cubicBezTo>
                <a:cubicBezTo>
                  <a:pt x="1867" y="1167"/>
                  <a:pt x="1867" y="1167"/>
                  <a:pt x="1867" y="1167"/>
                </a:cubicBezTo>
                <a:lnTo>
                  <a:pt x="1867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7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staurant Menu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52284"/>
          </a:xfrm>
          <a:custGeom>
            <a:avLst/>
            <a:gdLst>
              <a:gd name="T0" fmla="*/ 671 w 2343"/>
              <a:gd name="T1" fmla="*/ 1256 h 2184"/>
              <a:gd name="T2" fmla="*/ 1001 w 2343"/>
              <a:gd name="T3" fmla="*/ 926 h 2184"/>
              <a:gd name="T4" fmla="*/ 182 w 2343"/>
              <a:gd name="T5" fmla="*/ 108 h 2184"/>
              <a:gd name="T6" fmla="*/ 182 w 2343"/>
              <a:gd name="T7" fmla="*/ 769 h 2184"/>
              <a:gd name="T8" fmla="*/ 671 w 2343"/>
              <a:gd name="T9" fmla="*/ 1256 h 2184"/>
              <a:gd name="T10" fmla="*/ 1462 w 2343"/>
              <a:gd name="T11" fmla="*/ 1045 h 2184"/>
              <a:gd name="T12" fmla="*/ 2077 w 2343"/>
              <a:gd name="T13" fmla="*/ 884 h 2184"/>
              <a:gd name="T14" fmla="*/ 2171 w 2343"/>
              <a:gd name="T15" fmla="*/ 170 h 2184"/>
              <a:gd name="T16" fmla="*/ 1457 w 2343"/>
              <a:gd name="T17" fmla="*/ 265 h 2184"/>
              <a:gd name="T18" fmla="*/ 1296 w 2343"/>
              <a:gd name="T19" fmla="*/ 879 h 2184"/>
              <a:gd name="T20" fmla="*/ 158 w 2343"/>
              <a:gd name="T21" fmla="*/ 2018 h 2184"/>
              <a:gd name="T22" fmla="*/ 322 w 2343"/>
              <a:gd name="T23" fmla="*/ 2183 h 2184"/>
              <a:gd name="T24" fmla="*/ 1126 w 2343"/>
              <a:gd name="T25" fmla="*/ 1381 h 2184"/>
              <a:gd name="T26" fmla="*/ 1929 w 2343"/>
              <a:gd name="T27" fmla="*/ 2184 h 2184"/>
              <a:gd name="T28" fmla="*/ 2093 w 2343"/>
              <a:gd name="T29" fmla="*/ 2019 h 2184"/>
              <a:gd name="T30" fmla="*/ 1291 w 2343"/>
              <a:gd name="T31" fmla="*/ 1217 h 2184"/>
              <a:gd name="T32" fmla="*/ 1462 w 2343"/>
              <a:gd name="T33" fmla="*/ 1045 h 2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2343" h="2184">
                <a:moveTo>
                  <a:pt x="671" y="1256"/>
                </a:moveTo>
                <a:cubicBezTo>
                  <a:pt x="1001" y="926"/>
                  <a:pt x="1001" y="926"/>
                  <a:pt x="1001" y="926"/>
                </a:cubicBezTo>
                <a:cubicBezTo>
                  <a:pt x="182" y="108"/>
                  <a:pt x="182" y="108"/>
                  <a:pt x="182" y="108"/>
                </a:cubicBezTo>
                <a:cubicBezTo>
                  <a:pt x="0" y="290"/>
                  <a:pt x="0" y="585"/>
                  <a:pt x="182" y="769"/>
                </a:cubicBezTo>
                <a:lnTo>
                  <a:pt x="671" y="1256"/>
                </a:lnTo>
                <a:close/>
                <a:moveTo>
                  <a:pt x="1462" y="1045"/>
                </a:moveTo>
                <a:cubicBezTo>
                  <a:pt x="1641" y="1128"/>
                  <a:pt x="1891" y="1070"/>
                  <a:pt x="2077" y="884"/>
                </a:cubicBezTo>
                <a:cubicBezTo>
                  <a:pt x="2300" y="661"/>
                  <a:pt x="2343" y="342"/>
                  <a:pt x="2171" y="170"/>
                </a:cubicBezTo>
                <a:cubicBezTo>
                  <a:pt x="2001" y="0"/>
                  <a:pt x="1681" y="42"/>
                  <a:pt x="1457" y="265"/>
                </a:cubicBezTo>
                <a:cubicBezTo>
                  <a:pt x="1272" y="450"/>
                  <a:pt x="1214" y="701"/>
                  <a:pt x="1296" y="879"/>
                </a:cubicBezTo>
                <a:cubicBezTo>
                  <a:pt x="158" y="2018"/>
                  <a:pt x="158" y="2018"/>
                  <a:pt x="158" y="2018"/>
                </a:cubicBezTo>
                <a:cubicBezTo>
                  <a:pt x="322" y="2183"/>
                  <a:pt x="322" y="2183"/>
                  <a:pt x="322" y="2183"/>
                </a:cubicBezTo>
                <a:cubicBezTo>
                  <a:pt x="1126" y="1381"/>
                  <a:pt x="1126" y="1381"/>
                  <a:pt x="1126" y="1381"/>
                </a:cubicBezTo>
                <a:cubicBezTo>
                  <a:pt x="1929" y="2184"/>
                  <a:pt x="1929" y="2184"/>
                  <a:pt x="1929" y="2184"/>
                </a:cubicBezTo>
                <a:cubicBezTo>
                  <a:pt x="2093" y="2019"/>
                  <a:pt x="2093" y="2019"/>
                  <a:pt x="2093" y="2019"/>
                </a:cubicBezTo>
                <a:cubicBezTo>
                  <a:pt x="1291" y="1217"/>
                  <a:pt x="1291" y="1217"/>
                  <a:pt x="1291" y="1217"/>
                </a:cubicBezTo>
                <a:lnTo>
                  <a:pt x="1462" y="10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7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atelli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233 w 2100"/>
              <a:gd name="T19" fmla="*/ 232 h 2100"/>
              <a:gd name="T20" fmla="*/ 583 w 2100"/>
              <a:gd name="T21" fmla="*/ 232 h 2100"/>
              <a:gd name="T22" fmla="*/ 233 w 2100"/>
              <a:gd name="T23" fmla="*/ 583 h 2100"/>
              <a:gd name="T24" fmla="*/ 233 w 2100"/>
              <a:gd name="T25" fmla="*/ 232 h 2100"/>
              <a:gd name="T26" fmla="*/ 233 w 2100"/>
              <a:gd name="T27" fmla="*/ 1050 h 2100"/>
              <a:gd name="T28" fmla="*/ 233 w 2100"/>
              <a:gd name="T29" fmla="*/ 817 h 2100"/>
              <a:gd name="T30" fmla="*/ 817 w 2100"/>
              <a:gd name="T31" fmla="*/ 232 h 2100"/>
              <a:gd name="T32" fmla="*/ 1050 w 2100"/>
              <a:gd name="T33" fmla="*/ 232 h 2100"/>
              <a:gd name="T34" fmla="*/ 233 w 2100"/>
              <a:gd name="T35" fmla="*/ 1050 h 2100"/>
              <a:gd name="T36" fmla="*/ 233 w 2100"/>
              <a:gd name="T37" fmla="*/ 1750 h 2100"/>
              <a:gd name="T38" fmla="*/ 642 w 2100"/>
              <a:gd name="T39" fmla="*/ 1225 h 2100"/>
              <a:gd name="T40" fmla="*/ 933 w 2100"/>
              <a:gd name="T41" fmla="*/ 1576 h 2100"/>
              <a:gd name="T42" fmla="*/ 1342 w 2100"/>
              <a:gd name="T43" fmla="*/ 1050 h 2100"/>
              <a:gd name="T44" fmla="*/ 1867 w 2100"/>
              <a:gd name="T45" fmla="*/ 1750 h 2100"/>
              <a:gd name="T46" fmla="*/ 233 w 2100"/>
              <a:gd name="T47" fmla="*/ 175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233" y="232"/>
                </a:moveTo>
                <a:cubicBezTo>
                  <a:pt x="583" y="232"/>
                  <a:pt x="583" y="232"/>
                  <a:pt x="583" y="232"/>
                </a:cubicBezTo>
                <a:cubicBezTo>
                  <a:pt x="583" y="426"/>
                  <a:pt x="427" y="583"/>
                  <a:pt x="233" y="583"/>
                </a:cubicBezTo>
                <a:lnTo>
                  <a:pt x="233" y="232"/>
                </a:lnTo>
                <a:close/>
                <a:moveTo>
                  <a:pt x="233" y="1050"/>
                </a:moveTo>
                <a:cubicBezTo>
                  <a:pt x="233" y="817"/>
                  <a:pt x="233" y="817"/>
                  <a:pt x="233" y="817"/>
                </a:cubicBezTo>
                <a:cubicBezTo>
                  <a:pt x="555" y="817"/>
                  <a:pt x="817" y="554"/>
                  <a:pt x="817" y="232"/>
                </a:cubicBezTo>
                <a:cubicBezTo>
                  <a:pt x="1050" y="232"/>
                  <a:pt x="1050" y="232"/>
                  <a:pt x="1050" y="232"/>
                </a:cubicBezTo>
                <a:cubicBezTo>
                  <a:pt x="1050" y="684"/>
                  <a:pt x="685" y="1050"/>
                  <a:pt x="233" y="1050"/>
                </a:cubicBezTo>
                <a:close/>
                <a:moveTo>
                  <a:pt x="233" y="1750"/>
                </a:moveTo>
                <a:cubicBezTo>
                  <a:pt x="642" y="1225"/>
                  <a:pt x="642" y="1225"/>
                  <a:pt x="642" y="1225"/>
                </a:cubicBezTo>
                <a:cubicBezTo>
                  <a:pt x="933" y="1576"/>
                  <a:pt x="933" y="1576"/>
                  <a:pt x="933" y="1576"/>
                </a:cubicBezTo>
                <a:cubicBezTo>
                  <a:pt x="1342" y="1050"/>
                  <a:pt x="1342" y="1050"/>
                  <a:pt x="1342" y="1050"/>
                </a:cubicBezTo>
                <a:cubicBezTo>
                  <a:pt x="1867" y="1750"/>
                  <a:pt x="1867" y="1750"/>
                  <a:pt x="1867" y="1750"/>
                </a:cubicBezTo>
                <a:lnTo>
                  <a:pt x="233" y="17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7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ore Mall Director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2472"/>
          </a:xfrm>
          <a:custGeom>
            <a:avLst/>
            <a:gdLst>
              <a:gd name="T0" fmla="*/ 4685 w 4961"/>
              <a:gd name="T1" fmla="*/ 0 h 4408"/>
              <a:gd name="T2" fmla="*/ 277 w 4961"/>
              <a:gd name="T3" fmla="*/ 0 h 4408"/>
              <a:gd name="T4" fmla="*/ 277 w 4961"/>
              <a:gd name="T5" fmla="*/ 551 h 4408"/>
              <a:gd name="T6" fmla="*/ 4685 w 4961"/>
              <a:gd name="T7" fmla="*/ 551 h 4408"/>
              <a:gd name="T8" fmla="*/ 4685 w 4961"/>
              <a:gd name="T9" fmla="*/ 0 h 4408"/>
              <a:gd name="T10" fmla="*/ 4961 w 4961"/>
              <a:gd name="T11" fmla="*/ 2755 h 4408"/>
              <a:gd name="T12" fmla="*/ 4961 w 4961"/>
              <a:gd name="T13" fmla="*/ 2204 h 4408"/>
              <a:gd name="T14" fmla="*/ 4685 w 4961"/>
              <a:gd name="T15" fmla="*/ 827 h 4408"/>
              <a:gd name="T16" fmla="*/ 277 w 4961"/>
              <a:gd name="T17" fmla="*/ 827 h 4408"/>
              <a:gd name="T18" fmla="*/ 0 w 4961"/>
              <a:gd name="T19" fmla="*/ 2204 h 4408"/>
              <a:gd name="T20" fmla="*/ 0 w 4961"/>
              <a:gd name="T21" fmla="*/ 2755 h 4408"/>
              <a:gd name="T22" fmla="*/ 277 w 4961"/>
              <a:gd name="T23" fmla="*/ 2755 h 4408"/>
              <a:gd name="T24" fmla="*/ 277 w 4961"/>
              <a:gd name="T25" fmla="*/ 4408 h 4408"/>
              <a:gd name="T26" fmla="*/ 3031 w 4961"/>
              <a:gd name="T27" fmla="*/ 4408 h 4408"/>
              <a:gd name="T28" fmla="*/ 3031 w 4961"/>
              <a:gd name="T29" fmla="*/ 2755 h 4408"/>
              <a:gd name="T30" fmla="*/ 4134 w 4961"/>
              <a:gd name="T31" fmla="*/ 2755 h 4408"/>
              <a:gd name="T32" fmla="*/ 4134 w 4961"/>
              <a:gd name="T33" fmla="*/ 4408 h 4408"/>
              <a:gd name="T34" fmla="*/ 4685 w 4961"/>
              <a:gd name="T35" fmla="*/ 4408 h 4408"/>
              <a:gd name="T36" fmla="*/ 4685 w 4961"/>
              <a:gd name="T37" fmla="*/ 2755 h 4408"/>
              <a:gd name="T38" fmla="*/ 4961 w 4961"/>
              <a:gd name="T39" fmla="*/ 2755 h 4408"/>
              <a:gd name="T40" fmla="*/ 2481 w 4961"/>
              <a:gd name="T41" fmla="*/ 3858 h 4408"/>
              <a:gd name="T42" fmla="*/ 827 w 4961"/>
              <a:gd name="T43" fmla="*/ 3858 h 4408"/>
              <a:gd name="T44" fmla="*/ 827 w 4961"/>
              <a:gd name="T45" fmla="*/ 2755 h 4408"/>
              <a:gd name="T46" fmla="*/ 2481 w 4961"/>
              <a:gd name="T47" fmla="*/ 2755 h 4408"/>
              <a:gd name="T48" fmla="*/ 2481 w 4961"/>
              <a:gd name="T49" fmla="*/ 3858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961" h="4408">
                <a:moveTo>
                  <a:pt x="4685" y="0"/>
                </a:moveTo>
                <a:lnTo>
                  <a:pt x="277" y="0"/>
                </a:lnTo>
                <a:lnTo>
                  <a:pt x="277" y="551"/>
                </a:lnTo>
                <a:lnTo>
                  <a:pt x="4685" y="551"/>
                </a:lnTo>
                <a:lnTo>
                  <a:pt x="4685" y="0"/>
                </a:lnTo>
                <a:close/>
                <a:moveTo>
                  <a:pt x="4961" y="2755"/>
                </a:moveTo>
                <a:lnTo>
                  <a:pt x="4961" y="2204"/>
                </a:lnTo>
                <a:lnTo>
                  <a:pt x="4685" y="827"/>
                </a:lnTo>
                <a:lnTo>
                  <a:pt x="277" y="827"/>
                </a:lnTo>
                <a:lnTo>
                  <a:pt x="0" y="2204"/>
                </a:lnTo>
                <a:lnTo>
                  <a:pt x="0" y="2755"/>
                </a:lnTo>
                <a:lnTo>
                  <a:pt x="277" y="2755"/>
                </a:lnTo>
                <a:lnTo>
                  <a:pt x="277" y="4408"/>
                </a:lnTo>
                <a:lnTo>
                  <a:pt x="3031" y="4408"/>
                </a:lnTo>
                <a:lnTo>
                  <a:pt x="3031" y="2755"/>
                </a:lnTo>
                <a:lnTo>
                  <a:pt x="4134" y="2755"/>
                </a:lnTo>
                <a:lnTo>
                  <a:pt x="4134" y="4408"/>
                </a:lnTo>
                <a:lnTo>
                  <a:pt x="4685" y="4408"/>
                </a:lnTo>
                <a:lnTo>
                  <a:pt x="4685" y="2755"/>
                </a:lnTo>
                <a:lnTo>
                  <a:pt x="4961" y="2755"/>
                </a:lnTo>
                <a:close/>
                <a:moveTo>
                  <a:pt x="2481" y="3858"/>
                </a:moveTo>
                <a:lnTo>
                  <a:pt x="827" y="3858"/>
                </a:lnTo>
                <a:lnTo>
                  <a:pt x="827" y="2755"/>
                </a:lnTo>
                <a:lnTo>
                  <a:pt x="2481" y="2755"/>
                </a:lnTo>
                <a:lnTo>
                  <a:pt x="2481" y="385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7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rrain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98832"/>
          </a:xfrm>
          <a:custGeom>
            <a:avLst/>
            <a:gdLst>
              <a:gd name="T0" fmla="*/ 1516 w 2566"/>
              <a:gd name="T1" fmla="*/ 0 h 1400"/>
              <a:gd name="T2" fmla="*/ 1079 w 2566"/>
              <a:gd name="T3" fmla="*/ 583 h 1400"/>
              <a:gd name="T4" fmla="*/ 1411 w 2566"/>
              <a:gd name="T5" fmla="*/ 1027 h 1400"/>
              <a:gd name="T6" fmla="*/ 1225 w 2566"/>
              <a:gd name="T7" fmla="*/ 1167 h 1400"/>
              <a:gd name="T8" fmla="*/ 700 w 2566"/>
              <a:gd name="T9" fmla="*/ 467 h 1400"/>
              <a:gd name="T10" fmla="*/ 0 w 2566"/>
              <a:gd name="T11" fmla="*/ 1400 h 1400"/>
              <a:gd name="T12" fmla="*/ 2566 w 2566"/>
              <a:gd name="T13" fmla="*/ 1400 h 1400"/>
              <a:gd name="T14" fmla="*/ 1516 w 2566"/>
              <a:gd name="T15" fmla="*/ 0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66" h="1400">
                <a:moveTo>
                  <a:pt x="1516" y="0"/>
                </a:moveTo>
                <a:cubicBezTo>
                  <a:pt x="1079" y="583"/>
                  <a:pt x="1079" y="583"/>
                  <a:pt x="1079" y="583"/>
                </a:cubicBezTo>
                <a:cubicBezTo>
                  <a:pt x="1411" y="1027"/>
                  <a:pt x="1411" y="1027"/>
                  <a:pt x="1411" y="1027"/>
                </a:cubicBezTo>
                <a:cubicBezTo>
                  <a:pt x="1225" y="1167"/>
                  <a:pt x="1225" y="1167"/>
                  <a:pt x="1225" y="1167"/>
                </a:cubicBezTo>
                <a:cubicBezTo>
                  <a:pt x="1028" y="904"/>
                  <a:pt x="700" y="467"/>
                  <a:pt x="700" y="467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2566" y="1400"/>
                  <a:pt x="2566" y="1400"/>
                  <a:pt x="2566" y="1400"/>
                </a:cubicBezTo>
                <a:lnTo>
                  <a:pt x="151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7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affic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12472" cy="914400"/>
          </a:xfrm>
          <a:custGeom>
            <a:avLst/>
            <a:gdLst>
              <a:gd name="T0" fmla="*/ 1866 w 1866"/>
              <a:gd name="T1" fmla="*/ 817 h 2100"/>
              <a:gd name="T2" fmla="*/ 1516 w 1866"/>
              <a:gd name="T3" fmla="*/ 817 h 2100"/>
              <a:gd name="T4" fmla="*/ 1516 w 1866"/>
              <a:gd name="T5" fmla="*/ 684 h 2100"/>
              <a:gd name="T6" fmla="*/ 1866 w 1866"/>
              <a:gd name="T7" fmla="*/ 233 h 2100"/>
              <a:gd name="T8" fmla="*/ 1516 w 1866"/>
              <a:gd name="T9" fmla="*/ 233 h 2100"/>
              <a:gd name="T10" fmla="*/ 1516 w 1866"/>
              <a:gd name="T11" fmla="*/ 117 h 2100"/>
              <a:gd name="T12" fmla="*/ 1400 w 1866"/>
              <a:gd name="T13" fmla="*/ 0 h 2100"/>
              <a:gd name="T14" fmla="*/ 466 w 1866"/>
              <a:gd name="T15" fmla="*/ 0 h 2100"/>
              <a:gd name="T16" fmla="*/ 350 w 1866"/>
              <a:gd name="T17" fmla="*/ 117 h 2100"/>
              <a:gd name="T18" fmla="*/ 350 w 1866"/>
              <a:gd name="T19" fmla="*/ 233 h 2100"/>
              <a:gd name="T20" fmla="*/ 0 w 1866"/>
              <a:gd name="T21" fmla="*/ 233 h 2100"/>
              <a:gd name="T22" fmla="*/ 350 w 1866"/>
              <a:gd name="T23" fmla="*/ 684 h 2100"/>
              <a:gd name="T24" fmla="*/ 350 w 1866"/>
              <a:gd name="T25" fmla="*/ 817 h 2100"/>
              <a:gd name="T26" fmla="*/ 0 w 1866"/>
              <a:gd name="T27" fmla="*/ 817 h 2100"/>
              <a:gd name="T28" fmla="*/ 350 w 1866"/>
              <a:gd name="T29" fmla="*/ 1267 h 2100"/>
              <a:gd name="T30" fmla="*/ 350 w 1866"/>
              <a:gd name="T31" fmla="*/ 1400 h 2100"/>
              <a:gd name="T32" fmla="*/ 0 w 1866"/>
              <a:gd name="T33" fmla="*/ 1400 h 2100"/>
              <a:gd name="T34" fmla="*/ 350 w 1866"/>
              <a:gd name="T35" fmla="*/ 1850 h 2100"/>
              <a:gd name="T36" fmla="*/ 350 w 1866"/>
              <a:gd name="T37" fmla="*/ 1983 h 2100"/>
              <a:gd name="T38" fmla="*/ 466 w 1866"/>
              <a:gd name="T39" fmla="*/ 2100 h 2100"/>
              <a:gd name="T40" fmla="*/ 1400 w 1866"/>
              <a:gd name="T41" fmla="*/ 2100 h 2100"/>
              <a:gd name="T42" fmla="*/ 1516 w 1866"/>
              <a:gd name="T43" fmla="*/ 1983 h 2100"/>
              <a:gd name="T44" fmla="*/ 1516 w 1866"/>
              <a:gd name="T45" fmla="*/ 1850 h 2100"/>
              <a:gd name="T46" fmla="*/ 1866 w 1866"/>
              <a:gd name="T47" fmla="*/ 1400 h 2100"/>
              <a:gd name="T48" fmla="*/ 1516 w 1866"/>
              <a:gd name="T49" fmla="*/ 1400 h 2100"/>
              <a:gd name="T50" fmla="*/ 1516 w 1866"/>
              <a:gd name="T51" fmla="*/ 1267 h 2100"/>
              <a:gd name="T52" fmla="*/ 1866 w 1866"/>
              <a:gd name="T53" fmla="*/ 817 h 2100"/>
              <a:gd name="T54" fmla="*/ 933 w 1866"/>
              <a:gd name="T55" fmla="*/ 1867 h 2100"/>
              <a:gd name="T56" fmla="*/ 700 w 1866"/>
              <a:gd name="T57" fmla="*/ 1633 h 2100"/>
              <a:gd name="T58" fmla="*/ 933 w 1866"/>
              <a:gd name="T59" fmla="*/ 1400 h 2100"/>
              <a:gd name="T60" fmla="*/ 1166 w 1866"/>
              <a:gd name="T61" fmla="*/ 1633 h 2100"/>
              <a:gd name="T62" fmla="*/ 933 w 1866"/>
              <a:gd name="T63" fmla="*/ 1867 h 2100"/>
              <a:gd name="T64" fmla="*/ 933 w 1866"/>
              <a:gd name="T65" fmla="*/ 1283 h 2100"/>
              <a:gd name="T66" fmla="*/ 700 w 1866"/>
              <a:gd name="T67" fmla="*/ 1050 h 2100"/>
              <a:gd name="T68" fmla="*/ 933 w 1866"/>
              <a:gd name="T69" fmla="*/ 817 h 2100"/>
              <a:gd name="T70" fmla="*/ 1166 w 1866"/>
              <a:gd name="T71" fmla="*/ 1050 h 2100"/>
              <a:gd name="T72" fmla="*/ 933 w 1866"/>
              <a:gd name="T73" fmla="*/ 1283 h 2100"/>
              <a:gd name="T74" fmla="*/ 933 w 1866"/>
              <a:gd name="T75" fmla="*/ 700 h 2100"/>
              <a:gd name="T76" fmla="*/ 700 w 1866"/>
              <a:gd name="T77" fmla="*/ 467 h 2100"/>
              <a:gd name="T78" fmla="*/ 933 w 1866"/>
              <a:gd name="T79" fmla="*/ 233 h 2100"/>
              <a:gd name="T80" fmla="*/ 1166 w 1866"/>
              <a:gd name="T81" fmla="*/ 467 h 2100"/>
              <a:gd name="T82" fmla="*/ 933 w 1866"/>
              <a:gd name="T83" fmla="*/ 70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1866" h="2100">
                <a:moveTo>
                  <a:pt x="1866" y="817"/>
                </a:moveTo>
                <a:cubicBezTo>
                  <a:pt x="1516" y="817"/>
                  <a:pt x="1516" y="817"/>
                  <a:pt x="1516" y="817"/>
                </a:cubicBezTo>
                <a:cubicBezTo>
                  <a:pt x="1516" y="684"/>
                  <a:pt x="1516" y="684"/>
                  <a:pt x="1516" y="684"/>
                </a:cubicBezTo>
                <a:cubicBezTo>
                  <a:pt x="1717" y="631"/>
                  <a:pt x="1866" y="450"/>
                  <a:pt x="1866" y="233"/>
                </a:cubicBezTo>
                <a:cubicBezTo>
                  <a:pt x="1516" y="233"/>
                  <a:pt x="1516" y="233"/>
                  <a:pt x="1516" y="233"/>
                </a:cubicBezTo>
                <a:cubicBezTo>
                  <a:pt x="1516" y="117"/>
                  <a:pt x="1516" y="117"/>
                  <a:pt x="1516" y="117"/>
                </a:cubicBezTo>
                <a:cubicBezTo>
                  <a:pt x="1516" y="53"/>
                  <a:pt x="1464" y="0"/>
                  <a:pt x="1400" y="0"/>
                </a:cubicBezTo>
                <a:cubicBezTo>
                  <a:pt x="466" y="0"/>
                  <a:pt x="466" y="0"/>
                  <a:pt x="466" y="0"/>
                </a:cubicBezTo>
                <a:cubicBezTo>
                  <a:pt x="402" y="0"/>
                  <a:pt x="350" y="53"/>
                  <a:pt x="350" y="117"/>
                </a:cubicBezTo>
                <a:cubicBezTo>
                  <a:pt x="350" y="233"/>
                  <a:pt x="350" y="233"/>
                  <a:pt x="350" y="233"/>
                </a:cubicBezTo>
                <a:cubicBezTo>
                  <a:pt x="0" y="233"/>
                  <a:pt x="0" y="233"/>
                  <a:pt x="0" y="233"/>
                </a:cubicBezTo>
                <a:cubicBezTo>
                  <a:pt x="0" y="450"/>
                  <a:pt x="149" y="631"/>
                  <a:pt x="350" y="684"/>
                </a:cubicBezTo>
                <a:cubicBezTo>
                  <a:pt x="350" y="817"/>
                  <a:pt x="350" y="817"/>
                  <a:pt x="350" y="817"/>
                </a:cubicBezTo>
                <a:cubicBezTo>
                  <a:pt x="0" y="817"/>
                  <a:pt x="0" y="817"/>
                  <a:pt x="0" y="817"/>
                </a:cubicBezTo>
                <a:cubicBezTo>
                  <a:pt x="0" y="1034"/>
                  <a:pt x="149" y="1215"/>
                  <a:pt x="350" y="1267"/>
                </a:cubicBezTo>
                <a:cubicBezTo>
                  <a:pt x="350" y="1400"/>
                  <a:pt x="350" y="1400"/>
                  <a:pt x="350" y="1400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0" y="1617"/>
                  <a:pt x="149" y="1798"/>
                  <a:pt x="350" y="1850"/>
                </a:cubicBezTo>
                <a:cubicBezTo>
                  <a:pt x="350" y="1983"/>
                  <a:pt x="350" y="1983"/>
                  <a:pt x="350" y="1983"/>
                </a:cubicBezTo>
                <a:cubicBezTo>
                  <a:pt x="350" y="2047"/>
                  <a:pt x="402" y="2100"/>
                  <a:pt x="466" y="2100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1464" y="2100"/>
                  <a:pt x="1516" y="2047"/>
                  <a:pt x="1516" y="1983"/>
                </a:cubicBezTo>
                <a:cubicBezTo>
                  <a:pt x="1516" y="1850"/>
                  <a:pt x="1516" y="1850"/>
                  <a:pt x="1516" y="1850"/>
                </a:cubicBezTo>
                <a:cubicBezTo>
                  <a:pt x="1717" y="1798"/>
                  <a:pt x="1866" y="1617"/>
                  <a:pt x="1866" y="1400"/>
                </a:cubicBezTo>
                <a:cubicBezTo>
                  <a:pt x="1516" y="1400"/>
                  <a:pt x="1516" y="1400"/>
                  <a:pt x="1516" y="1400"/>
                </a:cubicBezTo>
                <a:cubicBezTo>
                  <a:pt x="1516" y="1267"/>
                  <a:pt x="1516" y="1267"/>
                  <a:pt x="1516" y="1267"/>
                </a:cubicBezTo>
                <a:cubicBezTo>
                  <a:pt x="1717" y="1215"/>
                  <a:pt x="1866" y="1034"/>
                  <a:pt x="1866" y="817"/>
                </a:cubicBezTo>
                <a:close/>
                <a:moveTo>
                  <a:pt x="933" y="1867"/>
                </a:moveTo>
                <a:cubicBezTo>
                  <a:pt x="804" y="1867"/>
                  <a:pt x="700" y="1762"/>
                  <a:pt x="700" y="1633"/>
                </a:cubicBezTo>
                <a:cubicBezTo>
                  <a:pt x="700" y="1505"/>
                  <a:pt x="804" y="1400"/>
                  <a:pt x="933" y="1400"/>
                </a:cubicBezTo>
                <a:cubicBezTo>
                  <a:pt x="1061" y="1400"/>
                  <a:pt x="1166" y="1505"/>
                  <a:pt x="1166" y="1633"/>
                </a:cubicBezTo>
                <a:cubicBezTo>
                  <a:pt x="1166" y="1762"/>
                  <a:pt x="1062" y="1867"/>
                  <a:pt x="933" y="1867"/>
                </a:cubicBezTo>
                <a:close/>
                <a:moveTo>
                  <a:pt x="933" y="1283"/>
                </a:moveTo>
                <a:cubicBezTo>
                  <a:pt x="804" y="1283"/>
                  <a:pt x="700" y="1178"/>
                  <a:pt x="700" y="1050"/>
                </a:cubicBezTo>
                <a:cubicBezTo>
                  <a:pt x="700" y="922"/>
                  <a:pt x="804" y="817"/>
                  <a:pt x="933" y="817"/>
                </a:cubicBezTo>
                <a:cubicBezTo>
                  <a:pt x="1061" y="817"/>
                  <a:pt x="1166" y="922"/>
                  <a:pt x="1166" y="1050"/>
                </a:cubicBezTo>
                <a:cubicBezTo>
                  <a:pt x="1166" y="1178"/>
                  <a:pt x="1062" y="1283"/>
                  <a:pt x="933" y="1283"/>
                </a:cubicBezTo>
                <a:close/>
                <a:moveTo>
                  <a:pt x="933" y="700"/>
                </a:moveTo>
                <a:cubicBezTo>
                  <a:pt x="804" y="700"/>
                  <a:pt x="700" y="595"/>
                  <a:pt x="700" y="467"/>
                </a:cubicBezTo>
                <a:cubicBezTo>
                  <a:pt x="700" y="337"/>
                  <a:pt x="804" y="233"/>
                  <a:pt x="933" y="233"/>
                </a:cubicBezTo>
                <a:cubicBezTo>
                  <a:pt x="1061" y="233"/>
                  <a:pt x="1166" y="337"/>
                  <a:pt x="1166" y="467"/>
                </a:cubicBezTo>
                <a:cubicBezTo>
                  <a:pt x="1166" y="595"/>
                  <a:pt x="1062" y="700"/>
                  <a:pt x="933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7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om Out Ma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3308 w 4961"/>
              <a:gd name="T1" fmla="*/ 0 h 4961"/>
              <a:gd name="T2" fmla="*/ 3941 w 4961"/>
              <a:gd name="T3" fmla="*/ 633 h 4961"/>
              <a:gd name="T4" fmla="*/ 3145 w 4961"/>
              <a:gd name="T5" fmla="*/ 1424 h 4961"/>
              <a:gd name="T6" fmla="*/ 3537 w 4961"/>
              <a:gd name="T7" fmla="*/ 1816 h 4961"/>
              <a:gd name="T8" fmla="*/ 4328 w 4961"/>
              <a:gd name="T9" fmla="*/ 1020 h 4961"/>
              <a:gd name="T10" fmla="*/ 4961 w 4961"/>
              <a:gd name="T11" fmla="*/ 1653 h 4961"/>
              <a:gd name="T12" fmla="*/ 4961 w 4961"/>
              <a:gd name="T13" fmla="*/ 0 h 4961"/>
              <a:gd name="T14" fmla="*/ 3308 w 4961"/>
              <a:gd name="T15" fmla="*/ 0 h 4961"/>
              <a:gd name="T16" fmla="*/ 0 w 4961"/>
              <a:gd name="T17" fmla="*/ 1653 h 4961"/>
              <a:gd name="T18" fmla="*/ 634 w 4961"/>
              <a:gd name="T19" fmla="*/ 1020 h 4961"/>
              <a:gd name="T20" fmla="*/ 1425 w 4961"/>
              <a:gd name="T21" fmla="*/ 1816 h 4961"/>
              <a:gd name="T22" fmla="*/ 1817 w 4961"/>
              <a:gd name="T23" fmla="*/ 1424 h 4961"/>
              <a:gd name="T24" fmla="*/ 1021 w 4961"/>
              <a:gd name="T25" fmla="*/ 633 h 4961"/>
              <a:gd name="T26" fmla="*/ 1654 w 4961"/>
              <a:gd name="T27" fmla="*/ 0 h 4961"/>
              <a:gd name="T28" fmla="*/ 0 w 4961"/>
              <a:gd name="T29" fmla="*/ 0 h 4961"/>
              <a:gd name="T30" fmla="*/ 0 w 4961"/>
              <a:gd name="T31" fmla="*/ 1653 h 4961"/>
              <a:gd name="T32" fmla="*/ 1654 w 4961"/>
              <a:gd name="T33" fmla="*/ 4961 h 4961"/>
              <a:gd name="T34" fmla="*/ 1021 w 4961"/>
              <a:gd name="T35" fmla="*/ 4328 h 4961"/>
              <a:gd name="T36" fmla="*/ 1817 w 4961"/>
              <a:gd name="T37" fmla="*/ 3536 h 4961"/>
              <a:gd name="T38" fmla="*/ 1425 w 4961"/>
              <a:gd name="T39" fmla="*/ 3144 h 4961"/>
              <a:gd name="T40" fmla="*/ 634 w 4961"/>
              <a:gd name="T41" fmla="*/ 3940 h 4961"/>
              <a:gd name="T42" fmla="*/ 0 w 4961"/>
              <a:gd name="T43" fmla="*/ 3307 h 4961"/>
              <a:gd name="T44" fmla="*/ 0 w 4961"/>
              <a:gd name="T45" fmla="*/ 4961 h 4961"/>
              <a:gd name="T46" fmla="*/ 1654 w 4961"/>
              <a:gd name="T47" fmla="*/ 4961 h 4961"/>
              <a:gd name="T48" fmla="*/ 4961 w 4961"/>
              <a:gd name="T49" fmla="*/ 3307 h 4961"/>
              <a:gd name="T50" fmla="*/ 4328 w 4961"/>
              <a:gd name="T51" fmla="*/ 3940 h 4961"/>
              <a:gd name="T52" fmla="*/ 3537 w 4961"/>
              <a:gd name="T53" fmla="*/ 3144 h 4961"/>
              <a:gd name="T54" fmla="*/ 3145 w 4961"/>
              <a:gd name="T55" fmla="*/ 3536 h 4961"/>
              <a:gd name="T56" fmla="*/ 3941 w 4961"/>
              <a:gd name="T57" fmla="*/ 4328 h 4961"/>
              <a:gd name="T58" fmla="*/ 3308 w 4961"/>
              <a:gd name="T59" fmla="*/ 4961 h 4961"/>
              <a:gd name="T60" fmla="*/ 4961 w 4961"/>
              <a:gd name="T61" fmla="*/ 4961 h 4961"/>
              <a:gd name="T62" fmla="*/ 4961 w 4961"/>
              <a:gd name="T63" fmla="*/ 3307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4961" h="4961">
                <a:moveTo>
                  <a:pt x="3308" y="0"/>
                </a:moveTo>
                <a:lnTo>
                  <a:pt x="3941" y="633"/>
                </a:lnTo>
                <a:lnTo>
                  <a:pt x="3145" y="1424"/>
                </a:lnTo>
                <a:lnTo>
                  <a:pt x="3537" y="1816"/>
                </a:lnTo>
                <a:lnTo>
                  <a:pt x="4328" y="1020"/>
                </a:lnTo>
                <a:lnTo>
                  <a:pt x="4961" y="1653"/>
                </a:lnTo>
                <a:lnTo>
                  <a:pt x="4961" y="0"/>
                </a:lnTo>
                <a:lnTo>
                  <a:pt x="3308" y="0"/>
                </a:lnTo>
                <a:close/>
                <a:moveTo>
                  <a:pt x="0" y="1653"/>
                </a:moveTo>
                <a:lnTo>
                  <a:pt x="634" y="1020"/>
                </a:lnTo>
                <a:lnTo>
                  <a:pt x="1425" y="1816"/>
                </a:lnTo>
                <a:lnTo>
                  <a:pt x="1817" y="1424"/>
                </a:lnTo>
                <a:lnTo>
                  <a:pt x="1021" y="633"/>
                </a:lnTo>
                <a:lnTo>
                  <a:pt x="1654" y="0"/>
                </a:lnTo>
                <a:lnTo>
                  <a:pt x="0" y="0"/>
                </a:lnTo>
                <a:lnTo>
                  <a:pt x="0" y="1653"/>
                </a:lnTo>
                <a:close/>
                <a:moveTo>
                  <a:pt x="1654" y="4961"/>
                </a:moveTo>
                <a:lnTo>
                  <a:pt x="1021" y="4328"/>
                </a:lnTo>
                <a:lnTo>
                  <a:pt x="1817" y="3536"/>
                </a:lnTo>
                <a:lnTo>
                  <a:pt x="1425" y="3144"/>
                </a:lnTo>
                <a:lnTo>
                  <a:pt x="634" y="3940"/>
                </a:lnTo>
                <a:lnTo>
                  <a:pt x="0" y="3307"/>
                </a:lnTo>
                <a:lnTo>
                  <a:pt x="0" y="4961"/>
                </a:lnTo>
                <a:lnTo>
                  <a:pt x="1654" y="4961"/>
                </a:lnTo>
                <a:close/>
                <a:moveTo>
                  <a:pt x="4961" y="3307"/>
                </a:moveTo>
                <a:lnTo>
                  <a:pt x="4328" y="3940"/>
                </a:lnTo>
                <a:lnTo>
                  <a:pt x="3537" y="3144"/>
                </a:lnTo>
                <a:lnTo>
                  <a:pt x="3145" y="3536"/>
                </a:lnTo>
                <a:lnTo>
                  <a:pt x="3941" y="4328"/>
                </a:lnTo>
                <a:lnTo>
                  <a:pt x="3308" y="4961"/>
                </a:lnTo>
                <a:lnTo>
                  <a:pt x="4961" y="4961"/>
                </a:lnTo>
                <a:lnTo>
                  <a:pt x="4961" y="33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7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pp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4408"/>
              <a:gd name="T1" fmla="*/ 1101 h 4408"/>
              <a:gd name="T2" fmla="*/ 1101 w 4408"/>
              <a:gd name="T3" fmla="*/ 1101 h 4408"/>
              <a:gd name="T4" fmla="*/ 1101 w 4408"/>
              <a:gd name="T5" fmla="*/ 0 h 4408"/>
              <a:gd name="T6" fmla="*/ 0 w 4408"/>
              <a:gd name="T7" fmla="*/ 0 h 4408"/>
              <a:gd name="T8" fmla="*/ 0 w 4408"/>
              <a:gd name="T9" fmla="*/ 1101 h 4408"/>
              <a:gd name="T10" fmla="*/ 1653 w 4408"/>
              <a:gd name="T11" fmla="*/ 4408 h 4408"/>
              <a:gd name="T12" fmla="*/ 2754 w 4408"/>
              <a:gd name="T13" fmla="*/ 4408 h 4408"/>
              <a:gd name="T14" fmla="*/ 2754 w 4408"/>
              <a:gd name="T15" fmla="*/ 3307 h 4408"/>
              <a:gd name="T16" fmla="*/ 1653 w 4408"/>
              <a:gd name="T17" fmla="*/ 3307 h 4408"/>
              <a:gd name="T18" fmla="*/ 1653 w 4408"/>
              <a:gd name="T19" fmla="*/ 4408 h 4408"/>
              <a:gd name="T20" fmla="*/ 0 w 4408"/>
              <a:gd name="T21" fmla="*/ 4408 h 4408"/>
              <a:gd name="T22" fmla="*/ 1101 w 4408"/>
              <a:gd name="T23" fmla="*/ 4408 h 4408"/>
              <a:gd name="T24" fmla="*/ 1101 w 4408"/>
              <a:gd name="T25" fmla="*/ 3307 h 4408"/>
              <a:gd name="T26" fmla="*/ 0 w 4408"/>
              <a:gd name="T27" fmla="*/ 3307 h 4408"/>
              <a:gd name="T28" fmla="*/ 0 w 4408"/>
              <a:gd name="T29" fmla="*/ 4408 h 4408"/>
              <a:gd name="T30" fmla="*/ 0 w 4408"/>
              <a:gd name="T31" fmla="*/ 2755 h 4408"/>
              <a:gd name="T32" fmla="*/ 1101 w 4408"/>
              <a:gd name="T33" fmla="*/ 2755 h 4408"/>
              <a:gd name="T34" fmla="*/ 1101 w 4408"/>
              <a:gd name="T35" fmla="*/ 1654 h 4408"/>
              <a:gd name="T36" fmla="*/ 0 w 4408"/>
              <a:gd name="T37" fmla="*/ 1654 h 4408"/>
              <a:gd name="T38" fmla="*/ 0 w 4408"/>
              <a:gd name="T39" fmla="*/ 2755 h 4408"/>
              <a:gd name="T40" fmla="*/ 1653 w 4408"/>
              <a:gd name="T41" fmla="*/ 2755 h 4408"/>
              <a:gd name="T42" fmla="*/ 2754 w 4408"/>
              <a:gd name="T43" fmla="*/ 2755 h 4408"/>
              <a:gd name="T44" fmla="*/ 2754 w 4408"/>
              <a:gd name="T45" fmla="*/ 1654 h 4408"/>
              <a:gd name="T46" fmla="*/ 1653 w 4408"/>
              <a:gd name="T47" fmla="*/ 1654 h 4408"/>
              <a:gd name="T48" fmla="*/ 1653 w 4408"/>
              <a:gd name="T49" fmla="*/ 2755 h 4408"/>
              <a:gd name="T50" fmla="*/ 3307 w 4408"/>
              <a:gd name="T51" fmla="*/ 0 h 4408"/>
              <a:gd name="T52" fmla="*/ 3307 w 4408"/>
              <a:gd name="T53" fmla="*/ 1101 h 4408"/>
              <a:gd name="T54" fmla="*/ 4408 w 4408"/>
              <a:gd name="T55" fmla="*/ 1101 h 4408"/>
              <a:gd name="T56" fmla="*/ 4408 w 4408"/>
              <a:gd name="T57" fmla="*/ 0 h 4408"/>
              <a:gd name="T58" fmla="*/ 3307 w 4408"/>
              <a:gd name="T59" fmla="*/ 0 h 4408"/>
              <a:gd name="T60" fmla="*/ 1653 w 4408"/>
              <a:gd name="T61" fmla="*/ 1101 h 4408"/>
              <a:gd name="T62" fmla="*/ 2754 w 4408"/>
              <a:gd name="T63" fmla="*/ 1101 h 4408"/>
              <a:gd name="T64" fmla="*/ 2754 w 4408"/>
              <a:gd name="T65" fmla="*/ 0 h 4408"/>
              <a:gd name="T66" fmla="*/ 1653 w 4408"/>
              <a:gd name="T67" fmla="*/ 0 h 4408"/>
              <a:gd name="T68" fmla="*/ 1653 w 4408"/>
              <a:gd name="T69" fmla="*/ 1101 h 4408"/>
              <a:gd name="T70" fmla="*/ 3307 w 4408"/>
              <a:gd name="T71" fmla="*/ 2755 h 4408"/>
              <a:gd name="T72" fmla="*/ 4408 w 4408"/>
              <a:gd name="T73" fmla="*/ 2755 h 4408"/>
              <a:gd name="T74" fmla="*/ 4408 w 4408"/>
              <a:gd name="T75" fmla="*/ 1654 h 4408"/>
              <a:gd name="T76" fmla="*/ 3307 w 4408"/>
              <a:gd name="T77" fmla="*/ 1654 h 4408"/>
              <a:gd name="T78" fmla="*/ 3307 w 4408"/>
              <a:gd name="T79" fmla="*/ 2755 h 4408"/>
              <a:gd name="T80" fmla="*/ 3307 w 4408"/>
              <a:gd name="T81" fmla="*/ 4408 h 4408"/>
              <a:gd name="T82" fmla="*/ 4408 w 4408"/>
              <a:gd name="T83" fmla="*/ 4408 h 4408"/>
              <a:gd name="T84" fmla="*/ 4408 w 4408"/>
              <a:gd name="T85" fmla="*/ 3307 h 4408"/>
              <a:gd name="T86" fmla="*/ 3307 w 4408"/>
              <a:gd name="T87" fmla="*/ 3307 h 4408"/>
              <a:gd name="T88" fmla="*/ 3307 w 4408"/>
              <a:gd name="T89" fmla="*/ 4408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4408" h="4408">
                <a:moveTo>
                  <a:pt x="0" y="1101"/>
                </a:moveTo>
                <a:lnTo>
                  <a:pt x="1101" y="1101"/>
                </a:lnTo>
                <a:lnTo>
                  <a:pt x="1101" y="0"/>
                </a:lnTo>
                <a:lnTo>
                  <a:pt x="0" y="0"/>
                </a:lnTo>
                <a:lnTo>
                  <a:pt x="0" y="1101"/>
                </a:lnTo>
                <a:close/>
                <a:moveTo>
                  <a:pt x="1653" y="4408"/>
                </a:moveTo>
                <a:lnTo>
                  <a:pt x="2754" y="4408"/>
                </a:lnTo>
                <a:lnTo>
                  <a:pt x="2754" y="3307"/>
                </a:lnTo>
                <a:lnTo>
                  <a:pt x="1653" y="3307"/>
                </a:lnTo>
                <a:lnTo>
                  <a:pt x="1653" y="4408"/>
                </a:lnTo>
                <a:close/>
                <a:moveTo>
                  <a:pt x="0" y="4408"/>
                </a:moveTo>
                <a:lnTo>
                  <a:pt x="1101" y="4408"/>
                </a:lnTo>
                <a:lnTo>
                  <a:pt x="1101" y="3307"/>
                </a:lnTo>
                <a:lnTo>
                  <a:pt x="0" y="3307"/>
                </a:lnTo>
                <a:lnTo>
                  <a:pt x="0" y="4408"/>
                </a:lnTo>
                <a:close/>
                <a:moveTo>
                  <a:pt x="0" y="2755"/>
                </a:moveTo>
                <a:lnTo>
                  <a:pt x="1101" y="2755"/>
                </a:lnTo>
                <a:lnTo>
                  <a:pt x="1101" y="1654"/>
                </a:lnTo>
                <a:lnTo>
                  <a:pt x="0" y="1654"/>
                </a:lnTo>
                <a:lnTo>
                  <a:pt x="0" y="2755"/>
                </a:lnTo>
                <a:close/>
                <a:moveTo>
                  <a:pt x="1653" y="2755"/>
                </a:moveTo>
                <a:lnTo>
                  <a:pt x="2754" y="2755"/>
                </a:lnTo>
                <a:lnTo>
                  <a:pt x="2754" y="1654"/>
                </a:lnTo>
                <a:lnTo>
                  <a:pt x="1653" y="1654"/>
                </a:lnTo>
                <a:lnTo>
                  <a:pt x="1653" y="2755"/>
                </a:lnTo>
                <a:close/>
                <a:moveTo>
                  <a:pt x="3307" y="0"/>
                </a:moveTo>
                <a:lnTo>
                  <a:pt x="3307" y="1101"/>
                </a:lnTo>
                <a:lnTo>
                  <a:pt x="4408" y="1101"/>
                </a:lnTo>
                <a:lnTo>
                  <a:pt x="4408" y="0"/>
                </a:lnTo>
                <a:lnTo>
                  <a:pt x="3307" y="0"/>
                </a:lnTo>
                <a:close/>
                <a:moveTo>
                  <a:pt x="1653" y="1101"/>
                </a:moveTo>
                <a:lnTo>
                  <a:pt x="2754" y="1101"/>
                </a:lnTo>
                <a:lnTo>
                  <a:pt x="2754" y="0"/>
                </a:lnTo>
                <a:lnTo>
                  <a:pt x="1653" y="0"/>
                </a:lnTo>
                <a:lnTo>
                  <a:pt x="1653" y="1101"/>
                </a:lnTo>
                <a:close/>
                <a:moveTo>
                  <a:pt x="3307" y="2755"/>
                </a:moveTo>
                <a:lnTo>
                  <a:pt x="4408" y="2755"/>
                </a:lnTo>
                <a:lnTo>
                  <a:pt x="4408" y="1654"/>
                </a:lnTo>
                <a:lnTo>
                  <a:pt x="3307" y="1654"/>
                </a:lnTo>
                <a:lnTo>
                  <a:pt x="3307" y="2755"/>
                </a:lnTo>
                <a:close/>
                <a:moveTo>
                  <a:pt x="3307" y="4408"/>
                </a:moveTo>
                <a:lnTo>
                  <a:pt x="4408" y="4408"/>
                </a:lnTo>
                <a:lnTo>
                  <a:pt x="4408" y="3307"/>
                </a:lnTo>
                <a:lnTo>
                  <a:pt x="3307" y="3307"/>
                </a:lnTo>
                <a:lnTo>
                  <a:pt x="3307" y="44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7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 Back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408 w 4408"/>
              <a:gd name="T1" fmla="*/ 1928 h 4408"/>
              <a:gd name="T2" fmla="*/ 1053 w 4408"/>
              <a:gd name="T3" fmla="*/ 1928 h 4408"/>
              <a:gd name="T4" fmla="*/ 2594 w 4408"/>
              <a:gd name="T5" fmla="*/ 390 h 4408"/>
              <a:gd name="T6" fmla="*/ 2204 w 4408"/>
              <a:gd name="T7" fmla="*/ 0 h 4408"/>
              <a:gd name="T8" fmla="*/ 0 w 4408"/>
              <a:gd name="T9" fmla="*/ 2204 h 4408"/>
              <a:gd name="T10" fmla="*/ 2204 w 4408"/>
              <a:gd name="T11" fmla="*/ 4408 h 4408"/>
              <a:gd name="T12" fmla="*/ 2594 w 4408"/>
              <a:gd name="T13" fmla="*/ 4018 h 4408"/>
              <a:gd name="T14" fmla="*/ 1053 w 4408"/>
              <a:gd name="T15" fmla="*/ 2481 h 4408"/>
              <a:gd name="T16" fmla="*/ 4408 w 4408"/>
              <a:gd name="T17" fmla="*/ 2481 h 4408"/>
              <a:gd name="T18" fmla="*/ 4408 w 4408"/>
              <a:gd name="T19" fmla="*/ 1928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08" h="4408">
                <a:moveTo>
                  <a:pt x="4408" y="1928"/>
                </a:moveTo>
                <a:lnTo>
                  <a:pt x="1053" y="1928"/>
                </a:lnTo>
                <a:lnTo>
                  <a:pt x="2594" y="390"/>
                </a:lnTo>
                <a:lnTo>
                  <a:pt x="2204" y="0"/>
                </a:lnTo>
                <a:lnTo>
                  <a:pt x="0" y="2204"/>
                </a:lnTo>
                <a:lnTo>
                  <a:pt x="2204" y="4408"/>
                </a:lnTo>
                <a:lnTo>
                  <a:pt x="2594" y="4018"/>
                </a:lnTo>
                <a:lnTo>
                  <a:pt x="1053" y="2481"/>
                </a:lnTo>
                <a:lnTo>
                  <a:pt x="4408" y="2481"/>
                </a:lnTo>
                <a:lnTo>
                  <a:pt x="4408" y="192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7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 Downward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408 w 4408"/>
              <a:gd name="T1" fmla="*/ 2204 h 4408"/>
              <a:gd name="T2" fmla="*/ 4020 w 4408"/>
              <a:gd name="T3" fmla="*/ 1814 h 4408"/>
              <a:gd name="T4" fmla="*/ 2480 w 4408"/>
              <a:gd name="T5" fmla="*/ 3352 h 4408"/>
              <a:gd name="T6" fmla="*/ 2480 w 4408"/>
              <a:gd name="T7" fmla="*/ 0 h 4408"/>
              <a:gd name="T8" fmla="*/ 1927 w 4408"/>
              <a:gd name="T9" fmla="*/ 0 h 4408"/>
              <a:gd name="T10" fmla="*/ 1927 w 4408"/>
              <a:gd name="T11" fmla="*/ 3352 h 4408"/>
              <a:gd name="T12" fmla="*/ 390 w 4408"/>
              <a:gd name="T13" fmla="*/ 1812 h 4408"/>
              <a:gd name="T14" fmla="*/ 0 w 4408"/>
              <a:gd name="T15" fmla="*/ 2204 h 4408"/>
              <a:gd name="T16" fmla="*/ 2204 w 4408"/>
              <a:gd name="T17" fmla="*/ 4408 h 4408"/>
              <a:gd name="T18" fmla="*/ 4408 w 4408"/>
              <a:gd name="T19" fmla="*/ 2204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08" h="4408">
                <a:moveTo>
                  <a:pt x="4408" y="2204"/>
                </a:moveTo>
                <a:lnTo>
                  <a:pt x="4020" y="1814"/>
                </a:lnTo>
                <a:lnTo>
                  <a:pt x="2480" y="3352"/>
                </a:lnTo>
                <a:lnTo>
                  <a:pt x="2480" y="0"/>
                </a:lnTo>
                <a:lnTo>
                  <a:pt x="1927" y="0"/>
                </a:lnTo>
                <a:lnTo>
                  <a:pt x="1927" y="3352"/>
                </a:lnTo>
                <a:lnTo>
                  <a:pt x="390" y="1812"/>
                </a:lnTo>
                <a:lnTo>
                  <a:pt x="0" y="2204"/>
                </a:lnTo>
                <a:lnTo>
                  <a:pt x="2204" y="4408"/>
                </a:lnTo>
                <a:lnTo>
                  <a:pt x="4408" y="22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7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 Drop Down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57823"/>
          </a:xfrm>
          <a:custGeom>
            <a:avLst/>
            <a:gdLst>
              <a:gd name="T0" fmla="*/ 0 w 2938"/>
              <a:gd name="T1" fmla="*/ 0 h 1471"/>
              <a:gd name="T2" fmla="*/ 1469 w 2938"/>
              <a:gd name="T3" fmla="*/ 1471 h 1471"/>
              <a:gd name="T4" fmla="*/ 2938 w 2938"/>
              <a:gd name="T5" fmla="*/ 0 h 1471"/>
              <a:gd name="T6" fmla="*/ 0 w 2938"/>
              <a:gd name="T7" fmla="*/ 0 h 1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38" h="1471">
                <a:moveTo>
                  <a:pt x="0" y="0"/>
                </a:moveTo>
                <a:lnTo>
                  <a:pt x="1469" y="1471"/>
                </a:lnTo>
                <a:lnTo>
                  <a:pt x="29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7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 Drop Down Circ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167 w 2334"/>
              <a:gd name="T1" fmla="*/ 0 h 2334"/>
              <a:gd name="T2" fmla="*/ 0 w 2334"/>
              <a:gd name="T3" fmla="*/ 1167 h 2334"/>
              <a:gd name="T4" fmla="*/ 1167 w 2334"/>
              <a:gd name="T5" fmla="*/ 2334 h 2334"/>
              <a:gd name="T6" fmla="*/ 2334 w 2334"/>
              <a:gd name="T7" fmla="*/ 1167 h 2334"/>
              <a:gd name="T8" fmla="*/ 1167 w 2334"/>
              <a:gd name="T9" fmla="*/ 0 h 2334"/>
              <a:gd name="T10" fmla="*/ 1167 w 2334"/>
              <a:gd name="T11" fmla="*/ 1400 h 2334"/>
              <a:gd name="T12" fmla="*/ 700 w 2334"/>
              <a:gd name="T13" fmla="*/ 934 h 2334"/>
              <a:gd name="T14" fmla="*/ 1634 w 2334"/>
              <a:gd name="T15" fmla="*/ 934 h 2334"/>
              <a:gd name="T16" fmla="*/ 1167 w 2334"/>
              <a:gd name="T17" fmla="*/ 14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334" h="2334"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167" y="1400"/>
                </a:moveTo>
                <a:cubicBezTo>
                  <a:pt x="700" y="934"/>
                  <a:pt x="700" y="934"/>
                  <a:pt x="700" y="934"/>
                </a:cubicBezTo>
                <a:cubicBezTo>
                  <a:pt x="1634" y="934"/>
                  <a:pt x="1634" y="934"/>
                  <a:pt x="1634" y="934"/>
                </a:cubicBezTo>
                <a:lnTo>
                  <a:pt x="1167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7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 Drop Up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58134"/>
          </a:xfrm>
          <a:custGeom>
            <a:avLst/>
            <a:gdLst>
              <a:gd name="T0" fmla="*/ 1469 w 2938"/>
              <a:gd name="T1" fmla="*/ 0 h 1472"/>
              <a:gd name="T2" fmla="*/ 0 w 2938"/>
              <a:gd name="T3" fmla="*/ 1472 h 1472"/>
              <a:gd name="T4" fmla="*/ 2938 w 2938"/>
              <a:gd name="T5" fmla="*/ 1472 h 1472"/>
              <a:gd name="T6" fmla="*/ 1469 w 2938"/>
              <a:gd name="T7" fmla="*/ 0 h 14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938" h="1472">
                <a:moveTo>
                  <a:pt x="1469" y="0"/>
                </a:moveTo>
                <a:lnTo>
                  <a:pt x="0" y="1472"/>
                </a:lnTo>
                <a:lnTo>
                  <a:pt x="2938" y="1472"/>
                </a:lnTo>
                <a:lnTo>
                  <a:pt x="146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7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 Forward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204 w 4408"/>
              <a:gd name="T1" fmla="*/ 0 h 4408"/>
              <a:gd name="T2" fmla="*/ 1814 w 4408"/>
              <a:gd name="T3" fmla="*/ 390 h 4408"/>
              <a:gd name="T4" fmla="*/ 3354 w 4408"/>
              <a:gd name="T5" fmla="*/ 1928 h 4408"/>
              <a:gd name="T6" fmla="*/ 0 w 4408"/>
              <a:gd name="T7" fmla="*/ 1928 h 4408"/>
              <a:gd name="T8" fmla="*/ 0 w 4408"/>
              <a:gd name="T9" fmla="*/ 2481 h 4408"/>
              <a:gd name="T10" fmla="*/ 3354 w 4408"/>
              <a:gd name="T11" fmla="*/ 2481 h 4408"/>
              <a:gd name="T12" fmla="*/ 1814 w 4408"/>
              <a:gd name="T13" fmla="*/ 4018 h 4408"/>
              <a:gd name="T14" fmla="*/ 2204 w 4408"/>
              <a:gd name="T15" fmla="*/ 4408 h 4408"/>
              <a:gd name="T16" fmla="*/ 4408 w 4408"/>
              <a:gd name="T17" fmla="*/ 2204 h 4408"/>
              <a:gd name="T18" fmla="*/ 2204 w 4408"/>
              <a:gd name="T19" fmla="*/ 0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08" h="4408">
                <a:moveTo>
                  <a:pt x="2204" y="0"/>
                </a:moveTo>
                <a:lnTo>
                  <a:pt x="1814" y="390"/>
                </a:lnTo>
                <a:lnTo>
                  <a:pt x="3354" y="1928"/>
                </a:lnTo>
                <a:lnTo>
                  <a:pt x="0" y="1928"/>
                </a:lnTo>
                <a:lnTo>
                  <a:pt x="0" y="2481"/>
                </a:lnTo>
                <a:lnTo>
                  <a:pt x="3354" y="2481"/>
                </a:lnTo>
                <a:lnTo>
                  <a:pt x="1814" y="4018"/>
                </a:lnTo>
                <a:lnTo>
                  <a:pt x="2204" y="4408"/>
                </a:lnTo>
                <a:lnTo>
                  <a:pt x="4408" y="2204"/>
                </a:lnTo>
                <a:lnTo>
                  <a:pt x="22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7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 Upward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4408"/>
              <a:gd name="T1" fmla="*/ 2204 h 4408"/>
              <a:gd name="T2" fmla="*/ 387 w 4408"/>
              <a:gd name="T3" fmla="*/ 2594 h 4408"/>
              <a:gd name="T4" fmla="*/ 1927 w 4408"/>
              <a:gd name="T5" fmla="*/ 1056 h 4408"/>
              <a:gd name="T6" fmla="*/ 1927 w 4408"/>
              <a:gd name="T7" fmla="*/ 4408 h 4408"/>
              <a:gd name="T8" fmla="*/ 2480 w 4408"/>
              <a:gd name="T9" fmla="*/ 4408 h 4408"/>
              <a:gd name="T10" fmla="*/ 2480 w 4408"/>
              <a:gd name="T11" fmla="*/ 1056 h 4408"/>
              <a:gd name="T12" fmla="*/ 4018 w 4408"/>
              <a:gd name="T13" fmla="*/ 2596 h 4408"/>
              <a:gd name="T14" fmla="*/ 4408 w 4408"/>
              <a:gd name="T15" fmla="*/ 2204 h 4408"/>
              <a:gd name="T16" fmla="*/ 2204 w 4408"/>
              <a:gd name="T17" fmla="*/ 0 h 4408"/>
              <a:gd name="T18" fmla="*/ 0 w 4408"/>
              <a:gd name="T19" fmla="*/ 2204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4408" h="4408">
                <a:moveTo>
                  <a:pt x="0" y="2204"/>
                </a:moveTo>
                <a:lnTo>
                  <a:pt x="387" y="2594"/>
                </a:lnTo>
                <a:lnTo>
                  <a:pt x="1927" y="1056"/>
                </a:lnTo>
                <a:lnTo>
                  <a:pt x="1927" y="4408"/>
                </a:lnTo>
                <a:lnTo>
                  <a:pt x="2480" y="4408"/>
                </a:lnTo>
                <a:lnTo>
                  <a:pt x="2480" y="1056"/>
                </a:lnTo>
                <a:lnTo>
                  <a:pt x="4018" y="2596"/>
                </a:lnTo>
                <a:lnTo>
                  <a:pt x="4408" y="2204"/>
                </a:lnTo>
                <a:lnTo>
                  <a:pt x="2204" y="0"/>
                </a:lnTo>
                <a:lnTo>
                  <a:pt x="0" y="22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7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nce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244 w 2488"/>
              <a:gd name="T1" fmla="*/ 0 h 2488"/>
              <a:gd name="T2" fmla="*/ 0 w 2488"/>
              <a:gd name="T3" fmla="*/ 1244 h 2488"/>
              <a:gd name="T4" fmla="*/ 1244 w 2488"/>
              <a:gd name="T5" fmla="*/ 2488 h 2488"/>
              <a:gd name="T6" fmla="*/ 2488 w 2488"/>
              <a:gd name="T7" fmla="*/ 1244 h 2488"/>
              <a:gd name="T8" fmla="*/ 1244 w 2488"/>
              <a:gd name="T9" fmla="*/ 0 h 2488"/>
              <a:gd name="T10" fmla="*/ 1866 w 2488"/>
              <a:gd name="T11" fmla="*/ 1690 h 2488"/>
              <a:gd name="T12" fmla="*/ 1690 w 2488"/>
              <a:gd name="T13" fmla="*/ 1866 h 2488"/>
              <a:gd name="T14" fmla="*/ 1244 w 2488"/>
              <a:gd name="T15" fmla="*/ 1420 h 2488"/>
              <a:gd name="T16" fmla="*/ 798 w 2488"/>
              <a:gd name="T17" fmla="*/ 1866 h 2488"/>
              <a:gd name="T18" fmla="*/ 622 w 2488"/>
              <a:gd name="T19" fmla="*/ 1690 h 2488"/>
              <a:gd name="T20" fmla="*/ 1068 w 2488"/>
              <a:gd name="T21" fmla="*/ 1244 h 2488"/>
              <a:gd name="T22" fmla="*/ 622 w 2488"/>
              <a:gd name="T23" fmla="*/ 798 h 2488"/>
              <a:gd name="T24" fmla="*/ 798 w 2488"/>
              <a:gd name="T25" fmla="*/ 622 h 2488"/>
              <a:gd name="T26" fmla="*/ 1244 w 2488"/>
              <a:gd name="T27" fmla="*/ 1068 h 2488"/>
              <a:gd name="T28" fmla="*/ 1690 w 2488"/>
              <a:gd name="T29" fmla="*/ 622 h 2488"/>
              <a:gd name="T30" fmla="*/ 1866 w 2488"/>
              <a:gd name="T31" fmla="*/ 798 h 2488"/>
              <a:gd name="T32" fmla="*/ 1420 w 2488"/>
              <a:gd name="T33" fmla="*/ 1244 h 2488"/>
              <a:gd name="T34" fmla="*/ 1866 w 2488"/>
              <a:gd name="T35" fmla="*/ 1690 h 2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488" h="2488">
                <a:moveTo>
                  <a:pt x="1244" y="0"/>
                </a:moveTo>
                <a:cubicBezTo>
                  <a:pt x="556" y="0"/>
                  <a:pt x="0" y="556"/>
                  <a:pt x="0" y="1244"/>
                </a:cubicBezTo>
                <a:cubicBezTo>
                  <a:pt x="0" y="1932"/>
                  <a:pt x="556" y="2488"/>
                  <a:pt x="1244" y="2488"/>
                </a:cubicBezTo>
                <a:cubicBezTo>
                  <a:pt x="1932" y="2488"/>
                  <a:pt x="2488" y="1932"/>
                  <a:pt x="2488" y="1244"/>
                </a:cubicBezTo>
                <a:cubicBezTo>
                  <a:pt x="2488" y="556"/>
                  <a:pt x="1932" y="0"/>
                  <a:pt x="1244" y="0"/>
                </a:cubicBezTo>
                <a:close/>
                <a:moveTo>
                  <a:pt x="1866" y="1690"/>
                </a:moveTo>
                <a:cubicBezTo>
                  <a:pt x="1690" y="1866"/>
                  <a:pt x="1690" y="1866"/>
                  <a:pt x="1690" y="1866"/>
                </a:cubicBezTo>
                <a:cubicBezTo>
                  <a:pt x="1244" y="1420"/>
                  <a:pt x="1244" y="1420"/>
                  <a:pt x="1244" y="1420"/>
                </a:cubicBezTo>
                <a:cubicBezTo>
                  <a:pt x="798" y="1866"/>
                  <a:pt x="798" y="1866"/>
                  <a:pt x="798" y="1866"/>
                </a:cubicBezTo>
                <a:cubicBezTo>
                  <a:pt x="622" y="1690"/>
                  <a:pt x="622" y="1690"/>
                  <a:pt x="622" y="1690"/>
                </a:cubicBezTo>
                <a:cubicBezTo>
                  <a:pt x="1068" y="1244"/>
                  <a:pt x="1068" y="1244"/>
                  <a:pt x="1068" y="1244"/>
                </a:cubicBezTo>
                <a:cubicBezTo>
                  <a:pt x="622" y="798"/>
                  <a:pt x="622" y="798"/>
                  <a:pt x="622" y="798"/>
                </a:cubicBezTo>
                <a:cubicBezTo>
                  <a:pt x="798" y="622"/>
                  <a:pt x="798" y="622"/>
                  <a:pt x="798" y="622"/>
                </a:cubicBezTo>
                <a:cubicBezTo>
                  <a:pt x="1244" y="1068"/>
                  <a:pt x="1244" y="1068"/>
                  <a:pt x="1244" y="1068"/>
                </a:cubicBezTo>
                <a:cubicBezTo>
                  <a:pt x="1690" y="622"/>
                  <a:pt x="1690" y="622"/>
                  <a:pt x="1690" y="622"/>
                </a:cubicBezTo>
                <a:cubicBezTo>
                  <a:pt x="1866" y="798"/>
                  <a:pt x="1866" y="798"/>
                  <a:pt x="1866" y="798"/>
                </a:cubicBezTo>
                <a:cubicBezTo>
                  <a:pt x="1420" y="1244"/>
                  <a:pt x="1420" y="1244"/>
                  <a:pt x="1420" y="1244"/>
                </a:cubicBezTo>
                <a:lnTo>
                  <a:pt x="1866" y="16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7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ck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97083"/>
          </a:xfrm>
          <a:custGeom>
            <a:avLst/>
            <a:gdLst>
              <a:gd name="T0" fmla="*/ 1531 w 4822"/>
              <a:gd name="T1" fmla="*/ 2901 h 3676"/>
              <a:gd name="T2" fmla="*/ 388 w 4822"/>
              <a:gd name="T3" fmla="*/ 1758 h 3676"/>
              <a:gd name="T4" fmla="*/ 0 w 4822"/>
              <a:gd name="T5" fmla="*/ 2148 h 3676"/>
              <a:gd name="T6" fmla="*/ 1531 w 4822"/>
              <a:gd name="T7" fmla="*/ 3676 h 3676"/>
              <a:gd name="T8" fmla="*/ 4822 w 4822"/>
              <a:gd name="T9" fmla="*/ 388 h 3676"/>
              <a:gd name="T10" fmla="*/ 4432 w 4822"/>
              <a:gd name="T11" fmla="*/ 0 h 3676"/>
              <a:gd name="T12" fmla="*/ 1531 w 4822"/>
              <a:gd name="T13" fmla="*/ 2901 h 36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822" h="3676">
                <a:moveTo>
                  <a:pt x="1531" y="2901"/>
                </a:moveTo>
                <a:lnTo>
                  <a:pt x="388" y="1758"/>
                </a:lnTo>
                <a:lnTo>
                  <a:pt x="0" y="2148"/>
                </a:lnTo>
                <a:lnTo>
                  <a:pt x="1531" y="3676"/>
                </a:lnTo>
                <a:lnTo>
                  <a:pt x="4822" y="388"/>
                </a:lnTo>
                <a:lnTo>
                  <a:pt x="4432" y="0"/>
                </a:lnTo>
                <a:lnTo>
                  <a:pt x="1531" y="29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7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Left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64898" cy="914400"/>
          </a:xfrm>
          <a:custGeom>
            <a:avLst/>
            <a:gdLst>
              <a:gd name="T0" fmla="*/ 2043 w 2043"/>
              <a:gd name="T1" fmla="*/ 389 h 3307"/>
              <a:gd name="T2" fmla="*/ 1653 w 2043"/>
              <a:gd name="T3" fmla="*/ 0 h 3307"/>
              <a:gd name="T4" fmla="*/ 0 w 2043"/>
              <a:gd name="T5" fmla="*/ 1653 h 3307"/>
              <a:gd name="T6" fmla="*/ 1653 w 2043"/>
              <a:gd name="T7" fmla="*/ 3307 h 3307"/>
              <a:gd name="T8" fmla="*/ 2043 w 2043"/>
              <a:gd name="T9" fmla="*/ 2917 h 3307"/>
              <a:gd name="T10" fmla="*/ 779 w 2043"/>
              <a:gd name="T11" fmla="*/ 1653 h 3307"/>
              <a:gd name="T12" fmla="*/ 2043 w 2043"/>
              <a:gd name="T13" fmla="*/ 389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43" h="3307">
                <a:moveTo>
                  <a:pt x="2043" y="389"/>
                </a:moveTo>
                <a:lnTo>
                  <a:pt x="1653" y="0"/>
                </a:lnTo>
                <a:lnTo>
                  <a:pt x="0" y="1653"/>
                </a:lnTo>
                <a:lnTo>
                  <a:pt x="1653" y="3307"/>
                </a:lnTo>
                <a:lnTo>
                  <a:pt x="2043" y="2917"/>
                </a:lnTo>
                <a:lnTo>
                  <a:pt x="779" y="1653"/>
                </a:lnTo>
                <a:lnTo>
                  <a:pt x="2043" y="38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7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Right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64898" cy="914400"/>
          </a:xfrm>
          <a:custGeom>
            <a:avLst/>
            <a:gdLst>
              <a:gd name="T0" fmla="*/ 389 w 2043"/>
              <a:gd name="T1" fmla="*/ 0 h 3307"/>
              <a:gd name="T2" fmla="*/ 0 w 2043"/>
              <a:gd name="T3" fmla="*/ 389 h 3307"/>
              <a:gd name="T4" fmla="*/ 1263 w 2043"/>
              <a:gd name="T5" fmla="*/ 1653 h 3307"/>
              <a:gd name="T6" fmla="*/ 0 w 2043"/>
              <a:gd name="T7" fmla="*/ 2917 h 3307"/>
              <a:gd name="T8" fmla="*/ 389 w 2043"/>
              <a:gd name="T9" fmla="*/ 3307 h 3307"/>
              <a:gd name="T10" fmla="*/ 2043 w 2043"/>
              <a:gd name="T11" fmla="*/ 1653 h 3307"/>
              <a:gd name="T12" fmla="*/ 389 w 2043"/>
              <a:gd name="T13" fmla="*/ 0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43" h="3307">
                <a:moveTo>
                  <a:pt x="389" y="0"/>
                </a:moveTo>
                <a:lnTo>
                  <a:pt x="0" y="389"/>
                </a:lnTo>
                <a:lnTo>
                  <a:pt x="1263" y="1653"/>
                </a:lnTo>
                <a:lnTo>
                  <a:pt x="0" y="2917"/>
                </a:lnTo>
                <a:lnTo>
                  <a:pt x="389" y="3307"/>
                </a:lnTo>
                <a:lnTo>
                  <a:pt x="2043" y="1653"/>
                </a:lnTo>
                <a:lnTo>
                  <a:pt x="38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7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s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4063 w 4063"/>
              <a:gd name="T1" fmla="*/ 390 h 4063"/>
              <a:gd name="T2" fmla="*/ 3674 w 4063"/>
              <a:gd name="T3" fmla="*/ 0 h 4063"/>
              <a:gd name="T4" fmla="*/ 2032 w 4063"/>
              <a:gd name="T5" fmla="*/ 1641 h 4063"/>
              <a:gd name="T6" fmla="*/ 390 w 4063"/>
              <a:gd name="T7" fmla="*/ 0 h 4063"/>
              <a:gd name="T8" fmla="*/ 0 w 4063"/>
              <a:gd name="T9" fmla="*/ 390 h 4063"/>
              <a:gd name="T10" fmla="*/ 1642 w 4063"/>
              <a:gd name="T11" fmla="*/ 2031 h 4063"/>
              <a:gd name="T12" fmla="*/ 0 w 4063"/>
              <a:gd name="T13" fmla="*/ 3673 h 4063"/>
              <a:gd name="T14" fmla="*/ 390 w 4063"/>
              <a:gd name="T15" fmla="*/ 4063 h 4063"/>
              <a:gd name="T16" fmla="*/ 2032 w 4063"/>
              <a:gd name="T17" fmla="*/ 2421 h 4063"/>
              <a:gd name="T18" fmla="*/ 3674 w 4063"/>
              <a:gd name="T19" fmla="*/ 4063 h 4063"/>
              <a:gd name="T20" fmla="*/ 4063 w 4063"/>
              <a:gd name="T21" fmla="*/ 3673 h 4063"/>
              <a:gd name="T22" fmla="*/ 2422 w 4063"/>
              <a:gd name="T23" fmla="*/ 2031 h 4063"/>
              <a:gd name="T24" fmla="*/ 4063 w 4063"/>
              <a:gd name="T25" fmla="*/ 390 h 40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4063" h="4063">
                <a:moveTo>
                  <a:pt x="4063" y="390"/>
                </a:moveTo>
                <a:lnTo>
                  <a:pt x="3674" y="0"/>
                </a:lnTo>
                <a:lnTo>
                  <a:pt x="2032" y="1641"/>
                </a:lnTo>
                <a:lnTo>
                  <a:pt x="390" y="0"/>
                </a:lnTo>
                <a:lnTo>
                  <a:pt x="0" y="390"/>
                </a:lnTo>
                <a:lnTo>
                  <a:pt x="1642" y="2031"/>
                </a:lnTo>
                <a:lnTo>
                  <a:pt x="0" y="3673"/>
                </a:lnTo>
                <a:lnTo>
                  <a:pt x="390" y="4063"/>
                </a:lnTo>
                <a:lnTo>
                  <a:pt x="2032" y="2421"/>
                </a:lnTo>
                <a:lnTo>
                  <a:pt x="3674" y="4063"/>
                </a:lnTo>
                <a:lnTo>
                  <a:pt x="4063" y="3673"/>
                </a:lnTo>
                <a:lnTo>
                  <a:pt x="2422" y="2031"/>
                </a:lnTo>
                <a:lnTo>
                  <a:pt x="4063" y="39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7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and Less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64898"/>
          </a:xfrm>
          <a:custGeom>
            <a:avLst/>
            <a:gdLst>
              <a:gd name="T0" fmla="*/ 1654 w 3307"/>
              <a:gd name="T1" fmla="*/ 0 h 2043"/>
              <a:gd name="T2" fmla="*/ 0 w 3307"/>
              <a:gd name="T3" fmla="*/ 1654 h 2043"/>
              <a:gd name="T4" fmla="*/ 390 w 3307"/>
              <a:gd name="T5" fmla="*/ 2043 h 2043"/>
              <a:gd name="T6" fmla="*/ 1654 w 3307"/>
              <a:gd name="T7" fmla="*/ 780 h 2043"/>
              <a:gd name="T8" fmla="*/ 2918 w 3307"/>
              <a:gd name="T9" fmla="*/ 2043 h 2043"/>
              <a:gd name="T10" fmla="*/ 3307 w 3307"/>
              <a:gd name="T11" fmla="*/ 1654 h 2043"/>
              <a:gd name="T12" fmla="*/ 1654 w 3307"/>
              <a:gd name="T13" fmla="*/ 0 h 20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307" h="2043">
                <a:moveTo>
                  <a:pt x="1654" y="0"/>
                </a:moveTo>
                <a:lnTo>
                  <a:pt x="0" y="1654"/>
                </a:lnTo>
                <a:lnTo>
                  <a:pt x="390" y="2043"/>
                </a:lnTo>
                <a:lnTo>
                  <a:pt x="1654" y="780"/>
                </a:lnTo>
                <a:lnTo>
                  <a:pt x="2918" y="2043"/>
                </a:lnTo>
                <a:lnTo>
                  <a:pt x="3307" y="1654"/>
                </a:lnTo>
                <a:lnTo>
                  <a:pt x="16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7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xpand Mor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64898"/>
          </a:xfrm>
          <a:custGeom>
            <a:avLst/>
            <a:gdLst>
              <a:gd name="T0" fmla="*/ 2918 w 3307"/>
              <a:gd name="T1" fmla="*/ 0 h 2043"/>
              <a:gd name="T2" fmla="*/ 1654 w 3307"/>
              <a:gd name="T3" fmla="*/ 1264 h 2043"/>
              <a:gd name="T4" fmla="*/ 390 w 3307"/>
              <a:gd name="T5" fmla="*/ 0 h 2043"/>
              <a:gd name="T6" fmla="*/ 0 w 3307"/>
              <a:gd name="T7" fmla="*/ 390 h 2043"/>
              <a:gd name="T8" fmla="*/ 1654 w 3307"/>
              <a:gd name="T9" fmla="*/ 2043 h 2043"/>
              <a:gd name="T10" fmla="*/ 3307 w 3307"/>
              <a:gd name="T11" fmla="*/ 390 h 2043"/>
              <a:gd name="T12" fmla="*/ 2918 w 3307"/>
              <a:gd name="T13" fmla="*/ 0 h 20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307" h="2043">
                <a:moveTo>
                  <a:pt x="2918" y="0"/>
                </a:moveTo>
                <a:lnTo>
                  <a:pt x="1654" y="1264"/>
                </a:lnTo>
                <a:lnTo>
                  <a:pt x="390" y="0"/>
                </a:lnTo>
                <a:lnTo>
                  <a:pt x="0" y="390"/>
                </a:lnTo>
                <a:lnTo>
                  <a:pt x="1654" y="2043"/>
                </a:lnTo>
                <a:lnTo>
                  <a:pt x="3307" y="390"/>
                </a:lnTo>
                <a:lnTo>
                  <a:pt x="291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7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llscree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550 w 4408"/>
              <a:gd name="T1" fmla="*/ 2939 h 4408"/>
              <a:gd name="T2" fmla="*/ 0 w 4408"/>
              <a:gd name="T3" fmla="*/ 2939 h 4408"/>
              <a:gd name="T4" fmla="*/ 0 w 4408"/>
              <a:gd name="T5" fmla="*/ 4408 h 4408"/>
              <a:gd name="T6" fmla="*/ 1469 w 4408"/>
              <a:gd name="T7" fmla="*/ 4408 h 4408"/>
              <a:gd name="T8" fmla="*/ 1469 w 4408"/>
              <a:gd name="T9" fmla="*/ 3858 h 4408"/>
              <a:gd name="T10" fmla="*/ 550 w 4408"/>
              <a:gd name="T11" fmla="*/ 3858 h 4408"/>
              <a:gd name="T12" fmla="*/ 550 w 4408"/>
              <a:gd name="T13" fmla="*/ 2939 h 4408"/>
              <a:gd name="T14" fmla="*/ 0 w 4408"/>
              <a:gd name="T15" fmla="*/ 1470 h 4408"/>
              <a:gd name="T16" fmla="*/ 550 w 4408"/>
              <a:gd name="T17" fmla="*/ 1470 h 4408"/>
              <a:gd name="T18" fmla="*/ 550 w 4408"/>
              <a:gd name="T19" fmla="*/ 551 h 4408"/>
              <a:gd name="T20" fmla="*/ 1469 w 4408"/>
              <a:gd name="T21" fmla="*/ 551 h 4408"/>
              <a:gd name="T22" fmla="*/ 1469 w 4408"/>
              <a:gd name="T23" fmla="*/ 0 h 4408"/>
              <a:gd name="T24" fmla="*/ 0 w 4408"/>
              <a:gd name="T25" fmla="*/ 0 h 4408"/>
              <a:gd name="T26" fmla="*/ 0 w 4408"/>
              <a:gd name="T27" fmla="*/ 1470 h 4408"/>
              <a:gd name="T28" fmla="*/ 3857 w 4408"/>
              <a:gd name="T29" fmla="*/ 3858 h 4408"/>
              <a:gd name="T30" fmla="*/ 2938 w 4408"/>
              <a:gd name="T31" fmla="*/ 3858 h 4408"/>
              <a:gd name="T32" fmla="*/ 2938 w 4408"/>
              <a:gd name="T33" fmla="*/ 4408 h 4408"/>
              <a:gd name="T34" fmla="*/ 4408 w 4408"/>
              <a:gd name="T35" fmla="*/ 4408 h 4408"/>
              <a:gd name="T36" fmla="*/ 4408 w 4408"/>
              <a:gd name="T37" fmla="*/ 2939 h 4408"/>
              <a:gd name="T38" fmla="*/ 3857 w 4408"/>
              <a:gd name="T39" fmla="*/ 2939 h 4408"/>
              <a:gd name="T40" fmla="*/ 3857 w 4408"/>
              <a:gd name="T41" fmla="*/ 3858 h 4408"/>
              <a:gd name="T42" fmla="*/ 2938 w 4408"/>
              <a:gd name="T43" fmla="*/ 0 h 4408"/>
              <a:gd name="T44" fmla="*/ 2938 w 4408"/>
              <a:gd name="T45" fmla="*/ 551 h 4408"/>
              <a:gd name="T46" fmla="*/ 3857 w 4408"/>
              <a:gd name="T47" fmla="*/ 551 h 4408"/>
              <a:gd name="T48" fmla="*/ 3857 w 4408"/>
              <a:gd name="T49" fmla="*/ 1470 h 4408"/>
              <a:gd name="T50" fmla="*/ 4408 w 4408"/>
              <a:gd name="T51" fmla="*/ 1470 h 4408"/>
              <a:gd name="T52" fmla="*/ 4408 w 4408"/>
              <a:gd name="T53" fmla="*/ 0 h 4408"/>
              <a:gd name="T54" fmla="*/ 2938 w 4408"/>
              <a:gd name="T55" fmla="*/ 0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408" h="4408">
                <a:moveTo>
                  <a:pt x="550" y="2939"/>
                </a:moveTo>
                <a:lnTo>
                  <a:pt x="0" y="2939"/>
                </a:lnTo>
                <a:lnTo>
                  <a:pt x="0" y="4408"/>
                </a:lnTo>
                <a:lnTo>
                  <a:pt x="1469" y="4408"/>
                </a:lnTo>
                <a:lnTo>
                  <a:pt x="1469" y="3858"/>
                </a:lnTo>
                <a:lnTo>
                  <a:pt x="550" y="3858"/>
                </a:lnTo>
                <a:lnTo>
                  <a:pt x="550" y="2939"/>
                </a:lnTo>
                <a:close/>
                <a:moveTo>
                  <a:pt x="0" y="1470"/>
                </a:moveTo>
                <a:lnTo>
                  <a:pt x="550" y="1470"/>
                </a:lnTo>
                <a:lnTo>
                  <a:pt x="550" y="551"/>
                </a:lnTo>
                <a:lnTo>
                  <a:pt x="1469" y="551"/>
                </a:lnTo>
                <a:lnTo>
                  <a:pt x="1469" y="0"/>
                </a:lnTo>
                <a:lnTo>
                  <a:pt x="0" y="0"/>
                </a:lnTo>
                <a:lnTo>
                  <a:pt x="0" y="1470"/>
                </a:lnTo>
                <a:close/>
                <a:moveTo>
                  <a:pt x="3857" y="3858"/>
                </a:moveTo>
                <a:lnTo>
                  <a:pt x="2938" y="3858"/>
                </a:lnTo>
                <a:lnTo>
                  <a:pt x="2938" y="4408"/>
                </a:lnTo>
                <a:lnTo>
                  <a:pt x="4408" y="4408"/>
                </a:lnTo>
                <a:lnTo>
                  <a:pt x="4408" y="2939"/>
                </a:lnTo>
                <a:lnTo>
                  <a:pt x="3857" y="2939"/>
                </a:lnTo>
                <a:lnTo>
                  <a:pt x="3857" y="3858"/>
                </a:lnTo>
                <a:close/>
                <a:moveTo>
                  <a:pt x="2938" y="0"/>
                </a:moveTo>
                <a:lnTo>
                  <a:pt x="2938" y="551"/>
                </a:lnTo>
                <a:lnTo>
                  <a:pt x="3857" y="551"/>
                </a:lnTo>
                <a:lnTo>
                  <a:pt x="3857" y="1470"/>
                </a:lnTo>
                <a:lnTo>
                  <a:pt x="4408" y="1470"/>
                </a:lnTo>
                <a:lnTo>
                  <a:pt x="4408" y="0"/>
                </a:lnTo>
                <a:lnTo>
                  <a:pt x="293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7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llscreen Exi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0 w 3860"/>
              <a:gd name="T1" fmla="*/ 3033 h 3860"/>
              <a:gd name="T2" fmla="*/ 827 w 3860"/>
              <a:gd name="T3" fmla="*/ 3033 h 3860"/>
              <a:gd name="T4" fmla="*/ 827 w 3860"/>
              <a:gd name="T5" fmla="*/ 3860 h 3860"/>
              <a:gd name="T6" fmla="*/ 1379 w 3860"/>
              <a:gd name="T7" fmla="*/ 3860 h 3860"/>
              <a:gd name="T8" fmla="*/ 1379 w 3860"/>
              <a:gd name="T9" fmla="*/ 2481 h 3860"/>
              <a:gd name="T10" fmla="*/ 0 w 3860"/>
              <a:gd name="T11" fmla="*/ 2481 h 3860"/>
              <a:gd name="T12" fmla="*/ 0 w 3860"/>
              <a:gd name="T13" fmla="*/ 3033 h 3860"/>
              <a:gd name="T14" fmla="*/ 827 w 3860"/>
              <a:gd name="T15" fmla="*/ 827 h 3860"/>
              <a:gd name="T16" fmla="*/ 0 w 3860"/>
              <a:gd name="T17" fmla="*/ 827 h 3860"/>
              <a:gd name="T18" fmla="*/ 0 w 3860"/>
              <a:gd name="T19" fmla="*/ 1380 h 3860"/>
              <a:gd name="T20" fmla="*/ 1379 w 3860"/>
              <a:gd name="T21" fmla="*/ 1380 h 3860"/>
              <a:gd name="T22" fmla="*/ 1379 w 3860"/>
              <a:gd name="T23" fmla="*/ 0 h 3860"/>
              <a:gd name="T24" fmla="*/ 827 w 3860"/>
              <a:gd name="T25" fmla="*/ 0 h 3860"/>
              <a:gd name="T26" fmla="*/ 827 w 3860"/>
              <a:gd name="T27" fmla="*/ 827 h 3860"/>
              <a:gd name="T28" fmla="*/ 2480 w 3860"/>
              <a:gd name="T29" fmla="*/ 3860 h 3860"/>
              <a:gd name="T30" fmla="*/ 3033 w 3860"/>
              <a:gd name="T31" fmla="*/ 3860 h 3860"/>
              <a:gd name="T32" fmla="*/ 3033 w 3860"/>
              <a:gd name="T33" fmla="*/ 3033 h 3860"/>
              <a:gd name="T34" fmla="*/ 3860 w 3860"/>
              <a:gd name="T35" fmla="*/ 3033 h 3860"/>
              <a:gd name="T36" fmla="*/ 3860 w 3860"/>
              <a:gd name="T37" fmla="*/ 2481 h 3860"/>
              <a:gd name="T38" fmla="*/ 2480 w 3860"/>
              <a:gd name="T39" fmla="*/ 2481 h 3860"/>
              <a:gd name="T40" fmla="*/ 2480 w 3860"/>
              <a:gd name="T41" fmla="*/ 3860 h 3860"/>
              <a:gd name="T42" fmla="*/ 3033 w 3860"/>
              <a:gd name="T43" fmla="*/ 827 h 3860"/>
              <a:gd name="T44" fmla="*/ 3033 w 3860"/>
              <a:gd name="T45" fmla="*/ 0 h 3860"/>
              <a:gd name="T46" fmla="*/ 2480 w 3860"/>
              <a:gd name="T47" fmla="*/ 0 h 3860"/>
              <a:gd name="T48" fmla="*/ 2480 w 3860"/>
              <a:gd name="T49" fmla="*/ 1380 h 3860"/>
              <a:gd name="T50" fmla="*/ 3860 w 3860"/>
              <a:gd name="T51" fmla="*/ 1380 h 3860"/>
              <a:gd name="T52" fmla="*/ 3860 w 3860"/>
              <a:gd name="T53" fmla="*/ 827 h 3860"/>
              <a:gd name="T54" fmla="*/ 3033 w 3860"/>
              <a:gd name="T55" fmla="*/ 827 h 38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3860" h="3860">
                <a:moveTo>
                  <a:pt x="0" y="3033"/>
                </a:moveTo>
                <a:lnTo>
                  <a:pt x="827" y="3033"/>
                </a:lnTo>
                <a:lnTo>
                  <a:pt x="827" y="3860"/>
                </a:lnTo>
                <a:lnTo>
                  <a:pt x="1379" y="3860"/>
                </a:lnTo>
                <a:lnTo>
                  <a:pt x="1379" y="2481"/>
                </a:lnTo>
                <a:lnTo>
                  <a:pt x="0" y="2481"/>
                </a:lnTo>
                <a:lnTo>
                  <a:pt x="0" y="3033"/>
                </a:lnTo>
                <a:close/>
                <a:moveTo>
                  <a:pt x="827" y="827"/>
                </a:moveTo>
                <a:lnTo>
                  <a:pt x="0" y="827"/>
                </a:lnTo>
                <a:lnTo>
                  <a:pt x="0" y="1380"/>
                </a:lnTo>
                <a:lnTo>
                  <a:pt x="1379" y="1380"/>
                </a:lnTo>
                <a:lnTo>
                  <a:pt x="1379" y="0"/>
                </a:lnTo>
                <a:lnTo>
                  <a:pt x="827" y="0"/>
                </a:lnTo>
                <a:lnTo>
                  <a:pt x="827" y="827"/>
                </a:lnTo>
                <a:close/>
                <a:moveTo>
                  <a:pt x="2480" y="3860"/>
                </a:moveTo>
                <a:lnTo>
                  <a:pt x="3033" y="3860"/>
                </a:lnTo>
                <a:lnTo>
                  <a:pt x="3033" y="3033"/>
                </a:lnTo>
                <a:lnTo>
                  <a:pt x="3860" y="3033"/>
                </a:lnTo>
                <a:lnTo>
                  <a:pt x="3860" y="2481"/>
                </a:lnTo>
                <a:lnTo>
                  <a:pt x="2480" y="2481"/>
                </a:lnTo>
                <a:lnTo>
                  <a:pt x="2480" y="3860"/>
                </a:lnTo>
                <a:close/>
                <a:moveTo>
                  <a:pt x="3033" y="827"/>
                </a:moveTo>
                <a:lnTo>
                  <a:pt x="3033" y="0"/>
                </a:lnTo>
                <a:lnTo>
                  <a:pt x="2480" y="0"/>
                </a:lnTo>
                <a:lnTo>
                  <a:pt x="2480" y="1380"/>
                </a:lnTo>
                <a:lnTo>
                  <a:pt x="3860" y="1380"/>
                </a:lnTo>
                <a:lnTo>
                  <a:pt x="3860" y="827"/>
                </a:lnTo>
                <a:lnTo>
                  <a:pt x="3033" y="82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7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nu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09539"/>
          </a:xfrm>
          <a:custGeom>
            <a:avLst/>
            <a:gdLst>
              <a:gd name="T0" fmla="*/ 0 w 4961"/>
              <a:gd name="T1" fmla="*/ 3307 h 3307"/>
              <a:gd name="T2" fmla="*/ 4961 w 4961"/>
              <a:gd name="T3" fmla="*/ 3307 h 3307"/>
              <a:gd name="T4" fmla="*/ 4961 w 4961"/>
              <a:gd name="T5" fmla="*/ 2756 h 3307"/>
              <a:gd name="T6" fmla="*/ 0 w 4961"/>
              <a:gd name="T7" fmla="*/ 2756 h 3307"/>
              <a:gd name="T8" fmla="*/ 0 w 4961"/>
              <a:gd name="T9" fmla="*/ 3307 h 3307"/>
              <a:gd name="T10" fmla="*/ 0 w 4961"/>
              <a:gd name="T11" fmla="*/ 1930 h 3307"/>
              <a:gd name="T12" fmla="*/ 4961 w 4961"/>
              <a:gd name="T13" fmla="*/ 1930 h 3307"/>
              <a:gd name="T14" fmla="*/ 4961 w 4961"/>
              <a:gd name="T15" fmla="*/ 1377 h 3307"/>
              <a:gd name="T16" fmla="*/ 0 w 4961"/>
              <a:gd name="T17" fmla="*/ 1377 h 3307"/>
              <a:gd name="T18" fmla="*/ 0 w 4961"/>
              <a:gd name="T19" fmla="*/ 1930 h 3307"/>
              <a:gd name="T20" fmla="*/ 0 w 4961"/>
              <a:gd name="T21" fmla="*/ 0 h 3307"/>
              <a:gd name="T22" fmla="*/ 0 w 4961"/>
              <a:gd name="T23" fmla="*/ 550 h 3307"/>
              <a:gd name="T24" fmla="*/ 4961 w 4961"/>
              <a:gd name="T25" fmla="*/ 550 h 3307"/>
              <a:gd name="T26" fmla="*/ 4961 w 4961"/>
              <a:gd name="T27" fmla="*/ 0 h 3307"/>
              <a:gd name="T28" fmla="*/ 0 w 4961"/>
              <a:gd name="T29" fmla="*/ 0 h 33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961" h="3307">
                <a:moveTo>
                  <a:pt x="0" y="3307"/>
                </a:moveTo>
                <a:lnTo>
                  <a:pt x="4961" y="3307"/>
                </a:lnTo>
                <a:lnTo>
                  <a:pt x="4961" y="2756"/>
                </a:lnTo>
                <a:lnTo>
                  <a:pt x="0" y="2756"/>
                </a:lnTo>
                <a:lnTo>
                  <a:pt x="0" y="3307"/>
                </a:lnTo>
                <a:close/>
                <a:moveTo>
                  <a:pt x="0" y="1930"/>
                </a:moveTo>
                <a:lnTo>
                  <a:pt x="4961" y="1930"/>
                </a:lnTo>
                <a:lnTo>
                  <a:pt x="4961" y="1377"/>
                </a:lnTo>
                <a:lnTo>
                  <a:pt x="0" y="1377"/>
                </a:lnTo>
                <a:lnTo>
                  <a:pt x="0" y="1930"/>
                </a:lnTo>
                <a:close/>
                <a:moveTo>
                  <a:pt x="0" y="0"/>
                </a:moveTo>
                <a:lnTo>
                  <a:pt x="0" y="550"/>
                </a:lnTo>
                <a:lnTo>
                  <a:pt x="4961" y="550"/>
                </a:lnTo>
                <a:lnTo>
                  <a:pt x="496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7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re Horiz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210795"/>
          </a:xfrm>
          <a:custGeom>
            <a:avLst/>
            <a:gdLst>
              <a:gd name="T0" fmla="*/ 233 w 2022"/>
              <a:gd name="T1" fmla="*/ 0 h 466"/>
              <a:gd name="T2" fmla="*/ 0 w 2022"/>
              <a:gd name="T3" fmla="*/ 233 h 466"/>
              <a:gd name="T4" fmla="*/ 233 w 2022"/>
              <a:gd name="T5" fmla="*/ 466 h 466"/>
              <a:gd name="T6" fmla="*/ 467 w 2022"/>
              <a:gd name="T7" fmla="*/ 233 h 466"/>
              <a:gd name="T8" fmla="*/ 233 w 2022"/>
              <a:gd name="T9" fmla="*/ 0 h 466"/>
              <a:gd name="T10" fmla="*/ 1789 w 2022"/>
              <a:gd name="T11" fmla="*/ 0 h 466"/>
              <a:gd name="T12" fmla="*/ 1555 w 2022"/>
              <a:gd name="T13" fmla="*/ 233 h 466"/>
              <a:gd name="T14" fmla="*/ 1789 w 2022"/>
              <a:gd name="T15" fmla="*/ 466 h 466"/>
              <a:gd name="T16" fmla="*/ 2022 w 2022"/>
              <a:gd name="T17" fmla="*/ 233 h 466"/>
              <a:gd name="T18" fmla="*/ 1789 w 2022"/>
              <a:gd name="T19" fmla="*/ 0 h 466"/>
              <a:gd name="T20" fmla="*/ 1011 w 2022"/>
              <a:gd name="T21" fmla="*/ 0 h 466"/>
              <a:gd name="T22" fmla="*/ 778 w 2022"/>
              <a:gd name="T23" fmla="*/ 233 h 466"/>
              <a:gd name="T24" fmla="*/ 1011 w 2022"/>
              <a:gd name="T25" fmla="*/ 466 h 466"/>
              <a:gd name="T26" fmla="*/ 1244 w 2022"/>
              <a:gd name="T27" fmla="*/ 233 h 466"/>
              <a:gd name="T28" fmla="*/ 1011 w 2022"/>
              <a:gd name="T29" fmla="*/ 0 h 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022" h="466">
                <a:moveTo>
                  <a:pt x="233" y="0"/>
                </a:moveTo>
                <a:cubicBezTo>
                  <a:pt x="104" y="0"/>
                  <a:pt x="0" y="104"/>
                  <a:pt x="0" y="233"/>
                </a:cubicBezTo>
                <a:cubicBezTo>
                  <a:pt x="0" y="362"/>
                  <a:pt x="104" y="466"/>
                  <a:pt x="233" y="466"/>
                </a:cubicBezTo>
                <a:cubicBezTo>
                  <a:pt x="362" y="466"/>
                  <a:pt x="467" y="362"/>
                  <a:pt x="467" y="233"/>
                </a:cubicBezTo>
                <a:cubicBezTo>
                  <a:pt x="467" y="104"/>
                  <a:pt x="362" y="0"/>
                  <a:pt x="233" y="0"/>
                </a:cubicBezTo>
                <a:close/>
                <a:moveTo>
                  <a:pt x="1789" y="0"/>
                </a:moveTo>
                <a:cubicBezTo>
                  <a:pt x="1660" y="0"/>
                  <a:pt x="1555" y="104"/>
                  <a:pt x="1555" y="233"/>
                </a:cubicBezTo>
                <a:cubicBezTo>
                  <a:pt x="1555" y="362"/>
                  <a:pt x="1660" y="466"/>
                  <a:pt x="1789" y="466"/>
                </a:cubicBezTo>
                <a:cubicBezTo>
                  <a:pt x="1918" y="466"/>
                  <a:pt x="2022" y="362"/>
                  <a:pt x="2022" y="233"/>
                </a:cubicBezTo>
                <a:cubicBezTo>
                  <a:pt x="2022" y="104"/>
                  <a:pt x="1918" y="0"/>
                  <a:pt x="1789" y="0"/>
                </a:cubicBezTo>
                <a:close/>
                <a:moveTo>
                  <a:pt x="1011" y="0"/>
                </a:moveTo>
                <a:cubicBezTo>
                  <a:pt x="882" y="0"/>
                  <a:pt x="778" y="104"/>
                  <a:pt x="778" y="233"/>
                </a:cubicBezTo>
                <a:cubicBezTo>
                  <a:pt x="778" y="362"/>
                  <a:pt x="882" y="466"/>
                  <a:pt x="1011" y="466"/>
                </a:cubicBezTo>
                <a:cubicBezTo>
                  <a:pt x="1140" y="466"/>
                  <a:pt x="1244" y="362"/>
                  <a:pt x="1244" y="233"/>
                </a:cubicBezTo>
                <a:cubicBezTo>
                  <a:pt x="1244" y="104"/>
                  <a:pt x="1140" y="0"/>
                  <a:pt x="101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7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re Ver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228393" cy="914400"/>
          </a:xfrm>
          <a:custGeom>
            <a:avLst/>
            <a:gdLst>
              <a:gd name="T0" fmla="*/ 233 w 466"/>
              <a:gd name="T1" fmla="*/ 466 h 1866"/>
              <a:gd name="T2" fmla="*/ 466 w 466"/>
              <a:gd name="T3" fmla="*/ 233 h 1866"/>
              <a:gd name="T4" fmla="*/ 233 w 466"/>
              <a:gd name="T5" fmla="*/ 0 h 1866"/>
              <a:gd name="T6" fmla="*/ 0 w 466"/>
              <a:gd name="T7" fmla="*/ 233 h 1866"/>
              <a:gd name="T8" fmla="*/ 233 w 466"/>
              <a:gd name="T9" fmla="*/ 466 h 1866"/>
              <a:gd name="T10" fmla="*/ 233 w 466"/>
              <a:gd name="T11" fmla="*/ 700 h 1866"/>
              <a:gd name="T12" fmla="*/ 0 w 466"/>
              <a:gd name="T13" fmla="*/ 933 h 1866"/>
              <a:gd name="T14" fmla="*/ 233 w 466"/>
              <a:gd name="T15" fmla="*/ 1166 h 1866"/>
              <a:gd name="T16" fmla="*/ 466 w 466"/>
              <a:gd name="T17" fmla="*/ 933 h 1866"/>
              <a:gd name="T18" fmla="*/ 233 w 466"/>
              <a:gd name="T19" fmla="*/ 700 h 1866"/>
              <a:gd name="T20" fmla="*/ 233 w 466"/>
              <a:gd name="T21" fmla="*/ 1400 h 1866"/>
              <a:gd name="T22" fmla="*/ 0 w 466"/>
              <a:gd name="T23" fmla="*/ 1633 h 1866"/>
              <a:gd name="T24" fmla="*/ 233 w 466"/>
              <a:gd name="T25" fmla="*/ 1866 h 1866"/>
              <a:gd name="T26" fmla="*/ 466 w 466"/>
              <a:gd name="T27" fmla="*/ 1633 h 1866"/>
              <a:gd name="T28" fmla="*/ 233 w 466"/>
              <a:gd name="T29" fmla="*/ 1400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466" h="1866">
                <a:moveTo>
                  <a:pt x="233" y="466"/>
                </a:moveTo>
                <a:cubicBezTo>
                  <a:pt x="361" y="466"/>
                  <a:pt x="466" y="361"/>
                  <a:pt x="466" y="233"/>
                </a:cubicBezTo>
                <a:cubicBezTo>
                  <a:pt x="466" y="105"/>
                  <a:pt x="361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361"/>
                  <a:pt x="105" y="466"/>
                  <a:pt x="233" y="466"/>
                </a:cubicBezTo>
                <a:close/>
                <a:moveTo>
                  <a:pt x="233" y="700"/>
                </a:moveTo>
                <a:cubicBezTo>
                  <a:pt x="105" y="700"/>
                  <a:pt x="0" y="805"/>
                  <a:pt x="0" y="933"/>
                </a:cubicBezTo>
                <a:cubicBezTo>
                  <a:pt x="0" y="1061"/>
                  <a:pt x="105" y="1166"/>
                  <a:pt x="233" y="1166"/>
                </a:cubicBezTo>
                <a:cubicBezTo>
                  <a:pt x="361" y="1166"/>
                  <a:pt x="466" y="1061"/>
                  <a:pt x="466" y="933"/>
                </a:cubicBezTo>
                <a:cubicBezTo>
                  <a:pt x="466" y="805"/>
                  <a:pt x="361" y="700"/>
                  <a:pt x="233" y="700"/>
                </a:cubicBezTo>
                <a:close/>
                <a:moveTo>
                  <a:pt x="233" y="1400"/>
                </a:moveTo>
                <a:cubicBezTo>
                  <a:pt x="105" y="1400"/>
                  <a:pt x="0" y="1505"/>
                  <a:pt x="0" y="1633"/>
                </a:cubicBezTo>
                <a:cubicBezTo>
                  <a:pt x="0" y="1761"/>
                  <a:pt x="105" y="1866"/>
                  <a:pt x="233" y="1866"/>
                </a:cubicBezTo>
                <a:cubicBezTo>
                  <a:pt x="361" y="1866"/>
                  <a:pt x="466" y="1761"/>
                  <a:pt x="466" y="1633"/>
                </a:cubicBezTo>
                <a:cubicBezTo>
                  <a:pt x="466" y="1505"/>
                  <a:pt x="361" y="1400"/>
                  <a:pt x="233" y="1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7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fresh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3985" cy="914400"/>
          </a:xfrm>
          <a:custGeom>
            <a:avLst/>
            <a:gdLst>
              <a:gd name="T0" fmla="*/ 1591 w 1865"/>
              <a:gd name="T1" fmla="*/ 274 h 1866"/>
              <a:gd name="T2" fmla="*/ 932 w 1865"/>
              <a:gd name="T3" fmla="*/ 0 h 1866"/>
              <a:gd name="T4" fmla="*/ 0 w 1865"/>
              <a:gd name="T5" fmla="*/ 933 h 1866"/>
              <a:gd name="T6" fmla="*/ 932 w 1865"/>
              <a:gd name="T7" fmla="*/ 1866 h 1866"/>
              <a:gd name="T8" fmla="*/ 1834 w 1865"/>
              <a:gd name="T9" fmla="*/ 1166 h 1866"/>
              <a:gd name="T10" fmla="*/ 1591 w 1865"/>
              <a:gd name="T11" fmla="*/ 1166 h 1866"/>
              <a:gd name="T12" fmla="*/ 932 w 1865"/>
              <a:gd name="T13" fmla="*/ 1633 h 1866"/>
              <a:gd name="T14" fmla="*/ 232 w 1865"/>
              <a:gd name="T15" fmla="*/ 933 h 1866"/>
              <a:gd name="T16" fmla="*/ 932 w 1865"/>
              <a:gd name="T17" fmla="*/ 233 h 1866"/>
              <a:gd name="T18" fmla="*/ 1424 w 1865"/>
              <a:gd name="T19" fmla="*/ 441 h 1866"/>
              <a:gd name="T20" fmla="*/ 1049 w 1865"/>
              <a:gd name="T21" fmla="*/ 816 h 1866"/>
              <a:gd name="T22" fmla="*/ 1865 w 1865"/>
              <a:gd name="T23" fmla="*/ 816 h 1866"/>
              <a:gd name="T24" fmla="*/ 1865 w 1865"/>
              <a:gd name="T25" fmla="*/ 0 h 1866"/>
              <a:gd name="T26" fmla="*/ 1591 w 1865"/>
              <a:gd name="T27" fmla="*/ 274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1865" h="1866">
                <a:moveTo>
                  <a:pt x="1591" y="274"/>
                </a:moveTo>
                <a:cubicBezTo>
                  <a:pt x="1422" y="105"/>
                  <a:pt x="1190" y="0"/>
                  <a:pt x="932" y="0"/>
                </a:cubicBezTo>
                <a:cubicBezTo>
                  <a:pt x="416" y="0"/>
                  <a:pt x="0" y="417"/>
                  <a:pt x="0" y="933"/>
                </a:cubicBezTo>
                <a:cubicBezTo>
                  <a:pt x="0" y="1449"/>
                  <a:pt x="416" y="1866"/>
                  <a:pt x="932" y="1866"/>
                </a:cubicBezTo>
                <a:cubicBezTo>
                  <a:pt x="1367" y="1866"/>
                  <a:pt x="1730" y="1569"/>
                  <a:pt x="1834" y="1166"/>
                </a:cubicBezTo>
                <a:cubicBezTo>
                  <a:pt x="1591" y="1166"/>
                  <a:pt x="1591" y="1166"/>
                  <a:pt x="1591" y="1166"/>
                </a:cubicBezTo>
                <a:cubicBezTo>
                  <a:pt x="1496" y="1438"/>
                  <a:pt x="1236" y="1633"/>
                  <a:pt x="932" y="1633"/>
                </a:cubicBezTo>
                <a:cubicBezTo>
                  <a:pt x="546" y="1633"/>
                  <a:pt x="232" y="1319"/>
                  <a:pt x="232" y="933"/>
                </a:cubicBezTo>
                <a:cubicBezTo>
                  <a:pt x="232" y="547"/>
                  <a:pt x="546" y="233"/>
                  <a:pt x="932" y="233"/>
                </a:cubicBezTo>
                <a:cubicBezTo>
                  <a:pt x="1126" y="233"/>
                  <a:pt x="1298" y="313"/>
                  <a:pt x="1424" y="441"/>
                </a:cubicBezTo>
                <a:cubicBezTo>
                  <a:pt x="1049" y="816"/>
                  <a:pt x="1049" y="816"/>
                  <a:pt x="1049" y="816"/>
                </a:cubicBezTo>
                <a:cubicBezTo>
                  <a:pt x="1865" y="816"/>
                  <a:pt x="1865" y="816"/>
                  <a:pt x="1865" y="816"/>
                </a:cubicBezTo>
                <a:cubicBezTo>
                  <a:pt x="1865" y="0"/>
                  <a:pt x="1865" y="0"/>
                  <a:pt x="1865" y="0"/>
                </a:cubicBezTo>
                <a:lnTo>
                  <a:pt x="1591" y="2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7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directory Arrow Left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12472" cy="914400"/>
          </a:xfrm>
          <a:custGeom>
            <a:avLst/>
            <a:gdLst>
              <a:gd name="T0" fmla="*/ 1653 w 4408"/>
              <a:gd name="T1" fmla="*/ 1653 h 4961"/>
              <a:gd name="T2" fmla="*/ 2043 w 4408"/>
              <a:gd name="T3" fmla="*/ 2043 h 4961"/>
              <a:gd name="T4" fmla="*/ 1056 w 4408"/>
              <a:gd name="T5" fmla="*/ 3031 h 4961"/>
              <a:gd name="T6" fmla="*/ 3857 w 4408"/>
              <a:gd name="T7" fmla="*/ 3031 h 4961"/>
              <a:gd name="T8" fmla="*/ 3857 w 4408"/>
              <a:gd name="T9" fmla="*/ 0 h 4961"/>
              <a:gd name="T10" fmla="*/ 4408 w 4408"/>
              <a:gd name="T11" fmla="*/ 0 h 4961"/>
              <a:gd name="T12" fmla="*/ 4408 w 4408"/>
              <a:gd name="T13" fmla="*/ 3583 h 4961"/>
              <a:gd name="T14" fmla="*/ 1056 w 4408"/>
              <a:gd name="T15" fmla="*/ 3583 h 4961"/>
              <a:gd name="T16" fmla="*/ 2043 w 4408"/>
              <a:gd name="T17" fmla="*/ 4571 h 4961"/>
              <a:gd name="T18" fmla="*/ 1653 w 4408"/>
              <a:gd name="T19" fmla="*/ 4961 h 4961"/>
              <a:gd name="T20" fmla="*/ 0 w 4408"/>
              <a:gd name="T21" fmla="*/ 3307 h 4961"/>
              <a:gd name="T22" fmla="*/ 1653 w 4408"/>
              <a:gd name="T23" fmla="*/ 1653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408" h="4961">
                <a:moveTo>
                  <a:pt x="1653" y="1653"/>
                </a:moveTo>
                <a:lnTo>
                  <a:pt x="2043" y="2043"/>
                </a:lnTo>
                <a:lnTo>
                  <a:pt x="1056" y="3031"/>
                </a:lnTo>
                <a:lnTo>
                  <a:pt x="3857" y="3031"/>
                </a:lnTo>
                <a:lnTo>
                  <a:pt x="3857" y="0"/>
                </a:lnTo>
                <a:lnTo>
                  <a:pt x="4408" y="0"/>
                </a:lnTo>
                <a:lnTo>
                  <a:pt x="4408" y="3583"/>
                </a:lnTo>
                <a:lnTo>
                  <a:pt x="1056" y="3583"/>
                </a:lnTo>
                <a:lnTo>
                  <a:pt x="2043" y="4571"/>
                </a:lnTo>
                <a:lnTo>
                  <a:pt x="1653" y="4961"/>
                </a:lnTo>
                <a:lnTo>
                  <a:pt x="0" y="3307"/>
                </a:lnTo>
                <a:lnTo>
                  <a:pt x="1653" y="165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7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directory Arrow Right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06858" cy="914400"/>
          </a:xfrm>
          <a:custGeom>
            <a:avLst/>
            <a:gdLst>
              <a:gd name="T0" fmla="*/ 4134 w 4134"/>
              <a:gd name="T1" fmla="*/ 3031 h 4685"/>
              <a:gd name="T2" fmla="*/ 2480 w 4134"/>
              <a:gd name="T3" fmla="*/ 4685 h 4685"/>
              <a:gd name="T4" fmla="*/ 2088 w 4134"/>
              <a:gd name="T5" fmla="*/ 4292 h 4685"/>
              <a:gd name="T6" fmla="*/ 3078 w 4134"/>
              <a:gd name="T7" fmla="*/ 3307 h 4685"/>
              <a:gd name="T8" fmla="*/ 0 w 4134"/>
              <a:gd name="T9" fmla="*/ 3307 h 4685"/>
              <a:gd name="T10" fmla="*/ 0 w 4134"/>
              <a:gd name="T11" fmla="*/ 0 h 4685"/>
              <a:gd name="T12" fmla="*/ 550 w 4134"/>
              <a:gd name="T13" fmla="*/ 0 h 4685"/>
              <a:gd name="T14" fmla="*/ 550 w 4134"/>
              <a:gd name="T15" fmla="*/ 2755 h 4685"/>
              <a:gd name="T16" fmla="*/ 3078 w 4134"/>
              <a:gd name="T17" fmla="*/ 2755 h 4685"/>
              <a:gd name="T18" fmla="*/ 2088 w 4134"/>
              <a:gd name="T19" fmla="*/ 1770 h 4685"/>
              <a:gd name="T20" fmla="*/ 2480 w 4134"/>
              <a:gd name="T21" fmla="*/ 1377 h 4685"/>
              <a:gd name="T22" fmla="*/ 4134 w 4134"/>
              <a:gd name="T23" fmla="*/ 3031 h 46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4134" h="4685">
                <a:moveTo>
                  <a:pt x="4134" y="3031"/>
                </a:moveTo>
                <a:lnTo>
                  <a:pt x="2480" y="4685"/>
                </a:lnTo>
                <a:lnTo>
                  <a:pt x="2088" y="4292"/>
                </a:lnTo>
                <a:lnTo>
                  <a:pt x="3078" y="3307"/>
                </a:lnTo>
                <a:lnTo>
                  <a:pt x="0" y="3307"/>
                </a:lnTo>
                <a:lnTo>
                  <a:pt x="0" y="0"/>
                </a:lnTo>
                <a:lnTo>
                  <a:pt x="550" y="0"/>
                </a:lnTo>
                <a:lnTo>
                  <a:pt x="550" y="2755"/>
                </a:lnTo>
                <a:lnTo>
                  <a:pt x="3078" y="2755"/>
                </a:lnTo>
                <a:lnTo>
                  <a:pt x="2088" y="1770"/>
                </a:lnTo>
                <a:lnTo>
                  <a:pt x="2480" y="1377"/>
                </a:lnTo>
                <a:lnTo>
                  <a:pt x="4134" y="30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7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fold Les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24204" cy="914400"/>
          </a:xfrm>
          <a:custGeom>
            <a:avLst/>
            <a:gdLst>
              <a:gd name="T0" fmla="*/ 0 w 2527"/>
              <a:gd name="T1" fmla="*/ 4020 h 4408"/>
              <a:gd name="T2" fmla="*/ 390 w 2527"/>
              <a:gd name="T3" fmla="*/ 4408 h 4408"/>
              <a:gd name="T4" fmla="*/ 1264 w 2527"/>
              <a:gd name="T5" fmla="*/ 3536 h 4408"/>
              <a:gd name="T6" fmla="*/ 2138 w 2527"/>
              <a:gd name="T7" fmla="*/ 4408 h 4408"/>
              <a:gd name="T8" fmla="*/ 2525 w 2527"/>
              <a:gd name="T9" fmla="*/ 4020 h 4408"/>
              <a:gd name="T10" fmla="*/ 1264 w 2527"/>
              <a:gd name="T11" fmla="*/ 2754 h 4408"/>
              <a:gd name="T12" fmla="*/ 0 w 2527"/>
              <a:gd name="T13" fmla="*/ 4020 h 4408"/>
              <a:gd name="T14" fmla="*/ 2527 w 2527"/>
              <a:gd name="T15" fmla="*/ 387 h 4408"/>
              <a:gd name="T16" fmla="*/ 2138 w 2527"/>
              <a:gd name="T17" fmla="*/ 0 h 4408"/>
              <a:gd name="T18" fmla="*/ 1264 w 2527"/>
              <a:gd name="T19" fmla="*/ 872 h 4408"/>
              <a:gd name="T20" fmla="*/ 390 w 2527"/>
              <a:gd name="T21" fmla="*/ 0 h 4408"/>
              <a:gd name="T22" fmla="*/ 0 w 2527"/>
              <a:gd name="T23" fmla="*/ 387 h 4408"/>
              <a:gd name="T24" fmla="*/ 1264 w 2527"/>
              <a:gd name="T25" fmla="*/ 1653 h 4408"/>
              <a:gd name="T26" fmla="*/ 2527 w 2527"/>
              <a:gd name="T27" fmla="*/ 387 h 44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27" h="4408">
                <a:moveTo>
                  <a:pt x="0" y="4020"/>
                </a:moveTo>
                <a:lnTo>
                  <a:pt x="390" y="4408"/>
                </a:lnTo>
                <a:lnTo>
                  <a:pt x="1264" y="3536"/>
                </a:lnTo>
                <a:lnTo>
                  <a:pt x="2138" y="4408"/>
                </a:lnTo>
                <a:lnTo>
                  <a:pt x="2525" y="4020"/>
                </a:lnTo>
                <a:lnTo>
                  <a:pt x="1264" y="2754"/>
                </a:lnTo>
                <a:lnTo>
                  <a:pt x="0" y="4020"/>
                </a:lnTo>
                <a:close/>
                <a:moveTo>
                  <a:pt x="2527" y="387"/>
                </a:moveTo>
                <a:lnTo>
                  <a:pt x="2138" y="0"/>
                </a:lnTo>
                <a:lnTo>
                  <a:pt x="1264" y="872"/>
                </a:lnTo>
                <a:lnTo>
                  <a:pt x="390" y="0"/>
                </a:lnTo>
                <a:lnTo>
                  <a:pt x="0" y="387"/>
                </a:lnTo>
                <a:lnTo>
                  <a:pt x="1264" y="1653"/>
                </a:lnTo>
                <a:lnTo>
                  <a:pt x="2527" y="387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92741"/>
      </p:ext>
    </p:extLst>
  </p:cSld>
  <p:clrMapOvr>
    <a:masterClrMapping/>
  </p:clrMapOvr>
</p:sld>
</file>

<file path=ppt/slides/slide7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fold Mo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465865" cy="914400"/>
          </a:xfrm>
          <a:custGeom>
            <a:avLst/>
            <a:gdLst>
              <a:gd name="T0" fmla="*/ 1264 w 2527"/>
              <a:gd name="T1" fmla="*/ 779 h 4960"/>
              <a:gd name="T2" fmla="*/ 2138 w 2527"/>
              <a:gd name="T3" fmla="*/ 1653 h 4960"/>
              <a:gd name="T4" fmla="*/ 2525 w 2527"/>
              <a:gd name="T5" fmla="*/ 1263 h 4960"/>
              <a:gd name="T6" fmla="*/ 1264 w 2527"/>
              <a:gd name="T7" fmla="*/ 0 h 4960"/>
              <a:gd name="T8" fmla="*/ 0 w 2527"/>
              <a:gd name="T9" fmla="*/ 1263 h 4960"/>
              <a:gd name="T10" fmla="*/ 390 w 2527"/>
              <a:gd name="T11" fmla="*/ 1653 h 4960"/>
              <a:gd name="T12" fmla="*/ 1264 w 2527"/>
              <a:gd name="T13" fmla="*/ 779 h 4960"/>
              <a:gd name="T14" fmla="*/ 1264 w 2527"/>
              <a:gd name="T15" fmla="*/ 4181 h 4960"/>
              <a:gd name="T16" fmla="*/ 390 w 2527"/>
              <a:gd name="T17" fmla="*/ 3307 h 4960"/>
              <a:gd name="T18" fmla="*/ 2 w 2527"/>
              <a:gd name="T19" fmla="*/ 3696 h 4960"/>
              <a:gd name="T20" fmla="*/ 1264 w 2527"/>
              <a:gd name="T21" fmla="*/ 4960 h 4960"/>
              <a:gd name="T22" fmla="*/ 2527 w 2527"/>
              <a:gd name="T23" fmla="*/ 3696 h 4960"/>
              <a:gd name="T24" fmla="*/ 2138 w 2527"/>
              <a:gd name="T25" fmla="*/ 3307 h 4960"/>
              <a:gd name="T26" fmla="*/ 1264 w 2527"/>
              <a:gd name="T27" fmla="*/ 4181 h 49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27" h="4960">
                <a:moveTo>
                  <a:pt x="1264" y="779"/>
                </a:moveTo>
                <a:lnTo>
                  <a:pt x="2138" y="1653"/>
                </a:lnTo>
                <a:lnTo>
                  <a:pt x="2525" y="1263"/>
                </a:lnTo>
                <a:lnTo>
                  <a:pt x="1264" y="0"/>
                </a:lnTo>
                <a:lnTo>
                  <a:pt x="0" y="1263"/>
                </a:lnTo>
                <a:lnTo>
                  <a:pt x="390" y="1653"/>
                </a:lnTo>
                <a:lnTo>
                  <a:pt x="1264" y="779"/>
                </a:lnTo>
                <a:close/>
                <a:moveTo>
                  <a:pt x="1264" y="4181"/>
                </a:moveTo>
                <a:lnTo>
                  <a:pt x="390" y="3307"/>
                </a:lnTo>
                <a:lnTo>
                  <a:pt x="2" y="3696"/>
                </a:lnTo>
                <a:lnTo>
                  <a:pt x="1264" y="4960"/>
                </a:lnTo>
                <a:lnTo>
                  <a:pt x="2527" y="3696"/>
                </a:lnTo>
                <a:lnTo>
                  <a:pt x="2138" y="3307"/>
                </a:lnTo>
                <a:lnTo>
                  <a:pt x="1264" y="4181"/>
                </a:lnTo>
                <a:close/>
              </a:path>
            </a:pathLst>
          </a:custGeom>
          <a:solidFill>
            <a:srgbClr val="5B9BD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80111"/>
      </p:ext>
    </p:extLst>
  </p:cSld>
  <p:clrMapOvr>
    <a:masterClrMapping/>
  </p:clrMapOvr>
</p:sld>
</file>

<file path=ppt/slides/slide7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DB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94106" cy="914400"/>
          </a:xfrm>
          <a:custGeom>
            <a:avLst/>
            <a:gdLst>
              <a:gd name="T0" fmla="*/ 0 w 1634"/>
              <a:gd name="T1" fmla="*/ 1699 h 2515"/>
              <a:gd name="T2" fmla="*/ 817 w 1634"/>
              <a:gd name="T3" fmla="*/ 2515 h 2515"/>
              <a:gd name="T4" fmla="*/ 1634 w 1634"/>
              <a:gd name="T5" fmla="*/ 1699 h 2515"/>
              <a:gd name="T6" fmla="*/ 1634 w 1634"/>
              <a:gd name="T7" fmla="*/ 1232 h 2515"/>
              <a:gd name="T8" fmla="*/ 0 w 1634"/>
              <a:gd name="T9" fmla="*/ 1232 h 2515"/>
              <a:gd name="T10" fmla="*/ 0 w 1634"/>
              <a:gd name="T11" fmla="*/ 1699 h 2515"/>
              <a:gd name="T12" fmla="*/ 1298 w 1634"/>
              <a:gd name="T13" fmla="*/ 342 h 2515"/>
              <a:gd name="T14" fmla="*/ 1543 w 1634"/>
              <a:gd name="T15" fmla="*/ 97 h 2515"/>
              <a:gd name="T16" fmla="*/ 1447 w 1634"/>
              <a:gd name="T17" fmla="*/ 0 h 2515"/>
              <a:gd name="T18" fmla="*/ 1179 w 1634"/>
              <a:gd name="T19" fmla="*/ 269 h 2515"/>
              <a:gd name="T20" fmla="*/ 817 w 1634"/>
              <a:gd name="T21" fmla="*/ 182 h 2515"/>
              <a:gd name="T22" fmla="*/ 457 w 1634"/>
              <a:gd name="T23" fmla="*/ 269 h 2515"/>
              <a:gd name="T24" fmla="*/ 187 w 1634"/>
              <a:gd name="T25" fmla="*/ 0 h 2515"/>
              <a:gd name="T26" fmla="*/ 91 w 1634"/>
              <a:gd name="T27" fmla="*/ 97 h 2515"/>
              <a:gd name="T28" fmla="*/ 336 w 1634"/>
              <a:gd name="T29" fmla="*/ 342 h 2515"/>
              <a:gd name="T30" fmla="*/ 0 w 1634"/>
              <a:gd name="T31" fmla="*/ 999 h 2515"/>
              <a:gd name="T32" fmla="*/ 0 w 1634"/>
              <a:gd name="T33" fmla="*/ 1115 h 2515"/>
              <a:gd name="T34" fmla="*/ 1634 w 1634"/>
              <a:gd name="T35" fmla="*/ 1115 h 2515"/>
              <a:gd name="T36" fmla="*/ 1634 w 1634"/>
              <a:gd name="T37" fmla="*/ 999 h 2515"/>
              <a:gd name="T38" fmla="*/ 1298 w 1634"/>
              <a:gd name="T39" fmla="*/ 342 h 2515"/>
              <a:gd name="T40" fmla="*/ 467 w 1634"/>
              <a:gd name="T41" fmla="*/ 882 h 2515"/>
              <a:gd name="T42" fmla="*/ 350 w 1634"/>
              <a:gd name="T43" fmla="*/ 765 h 2515"/>
              <a:gd name="T44" fmla="*/ 467 w 1634"/>
              <a:gd name="T45" fmla="*/ 649 h 2515"/>
              <a:gd name="T46" fmla="*/ 584 w 1634"/>
              <a:gd name="T47" fmla="*/ 765 h 2515"/>
              <a:gd name="T48" fmla="*/ 467 w 1634"/>
              <a:gd name="T49" fmla="*/ 882 h 2515"/>
              <a:gd name="T50" fmla="*/ 1167 w 1634"/>
              <a:gd name="T51" fmla="*/ 882 h 2515"/>
              <a:gd name="T52" fmla="*/ 1050 w 1634"/>
              <a:gd name="T53" fmla="*/ 765 h 2515"/>
              <a:gd name="T54" fmla="*/ 1167 w 1634"/>
              <a:gd name="T55" fmla="*/ 649 h 2515"/>
              <a:gd name="T56" fmla="*/ 1284 w 1634"/>
              <a:gd name="T57" fmla="*/ 765 h 2515"/>
              <a:gd name="T58" fmla="*/ 1167 w 1634"/>
              <a:gd name="T59" fmla="*/ 882 h 25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634" h="2515">
                <a:moveTo>
                  <a:pt x="0" y="1699"/>
                </a:moveTo>
                <a:cubicBezTo>
                  <a:pt x="0" y="2150"/>
                  <a:pt x="365" y="2515"/>
                  <a:pt x="817" y="2515"/>
                </a:cubicBezTo>
                <a:cubicBezTo>
                  <a:pt x="1269" y="2515"/>
                  <a:pt x="1634" y="2150"/>
                  <a:pt x="1634" y="1699"/>
                </a:cubicBezTo>
                <a:cubicBezTo>
                  <a:pt x="1634" y="1232"/>
                  <a:pt x="1634" y="1232"/>
                  <a:pt x="1634" y="1232"/>
                </a:cubicBezTo>
                <a:cubicBezTo>
                  <a:pt x="0" y="1232"/>
                  <a:pt x="0" y="1232"/>
                  <a:pt x="0" y="1232"/>
                </a:cubicBezTo>
                <a:lnTo>
                  <a:pt x="0" y="1699"/>
                </a:lnTo>
                <a:close/>
                <a:moveTo>
                  <a:pt x="1298" y="342"/>
                </a:moveTo>
                <a:cubicBezTo>
                  <a:pt x="1543" y="97"/>
                  <a:pt x="1543" y="97"/>
                  <a:pt x="1543" y="97"/>
                </a:cubicBezTo>
                <a:cubicBezTo>
                  <a:pt x="1447" y="0"/>
                  <a:pt x="1447" y="0"/>
                  <a:pt x="1447" y="0"/>
                </a:cubicBezTo>
                <a:cubicBezTo>
                  <a:pt x="1179" y="269"/>
                  <a:pt x="1179" y="269"/>
                  <a:pt x="1179" y="269"/>
                </a:cubicBezTo>
                <a:cubicBezTo>
                  <a:pt x="1069" y="215"/>
                  <a:pt x="948" y="182"/>
                  <a:pt x="817" y="182"/>
                </a:cubicBezTo>
                <a:cubicBezTo>
                  <a:pt x="686" y="182"/>
                  <a:pt x="565" y="215"/>
                  <a:pt x="457" y="269"/>
                </a:cubicBezTo>
                <a:cubicBezTo>
                  <a:pt x="187" y="0"/>
                  <a:pt x="187" y="0"/>
                  <a:pt x="187" y="0"/>
                </a:cubicBezTo>
                <a:cubicBezTo>
                  <a:pt x="91" y="97"/>
                  <a:pt x="91" y="97"/>
                  <a:pt x="91" y="97"/>
                </a:cubicBezTo>
                <a:cubicBezTo>
                  <a:pt x="336" y="342"/>
                  <a:pt x="336" y="342"/>
                  <a:pt x="336" y="342"/>
                </a:cubicBezTo>
                <a:cubicBezTo>
                  <a:pt x="133" y="490"/>
                  <a:pt x="0" y="728"/>
                  <a:pt x="0" y="999"/>
                </a:cubicBezTo>
                <a:cubicBezTo>
                  <a:pt x="0" y="1115"/>
                  <a:pt x="0" y="1115"/>
                  <a:pt x="0" y="1115"/>
                </a:cubicBezTo>
                <a:cubicBezTo>
                  <a:pt x="1634" y="1115"/>
                  <a:pt x="1634" y="1115"/>
                  <a:pt x="1634" y="1115"/>
                </a:cubicBezTo>
                <a:cubicBezTo>
                  <a:pt x="1634" y="999"/>
                  <a:pt x="1634" y="999"/>
                  <a:pt x="1634" y="999"/>
                </a:cubicBezTo>
                <a:cubicBezTo>
                  <a:pt x="1634" y="728"/>
                  <a:pt x="1501" y="490"/>
                  <a:pt x="1298" y="342"/>
                </a:cubicBezTo>
                <a:close/>
                <a:moveTo>
                  <a:pt x="467" y="882"/>
                </a:moveTo>
                <a:cubicBezTo>
                  <a:pt x="403" y="882"/>
                  <a:pt x="350" y="829"/>
                  <a:pt x="350" y="765"/>
                </a:cubicBezTo>
                <a:cubicBezTo>
                  <a:pt x="350" y="701"/>
                  <a:pt x="403" y="649"/>
                  <a:pt x="467" y="649"/>
                </a:cubicBezTo>
                <a:cubicBezTo>
                  <a:pt x="531" y="649"/>
                  <a:pt x="584" y="701"/>
                  <a:pt x="584" y="765"/>
                </a:cubicBezTo>
                <a:cubicBezTo>
                  <a:pt x="584" y="829"/>
                  <a:pt x="531" y="882"/>
                  <a:pt x="467" y="882"/>
                </a:cubicBezTo>
                <a:close/>
                <a:moveTo>
                  <a:pt x="1167" y="882"/>
                </a:moveTo>
                <a:cubicBezTo>
                  <a:pt x="1103" y="882"/>
                  <a:pt x="1050" y="829"/>
                  <a:pt x="1050" y="765"/>
                </a:cubicBezTo>
                <a:cubicBezTo>
                  <a:pt x="1050" y="701"/>
                  <a:pt x="1103" y="649"/>
                  <a:pt x="1167" y="649"/>
                </a:cubicBezTo>
                <a:cubicBezTo>
                  <a:pt x="1231" y="649"/>
                  <a:pt x="1284" y="701"/>
                  <a:pt x="1284" y="765"/>
                </a:cubicBezTo>
                <a:cubicBezTo>
                  <a:pt x="1284" y="829"/>
                  <a:pt x="1231" y="882"/>
                  <a:pt x="1167" y="8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7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irline Seat Fla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08744"/>
          </a:xfrm>
          <a:custGeom>
            <a:avLst/>
            <a:gdLst>
              <a:gd name="T0" fmla="*/ 2369 w 2369"/>
              <a:gd name="T1" fmla="*/ 501 h 1318"/>
              <a:gd name="T2" fmla="*/ 2369 w 2369"/>
              <a:gd name="T3" fmla="*/ 735 h 1318"/>
              <a:gd name="T4" fmla="*/ 852 w 2369"/>
              <a:gd name="T5" fmla="*/ 735 h 1318"/>
              <a:gd name="T6" fmla="*/ 852 w 2369"/>
              <a:gd name="T7" fmla="*/ 35 h 1318"/>
              <a:gd name="T8" fmla="*/ 1902 w 2369"/>
              <a:gd name="T9" fmla="*/ 35 h 1318"/>
              <a:gd name="T10" fmla="*/ 2369 w 2369"/>
              <a:gd name="T11" fmla="*/ 501 h 1318"/>
              <a:gd name="T12" fmla="*/ 35 w 2369"/>
              <a:gd name="T13" fmla="*/ 851 h 1318"/>
              <a:gd name="T14" fmla="*/ 35 w 2369"/>
              <a:gd name="T15" fmla="*/ 1085 h 1318"/>
              <a:gd name="T16" fmla="*/ 735 w 2369"/>
              <a:gd name="T17" fmla="*/ 1085 h 1318"/>
              <a:gd name="T18" fmla="*/ 735 w 2369"/>
              <a:gd name="T19" fmla="*/ 1318 h 1318"/>
              <a:gd name="T20" fmla="*/ 1669 w 2369"/>
              <a:gd name="T21" fmla="*/ 1318 h 1318"/>
              <a:gd name="T22" fmla="*/ 1669 w 2369"/>
              <a:gd name="T23" fmla="*/ 1085 h 1318"/>
              <a:gd name="T24" fmla="*/ 2369 w 2369"/>
              <a:gd name="T25" fmla="*/ 1085 h 1318"/>
              <a:gd name="T26" fmla="*/ 2369 w 2369"/>
              <a:gd name="T27" fmla="*/ 851 h 1318"/>
              <a:gd name="T28" fmla="*/ 35 w 2369"/>
              <a:gd name="T29" fmla="*/ 851 h 1318"/>
              <a:gd name="T30" fmla="*/ 635 w 2369"/>
              <a:gd name="T31" fmla="*/ 630 h 1318"/>
              <a:gd name="T32" fmla="*/ 630 w 2369"/>
              <a:gd name="T33" fmla="*/ 135 h 1318"/>
              <a:gd name="T34" fmla="*/ 136 w 2369"/>
              <a:gd name="T35" fmla="*/ 140 h 1318"/>
              <a:gd name="T36" fmla="*/ 140 w 2369"/>
              <a:gd name="T37" fmla="*/ 634 h 1318"/>
              <a:gd name="T38" fmla="*/ 635 w 2369"/>
              <a:gd name="T39" fmla="*/ 630 h 13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69" h="1318">
                <a:moveTo>
                  <a:pt x="2369" y="501"/>
                </a:moveTo>
                <a:cubicBezTo>
                  <a:pt x="2369" y="735"/>
                  <a:pt x="2369" y="735"/>
                  <a:pt x="2369" y="735"/>
                </a:cubicBezTo>
                <a:cubicBezTo>
                  <a:pt x="852" y="735"/>
                  <a:pt x="852" y="735"/>
                  <a:pt x="852" y="735"/>
                </a:cubicBezTo>
                <a:cubicBezTo>
                  <a:pt x="852" y="35"/>
                  <a:pt x="852" y="35"/>
                  <a:pt x="852" y="35"/>
                </a:cubicBezTo>
                <a:cubicBezTo>
                  <a:pt x="1902" y="35"/>
                  <a:pt x="1902" y="35"/>
                  <a:pt x="1902" y="35"/>
                </a:cubicBezTo>
                <a:cubicBezTo>
                  <a:pt x="2160" y="35"/>
                  <a:pt x="2369" y="244"/>
                  <a:pt x="2369" y="501"/>
                </a:cubicBezTo>
                <a:close/>
                <a:moveTo>
                  <a:pt x="35" y="851"/>
                </a:moveTo>
                <a:cubicBezTo>
                  <a:pt x="35" y="1085"/>
                  <a:pt x="35" y="1085"/>
                  <a:pt x="35" y="1085"/>
                </a:cubicBezTo>
                <a:cubicBezTo>
                  <a:pt x="735" y="1085"/>
                  <a:pt x="735" y="1085"/>
                  <a:pt x="735" y="1085"/>
                </a:cubicBezTo>
                <a:cubicBezTo>
                  <a:pt x="735" y="1318"/>
                  <a:pt x="735" y="1318"/>
                  <a:pt x="735" y="1318"/>
                </a:cubicBezTo>
                <a:cubicBezTo>
                  <a:pt x="1669" y="1318"/>
                  <a:pt x="1669" y="1318"/>
                  <a:pt x="1669" y="1318"/>
                </a:cubicBezTo>
                <a:cubicBezTo>
                  <a:pt x="1669" y="1085"/>
                  <a:pt x="1669" y="1085"/>
                  <a:pt x="1669" y="1085"/>
                </a:cubicBezTo>
                <a:cubicBezTo>
                  <a:pt x="2369" y="1085"/>
                  <a:pt x="2369" y="1085"/>
                  <a:pt x="2369" y="1085"/>
                </a:cubicBezTo>
                <a:cubicBezTo>
                  <a:pt x="2369" y="851"/>
                  <a:pt x="2369" y="851"/>
                  <a:pt x="2369" y="851"/>
                </a:cubicBezTo>
                <a:lnTo>
                  <a:pt x="35" y="851"/>
                </a:lnTo>
                <a:close/>
                <a:moveTo>
                  <a:pt x="635" y="630"/>
                </a:moveTo>
                <a:cubicBezTo>
                  <a:pt x="770" y="491"/>
                  <a:pt x="768" y="270"/>
                  <a:pt x="630" y="135"/>
                </a:cubicBezTo>
                <a:cubicBezTo>
                  <a:pt x="492" y="0"/>
                  <a:pt x="271" y="2"/>
                  <a:pt x="136" y="140"/>
                </a:cubicBezTo>
                <a:cubicBezTo>
                  <a:pt x="0" y="278"/>
                  <a:pt x="3" y="499"/>
                  <a:pt x="140" y="634"/>
                </a:cubicBezTo>
                <a:cubicBezTo>
                  <a:pt x="279" y="770"/>
                  <a:pt x="500" y="767"/>
                  <a:pt x="635" y="63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7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irline Seat Flat Ang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33852"/>
          </a:xfrm>
          <a:custGeom>
            <a:avLst/>
            <a:gdLst>
              <a:gd name="T0" fmla="*/ 2421 w 2511"/>
              <a:gd name="T1" fmla="*/ 1191 h 1741"/>
              <a:gd name="T2" fmla="*/ 2340 w 2511"/>
              <a:gd name="T3" fmla="*/ 1412 h 1741"/>
              <a:gd name="T4" fmla="*/ 898 w 2511"/>
              <a:gd name="T5" fmla="*/ 890 h 1741"/>
              <a:gd name="T6" fmla="*/ 1141 w 2511"/>
              <a:gd name="T7" fmla="*/ 230 h 1741"/>
              <a:gd name="T8" fmla="*/ 2140 w 2511"/>
              <a:gd name="T9" fmla="*/ 590 h 1741"/>
              <a:gd name="T10" fmla="*/ 2421 w 2511"/>
              <a:gd name="T11" fmla="*/ 1191 h 1741"/>
              <a:gd name="T12" fmla="*/ 0 w 2511"/>
              <a:gd name="T13" fmla="*/ 940 h 1741"/>
              <a:gd name="T14" fmla="*/ 758 w 2511"/>
              <a:gd name="T15" fmla="*/ 1213 h 1741"/>
              <a:gd name="T16" fmla="*/ 758 w 2511"/>
              <a:gd name="T17" fmla="*/ 1741 h 1741"/>
              <a:gd name="T18" fmla="*/ 1692 w 2511"/>
              <a:gd name="T19" fmla="*/ 1741 h 1741"/>
              <a:gd name="T20" fmla="*/ 1692 w 2511"/>
              <a:gd name="T21" fmla="*/ 1551 h 1741"/>
              <a:gd name="T22" fmla="*/ 2219 w 2511"/>
              <a:gd name="T23" fmla="*/ 1741 h 1741"/>
              <a:gd name="T24" fmla="*/ 2299 w 2511"/>
              <a:gd name="T25" fmla="*/ 1520 h 1741"/>
              <a:gd name="T26" fmla="*/ 80 w 2511"/>
              <a:gd name="T27" fmla="*/ 720 h 1741"/>
              <a:gd name="T28" fmla="*/ 0 w 2511"/>
              <a:gd name="T29" fmla="*/ 940 h 1741"/>
              <a:gd name="T30" fmla="*/ 677 w 2511"/>
              <a:gd name="T31" fmla="*/ 714 h 1741"/>
              <a:gd name="T32" fmla="*/ 841 w 2511"/>
              <a:gd name="T33" fmla="*/ 247 h 1741"/>
              <a:gd name="T34" fmla="*/ 373 w 2511"/>
              <a:gd name="T35" fmla="*/ 84 h 1741"/>
              <a:gd name="T36" fmla="*/ 210 w 2511"/>
              <a:gd name="T37" fmla="*/ 551 h 1741"/>
              <a:gd name="T38" fmla="*/ 677 w 2511"/>
              <a:gd name="T39" fmla="*/ 714 h 17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511" h="1741">
                <a:moveTo>
                  <a:pt x="2421" y="1191"/>
                </a:moveTo>
                <a:cubicBezTo>
                  <a:pt x="2340" y="1412"/>
                  <a:pt x="2340" y="1412"/>
                  <a:pt x="2340" y="1412"/>
                </a:cubicBezTo>
                <a:cubicBezTo>
                  <a:pt x="898" y="890"/>
                  <a:pt x="898" y="890"/>
                  <a:pt x="898" y="890"/>
                </a:cubicBezTo>
                <a:cubicBezTo>
                  <a:pt x="1141" y="230"/>
                  <a:pt x="1141" y="230"/>
                  <a:pt x="1141" y="230"/>
                </a:cubicBezTo>
                <a:cubicBezTo>
                  <a:pt x="2140" y="590"/>
                  <a:pt x="2140" y="590"/>
                  <a:pt x="2140" y="590"/>
                </a:cubicBezTo>
                <a:cubicBezTo>
                  <a:pt x="2385" y="679"/>
                  <a:pt x="2511" y="947"/>
                  <a:pt x="2421" y="1191"/>
                </a:cubicBezTo>
                <a:close/>
                <a:moveTo>
                  <a:pt x="0" y="940"/>
                </a:moveTo>
                <a:cubicBezTo>
                  <a:pt x="758" y="1213"/>
                  <a:pt x="758" y="1213"/>
                  <a:pt x="758" y="1213"/>
                </a:cubicBezTo>
                <a:cubicBezTo>
                  <a:pt x="758" y="1741"/>
                  <a:pt x="758" y="1741"/>
                  <a:pt x="758" y="1741"/>
                </a:cubicBezTo>
                <a:cubicBezTo>
                  <a:pt x="1692" y="1741"/>
                  <a:pt x="1692" y="1741"/>
                  <a:pt x="1692" y="1741"/>
                </a:cubicBezTo>
                <a:cubicBezTo>
                  <a:pt x="1692" y="1551"/>
                  <a:pt x="1692" y="1551"/>
                  <a:pt x="1692" y="1551"/>
                </a:cubicBezTo>
                <a:cubicBezTo>
                  <a:pt x="2219" y="1741"/>
                  <a:pt x="2219" y="1741"/>
                  <a:pt x="2219" y="1741"/>
                </a:cubicBezTo>
                <a:cubicBezTo>
                  <a:pt x="2299" y="1520"/>
                  <a:pt x="2299" y="1520"/>
                  <a:pt x="2299" y="1520"/>
                </a:cubicBezTo>
                <a:cubicBezTo>
                  <a:pt x="80" y="720"/>
                  <a:pt x="80" y="720"/>
                  <a:pt x="80" y="720"/>
                </a:cubicBezTo>
                <a:lnTo>
                  <a:pt x="0" y="940"/>
                </a:lnTo>
                <a:close/>
                <a:moveTo>
                  <a:pt x="677" y="714"/>
                </a:moveTo>
                <a:cubicBezTo>
                  <a:pt x="851" y="630"/>
                  <a:pt x="924" y="421"/>
                  <a:pt x="841" y="247"/>
                </a:cubicBezTo>
                <a:cubicBezTo>
                  <a:pt x="757" y="73"/>
                  <a:pt x="548" y="0"/>
                  <a:pt x="373" y="84"/>
                </a:cubicBezTo>
                <a:cubicBezTo>
                  <a:pt x="199" y="167"/>
                  <a:pt x="126" y="376"/>
                  <a:pt x="210" y="551"/>
                </a:cubicBezTo>
                <a:cubicBezTo>
                  <a:pt x="293" y="725"/>
                  <a:pt x="502" y="798"/>
                  <a:pt x="677" y="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8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irline Seat Individual Sui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15417"/>
          </a:xfrm>
          <a:custGeom>
            <a:avLst/>
            <a:gdLst>
              <a:gd name="T0" fmla="*/ 700 w 2566"/>
              <a:gd name="T1" fmla="*/ 700 h 1166"/>
              <a:gd name="T2" fmla="*/ 1050 w 2566"/>
              <a:gd name="T3" fmla="*/ 350 h 1166"/>
              <a:gd name="T4" fmla="*/ 700 w 2566"/>
              <a:gd name="T5" fmla="*/ 0 h 1166"/>
              <a:gd name="T6" fmla="*/ 350 w 2566"/>
              <a:gd name="T7" fmla="*/ 350 h 1166"/>
              <a:gd name="T8" fmla="*/ 700 w 2566"/>
              <a:gd name="T9" fmla="*/ 700 h 1166"/>
              <a:gd name="T10" fmla="*/ 2100 w 2566"/>
              <a:gd name="T11" fmla="*/ 0 h 1166"/>
              <a:gd name="T12" fmla="*/ 1166 w 2566"/>
              <a:gd name="T13" fmla="*/ 0 h 1166"/>
              <a:gd name="T14" fmla="*/ 1166 w 2566"/>
              <a:gd name="T15" fmla="*/ 816 h 1166"/>
              <a:gd name="T16" fmla="*/ 233 w 2566"/>
              <a:gd name="T17" fmla="*/ 816 h 1166"/>
              <a:gd name="T18" fmla="*/ 233 w 2566"/>
              <a:gd name="T19" fmla="*/ 0 h 1166"/>
              <a:gd name="T20" fmla="*/ 0 w 2566"/>
              <a:gd name="T21" fmla="*/ 0 h 1166"/>
              <a:gd name="T22" fmla="*/ 0 w 2566"/>
              <a:gd name="T23" fmla="*/ 1166 h 1166"/>
              <a:gd name="T24" fmla="*/ 2566 w 2566"/>
              <a:gd name="T25" fmla="*/ 1166 h 1166"/>
              <a:gd name="T26" fmla="*/ 2566 w 2566"/>
              <a:gd name="T27" fmla="*/ 466 h 1166"/>
              <a:gd name="T28" fmla="*/ 2100 w 2566"/>
              <a:gd name="T29" fmla="*/ 0 h 1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566" h="1166">
                <a:moveTo>
                  <a:pt x="700" y="700"/>
                </a:moveTo>
                <a:cubicBezTo>
                  <a:pt x="892" y="700"/>
                  <a:pt x="1050" y="542"/>
                  <a:pt x="1050" y="350"/>
                </a:cubicBezTo>
                <a:cubicBezTo>
                  <a:pt x="1050" y="157"/>
                  <a:pt x="892" y="0"/>
                  <a:pt x="700" y="0"/>
                </a:cubicBezTo>
                <a:cubicBezTo>
                  <a:pt x="507" y="0"/>
                  <a:pt x="350" y="157"/>
                  <a:pt x="350" y="350"/>
                </a:cubicBezTo>
                <a:cubicBezTo>
                  <a:pt x="350" y="542"/>
                  <a:pt x="507" y="700"/>
                  <a:pt x="700" y="700"/>
                </a:cubicBezTo>
                <a:close/>
                <a:moveTo>
                  <a:pt x="2100" y="0"/>
                </a:moveTo>
                <a:cubicBezTo>
                  <a:pt x="1166" y="0"/>
                  <a:pt x="1166" y="0"/>
                  <a:pt x="1166" y="0"/>
                </a:cubicBezTo>
                <a:cubicBezTo>
                  <a:pt x="1166" y="816"/>
                  <a:pt x="1166" y="816"/>
                  <a:pt x="1166" y="816"/>
                </a:cubicBezTo>
                <a:cubicBezTo>
                  <a:pt x="233" y="816"/>
                  <a:pt x="233" y="816"/>
                  <a:pt x="233" y="816"/>
                </a:cubicBezTo>
                <a:cubicBezTo>
                  <a:pt x="233" y="0"/>
                  <a:pt x="233" y="0"/>
                  <a:pt x="23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166"/>
                  <a:pt x="0" y="1166"/>
                  <a:pt x="0" y="1166"/>
                </a:cubicBezTo>
                <a:cubicBezTo>
                  <a:pt x="2566" y="1166"/>
                  <a:pt x="2566" y="1166"/>
                  <a:pt x="2566" y="1166"/>
                </a:cubicBezTo>
                <a:cubicBezTo>
                  <a:pt x="2566" y="466"/>
                  <a:pt x="2566" y="466"/>
                  <a:pt x="2566" y="466"/>
                </a:cubicBezTo>
                <a:cubicBezTo>
                  <a:pt x="2566" y="209"/>
                  <a:pt x="2357" y="0"/>
                  <a:pt x="210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8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irline Seat Legroom Extra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75310"/>
          </a:xfrm>
          <a:custGeom>
            <a:avLst/>
            <a:gdLst>
              <a:gd name="T0" fmla="*/ 234 w 2477"/>
              <a:gd name="T1" fmla="*/ 1050 h 2100"/>
              <a:gd name="T2" fmla="*/ 234 w 2477"/>
              <a:gd name="T3" fmla="*/ 0 h 2100"/>
              <a:gd name="T4" fmla="*/ 0 w 2477"/>
              <a:gd name="T5" fmla="*/ 0 h 2100"/>
              <a:gd name="T6" fmla="*/ 0 w 2477"/>
              <a:gd name="T7" fmla="*/ 1050 h 2100"/>
              <a:gd name="T8" fmla="*/ 584 w 2477"/>
              <a:gd name="T9" fmla="*/ 1633 h 2100"/>
              <a:gd name="T10" fmla="*/ 1284 w 2477"/>
              <a:gd name="T11" fmla="*/ 1633 h 2100"/>
              <a:gd name="T12" fmla="*/ 1284 w 2477"/>
              <a:gd name="T13" fmla="*/ 1400 h 2100"/>
              <a:gd name="T14" fmla="*/ 584 w 2477"/>
              <a:gd name="T15" fmla="*/ 1400 h 2100"/>
              <a:gd name="T16" fmla="*/ 234 w 2477"/>
              <a:gd name="T17" fmla="*/ 1050 h 2100"/>
              <a:gd name="T18" fmla="*/ 2431 w 2477"/>
              <a:gd name="T19" fmla="*/ 1661 h 2100"/>
              <a:gd name="T20" fmla="*/ 2194 w 2477"/>
              <a:gd name="T21" fmla="*/ 1588 h 2100"/>
              <a:gd name="T22" fmla="*/ 2066 w 2477"/>
              <a:gd name="T23" fmla="*/ 1646 h 2100"/>
              <a:gd name="T24" fmla="*/ 1669 w 2477"/>
              <a:gd name="T25" fmla="*/ 832 h 2100"/>
              <a:gd name="T26" fmla="*/ 1460 w 2477"/>
              <a:gd name="T27" fmla="*/ 701 h 2100"/>
              <a:gd name="T28" fmla="*/ 1050 w 2477"/>
              <a:gd name="T29" fmla="*/ 700 h 2100"/>
              <a:gd name="T30" fmla="*/ 1050 w 2477"/>
              <a:gd name="T31" fmla="*/ 0 h 2100"/>
              <a:gd name="T32" fmla="*/ 350 w 2477"/>
              <a:gd name="T33" fmla="*/ 0 h 2100"/>
              <a:gd name="T34" fmla="*/ 350 w 2477"/>
              <a:gd name="T35" fmla="*/ 933 h 2100"/>
              <a:gd name="T36" fmla="*/ 700 w 2477"/>
              <a:gd name="T37" fmla="*/ 1283 h 2100"/>
              <a:gd name="T38" fmla="*/ 1517 w 2477"/>
              <a:gd name="T39" fmla="*/ 1283 h 2100"/>
              <a:gd name="T40" fmla="*/ 1915 w 2477"/>
              <a:gd name="T41" fmla="*/ 2100 h 2100"/>
              <a:gd name="T42" fmla="*/ 2349 w 2477"/>
              <a:gd name="T43" fmla="*/ 1902 h 2100"/>
              <a:gd name="T44" fmla="*/ 2431 w 2477"/>
              <a:gd name="T45" fmla="*/ 1661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477" h="2100">
                <a:moveTo>
                  <a:pt x="234" y="1050"/>
                </a:moveTo>
                <a:cubicBezTo>
                  <a:pt x="234" y="0"/>
                  <a:pt x="234" y="0"/>
                  <a:pt x="23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050"/>
                  <a:pt x="0" y="1050"/>
                  <a:pt x="0" y="1050"/>
                </a:cubicBezTo>
                <a:cubicBezTo>
                  <a:pt x="0" y="1372"/>
                  <a:pt x="262" y="1633"/>
                  <a:pt x="584" y="1633"/>
                </a:cubicBezTo>
                <a:cubicBezTo>
                  <a:pt x="1284" y="1633"/>
                  <a:pt x="1284" y="1633"/>
                  <a:pt x="1284" y="1633"/>
                </a:cubicBezTo>
                <a:cubicBezTo>
                  <a:pt x="1284" y="1400"/>
                  <a:pt x="1284" y="1400"/>
                  <a:pt x="1284" y="1400"/>
                </a:cubicBezTo>
                <a:cubicBezTo>
                  <a:pt x="584" y="1400"/>
                  <a:pt x="584" y="1400"/>
                  <a:pt x="584" y="1400"/>
                </a:cubicBezTo>
                <a:cubicBezTo>
                  <a:pt x="390" y="1400"/>
                  <a:pt x="234" y="1244"/>
                  <a:pt x="234" y="1050"/>
                </a:cubicBezTo>
                <a:close/>
                <a:moveTo>
                  <a:pt x="2431" y="1661"/>
                </a:moveTo>
                <a:cubicBezTo>
                  <a:pt x="2386" y="1577"/>
                  <a:pt x="2280" y="1548"/>
                  <a:pt x="2194" y="1588"/>
                </a:cubicBezTo>
                <a:cubicBezTo>
                  <a:pt x="2066" y="1646"/>
                  <a:pt x="2066" y="1646"/>
                  <a:pt x="2066" y="1646"/>
                </a:cubicBezTo>
                <a:cubicBezTo>
                  <a:pt x="1669" y="832"/>
                  <a:pt x="1669" y="832"/>
                  <a:pt x="1669" y="832"/>
                </a:cubicBezTo>
                <a:cubicBezTo>
                  <a:pt x="1629" y="753"/>
                  <a:pt x="1548" y="701"/>
                  <a:pt x="1460" y="701"/>
                </a:cubicBezTo>
                <a:cubicBezTo>
                  <a:pt x="1050" y="700"/>
                  <a:pt x="1050" y="700"/>
                  <a:pt x="1050" y="700"/>
                </a:cubicBezTo>
                <a:cubicBezTo>
                  <a:pt x="1050" y="0"/>
                  <a:pt x="1050" y="0"/>
                  <a:pt x="1050" y="0"/>
                </a:cubicBezTo>
                <a:cubicBezTo>
                  <a:pt x="350" y="0"/>
                  <a:pt x="350" y="0"/>
                  <a:pt x="350" y="0"/>
                </a:cubicBezTo>
                <a:cubicBezTo>
                  <a:pt x="350" y="933"/>
                  <a:pt x="350" y="933"/>
                  <a:pt x="350" y="933"/>
                </a:cubicBezTo>
                <a:cubicBezTo>
                  <a:pt x="350" y="1127"/>
                  <a:pt x="507" y="1283"/>
                  <a:pt x="700" y="1283"/>
                </a:cubicBezTo>
                <a:cubicBezTo>
                  <a:pt x="1517" y="1283"/>
                  <a:pt x="1517" y="1283"/>
                  <a:pt x="1517" y="1283"/>
                </a:cubicBezTo>
                <a:cubicBezTo>
                  <a:pt x="1915" y="2100"/>
                  <a:pt x="1915" y="2100"/>
                  <a:pt x="1915" y="2100"/>
                </a:cubicBezTo>
                <a:cubicBezTo>
                  <a:pt x="2349" y="1902"/>
                  <a:pt x="2349" y="1902"/>
                  <a:pt x="2349" y="1902"/>
                </a:cubicBezTo>
                <a:cubicBezTo>
                  <a:pt x="2439" y="1860"/>
                  <a:pt x="2477" y="1750"/>
                  <a:pt x="2431" y="166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8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irline Seat Legroom Norma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6044"/>
          </a:xfrm>
          <a:custGeom>
            <a:avLst/>
            <a:gdLst>
              <a:gd name="T0" fmla="*/ 233 w 2217"/>
              <a:gd name="T1" fmla="*/ 1050 h 2100"/>
              <a:gd name="T2" fmla="*/ 233 w 2217"/>
              <a:gd name="T3" fmla="*/ 0 h 2100"/>
              <a:gd name="T4" fmla="*/ 0 w 2217"/>
              <a:gd name="T5" fmla="*/ 0 h 2100"/>
              <a:gd name="T6" fmla="*/ 0 w 2217"/>
              <a:gd name="T7" fmla="*/ 1050 h 2100"/>
              <a:gd name="T8" fmla="*/ 583 w 2217"/>
              <a:gd name="T9" fmla="*/ 1633 h 2100"/>
              <a:gd name="T10" fmla="*/ 1283 w 2217"/>
              <a:gd name="T11" fmla="*/ 1633 h 2100"/>
              <a:gd name="T12" fmla="*/ 1283 w 2217"/>
              <a:gd name="T13" fmla="*/ 1400 h 2100"/>
              <a:gd name="T14" fmla="*/ 583 w 2217"/>
              <a:gd name="T15" fmla="*/ 1400 h 2100"/>
              <a:gd name="T16" fmla="*/ 233 w 2217"/>
              <a:gd name="T17" fmla="*/ 1050 h 2100"/>
              <a:gd name="T18" fmla="*/ 2042 w 2217"/>
              <a:gd name="T19" fmla="*/ 1750 h 2100"/>
              <a:gd name="T20" fmla="*/ 1867 w 2217"/>
              <a:gd name="T21" fmla="*/ 1750 h 2100"/>
              <a:gd name="T22" fmla="*/ 1867 w 2217"/>
              <a:gd name="T23" fmla="*/ 933 h 2100"/>
              <a:gd name="T24" fmla="*/ 1633 w 2217"/>
              <a:gd name="T25" fmla="*/ 700 h 2100"/>
              <a:gd name="T26" fmla="*/ 1050 w 2217"/>
              <a:gd name="T27" fmla="*/ 700 h 2100"/>
              <a:gd name="T28" fmla="*/ 1050 w 2217"/>
              <a:gd name="T29" fmla="*/ 0 h 2100"/>
              <a:gd name="T30" fmla="*/ 350 w 2217"/>
              <a:gd name="T31" fmla="*/ 0 h 2100"/>
              <a:gd name="T32" fmla="*/ 350 w 2217"/>
              <a:gd name="T33" fmla="*/ 933 h 2100"/>
              <a:gd name="T34" fmla="*/ 700 w 2217"/>
              <a:gd name="T35" fmla="*/ 1283 h 2100"/>
              <a:gd name="T36" fmla="*/ 1517 w 2217"/>
              <a:gd name="T37" fmla="*/ 1283 h 2100"/>
              <a:gd name="T38" fmla="*/ 1517 w 2217"/>
              <a:gd name="T39" fmla="*/ 2100 h 2100"/>
              <a:gd name="T40" fmla="*/ 2042 w 2217"/>
              <a:gd name="T41" fmla="*/ 2100 h 2100"/>
              <a:gd name="T42" fmla="*/ 2217 w 2217"/>
              <a:gd name="T43" fmla="*/ 1925 h 2100"/>
              <a:gd name="T44" fmla="*/ 2042 w 2217"/>
              <a:gd name="T45" fmla="*/ 175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217" h="2100">
                <a:moveTo>
                  <a:pt x="233" y="1050"/>
                </a:moveTo>
                <a:cubicBezTo>
                  <a:pt x="233" y="0"/>
                  <a:pt x="233" y="0"/>
                  <a:pt x="23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050"/>
                  <a:pt x="0" y="1050"/>
                  <a:pt x="0" y="1050"/>
                </a:cubicBezTo>
                <a:cubicBezTo>
                  <a:pt x="0" y="1372"/>
                  <a:pt x="261" y="1633"/>
                  <a:pt x="583" y="1633"/>
                </a:cubicBezTo>
                <a:cubicBezTo>
                  <a:pt x="1283" y="1633"/>
                  <a:pt x="1283" y="1633"/>
                  <a:pt x="1283" y="1633"/>
                </a:cubicBezTo>
                <a:cubicBezTo>
                  <a:pt x="1283" y="1400"/>
                  <a:pt x="1283" y="1400"/>
                  <a:pt x="1283" y="1400"/>
                </a:cubicBezTo>
                <a:cubicBezTo>
                  <a:pt x="583" y="1400"/>
                  <a:pt x="583" y="1400"/>
                  <a:pt x="583" y="1400"/>
                </a:cubicBezTo>
                <a:cubicBezTo>
                  <a:pt x="390" y="1400"/>
                  <a:pt x="233" y="1244"/>
                  <a:pt x="233" y="1050"/>
                </a:cubicBezTo>
                <a:close/>
                <a:moveTo>
                  <a:pt x="2042" y="1750"/>
                </a:moveTo>
                <a:cubicBezTo>
                  <a:pt x="1867" y="1750"/>
                  <a:pt x="1867" y="1750"/>
                  <a:pt x="1867" y="1750"/>
                </a:cubicBezTo>
                <a:cubicBezTo>
                  <a:pt x="1867" y="933"/>
                  <a:pt x="1867" y="933"/>
                  <a:pt x="1867" y="933"/>
                </a:cubicBezTo>
                <a:cubicBezTo>
                  <a:pt x="1867" y="805"/>
                  <a:pt x="1762" y="700"/>
                  <a:pt x="1633" y="700"/>
                </a:cubicBezTo>
                <a:cubicBezTo>
                  <a:pt x="1050" y="700"/>
                  <a:pt x="1050" y="700"/>
                  <a:pt x="1050" y="700"/>
                </a:cubicBezTo>
                <a:cubicBezTo>
                  <a:pt x="1050" y="0"/>
                  <a:pt x="1050" y="0"/>
                  <a:pt x="1050" y="0"/>
                </a:cubicBezTo>
                <a:cubicBezTo>
                  <a:pt x="350" y="0"/>
                  <a:pt x="350" y="0"/>
                  <a:pt x="350" y="0"/>
                </a:cubicBezTo>
                <a:cubicBezTo>
                  <a:pt x="350" y="933"/>
                  <a:pt x="350" y="933"/>
                  <a:pt x="350" y="933"/>
                </a:cubicBezTo>
                <a:cubicBezTo>
                  <a:pt x="350" y="1126"/>
                  <a:pt x="508" y="1283"/>
                  <a:pt x="700" y="1283"/>
                </a:cubicBezTo>
                <a:cubicBezTo>
                  <a:pt x="1517" y="1283"/>
                  <a:pt x="1517" y="1283"/>
                  <a:pt x="1517" y="1283"/>
                </a:cubicBezTo>
                <a:cubicBezTo>
                  <a:pt x="1517" y="2100"/>
                  <a:pt x="1517" y="2100"/>
                  <a:pt x="1517" y="2100"/>
                </a:cubicBezTo>
                <a:cubicBezTo>
                  <a:pt x="2042" y="2100"/>
                  <a:pt x="2042" y="2100"/>
                  <a:pt x="2042" y="2100"/>
                </a:cubicBezTo>
                <a:cubicBezTo>
                  <a:pt x="2139" y="2100"/>
                  <a:pt x="2217" y="2022"/>
                  <a:pt x="2217" y="1925"/>
                </a:cubicBezTo>
                <a:cubicBezTo>
                  <a:pt x="2217" y="1828"/>
                  <a:pt x="2139" y="1750"/>
                  <a:pt x="2042" y="17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8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irline Seat Legroom Reduc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71270" cy="914400"/>
          </a:xfrm>
          <a:custGeom>
            <a:avLst/>
            <a:gdLst>
              <a:gd name="T0" fmla="*/ 1980 w 2001"/>
              <a:gd name="T1" fmla="*/ 1890 h 2100"/>
              <a:gd name="T2" fmla="*/ 1808 w 2001"/>
              <a:gd name="T3" fmla="*/ 2100 h 2100"/>
              <a:gd name="T4" fmla="*/ 1283 w 2001"/>
              <a:gd name="T5" fmla="*/ 2100 h 2100"/>
              <a:gd name="T6" fmla="*/ 1283 w 2001"/>
              <a:gd name="T7" fmla="*/ 1750 h 2100"/>
              <a:gd name="T8" fmla="*/ 1400 w 2001"/>
              <a:gd name="T9" fmla="*/ 1283 h 2100"/>
              <a:gd name="T10" fmla="*/ 700 w 2001"/>
              <a:gd name="T11" fmla="*/ 1283 h 2100"/>
              <a:gd name="T12" fmla="*/ 350 w 2001"/>
              <a:gd name="T13" fmla="*/ 933 h 2100"/>
              <a:gd name="T14" fmla="*/ 350 w 2001"/>
              <a:gd name="T15" fmla="*/ 0 h 2100"/>
              <a:gd name="T16" fmla="*/ 1050 w 2001"/>
              <a:gd name="T17" fmla="*/ 0 h 2100"/>
              <a:gd name="T18" fmla="*/ 1050 w 2001"/>
              <a:gd name="T19" fmla="*/ 700 h 2100"/>
              <a:gd name="T20" fmla="*/ 1633 w 2001"/>
              <a:gd name="T21" fmla="*/ 700 h 2100"/>
              <a:gd name="T22" fmla="*/ 1867 w 2001"/>
              <a:gd name="T23" fmla="*/ 933 h 2100"/>
              <a:gd name="T24" fmla="*/ 1633 w 2001"/>
              <a:gd name="T25" fmla="*/ 1750 h 2100"/>
              <a:gd name="T26" fmla="*/ 1801 w 2001"/>
              <a:gd name="T27" fmla="*/ 1750 h 2100"/>
              <a:gd name="T28" fmla="*/ 1980 w 2001"/>
              <a:gd name="T29" fmla="*/ 1890 h 2100"/>
              <a:gd name="T30" fmla="*/ 233 w 2001"/>
              <a:gd name="T31" fmla="*/ 1050 h 2100"/>
              <a:gd name="T32" fmla="*/ 233 w 2001"/>
              <a:gd name="T33" fmla="*/ 0 h 2100"/>
              <a:gd name="T34" fmla="*/ 0 w 2001"/>
              <a:gd name="T35" fmla="*/ 0 h 2100"/>
              <a:gd name="T36" fmla="*/ 0 w 2001"/>
              <a:gd name="T37" fmla="*/ 1050 h 2100"/>
              <a:gd name="T38" fmla="*/ 583 w 2001"/>
              <a:gd name="T39" fmla="*/ 1633 h 2100"/>
              <a:gd name="T40" fmla="*/ 1050 w 2001"/>
              <a:gd name="T41" fmla="*/ 1633 h 2100"/>
              <a:gd name="T42" fmla="*/ 1050 w 2001"/>
              <a:gd name="T43" fmla="*/ 1400 h 2100"/>
              <a:gd name="T44" fmla="*/ 583 w 2001"/>
              <a:gd name="T45" fmla="*/ 1400 h 2100"/>
              <a:gd name="T46" fmla="*/ 233 w 2001"/>
              <a:gd name="T47" fmla="*/ 105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001" h="2100">
                <a:moveTo>
                  <a:pt x="1980" y="1890"/>
                </a:moveTo>
                <a:cubicBezTo>
                  <a:pt x="2001" y="2002"/>
                  <a:pt x="1916" y="2100"/>
                  <a:pt x="1808" y="2100"/>
                </a:cubicBezTo>
                <a:cubicBezTo>
                  <a:pt x="1283" y="2100"/>
                  <a:pt x="1283" y="2100"/>
                  <a:pt x="1283" y="2100"/>
                </a:cubicBezTo>
                <a:cubicBezTo>
                  <a:pt x="1283" y="1750"/>
                  <a:pt x="1283" y="1750"/>
                  <a:pt x="1283" y="1750"/>
                </a:cubicBezTo>
                <a:cubicBezTo>
                  <a:pt x="1400" y="1283"/>
                  <a:pt x="1400" y="1283"/>
                  <a:pt x="1400" y="1283"/>
                </a:cubicBezTo>
                <a:cubicBezTo>
                  <a:pt x="700" y="1283"/>
                  <a:pt x="700" y="1283"/>
                  <a:pt x="700" y="1283"/>
                </a:cubicBezTo>
                <a:cubicBezTo>
                  <a:pt x="508" y="1283"/>
                  <a:pt x="350" y="1126"/>
                  <a:pt x="350" y="933"/>
                </a:cubicBezTo>
                <a:cubicBezTo>
                  <a:pt x="350" y="0"/>
                  <a:pt x="350" y="0"/>
                  <a:pt x="350" y="0"/>
                </a:cubicBezTo>
                <a:cubicBezTo>
                  <a:pt x="1050" y="0"/>
                  <a:pt x="1050" y="0"/>
                  <a:pt x="1050" y="0"/>
                </a:cubicBezTo>
                <a:cubicBezTo>
                  <a:pt x="1050" y="700"/>
                  <a:pt x="1050" y="700"/>
                  <a:pt x="1050" y="700"/>
                </a:cubicBezTo>
                <a:cubicBezTo>
                  <a:pt x="1633" y="700"/>
                  <a:pt x="1633" y="700"/>
                  <a:pt x="1633" y="700"/>
                </a:cubicBezTo>
                <a:cubicBezTo>
                  <a:pt x="1762" y="700"/>
                  <a:pt x="1867" y="805"/>
                  <a:pt x="1867" y="933"/>
                </a:cubicBezTo>
                <a:cubicBezTo>
                  <a:pt x="1633" y="1750"/>
                  <a:pt x="1633" y="1750"/>
                  <a:pt x="1633" y="1750"/>
                </a:cubicBezTo>
                <a:cubicBezTo>
                  <a:pt x="1801" y="1750"/>
                  <a:pt x="1801" y="1750"/>
                  <a:pt x="1801" y="1750"/>
                </a:cubicBezTo>
                <a:cubicBezTo>
                  <a:pt x="1886" y="1750"/>
                  <a:pt x="1964" y="1807"/>
                  <a:pt x="1980" y="1890"/>
                </a:cubicBezTo>
                <a:close/>
                <a:moveTo>
                  <a:pt x="233" y="1050"/>
                </a:moveTo>
                <a:cubicBezTo>
                  <a:pt x="233" y="0"/>
                  <a:pt x="233" y="0"/>
                  <a:pt x="23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050"/>
                  <a:pt x="0" y="1050"/>
                  <a:pt x="0" y="1050"/>
                </a:cubicBezTo>
                <a:cubicBezTo>
                  <a:pt x="0" y="1372"/>
                  <a:pt x="261" y="1633"/>
                  <a:pt x="583" y="1633"/>
                </a:cubicBezTo>
                <a:cubicBezTo>
                  <a:pt x="1050" y="1633"/>
                  <a:pt x="1050" y="1633"/>
                  <a:pt x="1050" y="1633"/>
                </a:cubicBezTo>
                <a:cubicBezTo>
                  <a:pt x="1050" y="1400"/>
                  <a:pt x="1050" y="1400"/>
                  <a:pt x="1050" y="1400"/>
                </a:cubicBezTo>
                <a:cubicBezTo>
                  <a:pt x="583" y="1400"/>
                  <a:pt x="583" y="1400"/>
                  <a:pt x="583" y="1400"/>
                </a:cubicBezTo>
                <a:cubicBezTo>
                  <a:pt x="390" y="1400"/>
                  <a:pt x="233" y="1244"/>
                  <a:pt x="233" y="1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8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irline Seat Recline Extra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80736"/>
          </a:xfrm>
          <a:custGeom>
            <a:avLst/>
            <a:gdLst>
              <a:gd name="T0" fmla="*/ 391 w 2334"/>
              <a:gd name="T1" fmla="*/ 456 h 2248"/>
              <a:gd name="T2" fmla="*/ 334 w 2334"/>
              <a:gd name="T3" fmla="*/ 131 h 2248"/>
              <a:gd name="T4" fmla="*/ 659 w 2334"/>
              <a:gd name="T5" fmla="*/ 73 h 2248"/>
              <a:gd name="T6" fmla="*/ 717 w 2334"/>
              <a:gd name="T7" fmla="*/ 399 h 2248"/>
              <a:gd name="T8" fmla="*/ 391 w 2334"/>
              <a:gd name="T9" fmla="*/ 456 h 2248"/>
              <a:gd name="T10" fmla="*/ 1634 w 2334"/>
              <a:gd name="T11" fmla="*/ 2015 h 2248"/>
              <a:gd name="T12" fmla="*/ 809 w 2334"/>
              <a:gd name="T13" fmla="*/ 2015 h 2248"/>
              <a:gd name="T14" fmla="*/ 464 w 2334"/>
              <a:gd name="T15" fmla="*/ 1718 h 2248"/>
              <a:gd name="T16" fmla="*/ 234 w 2334"/>
              <a:gd name="T17" fmla="*/ 615 h 2248"/>
              <a:gd name="T18" fmla="*/ 0 w 2334"/>
              <a:gd name="T19" fmla="*/ 615 h 2248"/>
              <a:gd name="T20" fmla="*/ 233 w 2334"/>
              <a:gd name="T21" fmla="*/ 1753 h 2248"/>
              <a:gd name="T22" fmla="*/ 810 w 2334"/>
              <a:gd name="T23" fmla="*/ 2248 h 2248"/>
              <a:gd name="T24" fmla="*/ 1634 w 2334"/>
              <a:gd name="T25" fmla="*/ 2248 h 2248"/>
              <a:gd name="T26" fmla="*/ 1634 w 2334"/>
              <a:gd name="T27" fmla="*/ 2015 h 2248"/>
              <a:gd name="T28" fmla="*/ 1661 w 2334"/>
              <a:gd name="T29" fmla="*/ 1548 h 2248"/>
              <a:gd name="T30" fmla="*/ 1091 w 2334"/>
              <a:gd name="T31" fmla="*/ 1548 h 2248"/>
              <a:gd name="T32" fmla="*/ 971 w 2334"/>
              <a:gd name="T33" fmla="*/ 1070 h 2248"/>
              <a:gd name="T34" fmla="*/ 1572 w 2334"/>
              <a:gd name="T35" fmla="*/ 1212 h 2248"/>
              <a:gd name="T36" fmla="*/ 1572 w 2334"/>
              <a:gd name="T37" fmla="*/ 964 h 2248"/>
              <a:gd name="T38" fmla="*/ 1025 w 2334"/>
              <a:gd name="T39" fmla="*/ 818 h 2248"/>
              <a:gd name="T40" fmla="*/ 833 w 2334"/>
              <a:gd name="T41" fmla="*/ 669 h 2248"/>
              <a:gd name="T42" fmla="*/ 745 w 2334"/>
              <a:gd name="T43" fmla="*/ 625 h 2248"/>
              <a:gd name="T44" fmla="*/ 629 w 2334"/>
              <a:gd name="T45" fmla="*/ 618 h 2248"/>
              <a:gd name="T46" fmla="*/ 627 w 2334"/>
              <a:gd name="T47" fmla="*/ 618 h 2248"/>
              <a:gd name="T48" fmla="*/ 412 w 2334"/>
              <a:gd name="T49" fmla="*/ 923 h 2248"/>
              <a:gd name="T50" fmla="*/ 570 w 2334"/>
              <a:gd name="T51" fmla="*/ 1613 h 2248"/>
              <a:gd name="T52" fmla="*/ 914 w 2334"/>
              <a:gd name="T53" fmla="*/ 1898 h 2248"/>
              <a:gd name="T54" fmla="*/ 1713 w 2334"/>
              <a:gd name="T55" fmla="*/ 1898 h 2248"/>
              <a:gd name="T56" fmla="*/ 2159 w 2334"/>
              <a:gd name="T57" fmla="*/ 2248 h 2248"/>
              <a:gd name="T58" fmla="*/ 2334 w 2334"/>
              <a:gd name="T59" fmla="*/ 2073 h 2248"/>
              <a:gd name="T60" fmla="*/ 1661 w 2334"/>
              <a:gd name="T61" fmla="*/ 1548 h 2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2334" h="2248">
                <a:moveTo>
                  <a:pt x="391" y="456"/>
                </a:moveTo>
                <a:cubicBezTo>
                  <a:pt x="286" y="381"/>
                  <a:pt x="261" y="237"/>
                  <a:pt x="334" y="131"/>
                </a:cubicBezTo>
                <a:cubicBezTo>
                  <a:pt x="408" y="26"/>
                  <a:pt x="553" y="0"/>
                  <a:pt x="659" y="73"/>
                </a:cubicBezTo>
                <a:cubicBezTo>
                  <a:pt x="764" y="148"/>
                  <a:pt x="790" y="293"/>
                  <a:pt x="717" y="399"/>
                </a:cubicBezTo>
                <a:cubicBezTo>
                  <a:pt x="642" y="504"/>
                  <a:pt x="497" y="529"/>
                  <a:pt x="391" y="456"/>
                </a:cubicBezTo>
                <a:close/>
                <a:moveTo>
                  <a:pt x="1634" y="2015"/>
                </a:moveTo>
                <a:cubicBezTo>
                  <a:pt x="809" y="2015"/>
                  <a:pt x="809" y="2015"/>
                  <a:pt x="809" y="2015"/>
                </a:cubicBezTo>
                <a:cubicBezTo>
                  <a:pt x="636" y="2015"/>
                  <a:pt x="489" y="1889"/>
                  <a:pt x="464" y="1718"/>
                </a:cubicBezTo>
                <a:cubicBezTo>
                  <a:pt x="234" y="615"/>
                  <a:pt x="234" y="615"/>
                  <a:pt x="234" y="615"/>
                </a:cubicBezTo>
                <a:cubicBezTo>
                  <a:pt x="0" y="615"/>
                  <a:pt x="0" y="615"/>
                  <a:pt x="0" y="615"/>
                </a:cubicBezTo>
                <a:cubicBezTo>
                  <a:pt x="233" y="1753"/>
                  <a:pt x="233" y="1753"/>
                  <a:pt x="233" y="1753"/>
                </a:cubicBezTo>
                <a:cubicBezTo>
                  <a:pt x="277" y="2038"/>
                  <a:pt x="522" y="2248"/>
                  <a:pt x="810" y="2248"/>
                </a:cubicBezTo>
                <a:cubicBezTo>
                  <a:pt x="1634" y="2248"/>
                  <a:pt x="1634" y="2248"/>
                  <a:pt x="1634" y="2248"/>
                </a:cubicBezTo>
                <a:lnTo>
                  <a:pt x="1634" y="2015"/>
                </a:lnTo>
                <a:close/>
                <a:moveTo>
                  <a:pt x="1661" y="1548"/>
                </a:moveTo>
                <a:cubicBezTo>
                  <a:pt x="1091" y="1548"/>
                  <a:pt x="1091" y="1548"/>
                  <a:pt x="1091" y="1548"/>
                </a:cubicBezTo>
                <a:cubicBezTo>
                  <a:pt x="971" y="1070"/>
                  <a:pt x="971" y="1070"/>
                  <a:pt x="971" y="1070"/>
                </a:cubicBezTo>
                <a:cubicBezTo>
                  <a:pt x="1155" y="1174"/>
                  <a:pt x="1354" y="1249"/>
                  <a:pt x="1572" y="1212"/>
                </a:cubicBezTo>
                <a:cubicBezTo>
                  <a:pt x="1572" y="964"/>
                  <a:pt x="1572" y="964"/>
                  <a:pt x="1572" y="964"/>
                </a:cubicBezTo>
                <a:cubicBezTo>
                  <a:pt x="1382" y="1000"/>
                  <a:pt x="1170" y="932"/>
                  <a:pt x="1025" y="818"/>
                </a:cubicBezTo>
                <a:cubicBezTo>
                  <a:pt x="833" y="669"/>
                  <a:pt x="833" y="669"/>
                  <a:pt x="833" y="669"/>
                </a:cubicBezTo>
                <a:cubicBezTo>
                  <a:pt x="807" y="649"/>
                  <a:pt x="776" y="634"/>
                  <a:pt x="745" y="625"/>
                </a:cubicBezTo>
                <a:cubicBezTo>
                  <a:pt x="707" y="615"/>
                  <a:pt x="668" y="611"/>
                  <a:pt x="629" y="618"/>
                </a:cubicBezTo>
                <a:cubicBezTo>
                  <a:pt x="627" y="618"/>
                  <a:pt x="627" y="618"/>
                  <a:pt x="627" y="618"/>
                </a:cubicBezTo>
                <a:cubicBezTo>
                  <a:pt x="483" y="644"/>
                  <a:pt x="388" y="780"/>
                  <a:pt x="412" y="923"/>
                </a:cubicBezTo>
                <a:cubicBezTo>
                  <a:pt x="570" y="1613"/>
                  <a:pt x="570" y="1613"/>
                  <a:pt x="570" y="1613"/>
                </a:cubicBezTo>
                <a:cubicBezTo>
                  <a:pt x="602" y="1779"/>
                  <a:pt x="746" y="1898"/>
                  <a:pt x="914" y="1898"/>
                </a:cubicBezTo>
                <a:cubicBezTo>
                  <a:pt x="1713" y="1898"/>
                  <a:pt x="1713" y="1898"/>
                  <a:pt x="1713" y="1898"/>
                </a:cubicBezTo>
                <a:cubicBezTo>
                  <a:pt x="2159" y="2248"/>
                  <a:pt x="2159" y="2248"/>
                  <a:pt x="2159" y="2248"/>
                </a:cubicBezTo>
                <a:cubicBezTo>
                  <a:pt x="2334" y="2073"/>
                  <a:pt x="2334" y="2073"/>
                  <a:pt x="2334" y="2073"/>
                </a:cubicBezTo>
                <a:lnTo>
                  <a:pt x="1661" y="154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8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irline Seat Recline Norma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42434" cy="914400"/>
          </a:xfrm>
          <a:custGeom>
            <a:avLst/>
            <a:gdLst>
              <a:gd name="T0" fmla="*/ 418 w 1866"/>
              <a:gd name="T1" fmla="*/ 421 h 2298"/>
              <a:gd name="T2" fmla="*/ 418 w 1866"/>
              <a:gd name="T3" fmla="*/ 91 h 2298"/>
              <a:gd name="T4" fmla="*/ 749 w 1866"/>
              <a:gd name="T5" fmla="*/ 91 h 2298"/>
              <a:gd name="T6" fmla="*/ 749 w 1866"/>
              <a:gd name="T7" fmla="*/ 421 h 2298"/>
              <a:gd name="T8" fmla="*/ 418 w 1866"/>
              <a:gd name="T9" fmla="*/ 421 h 2298"/>
              <a:gd name="T10" fmla="*/ 233 w 1866"/>
              <a:gd name="T11" fmla="*/ 1657 h 2298"/>
              <a:gd name="T12" fmla="*/ 233 w 1866"/>
              <a:gd name="T13" fmla="*/ 607 h 2298"/>
              <a:gd name="T14" fmla="*/ 0 w 1866"/>
              <a:gd name="T15" fmla="*/ 607 h 2298"/>
              <a:gd name="T16" fmla="*/ 0 w 1866"/>
              <a:gd name="T17" fmla="*/ 1657 h 2298"/>
              <a:gd name="T18" fmla="*/ 583 w 1866"/>
              <a:gd name="T19" fmla="*/ 2240 h 2298"/>
              <a:gd name="T20" fmla="*/ 1283 w 1866"/>
              <a:gd name="T21" fmla="*/ 2240 h 2298"/>
              <a:gd name="T22" fmla="*/ 1283 w 1866"/>
              <a:gd name="T23" fmla="*/ 2007 h 2298"/>
              <a:gd name="T24" fmla="*/ 583 w 1866"/>
              <a:gd name="T25" fmla="*/ 2007 h 2298"/>
              <a:gd name="T26" fmla="*/ 233 w 1866"/>
              <a:gd name="T27" fmla="*/ 1657 h 2298"/>
              <a:gd name="T28" fmla="*/ 1866 w 1866"/>
              <a:gd name="T29" fmla="*/ 2132 h 2298"/>
              <a:gd name="T30" fmla="*/ 1275 w 1866"/>
              <a:gd name="T31" fmla="*/ 1540 h 2298"/>
              <a:gd name="T32" fmla="*/ 875 w 1866"/>
              <a:gd name="T33" fmla="*/ 1540 h 2298"/>
              <a:gd name="T34" fmla="*/ 875 w 1866"/>
              <a:gd name="T35" fmla="*/ 1111 h 2298"/>
              <a:gd name="T36" fmla="*/ 1516 w 1866"/>
              <a:gd name="T37" fmla="*/ 1363 h 2298"/>
              <a:gd name="T38" fmla="*/ 1516 w 1866"/>
              <a:gd name="T39" fmla="*/ 1111 h 2298"/>
              <a:gd name="T40" fmla="*/ 972 w 1866"/>
              <a:gd name="T41" fmla="*/ 873 h 2298"/>
              <a:gd name="T42" fmla="*/ 808 w 1866"/>
              <a:gd name="T43" fmla="*/ 692 h 2298"/>
              <a:gd name="T44" fmla="*/ 728 w 1866"/>
              <a:gd name="T45" fmla="*/ 633 h 2298"/>
              <a:gd name="T46" fmla="*/ 616 w 1866"/>
              <a:gd name="T47" fmla="*/ 607 h 2298"/>
              <a:gd name="T48" fmla="*/ 612 w 1866"/>
              <a:gd name="T49" fmla="*/ 607 h 2298"/>
              <a:gd name="T50" fmla="*/ 350 w 1866"/>
              <a:gd name="T51" fmla="*/ 869 h 2298"/>
              <a:gd name="T52" fmla="*/ 350 w 1866"/>
              <a:gd name="T53" fmla="*/ 1540 h 2298"/>
              <a:gd name="T54" fmla="*/ 700 w 1866"/>
              <a:gd name="T55" fmla="*/ 1890 h 2298"/>
              <a:gd name="T56" fmla="*/ 1291 w 1866"/>
              <a:gd name="T57" fmla="*/ 1890 h 2298"/>
              <a:gd name="T58" fmla="*/ 1700 w 1866"/>
              <a:gd name="T59" fmla="*/ 2298 h 2298"/>
              <a:gd name="T60" fmla="*/ 1866 w 1866"/>
              <a:gd name="T61" fmla="*/ 2132 h 2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866" h="2298">
                <a:moveTo>
                  <a:pt x="418" y="421"/>
                </a:moveTo>
                <a:cubicBezTo>
                  <a:pt x="328" y="330"/>
                  <a:pt x="328" y="182"/>
                  <a:pt x="418" y="91"/>
                </a:cubicBezTo>
                <a:cubicBezTo>
                  <a:pt x="510" y="0"/>
                  <a:pt x="658" y="0"/>
                  <a:pt x="749" y="91"/>
                </a:cubicBezTo>
                <a:cubicBezTo>
                  <a:pt x="840" y="182"/>
                  <a:pt x="840" y="330"/>
                  <a:pt x="749" y="421"/>
                </a:cubicBezTo>
                <a:cubicBezTo>
                  <a:pt x="656" y="513"/>
                  <a:pt x="510" y="513"/>
                  <a:pt x="418" y="421"/>
                </a:cubicBezTo>
                <a:close/>
                <a:moveTo>
                  <a:pt x="233" y="1657"/>
                </a:moveTo>
                <a:cubicBezTo>
                  <a:pt x="233" y="607"/>
                  <a:pt x="233" y="607"/>
                  <a:pt x="233" y="607"/>
                </a:cubicBezTo>
                <a:cubicBezTo>
                  <a:pt x="0" y="607"/>
                  <a:pt x="0" y="607"/>
                  <a:pt x="0" y="607"/>
                </a:cubicBezTo>
                <a:cubicBezTo>
                  <a:pt x="0" y="1657"/>
                  <a:pt x="0" y="1657"/>
                  <a:pt x="0" y="1657"/>
                </a:cubicBezTo>
                <a:cubicBezTo>
                  <a:pt x="0" y="1979"/>
                  <a:pt x="261" y="2240"/>
                  <a:pt x="583" y="2240"/>
                </a:cubicBezTo>
                <a:cubicBezTo>
                  <a:pt x="1283" y="2240"/>
                  <a:pt x="1283" y="2240"/>
                  <a:pt x="1283" y="2240"/>
                </a:cubicBezTo>
                <a:cubicBezTo>
                  <a:pt x="1283" y="2007"/>
                  <a:pt x="1283" y="2007"/>
                  <a:pt x="1283" y="2007"/>
                </a:cubicBezTo>
                <a:cubicBezTo>
                  <a:pt x="583" y="2007"/>
                  <a:pt x="583" y="2007"/>
                  <a:pt x="583" y="2007"/>
                </a:cubicBezTo>
                <a:cubicBezTo>
                  <a:pt x="389" y="2007"/>
                  <a:pt x="233" y="1850"/>
                  <a:pt x="233" y="1657"/>
                </a:cubicBezTo>
                <a:close/>
                <a:moveTo>
                  <a:pt x="1866" y="2132"/>
                </a:moveTo>
                <a:cubicBezTo>
                  <a:pt x="1275" y="1540"/>
                  <a:pt x="1275" y="1540"/>
                  <a:pt x="1275" y="1540"/>
                </a:cubicBezTo>
                <a:cubicBezTo>
                  <a:pt x="875" y="1540"/>
                  <a:pt x="875" y="1540"/>
                  <a:pt x="875" y="1540"/>
                </a:cubicBezTo>
                <a:cubicBezTo>
                  <a:pt x="875" y="1111"/>
                  <a:pt x="875" y="1111"/>
                  <a:pt x="875" y="1111"/>
                </a:cubicBezTo>
                <a:cubicBezTo>
                  <a:pt x="1038" y="1245"/>
                  <a:pt x="1295" y="1363"/>
                  <a:pt x="1516" y="1363"/>
                </a:cubicBezTo>
                <a:cubicBezTo>
                  <a:pt x="1516" y="1111"/>
                  <a:pt x="1516" y="1111"/>
                  <a:pt x="1516" y="1111"/>
                </a:cubicBezTo>
                <a:cubicBezTo>
                  <a:pt x="1323" y="1113"/>
                  <a:pt x="1095" y="1009"/>
                  <a:pt x="972" y="873"/>
                </a:cubicBezTo>
                <a:cubicBezTo>
                  <a:pt x="808" y="692"/>
                  <a:pt x="808" y="692"/>
                  <a:pt x="808" y="692"/>
                </a:cubicBezTo>
                <a:cubicBezTo>
                  <a:pt x="786" y="667"/>
                  <a:pt x="758" y="648"/>
                  <a:pt x="728" y="633"/>
                </a:cubicBezTo>
                <a:cubicBezTo>
                  <a:pt x="694" y="617"/>
                  <a:pt x="655" y="607"/>
                  <a:pt x="616" y="607"/>
                </a:cubicBezTo>
                <a:cubicBezTo>
                  <a:pt x="612" y="607"/>
                  <a:pt x="612" y="607"/>
                  <a:pt x="612" y="607"/>
                </a:cubicBezTo>
                <a:cubicBezTo>
                  <a:pt x="467" y="607"/>
                  <a:pt x="350" y="724"/>
                  <a:pt x="350" y="869"/>
                </a:cubicBezTo>
                <a:cubicBezTo>
                  <a:pt x="350" y="1540"/>
                  <a:pt x="350" y="1540"/>
                  <a:pt x="350" y="1540"/>
                </a:cubicBezTo>
                <a:cubicBezTo>
                  <a:pt x="350" y="1734"/>
                  <a:pt x="506" y="1890"/>
                  <a:pt x="700" y="1890"/>
                </a:cubicBezTo>
                <a:cubicBezTo>
                  <a:pt x="1291" y="1890"/>
                  <a:pt x="1291" y="1890"/>
                  <a:pt x="1291" y="1890"/>
                </a:cubicBezTo>
                <a:cubicBezTo>
                  <a:pt x="1700" y="2298"/>
                  <a:pt x="1700" y="2298"/>
                  <a:pt x="1700" y="2298"/>
                </a:cubicBezTo>
                <a:lnTo>
                  <a:pt x="1866" y="213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8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etooth Audi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3176" cy="914400"/>
          </a:xfrm>
          <a:custGeom>
            <a:avLst/>
            <a:gdLst>
              <a:gd name="T0" fmla="*/ 1311 w 2101"/>
              <a:gd name="T1" fmla="*/ 1168 h 2334"/>
              <a:gd name="T2" fmla="*/ 1582 w 2101"/>
              <a:gd name="T3" fmla="*/ 1439 h 2334"/>
              <a:gd name="T4" fmla="*/ 1633 w 2101"/>
              <a:gd name="T5" fmla="*/ 1167 h 2334"/>
              <a:gd name="T6" fmla="*/ 1583 w 2101"/>
              <a:gd name="T7" fmla="*/ 897 h 2334"/>
              <a:gd name="T8" fmla="*/ 1311 w 2101"/>
              <a:gd name="T9" fmla="*/ 1168 h 2334"/>
              <a:gd name="T10" fmla="*/ 1928 w 2101"/>
              <a:gd name="T11" fmla="*/ 550 h 2334"/>
              <a:gd name="T12" fmla="*/ 1781 w 2101"/>
              <a:gd name="T13" fmla="*/ 697 h 2334"/>
              <a:gd name="T14" fmla="*/ 1896 w 2101"/>
              <a:gd name="T15" fmla="*/ 1166 h 2334"/>
              <a:gd name="T16" fmla="*/ 1781 w 2101"/>
              <a:gd name="T17" fmla="*/ 1635 h 2334"/>
              <a:gd name="T18" fmla="*/ 1922 w 2101"/>
              <a:gd name="T19" fmla="*/ 1775 h 2334"/>
              <a:gd name="T20" fmla="*/ 2101 w 2101"/>
              <a:gd name="T21" fmla="*/ 1155 h 2334"/>
              <a:gd name="T22" fmla="*/ 1928 w 2101"/>
              <a:gd name="T23" fmla="*/ 550 h 2334"/>
              <a:gd name="T24" fmla="*/ 1483 w 2101"/>
              <a:gd name="T25" fmla="*/ 666 h 2334"/>
              <a:gd name="T26" fmla="*/ 817 w 2101"/>
              <a:gd name="T27" fmla="*/ 0 h 2334"/>
              <a:gd name="T28" fmla="*/ 700 w 2101"/>
              <a:gd name="T29" fmla="*/ 0 h 2334"/>
              <a:gd name="T30" fmla="*/ 700 w 2101"/>
              <a:gd name="T31" fmla="*/ 886 h 2334"/>
              <a:gd name="T32" fmla="*/ 165 w 2101"/>
              <a:gd name="T33" fmla="*/ 350 h 2334"/>
              <a:gd name="T34" fmla="*/ 0 w 2101"/>
              <a:gd name="T35" fmla="*/ 515 h 2334"/>
              <a:gd name="T36" fmla="*/ 652 w 2101"/>
              <a:gd name="T37" fmla="*/ 1167 h 2334"/>
              <a:gd name="T38" fmla="*/ 0 w 2101"/>
              <a:gd name="T39" fmla="*/ 1819 h 2334"/>
              <a:gd name="T40" fmla="*/ 165 w 2101"/>
              <a:gd name="T41" fmla="*/ 1984 h 2334"/>
              <a:gd name="T42" fmla="*/ 700 w 2101"/>
              <a:gd name="T43" fmla="*/ 1448 h 2334"/>
              <a:gd name="T44" fmla="*/ 700 w 2101"/>
              <a:gd name="T45" fmla="*/ 2334 h 2334"/>
              <a:gd name="T46" fmla="*/ 817 w 2101"/>
              <a:gd name="T47" fmla="*/ 2334 h 2334"/>
              <a:gd name="T48" fmla="*/ 1483 w 2101"/>
              <a:gd name="T49" fmla="*/ 1668 h 2334"/>
              <a:gd name="T50" fmla="*/ 981 w 2101"/>
              <a:gd name="T51" fmla="*/ 1167 h 2334"/>
              <a:gd name="T52" fmla="*/ 1483 w 2101"/>
              <a:gd name="T53" fmla="*/ 666 h 2334"/>
              <a:gd name="T54" fmla="*/ 933 w 2101"/>
              <a:gd name="T55" fmla="*/ 447 h 2334"/>
              <a:gd name="T56" fmla="*/ 1153 w 2101"/>
              <a:gd name="T57" fmla="*/ 666 h 2334"/>
              <a:gd name="T58" fmla="*/ 933 w 2101"/>
              <a:gd name="T59" fmla="*/ 886 h 2334"/>
              <a:gd name="T60" fmla="*/ 933 w 2101"/>
              <a:gd name="T61" fmla="*/ 447 h 2334"/>
              <a:gd name="T62" fmla="*/ 1153 w 2101"/>
              <a:gd name="T63" fmla="*/ 1668 h 2334"/>
              <a:gd name="T64" fmla="*/ 933 w 2101"/>
              <a:gd name="T65" fmla="*/ 1887 h 2334"/>
              <a:gd name="T66" fmla="*/ 933 w 2101"/>
              <a:gd name="T67" fmla="*/ 1448 h 2334"/>
              <a:gd name="T68" fmla="*/ 1153 w 2101"/>
              <a:gd name="T69" fmla="*/ 1668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01" h="2334">
                <a:moveTo>
                  <a:pt x="1311" y="1168"/>
                </a:moveTo>
                <a:cubicBezTo>
                  <a:pt x="1582" y="1439"/>
                  <a:pt x="1582" y="1439"/>
                  <a:pt x="1582" y="1439"/>
                </a:cubicBezTo>
                <a:cubicBezTo>
                  <a:pt x="1615" y="1355"/>
                  <a:pt x="1633" y="1263"/>
                  <a:pt x="1633" y="1167"/>
                </a:cubicBezTo>
                <a:cubicBezTo>
                  <a:pt x="1633" y="1071"/>
                  <a:pt x="1615" y="982"/>
                  <a:pt x="1583" y="897"/>
                </a:cubicBezTo>
                <a:lnTo>
                  <a:pt x="1311" y="1168"/>
                </a:lnTo>
                <a:close/>
                <a:moveTo>
                  <a:pt x="1928" y="550"/>
                </a:moveTo>
                <a:cubicBezTo>
                  <a:pt x="1781" y="697"/>
                  <a:pt x="1781" y="697"/>
                  <a:pt x="1781" y="697"/>
                </a:cubicBezTo>
                <a:cubicBezTo>
                  <a:pt x="1855" y="838"/>
                  <a:pt x="1896" y="997"/>
                  <a:pt x="1896" y="1166"/>
                </a:cubicBezTo>
                <a:cubicBezTo>
                  <a:pt x="1896" y="1335"/>
                  <a:pt x="1854" y="1495"/>
                  <a:pt x="1781" y="1635"/>
                </a:cubicBezTo>
                <a:cubicBezTo>
                  <a:pt x="1922" y="1775"/>
                  <a:pt x="1922" y="1775"/>
                  <a:pt x="1922" y="1775"/>
                </a:cubicBezTo>
                <a:cubicBezTo>
                  <a:pt x="2035" y="1595"/>
                  <a:pt x="2101" y="1383"/>
                  <a:pt x="2101" y="1155"/>
                </a:cubicBezTo>
                <a:cubicBezTo>
                  <a:pt x="2100" y="935"/>
                  <a:pt x="2037" y="727"/>
                  <a:pt x="1928" y="550"/>
                </a:cubicBezTo>
                <a:close/>
                <a:moveTo>
                  <a:pt x="1483" y="666"/>
                </a:moveTo>
                <a:cubicBezTo>
                  <a:pt x="817" y="0"/>
                  <a:pt x="817" y="0"/>
                  <a:pt x="817" y="0"/>
                </a:cubicBezTo>
                <a:cubicBezTo>
                  <a:pt x="700" y="0"/>
                  <a:pt x="700" y="0"/>
                  <a:pt x="700" y="0"/>
                </a:cubicBezTo>
                <a:cubicBezTo>
                  <a:pt x="700" y="886"/>
                  <a:pt x="700" y="886"/>
                  <a:pt x="700" y="886"/>
                </a:cubicBezTo>
                <a:cubicBezTo>
                  <a:pt x="165" y="350"/>
                  <a:pt x="165" y="350"/>
                  <a:pt x="165" y="350"/>
                </a:cubicBezTo>
                <a:cubicBezTo>
                  <a:pt x="0" y="515"/>
                  <a:pt x="0" y="515"/>
                  <a:pt x="0" y="515"/>
                </a:cubicBezTo>
                <a:cubicBezTo>
                  <a:pt x="652" y="1167"/>
                  <a:pt x="652" y="1167"/>
                  <a:pt x="652" y="1167"/>
                </a:cubicBezTo>
                <a:cubicBezTo>
                  <a:pt x="0" y="1819"/>
                  <a:pt x="0" y="1819"/>
                  <a:pt x="0" y="1819"/>
                </a:cubicBezTo>
                <a:cubicBezTo>
                  <a:pt x="165" y="1984"/>
                  <a:pt x="165" y="1984"/>
                  <a:pt x="165" y="1984"/>
                </a:cubicBezTo>
                <a:cubicBezTo>
                  <a:pt x="700" y="1448"/>
                  <a:pt x="700" y="1448"/>
                  <a:pt x="700" y="1448"/>
                </a:cubicBezTo>
                <a:cubicBezTo>
                  <a:pt x="700" y="2334"/>
                  <a:pt x="700" y="2334"/>
                  <a:pt x="700" y="2334"/>
                </a:cubicBezTo>
                <a:cubicBezTo>
                  <a:pt x="817" y="2334"/>
                  <a:pt x="817" y="2334"/>
                  <a:pt x="817" y="2334"/>
                </a:cubicBezTo>
                <a:cubicBezTo>
                  <a:pt x="1483" y="1668"/>
                  <a:pt x="1483" y="1668"/>
                  <a:pt x="1483" y="1668"/>
                </a:cubicBezTo>
                <a:cubicBezTo>
                  <a:pt x="981" y="1167"/>
                  <a:pt x="981" y="1167"/>
                  <a:pt x="981" y="1167"/>
                </a:cubicBezTo>
                <a:cubicBezTo>
                  <a:pt x="1483" y="666"/>
                  <a:pt x="1483" y="666"/>
                  <a:pt x="1483" y="666"/>
                </a:cubicBezTo>
                <a:close/>
                <a:moveTo>
                  <a:pt x="933" y="447"/>
                </a:moveTo>
                <a:cubicBezTo>
                  <a:pt x="1153" y="666"/>
                  <a:pt x="1153" y="666"/>
                  <a:pt x="1153" y="666"/>
                </a:cubicBezTo>
                <a:cubicBezTo>
                  <a:pt x="933" y="886"/>
                  <a:pt x="933" y="886"/>
                  <a:pt x="933" y="886"/>
                </a:cubicBezTo>
                <a:lnTo>
                  <a:pt x="933" y="447"/>
                </a:lnTo>
                <a:close/>
                <a:moveTo>
                  <a:pt x="1153" y="1668"/>
                </a:moveTo>
                <a:cubicBezTo>
                  <a:pt x="933" y="1887"/>
                  <a:pt x="933" y="1887"/>
                  <a:pt x="933" y="1887"/>
                </a:cubicBezTo>
                <a:cubicBezTo>
                  <a:pt x="933" y="1448"/>
                  <a:pt x="933" y="1448"/>
                  <a:pt x="933" y="1448"/>
                </a:cubicBezTo>
                <a:lnTo>
                  <a:pt x="1153" y="16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8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firmation Numb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334 w 2334"/>
              <a:gd name="T1" fmla="*/ 700 h 1866"/>
              <a:gd name="T2" fmla="*/ 2334 w 2334"/>
              <a:gd name="T3" fmla="*/ 233 h 1866"/>
              <a:gd name="T4" fmla="*/ 2100 w 2334"/>
              <a:gd name="T5" fmla="*/ 0 h 1866"/>
              <a:gd name="T6" fmla="*/ 234 w 2334"/>
              <a:gd name="T7" fmla="*/ 0 h 1866"/>
              <a:gd name="T8" fmla="*/ 1 w 2334"/>
              <a:gd name="T9" fmla="*/ 233 h 1866"/>
              <a:gd name="T10" fmla="*/ 1 w 2334"/>
              <a:gd name="T11" fmla="*/ 700 h 1866"/>
              <a:gd name="T12" fmla="*/ 234 w 2334"/>
              <a:gd name="T13" fmla="*/ 933 h 1866"/>
              <a:gd name="T14" fmla="*/ 0 w 2334"/>
              <a:gd name="T15" fmla="*/ 1166 h 1866"/>
              <a:gd name="T16" fmla="*/ 0 w 2334"/>
              <a:gd name="T17" fmla="*/ 1633 h 1866"/>
              <a:gd name="T18" fmla="*/ 234 w 2334"/>
              <a:gd name="T19" fmla="*/ 1866 h 1866"/>
              <a:gd name="T20" fmla="*/ 2100 w 2334"/>
              <a:gd name="T21" fmla="*/ 1866 h 1866"/>
              <a:gd name="T22" fmla="*/ 2334 w 2334"/>
              <a:gd name="T23" fmla="*/ 1633 h 1866"/>
              <a:gd name="T24" fmla="*/ 2334 w 2334"/>
              <a:gd name="T25" fmla="*/ 1166 h 1866"/>
              <a:gd name="T26" fmla="*/ 2100 w 2334"/>
              <a:gd name="T27" fmla="*/ 933 h 1866"/>
              <a:gd name="T28" fmla="*/ 2334 w 2334"/>
              <a:gd name="T29" fmla="*/ 700 h 1866"/>
              <a:gd name="T30" fmla="*/ 1284 w 2334"/>
              <a:gd name="T31" fmla="*/ 1575 h 1866"/>
              <a:gd name="T32" fmla="*/ 1050 w 2334"/>
              <a:gd name="T33" fmla="*/ 1575 h 1866"/>
              <a:gd name="T34" fmla="*/ 1050 w 2334"/>
              <a:gd name="T35" fmla="*/ 1341 h 1866"/>
              <a:gd name="T36" fmla="*/ 1284 w 2334"/>
              <a:gd name="T37" fmla="*/ 1341 h 1866"/>
              <a:gd name="T38" fmla="*/ 1284 w 2334"/>
              <a:gd name="T39" fmla="*/ 1575 h 1866"/>
              <a:gd name="T40" fmla="*/ 1284 w 2334"/>
              <a:gd name="T41" fmla="*/ 1050 h 1866"/>
              <a:gd name="T42" fmla="*/ 1050 w 2334"/>
              <a:gd name="T43" fmla="*/ 1050 h 1866"/>
              <a:gd name="T44" fmla="*/ 1050 w 2334"/>
              <a:gd name="T45" fmla="*/ 816 h 1866"/>
              <a:gd name="T46" fmla="*/ 1284 w 2334"/>
              <a:gd name="T47" fmla="*/ 816 h 1866"/>
              <a:gd name="T48" fmla="*/ 1284 w 2334"/>
              <a:gd name="T49" fmla="*/ 1050 h 1866"/>
              <a:gd name="T50" fmla="*/ 1284 w 2334"/>
              <a:gd name="T51" fmla="*/ 525 h 1866"/>
              <a:gd name="T52" fmla="*/ 1050 w 2334"/>
              <a:gd name="T53" fmla="*/ 525 h 1866"/>
              <a:gd name="T54" fmla="*/ 1050 w 2334"/>
              <a:gd name="T55" fmla="*/ 291 h 1866"/>
              <a:gd name="T56" fmla="*/ 1284 w 2334"/>
              <a:gd name="T57" fmla="*/ 291 h 1866"/>
              <a:gd name="T58" fmla="*/ 1284 w 2334"/>
              <a:gd name="T59" fmla="*/ 525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334" h="1866">
                <a:moveTo>
                  <a:pt x="2334" y="700"/>
                </a:moveTo>
                <a:cubicBezTo>
                  <a:pt x="2334" y="233"/>
                  <a:pt x="2334" y="233"/>
                  <a:pt x="2334" y="233"/>
                </a:cubicBezTo>
                <a:cubicBezTo>
                  <a:pt x="2334" y="104"/>
                  <a:pt x="2229" y="0"/>
                  <a:pt x="2100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4"/>
                  <a:pt x="1" y="233"/>
                </a:cubicBezTo>
                <a:cubicBezTo>
                  <a:pt x="1" y="700"/>
                  <a:pt x="1" y="700"/>
                  <a:pt x="1" y="700"/>
                </a:cubicBezTo>
                <a:cubicBezTo>
                  <a:pt x="130" y="700"/>
                  <a:pt x="234" y="805"/>
                  <a:pt x="234" y="933"/>
                </a:cubicBezTo>
                <a:cubicBezTo>
                  <a:pt x="234" y="1061"/>
                  <a:pt x="130" y="1166"/>
                  <a:pt x="0" y="1166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1166"/>
                  <a:pt x="2334" y="1166"/>
                  <a:pt x="2334" y="1166"/>
                </a:cubicBezTo>
                <a:cubicBezTo>
                  <a:pt x="2205" y="1166"/>
                  <a:pt x="2100" y="1061"/>
                  <a:pt x="2100" y="933"/>
                </a:cubicBezTo>
                <a:cubicBezTo>
                  <a:pt x="2100" y="805"/>
                  <a:pt x="2205" y="700"/>
                  <a:pt x="2334" y="700"/>
                </a:cubicBezTo>
                <a:close/>
                <a:moveTo>
                  <a:pt x="1284" y="1575"/>
                </a:moveTo>
                <a:cubicBezTo>
                  <a:pt x="1050" y="1575"/>
                  <a:pt x="1050" y="1575"/>
                  <a:pt x="1050" y="1575"/>
                </a:cubicBezTo>
                <a:cubicBezTo>
                  <a:pt x="1050" y="1341"/>
                  <a:pt x="1050" y="1341"/>
                  <a:pt x="1050" y="1341"/>
                </a:cubicBezTo>
                <a:cubicBezTo>
                  <a:pt x="1284" y="1341"/>
                  <a:pt x="1284" y="1341"/>
                  <a:pt x="1284" y="1341"/>
                </a:cubicBezTo>
                <a:lnTo>
                  <a:pt x="1284" y="1575"/>
                </a:lnTo>
                <a:close/>
                <a:moveTo>
                  <a:pt x="1284" y="1050"/>
                </a:moveTo>
                <a:cubicBezTo>
                  <a:pt x="1050" y="1050"/>
                  <a:pt x="1050" y="1050"/>
                  <a:pt x="1050" y="1050"/>
                </a:cubicBezTo>
                <a:cubicBezTo>
                  <a:pt x="1050" y="816"/>
                  <a:pt x="1050" y="816"/>
                  <a:pt x="1050" y="816"/>
                </a:cubicBezTo>
                <a:cubicBezTo>
                  <a:pt x="1284" y="816"/>
                  <a:pt x="1284" y="816"/>
                  <a:pt x="1284" y="816"/>
                </a:cubicBezTo>
                <a:lnTo>
                  <a:pt x="1284" y="1050"/>
                </a:lnTo>
                <a:close/>
                <a:moveTo>
                  <a:pt x="1284" y="525"/>
                </a:moveTo>
                <a:cubicBezTo>
                  <a:pt x="1050" y="525"/>
                  <a:pt x="1050" y="525"/>
                  <a:pt x="1050" y="525"/>
                </a:cubicBezTo>
                <a:cubicBezTo>
                  <a:pt x="1050" y="291"/>
                  <a:pt x="1050" y="291"/>
                  <a:pt x="1050" y="291"/>
                </a:cubicBezTo>
                <a:cubicBezTo>
                  <a:pt x="1284" y="291"/>
                  <a:pt x="1284" y="291"/>
                  <a:pt x="1284" y="291"/>
                </a:cubicBezTo>
                <a:lnTo>
                  <a:pt x="1284" y="5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8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sc Fu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1400 h 1866"/>
              <a:gd name="T2" fmla="*/ 2334 w 2334"/>
              <a:gd name="T3" fmla="*/ 1400 h 1866"/>
              <a:gd name="T4" fmla="*/ 2334 w 2334"/>
              <a:gd name="T5" fmla="*/ 1166 h 1866"/>
              <a:gd name="T6" fmla="*/ 2100 w 2334"/>
              <a:gd name="T7" fmla="*/ 1166 h 1866"/>
              <a:gd name="T8" fmla="*/ 2100 w 2334"/>
              <a:gd name="T9" fmla="*/ 1400 h 1866"/>
              <a:gd name="T10" fmla="*/ 2100 w 2334"/>
              <a:gd name="T11" fmla="*/ 350 h 1866"/>
              <a:gd name="T12" fmla="*/ 2100 w 2334"/>
              <a:gd name="T13" fmla="*/ 933 h 1866"/>
              <a:gd name="T14" fmla="*/ 2334 w 2334"/>
              <a:gd name="T15" fmla="*/ 933 h 1866"/>
              <a:gd name="T16" fmla="*/ 2334 w 2334"/>
              <a:gd name="T17" fmla="*/ 350 h 1866"/>
              <a:gd name="T18" fmla="*/ 2100 w 2334"/>
              <a:gd name="T19" fmla="*/ 350 h 1866"/>
              <a:gd name="T20" fmla="*/ 934 w 2334"/>
              <a:gd name="T21" fmla="*/ 0 h 1866"/>
              <a:gd name="T22" fmla="*/ 0 w 2334"/>
              <a:gd name="T23" fmla="*/ 933 h 1866"/>
              <a:gd name="T24" fmla="*/ 934 w 2334"/>
              <a:gd name="T25" fmla="*/ 1866 h 1866"/>
              <a:gd name="T26" fmla="*/ 1867 w 2334"/>
              <a:gd name="T27" fmla="*/ 933 h 1866"/>
              <a:gd name="T28" fmla="*/ 934 w 2334"/>
              <a:gd name="T29" fmla="*/ 0 h 1866"/>
              <a:gd name="T30" fmla="*/ 934 w 2334"/>
              <a:gd name="T31" fmla="*/ 1166 h 1866"/>
              <a:gd name="T32" fmla="*/ 700 w 2334"/>
              <a:gd name="T33" fmla="*/ 933 h 1866"/>
              <a:gd name="T34" fmla="*/ 934 w 2334"/>
              <a:gd name="T35" fmla="*/ 700 h 1866"/>
              <a:gd name="T36" fmla="*/ 1167 w 2334"/>
              <a:gd name="T37" fmla="*/ 933 h 1866"/>
              <a:gd name="T38" fmla="*/ 934 w 2334"/>
              <a:gd name="T39" fmla="*/ 1166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34" h="1866">
                <a:moveTo>
                  <a:pt x="2100" y="1400"/>
                </a:moveTo>
                <a:cubicBezTo>
                  <a:pt x="2334" y="1400"/>
                  <a:pt x="2334" y="1400"/>
                  <a:pt x="2334" y="1400"/>
                </a:cubicBezTo>
                <a:cubicBezTo>
                  <a:pt x="2334" y="1166"/>
                  <a:pt x="2334" y="1166"/>
                  <a:pt x="2334" y="1166"/>
                </a:cubicBezTo>
                <a:cubicBezTo>
                  <a:pt x="2100" y="1166"/>
                  <a:pt x="2100" y="1166"/>
                  <a:pt x="2100" y="1166"/>
                </a:cubicBezTo>
                <a:lnTo>
                  <a:pt x="2100" y="1400"/>
                </a:lnTo>
                <a:close/>
                <a:moveTo>
                  <a:pt x="2100" y="350"/>
                </a:moveTo>
                <a:cubicBezTo>
                  <a:pt x="2100" y="933"/>
                  <a:pt x="2100" y="933"/>
                  <a:pt x="2100" y="933"/>
                </a:cubicBezTo>
                <a:cubicBezTo>
                  <a:pt x="2334" y="933"/>
                  <a:pt x="2334" y="933"/>
                  <a:pt x="2334" y="933"/>
                </a:cubicBezTo>
                <a:cubicBezTo>
                  <a:pt x="2334" y="350"/>
                  <a:pt x="2334" y="350"/>
                  <a:pt x="2334" y="350"/>
                </a:cubicBezTo>
                <a:lnTo>
                  <a:pt x="2100" y="350"/>
                </a:lnTo>
                <a:close/>
                <a:moveTo>
                  <a:pt x="934" y="0"/>
                </a:moveTo>
                <a:cubicBezTo>
                  <a:pt x="418" y="0"/>
                  <a:pt x="0" y="417"/>
                  <a:pt x="0" y="933"/>
                </a:cubicBezTo>
                <a:cubicBezTo>
                  <a:pt x="0" y="1449"/>
                  <a:pt x="418" y="1866"/>
                  <a:pt x="934" y="1866"/>
                </a:cubicBezTo>
                <a:cubicBezTo>
                  <a:pt x="1449" y="1866"/>
                  <a:pt x="1867" y="1449"/>
                  <a:pt x="1867" y="933"/>
                </a:cubicBezTo>
                <a:cubicBezTo>
                  <a:pt x="1867" y="417"/>
                  <a:pt x="1449" y="0"/>
                  <a:pt x="934" y="0"/>
                </a:cubicBezTo>
                <a:close/>
                <a:moveTo>
                  <a:pt x="934" y="1166"/>
                </a:moveTo>
                <a:cubicBezTo>
                  <a:pt x="805" y="1166"/>
                  <a:pt x="700" y="1061"/>
                  <a:pt x="700" y="933"/>
                </a:cubicBezTo>
                <a:cubicBezTo>
                  <a:pt x="700" y="805"/>
                  <a:pt x="805" y="700"/>
                  <a:pt x="934" y="700"/>
                </a:cubicBezTo>
                <a:cubicBezTo>
                  <a:pt x="1062" y="700"/>
                  <a:pt x="1167" y="805"/>
                  <a:pt x="1167" y="933"/>
                </a:cubicBezTo>
                <a:cubicBezTo>
                  <a:pt x="1167" y="1061"/>
                  <a:pt x="1062" y="1166"/>
                  <a:pt x="934" y="11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8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Disturb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1167 w 2334"/>
              <a:gd name="T1" fmla="*/ 0 h 2334"/>
              <a:gd name="T2" fmla="*/ 0 w 2334"/>
              <a:gd name="T3" fmla="*/ 1167 h 2334"/>
              <a:gd name="T4" fmla="*/ 1167 w 2334"/>
              <a:gd name="T5" fmla="*/ 2334 h 2334"/>
              <a:gd name="T6" fmla="*/ 2334 w 2334"/>
              <a:gd name="T7" fmla="*/ 1167 h 2334"/>
              <a:gd name="T8" fmla="*/ 1167 w 2334"/>
              <a:gd name="T9" fmla="*/ 0 h 2334"/>
              <a:gd name="T10" fmla="*/ 1167 w 2334"/>
              <a:gd name="T11" fmla="*/ 2100 h 2334"/>
              <a:gd name="T12" fmla="*/ 234 w 2334"/>
              <a:gd name="T13" fmla="*/ 1167 h 2334"/>
              <a:gd name="T14" fmla="*/ 431 w 2334"/>
              <a:gd name="T15" fmla="*/ 595 h 2334"/>
              <a:gd name="T16" fmla="*/ 1739 w 2334"/>
              <a:gd name="T17" fmla="*/ 1903 h 2334"/>
              <a:gd name="T18" fmla="*/ 1167 w 2334"/>
              <a:gd name="T19" fmla="*/ 2100 h 2334"/>
              <a:gd name="T20" fmla="*/ 1903 w 2334"/>
              <a:gd name="T21" fmla="*/ 1739 h 2334"/>
              <a:gd name="T22" fmla="*/ 595 w 2334"/>
              <a:gd name="T23" fmla="*/ 431 h 2334"/>
              <a:gd name="T24" fmla="*/ 1167 w 2334"/>
              <a:gd name="T25" fmla="*/ 234 h 2334"/>
              <a:gd name="T26" fmla="*/ 2100 w 2334"/>
              <a:gd name="T27" fmla="*/ 1167 h 2334"/>
              <a:gd name="T28" fmla="*/ 1903 w 2334"/>
              <a:gd name="T29" fmla="*/ 1739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334" h="2334"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167" y="2100"/>
                </a:moveTo>
                <a:cubicBezTo>
                  <a:pt x="651" y="2100"/>
                  <a:pt x="234" y="1683"/>
                  <a:pt x="234" y="1167"/>
                </a:cubicBezTo>
                <a:cubicBezTo>
                  <a:pt x="234" y="951"/>
                  <a:pt x="307" y="753"/>
                  <a:pt x="431" y="595"/>
                </a:cubicBezTo>
                <a:cubicBezTo>
                  <a:pt x="1739" y="1903"/>
                  <a:pt x="1739" y="1903"/>
                  <a:pt x="1739" y="1903"/>
                </a:cubicBezTo>
                <a:cubicBezTo>
                  <a:pt x="1581" y="2027"/>
                  <a:pt x="1383" y="2100"/>
                  <a:pt x="1167" y="2100"/>
                </a:cubicBezTo>
                <a:close/>
                <a:moveTo>
                  <a:pt x="1903" y="1739"/>
                </a:moveTo>
                <a:cubicBezTo>
                  <a:pt x="595" y="431"/>
                  <a:pt x="595" y="431"/>
                  <a:pt x="595" y="431"/>
                </a:cubicBezTo>
                <a:cubicBezTo>
                  <a:pt x="753" y="307"/>
                  <a:pt x="951" y="234"/>
                  <a:pt x="1167" y="234"/>
                </a:cubicBezTo>
                <a:cubicBezTo>
                  <a:pt x="1683" y="234"/>
                  <a:pt x="2100" y="651"/>
                  <a:pt x="2100" y="1167"/>
                </a:cubicBezTo>
                <a:cubicBezTo>
                  <a:pt x="2100" y="1383"/>
                  <a:pt x="2027" y="1581"/>
                  <a:pt x="1903" y="173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8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Disturb Al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400 w 2800"/>
              <a:gd name="T1" fmla="*/ 0 h 2800"/>
              <a:gd name="T2" fmla="*/ 0 w 2800"/>
              <a:gd name="T3" fmla="*/ 1400 h 2800"/>
              <a:gd name="T4" fmla="*/ 1400 w 2800"/>
              <a:gd name="T5" fmla="*/ 2800 h 2800"/>
              <a:gd name="T6" fmla="*/ 2800 w 2800"/>
              <a:gd name="T7" fmla="*/ 1400 h 2800"/>
              <a:gd name="T8" fmla="*/ 1400 w 2800"/>
              <a:gd name="T9" fmla="*/ 0 h 2800"/>
              <a:gd name="T10" fmla="*/ 280 w 2800"/>
              <a:gd name="T11" fmla="*/ 1400 h 2800"/>
              <a:gd name="T12" fmla="*/ 1400 w 2800"/>
              <a:gd name="T13" fmla="*/ 280 h 2800"/>
              <a:gd name="T14" fmla="*/ 2086 w 2800"/>
              <a:gd name="T15" fmla="*/ 518 h 2800"/>
              <a:gd name="T16" fmla="*/ 518 w 2800"/>
              <a:gd name="T17" fmla="*/ 2086 h 2800"/>
              <a:gd name="T18" fmla="*/ 280 w 2800"/>
              <a:gd name="T19" fmla="*/ 1400 h 2800"/>
              <a:gd name="T20" fmla="*/ 1400 w 2800"/>
              <a:gd name="T21" fmla="*/ 2520 h 2800"/>
              <a:gd name="T22" fmla="*/ 714 w 2800"/>
              <a:gd name="T23" fmla="*/ 2282 h 2800"/>
              <a:gd name="T24" fmla="*/ 2282 w 2800"/>
              <a:gd name="T25" fmla="*/ 714 h 2800"/>
              <a:gd name="T26" fmla="*/ 2520 w 2800"/>
              <a:gd name="T27" fmla="*/ 1400 h 2800"/>
              <a:gd name="T28" fmla="*/ 1400 w 2800"/>
              <a:gd name="T29" fmla="*/ 2520 h 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800" h="2800">
                <a:moveTo>
                  <a:pt x="1400" y="0"/>
                </a:moveTo>
                <a:cubicBezTo>
                  <a:pt x="630" y="0"/>
                  <a:pt x="0" y="630"/>
                  <a:pt x="0" y="1400"/>
                </a:cubicBezTo>
                <a:cubicBezTo>
                  <a:pt x="0" y="2170"/>
                  <a:pt x="630" y="2800"/>
                  <a:pt x="1400" y="2800"/>
                </a:cubicBezTo>
                <a:cubicBezTo>
                  <a:pt x="2170" y="2800"/>
                  <a:pt x="2800" y="2170"/>
                  <a:pt x="2800" y="1400"/>
                </a:cubicBezTo>
                <a:cubicBezTo>
                  <a:pt x="2800" y="630"/>
                  <a:pt x="2170" y="0"/>
                  <a:pt x="1400" y="0"/>
                </a:cubicBezTo>
                <a:close/>
                <a:moveTo>
                  <a:pt x="280" y="1400"/>
                </a:moveTo>
                <a:cubicBezTo>
                  <a:pt x="280" y="784"/>
                  <a:pt x="784" y="280"/>
                  <a:pt x="1400" y="280"/>
                </a:cubicBezTo>
                <a:cubicBezTo>
                  <a:pt x="1652" y="280"/>
                  <a:pt x="1890" y="364"/>
                  <a:pt x="2086" y="518"/>
                </a:cubicBezTo>
                <a:cubicBezTo>
                  <a:pt x="518" y="2086"/>
                  <a:pt x="518" y="2086"/>
                  <a:pt x="518" y="2086"/>
                </a:cubicBezTo>
                <a:cubicBezTo>
                  <a:pt x="364" y="1890"/>
                  <a:pt x="280" y="1652"/>
                  <a:pt x="280" y="1400"/>
                </a:cubicBezTo>
                <a:close/>
                <a:moveTo>
                  <a:pt x="1400" y="2520"/>
                </a:moveTo>
                <a:cubicBezTo>
                  <a:pt x="1148" y="2520"/>
                  <a:pt x="910" y="2436"/>
                  <a:pt x="714" y="2282"/>
                </a:cubicBezTo>
                <a:cubicBezTo>
                  <a:pt x="2282" y="714"/>
                  <a:pt x="2282" y="714"/>
                  <a:pt x="2282" y="714"/>
                </a:cubicBezTo>
                <a:cubicBezTo>
                  <a:pt x="2436" y="910"/>
                  <a:pt x="2520" y="1148"/>
                  <a:pt x="2520" y="1400"/>
                </a:cubicBezTo>
                <a:cubicBezTo>
                  <a:pt x="2520" y="2016"/>
                  <a:pt x="2016" y="2520"/>
                  <a:pt x="1400" y="252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8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rive ETA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2472"/>
          </a:xfrm>
          <a:custGeom>
            <a:avLst/>
            <a:gdLst>
              <a:gd name="T0" fmla="*/ 1857 w 2100"/>
              <a:gd name="T1" fmla="*/ 117 h 1866"/>
              <a:gd name="T2" fmla="*/ 1692 w 2100"/>
              <a:gd name="T3" fmla="*/ 0 h 1866"/>
              <a:gd name="T4" fmla="*/ 408 w 2100"/>
              <a:gd name="T5" fmla="*/ 0 h 1866"/>
              <a:gd name="T6" fmla="*/ 243 w 2100"/>
              <a:gd name="T7" fmla="*/ 117 h 1866"/>
              <a:gd name="T8" fmla="*/ 0 w 2100"/>
              <a:gd name="T9" fmla="*/ 816 h 1866"/>
              <a:gd name="T10" fmla="*/ 0 w 2100"/>
              <a:gd name="T11" fmla="*/ 1750 h 1866"/>
              <a:gd name="T12" fmla="*/ 117 w 2100"/>
              <a:gd name="T13" fmla="*/ 1866 h 1866"/>
              <a:gd name="T14" fmla="*/ 233 w 2100"/>
              <a:gd name="T15" fmla="*/ 1866 h 1866"/>
              <a:gd name="T16" fmla="*/ 350 w 2100"/>
              <a:gd name="T17" fmla="*/ 1750 h 1866"/>
              <a:gd name="T18" fmla="*/ 350 w 2100"/>
              <a:gd name="T19" fmla="*/ 1633 h 1866"/>
              <a:gd name="T20" fmla="*/ 1750 w 2100"/>
              <a:gd name="T21" fmla="*/ 1633 h 1866"/>
              <a:gd name="T22" fmla="*/ 1750 w 2100"/>
              <a:gd name="T23" fmla="*/ 1750 h 1866"/>
              <a:gd name="T24" fmla="*/ 1867 w 2100"/>
              <a:gd name="T25" fmla="*/ 1866 h 1866"/>
              <a:gd name="T26" fmla="*/ 1983 w 2100"/>
              <a:gd name="T27" fmla="*/ 1866 h 1866"/>
              <a:gd name="T28" fmla="*/ 2100 w 2100"/>
              <a:gd name="T29" fmla="*/ 1750 h 1866"/>
              <a:gd name="T30" fmla="*/ 2100 w 2100"/>
              <a:gd name="T31" fmla="*/ 816 h 1866"/>
              <a:gd name="T32" fmla="*/ 1857 w 2100"/>
              <a:gd name="T33" fmla="*/ 117 h 1866"/>
              <a:gd name="T34" fmla="*/ 408 w 2100"/>
              <a:gd name="T35" fmla="*/ 1283 h 1866"/>
              <a:gd name="T36" fmla="*/ 233 w 2100"/>
              <a:gd name="T37" fmla="*/ 1108 h 1866"/>
              <a:gd name="T38" fmla="*/ 408 w 2100"/>
              <a:gd name="T39" fmla="*/ 933 h 1866"/>
              <a:gd name="T40" fmla="*/ 583 w 2100"/>
              <a:gd name="T41" fmla="*/ 1108 h 1866"/>
              <a:gd name="T42" fmla="*/ 408 w 2100"/>
              <a:gd name="T43" fmla="*/ 1283 h 1866"/>
              <a:gd name="T44" fmla="*/ 1692 w 2100"/>
              <a:gd name="T45" fmla="*/ 1283 h 1866"/>
              <a:gd name="T46" fmla="*/ 1517 w 2100"/>
              <a:gd name="T47" fmla="*/ 1108 h 1866"/>
              <a:gd name="T48" fmla="*/ 1692 w 2100"/>
              <a:gd name="T49" fmla="*/ 933 h 1866"/>
              <a:gd name="T50" fmla="*/ 1867 w 2100"/>
              <a:gd name="T51" fmla="*/ 1108 h 1866"/>
              <a:gd name="T52" fmla="*/ 1692 w 2100"/>
              <a:gd name="T53" fmla="*/ 1283 h 1866"/>
              <a:gd name="T54" fmla="*/ 233 w 2100"/>
              <a:gd name="T55" fmla="*/ 700 h 1866"/>
              <a:gd name="T56" fmla="*/ 408 w 2100"/>
              <a:gd name="T57" fmla="*/ 175 h 1866"/>
              <a:gd name="T58" fmla="*/ 1692 w 2100"/>
              <a:gd name="T59" fmla="*/ 175 h 1866"/>
              <a:gd name="T60" fmla="*/ 1867 w 2100"/>
              <a:gd name="T61" fmla="*/ 700 h 1866"/>
              <a:gd name="T62" fmla="*/ 233 w 2100"/>
              <a:gd name="T63" fmla="*/ 700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0" h="1866">
                <a:moveTo>
                  <a:pt x="1857" y="117"/>
                </a:moveTo>
                <a:cubicBezTo>
                  <a:pt x="1834" y="49"/>
                  <a:pt x="1769" y="0"/>
                  <a:pt x="1692" y="0"/>
                </a:cubicBezTo>
                <a:cubicBezTo>
                  <a:pt x="408" y="0"/>
                  <a:pt x="408" y="0"/>
                  <a:pt x="408" y="0"/>
                </a:cubicBezTo>
                <a:cubicBezTo>
                  <a:pt x="331" y="0"/>
                  <a:pt x="267" y="49"/>
                  <a:pt x="243" y="117"/>
                </a:cubicBezTo>
                <a:cubicBezTo>
                  <a:pt x="0" y="816"/>
                  <a:pt x="0" y="816"/>
                  <a:pt x="0" y="816"/>
                </a:cubicBezTo>
                <a:cubicBezTo>
                  <a:pt x="0" y="1750"/>
                  <a:pt x="0" y="1750"/>
                  <a:pt x="0" y="1750"/>
                </a:cubicBezTo>
                <a:cubicBezTo>
                  <a:pt x="0" y="1814"/>
                  <a:pt x="53" y="1866"/>
                  <a:pt x="117" y="1866"/>
                </a:cubicBezTo>
                <a:cubicBezTo>
                  <a:pt x="233" y="1866"/>
                  <a:pt x="233" y="1866"/>
                  <a:pt x="233" y="1866"/>
                </a:cubicBezTo>
                <a:cubicBezTo>
                  <a:pt x="297" y="1866"/>
                  <a:pt x="350" y="1814"/>
                  <a:pt x="350" y="1750"/>
                </a:cubicBezTo>
                <a:cubicBezTo>
                  <a:pt x="350" y="1633"/>
                  <a:pt x="350" y="1633"/>
                  <a:pt x="350" y="1633"/>
                </a:cubicBezTo>
                <a:cubicBezTo>
                  <a:pt x="1750" y="1633"/>
                  <a:pt x="1750" y="1633"/>
                  <a:pt x="1750" y="1633"/>
                </a:cubicBezTo>
                <a:cubicBezTo>
                  <a:pt x="1750" y="1750"/>
                  <a:pt x="1750" y="1750"/>
                  <a:pt x="1750" y="1750"/>
                </a:cubicBezTo>
                <a:cubicBezTo>
                  <a:pt x="1750" y="1814"/>
                  <a:pt x="1803" y="1866"/>
                  <a:pt x="1867" y="1866"/>
                </a:cubicBezTo>
                <a:cubicBezTo>
                  <a:pt x="1983" y="1866"/>
                  <a:pt x="1983" y="1866"/>
                  <a:pt x="1983" y="1866"/>
                </a:cubicBezTo>
                <a:cubicBezTo>
                  <a:pt x="2047" y="1866"/>
                  <a:pt x="2100" y="1814"/>
                  <a:pt x="2100" y="1750"/>
                </a:cubicBezTo>
                <a:cubicBezTo>
                  <a:pt x="2100" y="816"/>
                  <a:pt x="2100" y="816"/>
                  <a:pt x="2100" y="816"/>
                </a:cubicBezTo>
                <a:lnTo>
                  <a:pt x="1857" y="117"/>
                </a:lnTo>
                <a:close/>
                <a:moveTo>
                  <a:pt x="408" y="1283"/>
                </a:moveTo>
                <a:cubicBezTo>
                  <a:pt x="311" y="1283"/>
                  <a:pt x="233" y="1205"/>
                  <a:pt x="233" y="1108"/>
                </a:cubicBezTo>
                <a:cubicBezTo>
                  <a:pt x="233" y="1011"/>
                  <a:pt x="311" y="933"/>
                  <a:pt x="408" y="933"/>
                </a:cubicBezTo>
                <a:cubicBezTo>
                  <a:pt x="505" y="933"/>
                  <a:pt x="583" y="1011"/>
                  <a:pt x="583" y="1108"/>
                </a:cubicBezTo>
                <a:cubicBezTo>
                  <a:pt x="583" y="1205"/>
                  <a:pt x="505" y="1283"/>
                  <a:pt x="408" y="1283"/>
                </a:cubicBezTo>
                <a:close/>
                <a:moveTo>
                  <a:pt x="1692" y="1283"/>
                </a:moveTo>
                <a:cubicBezTo>
                  <a:pt x="1595" y="1283"/>
                  <a:pt x="1517" y="1205"/>
                  <a:pt x="1517" y="1108"/>
                </a:cubicBezTo>
                <a:cubicBezTo>
                  <a:pt x="1517" y="1011"/>
                  <a:pt x="1595" y="933"/>
                  <a:pt x="1692" y="933"/>
                </a:cubicBezTo>
                <a:cubicBezTo>
                  <a:pt x="1789" y="933"/>
                  <a:pt x="1867" y="1011"/>
                  <a:pt x="1867" y="1108"/>
                </a:cubicBezTo>
                <a:cubicBezTo>
                  <a:pt x="1867" y="1205"/>
                  <a:pt x="1789" y="1283"/>
                  <a:pt x="1692" y="1283"/>
                </a:cubicBezTo>
                <a:close/>
                <a:moveTo>
                  <a:pt x="233" y="700"/>
                </a:moveTo>
                <a:cubicBezTo>
                  <a:pt x="408" y="175"/>
                  <a:pt x="408" y="175"/>
                  <a:pt x="408" y="175"/>
                </a:cubicBezTo>
                <a:cubicBezTo>
                  <a:pt x="1692" y="175"/>
                  <a:pt x="1692" y="175"/>
                  <a:pt x="1692" y="175"/>
                </a:cubicBezTo>
                <a:cubicBezTo>
                  <a:pt x="1867" y="700"/>
                  <a:pt x="1867" y="700"/>
                  <a:pt x="1867" y="700"/>
                </a:cubicBezTo>
                <a:lnTo>
                  <a:pt x="233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8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nhanced Encrypti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96505" cy="914400"/>
          </a:xfrm>
          <a:custGeom>
            <a:avLst/>
            <a:gdLst>
              <a:gd name="T0" fmla="*/ 1633 w 1866"/>
              <a:gd name="T1" fmla="*/ 816 h 2450"/>
              <a:gd name="T2" fmla="*/ 1516 w 1866"/>
              <a:gd name="T3" fmla="*/ 816 h 2450"/>
              <a:gd name="T4" fmla="*/ 1516 w 1866"/>
              <a:gd name="T5" fmla="*/ 583 h 2450"/>
              <a:gd name="T6" fmla="*/ 933 w 1866"/>
              <a:gd name="T7" fmla="*/ 0 h 2450"/>
              <a:gd name="T8" fmla="*/ 350 w 1866"/>
              <a:gd name="T9" fmla="*/ 583 h 2450"/>
              <a:gd name="T10" fmla="*/ 350 w 1866"/>
              <a:gd name="T11" fmla="*/ 816 h 2450"/>
              <a:gd name="T12" fmla="*/ 233 w 1866"/>
              <a:gd name="T13" fmla="*/ 816 h 2450"/>
              <a:gd name="T14" fmla="*/ 0 w 1866"/>
              <a:gd name="T15" fmla="*/ 1050 h 2450"/>
              <a:gd name="T16" fmla="*/ 0 w 1866"/>
              <a:gd name="T17" fmla="*/ 2216 h 2450"/>
              <a:gd name="T18" fmla="*/ 233 w 1866"/>
              <a:gd name="T19" fmla="*/ 2450 h 2450"/>
              <a:gd name="T20" fmla="*/ 1633 w 1866"/>
              <a:gd name="T21" fmla="*/ 2450 h 2450"/>
              <a:gd name="T22" fmla="*/ 1866 w 1866"/>
              <a:gd name="T23" fmla="*/ 2216 h 2450"/>
              <a:gd name="T24" fmla="*/ 1866 w 1866"/>
              <a:gd name="T25" fmla="*/ 1050 h 2450"/>
              <a:gd name="T26" fmla="*/ 1633 w 1866"/>
              <a:gd name="T27" fmla="*/ 816 h 2450"/>
              <a:gd name="T28" fmla="*/ 571 w 1866"/>
              <a:gd name="T29" fmla="*/ 583 h 2450"/>
              <a:gd name="T30" fmla="*/ 933 w 1866"/>
              <a:gd name="T31" fmla="*/ 221 h 2450"/>
              <a:gd name="T32" fmla="*/ 1295 w 1866"/>
              <a:gd name="T33" fmla="*/ 583 h 2450"/>
              <a:gd name="T34" fmla="*/ 1295 w 1866"/>
              <a:gd name="T35" fmla="*/ 816 h 2450"/>
              <a:gd name="T36" fmla="*/ 571 w 1866"/>
              <a:gd name="T37" fmla="*/ 816 h 2450"/>
              <a:gd name="T38" fmla="*/ 571 w 1866"/>
              <a:gd name="T39" fmla="*/ 583 h 2450"/>
              <a:gd name="T40" fmla="*/ 1400 w 1866"/>
              <a:gd name="T41" fmla="*/ 1750 h 2450"/>
              <a:gd name="T42" fmla="*/ 1050 w 1866"/>
              <a:gd name="T43" fmla="*/ 1750 h 2450"/>
              <a:gd name="T44" fmla="*/ 1050 w 1866"/>
              <a:gd name="T45" fmla="*/ 2100 h 2450"/>
              <a:gd name="T46" fmla="*/ 816 w 1866"/>
              <a:gd name="T47" fmla="*/ 2100 h 2450"/>
              <a:gd name="T48" fmla="*/ 816 w 1866"/>
              <a:gd name="T49" fmla="*/ 1750 h 2450"/>
              <a:gd name="T50" fmla="*/ 466 w 1866"/>
              <a:gd name="T51" fmla="*/ 1750 h 2450"/>
              <a:gd name="T52" fmla="*/ 466 w 1866"/>
              <a:gd name="T53" fmla="*/ 1516 h 2450"/>
              <a:gd name="T54" fmla="*/ 816 w 1866"/>
              <a:gd name="T55" fmla="*/ 1516 h 2450"/>
              <a:gd name="T56" fmla="*/ 816 w 1866"/>
              <a:gd name="T57" fmla="*/ 1166 h 2450"/>
              <a:gd name="T58" fmla="*/ 1050 w 1866"/>
              <a:gd name="T59" fmla="*/ 1166 h 2450"/>
              <a:gd name="T60" fmla="*/ 1050 w 1866"/>
              <a:gd name="T61" fmla="*/ 1516 h 2450"/>
              <a:gd name="T62" fmla="*/ 1400 w 1866"/>
              <a:gd name="T63" fmla="*/ 1516 h 2450"/>
              <a:gd name="T64" fmla="*/ 1400 w 1866"/>
              <a:gd name="T65" fmla="*/ 1750 h 2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866" h="2450">
                <a:moveTo>
                  <a:pt x="1633" y="816"/>
                </a:moveTo>
                <a:cubicBezTo>
                  <a:pt x="1516" y="816"/>
                  <a:pt x="1516" y="816"/>
                  <a:pt x="1516" y="816"/>
                </a:cubicBezTo>
                <a:cubicBezTo>
                  <a:pt x="1516" y="583"/>
                  <a:pt x="1516" y="583"/>
                  <a:pt x="1516" y="583"/>
                </a:cubicBezTo>
                <a:cubicBezTo>
                  <a:pt x="1516" y="261"/>
                  <a:pt x="1255" y="0"/>
                  <a:pt x="933" y="0"/>
                </a:cubicBezTo>
                <a:cubicBezTo>
                  <a:pt x="611" y="0"/>
                  <a:pt x="350" y="261"/>
                  <a:pt x="350" y="583"/>
                </a:cubicBezTo>
                <a:cubicBezTo>
                  <a:pt x="350" y="816"/>
                  <a:pt x="350" y="816"/>
                  <a:pt x="350" y="816"/>
                </a:cubicBezTo>
                <a:cubicBezTo>
                  <a:pt x="233" y="816"/>
                  <a:pt x="233" y="816"/>
                  <a:pt x="233" y="816"/>
                </a:cubicBezTo>
                <a:cubicBezTo>
                  <a:pt x="105" y="816"/>
                  <a:pt x="0" y="921"/>
                  <a:pt x="0" y="1050"/>
                </a:cubicBezTo>
                <a:cubicBezTo>
                  <a:pt x="0" y="2216"/>
                  <a:pt x="0" y="2216"/>
                  <a:pt x="0" y="2216"/>
                </a:cubicBezTo>
                <a:cubicBezTo>
                  <a:pt x="0" y="2345"/>
                  <a:pt x="105" y="2450"/>
                  <a:pt x="233" y="2450"/>
                </a:cubicBezTo>
                <a:cubicBezTo>
                  <a:pt x="1633" y="2450"/>
                  <a:pt x="1633" y="2450"/>
                  <a:pt x="1633" y="2450"/>
                </a:cubicBezTo>
                <a:cubicBezTo>
                  <a:pt x="1761" y="2450"/>
                  <a:pt x="1866" y="2345"/>
                  <a:pt x="1866" y="2216"/>
                </a:cubicBezTo>
                <a:cubicBezTo>
                  <a:pt x="1866" y="1050"/>
                  <a:pt x="1866" y="1050"/>
                  <a:pt x="1866" y="1050"/>
                </a:cubicBezTo>
                <a:cubicBezTo>
                  <a:pt x="1866" y="921"/>
                  <a:pt x="1761" y="816"/>
                  <a:pt x="1633" y="816"/>
                </a:cubicBezTo>
                <a:close/>
                <a:moveTo>
                  <a:pt x="571" y="583"/>
                </a:moveTo>
                <a:cubicBezTo>
                  <a:pt x="571" y="384"/>
                  <a:pt x="734" y="221"/>
                  <a:pt x="933" y="221"/>
                </a:cubicBezTo>
                <a:cubicBezTo>
                  <a:pt x="1132" y="221"/>
                  <a:pt x="1295" y="384"/>
                  <a:pt x="1295" y="583"/>
                </a:cubicBezTo>
                <a:cubicBezTo>
                  <a:pt x="1295" y="816"/>
                  <a:pt x="1295" y="816"/>
                  <a:pt x="1295" y="816"/>
                </a:cubicBezTo>
                <a:cubicBezTo>
                  <a:pt x="571" y="816"/>
                  <a:pt x="571" y="816"/>
                  <a:pt x="571" y="816"/>
                </a:cubicBezTo>
                <a:lnTo>
                  <a:pt x="571" y="583"/>
                </a:lnTo>
                <a:close/>
                <a:moveTo>
                  <a:pt x="1400" y="1750"/>
                </a:moveTo>
                <a:cubicBezTo>
                  <a:pt x="1050" y="1750"/>
                  <a:pt x="1050" y="1750"/>
                  <a:pt x="1050" y="1750"/>
                </a:cubicBezTo>
                <a:cubicBezTo>
                  <a:pt x="1050" y="2100"/>
                  <a:pt x="1050" y="2100"/>
                  <a:pt x="1050" y="2100"/>
                </a:cubicBezTo>
                <a:cubicBezTo>
                  <a:pt x="816" y="2100"/>
                  <a:pt x="816" y="2100"/>
                  <a:pt x="816" y="2100"/>
                </a:cubicBezTo>
                <a:cubicBezTo>
                  <a:pt x="816" y="1750"/>
                  <a:pt x="816" y="1750"/>
                  <a:pt x="816" y="1750"/>
                </a:cubicBezTo>
                <a:cubicBezTo>
                  <a:pt x="466" y="1750"/>
                  <a:pt x="466" y="1750"/>
                  <a:pt x="466" y="1750"/>
                </a:cubicBezTo>
                <a:cubicBezTo>
                  <a:pt x="466" y="1516"/>
                  <a:pt x="466" y="1516"/>
                  <a:pt x="466" y="1516"/>
                </a:cubicBezTo>
                <a:cubicBezTo>
                  <a:pt x="816" y="1516"/>
                  <a:pt x="816" y="1516"/>
                  <a:pt x="816" y="1516"/>
                </a:cubicBezTo>
                <a:cubicBezTo>
                  <a:pt x="816" y="1166"/>
                  <a:pt x="816" y="1166"/>
                  <a:pt x="816" y="1166"/>
                </a:cubicBezTo>
                <a:cubicBezTo>
                  <a:pt x="1050" y="1166"/>
                  <a:pt x="1050" y="1166"/>
                  <a:pt x="1050" y="1166"/>
                </a:cubicBezTo>
                <a:cubicBezTo>
                  <a:pt x="1050" y="1516"/>
                  <a:pt x="1050" y="1516"/>
                  <a:pt x="1050" y="1516"/>
                </a:cubicBezTo>
                <a:cubicBezTo>
                  <a:pt x="1400" y="1516"/>
                  <a:pt x="1400" y="1516"/>
                  <a:pt x="1400" y="1516"/>
                </a:cubicBezTo>
                <a:lnTo>
                  <a:pt x="1400" y="17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8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vent Availab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3143" cy="914400"/>
          </a:xfrm>
          <a:custGeom>
            <a:avLst/>
            <a:gdLst>
              <a:gd name="T0" fmla="*/ 1578 w 2100"/>
              <a:gd name="T1" fmla="*/ 1173 h 2333"/>
              <a:gd name="T2" fmla="*/ 1455 w 2100"/>
              <a:gd name="T3" fmla="*/ 1050 h 2333"/>
              <a:gd name="T4" fmla="*/ 885 w 2100"/>
              <a:gd name="T5" fmla="*/ 1619 h 2333"/>
              <a:gd name="T6" fmla="*/ 638 w 2100"/>
              <a:gd name="T7" fmla="*/ 1372 h 2333"/>
              <a:gd name="T8" fmla="*/ 515 w 2100"/>
              <a:gd name="T9" fmla="*/ 1495 h 2333"/>
              <a:gd name="T10" fmla="*/ 885 w 2100"/>
              <a:gd name="T11" fmla="*/ 1866 h 2333"/>
              <a:gd name="T12" fmla="*/ 1578 w 2100"/>
              <a:gd name="T13" fmla="*/ 1173 h 2333"/>
              <a:gd name="T14" fmla="*/ 1867 w 2100"/>
              <a:gd name="T15" fmla="*/ 233 h 2333"/>
              <a:gd name="T16" fmla="*/ 1750 w 2100"/>
              <a:gd name="T17" fmla="*/ 233 h 2333"/>
              <a:gd name="T18" fmla="*/ 1750 w 2100"/>
              <a:gd name="T19" fmla="*/ 0 h 2333"/>
              <a:gd name="T20" fmla="*/ 1517 w 2100"/>
              <a:gd name="T21" fmla="*/ 0 h 2333"/>
              <a:gd name="T22" fmla="*/ 1517 w 2100"/>
              <a:gd name="T23" fmla="*/ 233 h 2333"/>
              <a:gd name="T24" fmla="*/ 583 w 2100"/>
              <a:gd name="T25" fmla="*/ 233 h 2333"/>
              <a:gd name="T26" fmla="*/ 583 w 2100"/>
              <a:gd name="T27" fmla="*/ 0 h 2333"/>
              <a:gd name="T28" fmla="*/ 350 w 2100"/>
              <a:gd name="T29" fmla="*/ 0 h 2333"/>
              <a:gd name="T30" fmla="*/ 350 w 2100"/>
              <a:gd name="T31" fmla="*/ 233 h 2333"/>
              <a:gd name="T32" fmla="*/ 233 w 2100"/>
              <a:gd name="T33" fmla="*/ 233 h 2333"/>
              <a:gd name="T34" fmla="*/ 1 w 2100"/>
              <a:gd name="T35" fmla="*/ 466 h 2333"/>
              <a:gd name="T36" fmla="*/ 0 w 2100"/>
              <a:gd name="T37" fmla="*/ 2100 h 2333"/>
              <a:gd name="T38" fmla="*/ 233 w 2100"/>
              <a:gd name="T39" fmla="*/ 2333 h 2333"/>
              <a:gd name="T40" fmla="*/ 1867 w 2100"/>
              <a:gd name="T41" fmla="*/ 2333 h 2333"/>
              <a:gd name="T42" fmla="*/ 2100 w 2100"/>
              <a:gd name="T43" fmla="*/ 2100 h 2333"/>
              <a:gd name="T44" fmla="*/ 2100 w 2100"/>
              <a:gd name="T45" fmla="*/ 466 h 2333"/>
              <a:gd name="T46" fmla="*/ 1867 w 2100"/>
              <a:gd name="T47" fmla="*/ 233 h 2333"/>
              <a:gd name="T48" fmla="*/ 1867 w 2100"/>
              <a:gd name="T49" fmla="*/ 2100 h 2333"/>
              <a:gd name="T50" fmla="*/ 233 w 2100"/>
              <a:gd name="T51" fmla="*/ 2100 h 2333"/>
              <a:gd name="T52" fmla="*/ 233 w 2100"/>
              <a:gd name="T53" fmla="*/ 816 h 2333"/>
              <a:gd name="T54" fmla="*/ 1867 w 2100"/>
              <a:gd name="T55" fmla="*/ 816 h 2333"/>
              <a:gd name="T56" fmla="*/ 1867 w 2100"/>
              <a:gd name="T57" fmla="*/ 2100 h 2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100" h="2333">
                <a:moveTo>
                  <a:pt x="1578" y="1173"/>
                </a:moveTo>
                <a:cubicBezTo>
                  <a:pt x="1455" y="1050"/>
                  <a:pt x="1455" y="1050"/>
                  <a:pt x="1455" y="1050"/>
                </a:cubicBezTo>
                <a:cubicBezTo>
                  <a:pt x="885" y="1619"/>
                  <a:pt x="885" y="1619"/>
                  <a:pt x="885" y="1619"/>
                </a:cubicBezTo>
                <a:cubicBezTo>
                  <a:pt x="638" y="1372"/>
                  <a:pt x="638" y="1372"/>
                  <a:pt x="638" y="1372"/>
                </a:cubicBezTo>
                <a:cubicBezTo>
                  <a:pt x="515" y="1495"/>
                  <a:pt x="515" y="1495"/>
                  <a:pt x="515" y="1495"/>
                </a:cubicBezTo>
                <a:cubicBezTo>
                  <a:pt x="885" y="1866"/>
                  <a:pt x="885" y="1866"/>
                  <a:pt x="885" y="1866"/>
                </a:cubicBezTo>
                <a:lnTo>
                  <a:pt x="1578" y="1173"/>
                </a:lnTo>
                <a:close/>
                <a:moveTo>
                  <a:pt x="1867" y="233"/>
                </a:moveTo>
                <a:cubicBezTo>
                  <a:pt x="1750" y="233"/>
                  <a:pt x="1750" y="233"/>
                  <a:pt x="1750" y="233"/>
                </a:cubicBezTo>
                <a:cubicBezTo>
                  <a:pt x="1750" y="0"/>
                  <a:pt x="1750" y="0"/>
                  <a:pt x="1750" y="0"/>
                </a:cubicBezTo>
                <a:cubicBezTo>
                  <a:pt x="1517" y="0"/>
                  <a:pt x="1517" y="0"/>
                  <a:pt x="1517" y="0"/>
                </a:cubicBezTo>
                <a:cubicBezTo>
                  <a:pt x="1517" y="233"/>
                  <a:pt x="1517" y="233"/>
                  <a:pt x="1517" y="233"/>
                </a:cubicBezTo>
                <a:cubicBezTo>
                  <a:pt x="583" y="233"/>
                  <a:pt x="583" y="233"/>
                  <a:pt x="583" y="233"/>
                </a:cubicBezTo>
                <a:cubicBezTo>
                  <a:pt x="583" y="0"/>
                  <a:pt x="583" y="0"/>
                  <a:pt x="583" y="0"/>
                </a:cubicBezTo>
                <a:cubicBezTo>
                  <a:pt x="350" y="0"/>
                  <a:pt x="350" y="0"/>
                  <a:pt x="350" y="0"/>
                </a:cubicBezTo>
                <a:cubicBezTo>
                  <a:pt x="350" y="233"/>
                  <a:pt x="350" y="233"/>
                  <a:pt x="350" y="2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04" y="233"/>
                  <a:pt x="1" y="338"/>
                  <a:pt x="1" y="466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8"/>
                  <a:pt x="104" y="2333"/>
                  <a:pt x="233" y="2333"/>
                </a:cubicBezTo>
                <a:cubicBezTo>
                  <a:pt x="1867" y="2333"/>
                  <a:pt x="1867" y="2333"/>
                  <a:pt x="1867" y="2333"/>
                </a:cubicBezTo>
                <a:cubicBezTo>
                  <a:pt x="1995" y="2333"/>
                  <a:pt x="2100" y="2228"/>
                  <a:pt x="2100" y="2100"/>
                </a:cubicBezTo>
                <a:cubicBezTo>
                  <a:pt x="2100" y="466"/>
                  <a:pt x="2100" y="466"/>
                  <a:pt x="2100" y="466"/>
                </a:cubicBezTo>
                <a:cubicBezTo>
                  <a:pt x="2100" y="338"/>
                  <a:pt x="1995" y="233"/>
                  <a:pt x="1867" y="233"/>
                </a:cubicBezTo>
                <a:close/>
                <a:moveTo>
                  <a:pt x="1867" y="2100"/>
                </a:moveTo>
                <a:cubicBezTo>
                  <a:pt x="233" y="2100"/>
                  <a:pt x="233" y="2100"/>
                  <a:pt x="233" y="2100"/>
                </a:cubicBezTo>
                <a:cubicBezTo>
                  <a:pt x="233" y="816"/>
                  <a:pt x="233" y="816"/>
                  <a:pt x="233" y="816"/>
                </a:cubicBezTo>
                <a:cubicBezTo>
                  <a:pt x="1867" y="816"/>
                  <a:pt x="1867" y="816"/>
                  <a:pt x="1867" y="816"/>
                </a:cubicBezTo>
                <a:lnTo>
                  <a:pt x="1867" y="2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8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vent Bus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3143" cy="914400"/>
          </a:xfrm>
          <a:custGeom>
            <a:avLst/>
            <a:gdLst>
              <a:gd name="T0" fmla="*/ 736 w 2100"/>
              <a:gd name="T1" fmla="*/ 1866 h 2333"/>
              <a:gd name="T2" fmla="*/ 1021 w 2100"/>
              <a:gd name="T3" fmla="*/ 1582 h 2333"/>
              <a:gd name="T4" fmla="*/ 1305 w 2100"/>
              <a:gd name="T5" fmla="*/ 1866 h 2333"/>
              <a:gd name="T6" fmla="*/ 1429 w 2100"/>
              <a:gd name="T7" fmla="*/ 1743 h 2333"/>
              <a:gd name="T8" fmla="*/ 1145 w 2100"/>
              <a:gd name="T9" fmla="*/ 1458 h 2333"/>
              <a:gd name="T10" fmla="*/ 1429 w 2100"/>
              <a:gd name="T11" fmla="*/ 1173 h 2333"/>
              <a:gd name="T12" fmla="*/ 1305 w 2100"/>
              <a:gd name="T13" fmla="*/ 1050 h 2333"/>
              <a:gd name="T14" fmla="*/ 1021 w 2100"/>
              <a:gd name="T15" fmla="*/ 1334 h 2333"/>
              <a:gd name="T16" fmla="*/ 736 w 2100"/>
              <a:gd name="T17" fmla="*/ 1050 h 2333"/>
              <a:gd name="T18" fmla="*/ 613 w 2100"/>
              <a:gd name="T19" fmla="*/ 1173 h 2333"/>
              <a:gd name="T20" fmla="*/ 897 w 2100"/>
              <a:gd name="T21" fmla="*/ 1458 h 2333"/>
              <a:gd name="T22" fmla="*/ 613 w 2100"/>
              <a:gd name="T23" fmla="*/ 1743 h 2333"/>
              <a:gd name="T24" fmla="*/ 736 w 2100"/>
              <a:gd name="T25" fmla="*/ 1866 h 2333"/>
              <a:gd name="T26" fmla="*/ 1867 w 2100"/>
              <a:gd name="T27" fmla="*/ 233 h 2333"/>
              <a:gd name="T28" fmla="*/ 1750 w 2100"/>
              <a:gd name="T29" fmla="*/ 233 h 2333"/>
              <a:gd name="T30" fmla="*/ 1750 w 2100"/>
              <a:gd name="T31" fmla="*/ 0 h 2333"/>
              <a:gd name="T32" fmla="*/ 1517 w 2100"/>
              <a:gd name="T33" fmla="*/ 0 h 2333"/>
              <a:gd name="T34" fmla="*/ 1517 w 2100"/>
              <a:gd name="T35" fmla="*/ 233 h 2333"/>
              <a:gd name="T36" fmla="*/ 583 w 2100"/>
              <a:gd name="T37" fmla="*/ 233 h 2333"/>
              <a:gd name="T38" fmla="*/ 583 w 2100"/>
              <a:gd name="T39" fmla="*/ 0 h 2333"/>
              <a:gd name="T40" fmla="*/ 350 w 2100"/>
              <a:gd name="T41" fmla="*/ 0 h 2333"/>
              <a:gd name="T42" fmla="*/ 350 w 2100"/>
              <a:gd name="T43" fmla="*/ 233 h 2333"/>
              <a:gd name="T44" fmla="*/ 233 w 2100"/>
              <a:gd name="T45" fmla="*/ 233 h 2333"/>
              <a:gd name="T46" fmla="*/ 1 w 2100"/>
              <a:gd name="T47" fmla="*/ 466 h 2333"/>
              <a:gd name="T48" fmla="*/ 0 w 2100"/>
              <a:gd name="T49" fmla="*/ 2100 h 2333"/>
              <a:gd name="T50" fmla="*/ 233 w 2100"/>
              <a:gd name="T51" fmla="*/ 2333 h 2333"/>
              <a:gd name="T52" fmla="*/ 1867 w 2100"/>
              <a:gd name="T53" fmla="*/ 2333 h 2333"/>
              <a:gd name="T54" fmla="*/ 2100 w 2100"/>
              <a:gd name="T55" fmla="*/ 2100 h 2333"/>
              <a:gd name="T56" fmla="*/ 2100 w 2100"/>
              <a:gd name="T57" fmla="*/ 466 h 2333"/>
              <a:gd name="T58" fmla="*/ 1867 w 2100"/>
              <a:gd name="T59" fmla="*/ 233 h 2333"/>
              <a:gd name="T60" fmla="*/ 1867 w 2100"/>
              <a:gd name="T61" fmla="*/ 2100 h 2333"/>
              <a:gd name="T62" fmla="*/ 233 w 2100"/>
              <a:gd name="T63" fmla="*/ 2100 h 2333"/>
              <a:gd name="T64" fmla="*/ 233 w 2100"/>
              <a:gd name="T65" fmla="*/ 816 h 2333"/>
              <a:gd name="T66" fmla="*/ 1867 w 2100"/>
              <a:gd name="T67" fmla="*/ 816 h 2333"/>
              <a:gd name="T68" fmla="*/ 1867 w 2100"/>
              <a:gd name="T69" fmla="*/ 2100 h 2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00" h="2333">
                <a:moveTo>
                  <a:pt x="736" y="1866"/>
                </a:moveTo>
                <a:cubicBezTo>
                  <a:pt x="1021" y="1582"/>
                  <a:pt x="1021" y="1582"/>
                  <a:pt x="1021" y="1582"/>
                </a:cubicBezTo>
                <a:cubicBezTo>
                  <a:pt x="1305" y="1866"/>
                  <a:pt x="1305" y="1866"/>
                  <a:pt x="1305" y="1866"/>
                </a:cubicBezTo>
                <a:cubicBezTo>
                  <a:pt x="1429" y="1743"/>
                  <a:pt x="1429" y="1743"/>
                  <a:pt x="1429" y="1743"/>
                </a:cubicBezTo>
                <a:cubicBezTo>
                  <a:pt x="1145" y="1458"/>
                  <a:pt x="1145" y="1458"/>
                  <a:pt x="1145" y="1458"/>
                </a:cubicBezTo>
                <a:cubicBezTo>
                  <a:pt x="1429" y="1173"/>
                  <a:pt x="1429" y="1173"/>
                  <a:pt x="1429" y="1173"/>
                </a:cubicBezTo>
                <a:cubicBezTo>
                  <a:pt x="1305" y="1050"/>
                  <a:pt x="1305" y="1050"/>
                  <a:pt x="1305" y="1050"/>
                </a:cubicBezTo>
                <a:cubicBezTo>
                  <a:pt x="1021" y="1334"/>
                  <a:pt x="1021" y="1334"/>
                  <a:pt x="1021" y="1334"/>
                </a:cubicBezTo>
                <a:cubicBezTo>
                  <a:pt x="736" y="1050"/>
                  <a:pt x="736" y="1050"/>
                  <a:pt x="736" y="1050"/>
                </a:cubicBezTo>
                <a:cubicBezTo>
                  <a:pt x="613" y="1173"/>
                  <a:pt x="613" y="1173"/>
                  <a:pt x="613" y="1173"/>
                </a:cubicBezTo>
                <a:cubicBezTo>
                  <a:pt x="897" y="1458"/>
                  <a:pt x="897" y="1458"/>
                  <a:pt x="897" y="1458"/>
                </a:cubicBezTo>
                <a:cubicBezTo>
                  <a:pt x="613" y="1743"/>
                  <a:pt x="613" y="1743"/>
                  <a:pt x="613" y="1743"/>
                </a:cubicBezTo>
                <a:lnTo>
                  <a:pt x="736" y="1866"/>
                </a:lnTo>
                <a:close/>
                <a:moveTo>
                  <a:pt x="1867" y="233"/>
                </a:moveTo>
                <a:cubicBezTo>
                  <a:pt x="1750" y="233"/>
                  <a:pt x="1750" y="233"/>
                  <a:pt x="1750" y="233"/>
                </a:cubicBezTo>
                <a:cubicBezTo>
                  <a:pt x="1750" y="0"/>
                  <a:pt x="1750" y="0"/>
                  <a:pt x="1750" y="0"/>
                </a:cubicBezTo>
                <a:cubicBezTo>
                  <a:pt x="1517" y="0"/>
                  <a:pt x="1517" y="0"/>
                  <a:pt x="1517" y="0"/>
                </a:cubicBezTo>
                <a:cubicBezTo>
                  <a:pt x="1517" y="233"/>
                  <a:pt x="1517" y="233"/>
                  <a:pt x="1517" y="233"/>
                </a:cubicBezTo>
                <a:cubicBezTo>
                  <a:pt x="583" y="233"/>
                  <a:pt x="583" y="233"/>
                  <a:pt x="583" y="233"/>
                </a:cubicBezTo>
                <a:cubicBezTo>
                  <a:pt x="583" y="0"/>
                  <a:pt x="583" y="0"/>
                  <a:pt x="583" y="0"/>
                </a:cubicBezTo>
                <a:cubicBezTo>
                  <a:pt x="350" y="0"/>
                  <a:pt x="350" y="0"/>
                  <a:pt x="350" y="0"/>
                </a:cubicBezTo>
                <a:cubicBezTo>
                  <a:pt x="350" y="233"/>
                  <a:pt x="350" y="233"/>
                  <a:pt x="350" y="2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04" y="233"/>
                  <a:pt x="1" y="338"/>
                  <a:pt x="1" y="466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8"/>
                  <a:pt x="104" y="2333"/>
                  <a:pt x="233" y="2333"/>
                </a:cubicBezTo>
                <a:cubicBezTo>
                  <a:pt x="1867" y="2333"/>
                  <a:pt x="1867" y="2333"/>
                  <a:pt x="1867" y="2333"/>
                </a:cubicBezTo>
                <a:cubicBezTo>
                  <a:pt x="1995" y="2333"/>
                  <a:pt x="2100" y="2228"/>
                  <a:pt x="2100" y="2100"/>
                </a:cubicBezTo>
                <a:cubicBezTo>
                  <a:pt x="2100" y="466"/>
                  <a:pt x="2100" y="466"/>
                  <a:pt x="2100" y="466"/>
                </a:cubicBezTo>
                <a:cubicBezTo>
                  <a:pt x="2100" y="338"/>
                  <a:pt x="1995" y="233"/>
                  <a:pt x="1867" y="233"/>
                </a:cubicBezTo>
                <a:close/>
                <a:moveTo>
                  <a:pt x="1867" y="2100"/>
                </a:moveTo>
                <a:cubicBezTo>
                  <a:pt x="233" y="2100"/>
                  <a:pt x="233" y="2100"/>
                  <a:pt x="233" y="2100"/>
                </a:cubicBezTo>
                <a:cubicBezTo>
                  <a:pt x="233" y="816"/>
                  <a:pt x="233" y="816"/>
                  <a:pt x="233" y="816"/>
                </a:cubicBezTo>
                <a:cubicBezTo>
                  <a:pt x="1867" y="816"/>
                  <a:pt x="1867" y="816"/>
                  <a:pt x="1867" y="816"/>
                </a:cubicBezTo>
                <a:lnTo>
                  <a:pt x="1867" y="21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8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vent No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53672" cy="914400"/>
          </a:xfrm>
          <a:custGeom>
            <a:avLst/>
            <a:gdLst>
              <a:gd name="T0" fmla="*/ 1711 w 2178"/>
              <a:gd name="T1" fmla="*/ 933 h 2333"/>
              <a:gd name="T2" fmla="*/ 467 w 2178"/>
              <a:gd name="T3" fmla="*/ 933 h 2333"/>
              <a:gd name="T4" fmla="*/ 467 w 2178"/>
              <a:gd name="T5" fmla="*/ 1244 h 2333"/>
              <a:gd name="T6" fmla="*/ 1711 w 2178"/>
              <a:gd name="T7" fmla="*/ 1244 h 2333"/>
              <a:gd name="T8" fmla="*/ 1711 w 2178"/>
              <a:gd name="T9" fmla="*/ 933 h 2333"/>
              <a:gd name="T10" fmla="*/ 1245 w 2178"/>
              <a:gd name="T11" fmla="*/ 1400 h 2333"/>
              <a:gd name="T12" fmla="*/ 467 w 2178"/>
              <a:gd name="T13" fmla="*/ 1400 h 2333"/>
              <a:gd name="T14" fmla="*/ 467 w 2178"/>
              <a:gd name="T15" fmla="*/ 1711 h 2333"/>
              <a:gd name="T16" fmla="*/ 1245 w 2178"/>
              <a:gd name="T17" fmla="*/ 1711 h 2333"/>
              <a:gd name="T18" fmla="*/ 1245 w 2178"/>
              <a:gd name="T19" fmla="*/ 1400 h 2333"/>
              <a:gd name="T20" fmla="*/ 2022 w 2178"/>
              <a:gd name="T21" fmla="*/ 155 h 2333"/>
              <a:gd name="T22" fmla="*/ 1867 w 2178"/>
              <a:gd name="T23" fmla="*/ 155 h 2333"/>
              <a:gd name="T24" fmla="*/ 1867 w 2178"/>
              <a:gd name="T25" fmla="*/ 0 h 2333"/>
              <a:gd name="T26" fmla="*/ 1556 w 2178"/>
              <a:gd name="T27" fmla="*/ 0 h 2333"/>
              <a:gd name="T28" fmla="*/ 1556 w 2178"/>
              <a:gd name="T29" fmla="*/ 155 h 2333"/>
              <a:gd name="T30" fmla="*/ 622 w 2178"/>
              <a:gd name="T31" fmla="*/ 155 h 2333"/>
              <a:gd name="T32" fmla="*/ 622 w 2178"/>
              <a:gd name="T33" fmla="*/ 0 h 2333"/>
              <a:gd name="T34" fmla="*/ 311 w 2178"/>
              <a:gd name="T35" fmla="*/ 0 h 2333"/>
              <a:gd name="T36" fmla="*/ 311 w 2178"/>
              <a:gd name="T37" fmla="*/ 155 h 2333"/>
              <a:gd name="T38" fmla="*/ 156 w 2178"/>
              <a:gd name="T39" fmla="*/ 155 h 2333"/>
              <a:gd name="T40" fmla="*/ 0 w 2178"/>
              <a:gd name="T41" fmla="*/ 311 h 2333"/>
              <a:gd name="T42" fmla="*/ 0 w 2178"/>
              <a:gd name="T43" fmla="*/ 2177 h 2333"/>
              <a:gd name="T44" fmla="*/ 156 w 2178"/>
              <a:gd name="T45" fmla="*/ 2333 h 2333"/>
              <a:gd name="T46" fmla="*/ 2022 w 2178"/>
              <a:gd name="T47" fmla="*/ 2333 h 2333"/>
              <a:gd name="T48" fmla="*/ 2178 w 2178"/>
              <a:gd name="T49" fmla="*/ 2177 h 2333"/>
              <a:gd name="T50" fmla="*/ 2178 w 2178"/>
              <a:gd name="T51" fmla="*/ 311 h 2333"/>
              <a:gd name="T52" fmla="*/ 2022 w 2178"/>
              <a:gd name="T53" fmla="*/ 155 h 2333"/>
              <a:gd name="T54" fmla="*/ 1867 w 2178"/>
              <a:gd name="T55" fmla="*/ 2022 h 2333"/>
              <a:gd name="T56" fmla="*/ 311 w 2178"/>
              <a:gd name="T57" fmla="*/ 2022 h 2333"/>
              <a:gd name="T58" fmla="*/ 311 w 2178"/>
              <a:gd name="T59" fmla="*/ 777 h 2333"/>
              <a:gd name="T60" fmla="*/ 1867 w 2178"/>
              <a:gd name="T61" fmla="*/ 777 h 2333"/>
              <a:gd name="T62" fmla="*/ 1867 w 2178"/>
              <a:gd name="T63" fmla="*/ 2022 h 2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78" h="2333">
                <a:moveTo>
                  <a:pt x="1711" y="933"/>
                </a:moveTo>
                <a:cubicBezTo>
                  <a:pt x="467" y="933"/>
                  <a:pt x="467" y="933"/>
                  <a:pt x="467" y="933"/>
                </a:cubicBezTo>
                <a:cubicBezTo>
                  <a:pt x="467" y="1244"/>
                  <a:pt x="467" y="1244"/>
                  <a:pt x="467" y="1244"/>
                </a:cubicBezTo>
                <a:cubicBezTo>
                  <a:pt x="1711" y="1244"/>
                  <a:pt x="1711" y="1244"/>
                  <a:pt x="1711" y="1244"/>
                </a:cubicBezTo>
                <a:lnTo>
                  <a:pt x="1711" y="933"/>
                </a:lnTo>
                <a:close/>
                <a:moveTo>
                  <a:pt x="1245" y="1400"/>
                </a:moveTo>
                <a:cubicBezTo>
                  <a:pt x="467" y="1400"/>
                  <a:pt x="467" y="1400"/>
                  <a:pt x="467" y="1400"/>
                </a:cubicBezTo>
                <a:cubicBezTo>
                  <a:pt x="467" y="1711"/>
                  <a:pt x="467" y="1711"/>
                  <a:pt x="467" y="1711"/>
                </a:cubicBezTo>
                <a:cubicBezTo>
                  <a:pt x="1245" y="1711"/>
                  <a:pt x="1245" y="1711"/>
                  <a:pt x="1245" y="1711"/>
                </a:cubicBezTo>
                <a:lnTo>
                  <a:pt x="1245" y="1400"/>
                </a:lnTo>
                <a:close/>
                <a:moveTo>
                  <a:pt x="2022" y="155"/>
                </a:moveTo>
                <a:cubicBezTo>
                  <a:pt x="1867" y="155"/>
                  <a:pt x="1867" y="155"/>
                  <a:pt x="1867" y="155"/>
                </a:cubicBezTo>
                <a:cubicBezTo>
                  <a:pt x="1867" y="0"/>
                  <a:pt x="1867" y="0"/>
                  <a:pt x="1867" y="0"/>
                </a:cubicBezTo>
                <a:cubicBezTo>
                  <a:pt x="1556" y="0"/>
                  <a:pt x="1556" y="0"/>
                  <a:pt x="1556" y="0"/>
                </a:cubicBezTo>
                <a:cubicBezTo>
                  <a:pt x="1556" y="155"/>
                  <a:pt x="1556" y="155"/>
                  <a:pt x="1556" y="155"/>
                </a:cubicBezTo>
                <a:cubicBezTo>
                  <a:pt x="622" y="155"/>
                  <a:pt x="622" y="155"/>
                  <a:pt x="622" y="155"/>
                </a:cubicBezTo>
                <a:cubicBezTo>
                  <a:pt x="622" y="0"/>
                  <a:pt x="622" y="0"/>
                  <a:pt x="622" y="0"/>
                </a:cubicBezTo>
                <a:cubicBezTo>
                  <a:pt x="311" y="0"/>
                  <a:pt x="311" y="0"/>
                  <a:pt x="311" y="0"/>
                </a:cubicBezTo>
                <a:cubicBezTo>
                  <a:pt x="311" y="155"/>
                  <a:pt x="311" y="155"/>
                  <a:pt x="311" y="155"/>
                </a:cubicBezTo>
                <a:cubicBezTo>
                  <a:pt x="156" y="155"/>
                  <a:pt x="156" y="155"/>
                  <a:pt x="156" y="155"/>
                </a:cubicBezTo>
                <a:cubicBezTo>
                  <a:pt x="70" y="155"/>
                  <a:pt x="0" y="225"/>
                  <a:pt x="0" y="311"/>
                </a:cubicBezTo>
                <a:cubicBezTo>
                  <a:pt x="0" y="2177"/>
                  <a:pt x="0" y="2177"/>
                  <a:pt x="0" y="2177"/>
                </a:cubicBezTo>
                <a:cubicBezTo>
                  <a:pt x="0" y="2263"/>
                  <a:pt x="70" y="2333"/>
                  <a:pt x="156" y="2333"/>
                </a:cubicBezTo>
                <a:cubicBezTo>
                  <a:pt x="2022" y="2333"/>
                  <a:pt x="2022" y="2333"/>
                  <a:pt x="2022" y="2333"/>
                </a:cubicBezTo>
                <a:cubicBezTo>
                  <a:pt x="2108" y="2333"/>
                  <a:pt x="2178" y="2263"/>
                  <a:pt x="2178" y="2177"/>
                </a:cubicBezTo>
                <a:cubicBezTo>
                  <a:pt x="2178" y="311"/>
                  <a:pt x="2178" y="311"/>
                  <a:pt x="2178" y="311"/>
                </a:cubicBezTo>
                <a:cubicBezTo>
                  <a:pt x="2178" y="225"/>
                  <a:pt x="2108" y="155"/>
                  <a:pt x="2022" y="155"/>
                </a:cubicBezTo>
                <a:close/>
                <a:moveTo>
                  <a:pt x="1867" y="2022"/>
                </a:moveTo>
                <a:cubicBezTo>
                  <a:pt x="311" y="2022"/>
                  <a:pt x="311" y="2022"/>
                  <a:pt x="311" y="2022"/>
                </a:cubicBezTo>
                <a:cubicBezTo>
                  <a:pt x="311" y="777"/>
                  <a:pt x="311" y="777"/>
                  <a:pt x="311" y="777"/>
                </a:cubicBezTo>
                <a:cubicBezTo>
                  <a:pt x="1867" y="777"/>
                  <a:pt x="1867" y="777"/>
                  <a:pt x="1867" y="777"/>
                </a:cubicBezTo>
                <a:lnTo>
                  <a:pt x="1867" y="202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8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der Specia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30989"/>
          </a:xfrm>
          <a:custGeom>
            <a:avLst/>
            <a:gdLst>
              <a:gd name="T0" fmla="*/ 2100 w 2334"/>
              <a:gd name="T1" fmla="*/ 233 h 1866"/>
              <a:gd name="T2" fmla="*/ 1167 w 2334"/>
              <a:gd name="T3" fmla="*/ 233 h 1866"/>
              <a:gd name="T4" fmla="*/ 934 w 2334"/>
              <a:gd name="T5" fmla="*/ 0 h 1866"/>
              <a:gd name="T6" fmla="*/ 234 w 2334"/>
              <a:gd name="T7" fmla="*/ 0 h 1866"/>
              <a:gd name="T8" fmla="*/ 0 w 2334"/>
              <a:gd name="T9" fmla="*/ 233 h 1866"/>
              <a:gd name="T10" fmla="*/ 0 w 2334"/>
              <a:gd name="T11" fmla="*/ 1633 h 1866"/>
              <a:gd name="T12" fmla="*/ 234 w 2334"/>
              <a:gd name="T13" fmla="*/ 1866 h 1866"/>
              <a:gd name="T14" fmla="*/ 2100 w 2334"/>
              <a:gd name="T15" fmla="*/ 1866 h 1866"/>
              <a:gd name="T16" fmla="*/ 2334 w 2334"/>
              <a:gd name="T17" fmla="*/ 1633 h 1866"/>
              <a:gd name="T18" fmla="*/ 2334 w 2334"/>
              <a:gd name="T19" fmla="*/ 466 h 1866"/>
              <a:gd name="T20" fmla="*/ 2100 w 2334"/>
              <a:gd name="T21" fmla="*/ 233 h 1866"/>
              <a:gd name="T22" fmla="*/ 1860 w 2334"/>
              <a:gd name="T23" fmla="*/ 1516 h 1866"/>
              <a:gd name="T24" fmla="*/ 1517 w 2334"/>
              <a:gd name="T25" fmla="*/ 1316 h 1866"/>
              <a:gd name="T26" fmla="*/ 1174 w 2334"/>
              <a:gd name="T27" fmla="*/ 1516 h 1866"/>
              <a:gd name="T28" fmla="*/ 1265 w 2334"/>
              <a:gd name="T29" fmla="*/ 1128 h 1866"/>
              <a:gd name="T30" fmla="*/ 963 w 2334"/>
              <a:gd name="T31" fmla="*/ 867 h 1866"/>
              <a:gd name="T32" fmla="*/ 1361 w 2334"/>
              <a:gd name="T33" fmla="*/ 833 h 1866"/>
              <a:gd name="T34" fmla="*/ 1517 w 2334"/>
              <a:gd name="T35" fmla="*/ 466 h 1866"/>
              <a:gd name="T36" fmla="*/ 1673 w 2334"/>
              <a:gd name="T37" fmla="*/ 833 h 1866"/>
              <a:gd name="T38" fmla="*/ 2071 w 2334"/>
              <a:gd name="T39" fmla="*/ 867 h 1866"/>
              <a:gd name="T40" fmla="*/ 1769 w 2334"/>
              <a:gd name="T41" fmla="*/ 1128 h 1866"/>
              <a:gd name="T42" fmla="*/ 1860 w 2334"/>
              <a:gd name="T43" fmla="*/ 1516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334" h="1866">
                <a:moveTo>
                  <a:pt x="2100" y="233"/>
                </a:moveTo>
                <a:cubicBezTo>
                  <a:pt x="1167" y="233"/>
                  <a:pt x="1167" y="233"/>
                  <a:pt x="1167" y="233"/>
                </a:cubicBezTo>
                <a:cubicBezTo>
                  <a:pt x="934" y="0"/>
                  <a:pt x="934" y="0"/>
                  <a:pt x="934" y="0"/>
                </a:cubicBez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1"/>
                  <a:pt x="105" y="1866"/>
                  <a:pt x="234" y="1866"/>
                </a:cubicBezTo>
                <a:cubicBezTo>
                  <a:pt x="2100" y="1866"/>
                  <a:pt x="2100" y="1866"/>
                  <a:pt x="2100" y="1866"/>
                </a:cubicBezTo>
                <a:cubicBezTo>
                  <a:pt x="2229" y="1866"/>
                  <a:pt x="2334" y="1761"/>
                  <a:pt x="2334" y="1633"/>
                </a:cubicBezTo>
                <a:cubicBezTo>
                  <a:pt x="2334" y="466"/>
                  <a:pt x="2334" y="466"/>
                  <a:pt x="2334" y="466"/>
                </a:cubicBezTo>
                <a:cubicBezTo>
                  <a:pt x="2334" y="338"/>
                  <a:pt x="2229" y="233"/>
                  <a:pt x="2100" y="233"/>
                </a:cubicBezTo>
                <a:close/>
                <a:moveTo>
                  <a:pt x="1860" y="1516"/>
                </a:moveTo>
                <a:cubicBezTo>
                  <a:pt x="1517" y="1316"/>
                  <a:pt x="1517" y="1316"/>
                  <a:pt x="1517" y="1316"/>
                </a:cubicBezTo>
                <a:cubicBezTo>
                  <a:pt x="1174" y="1516"/>
                  <a:pt x="1174" y="1516"/>
                  <a:pt x="1174" y="1516"/>
                </a:cubicBezTo>
                <a:cubicBezTo>
                  <a:pt x="1265" y="1128"/>
                  <a:pt x="1265" y="1128"/>
                  <a:pt x="1265" y="1128"/>
                </a:cubicBezTo>
                <a:cubicBezTo>
                  <a:pt x="963" y="867"/>
                  <a:pt x="963" y="867"/>
                  <a:pt x="963" y="867"/>
                </a:cubicBezTo>
                <a:cubicBezTo>
                  <a:pt x="1361" y="833"/>
                  <a:pt x="1361" y="833"/>
                  <a:pt x="1361" y="833"/>
                </a:cubicBezTo>
                <a:cubicBezTo>
                  <a:pt x="1517" y="466"/>
                  <a:pt x="1517" y="466"/>
                  <a:pt x="1517" y="466"/>
                </a:cubicBezTo>
                <a:cubicBezTo>
                  <a:pt x="1673" y="833"/>
                  <a:pt x="1673" y="833"/>
                  <a:pt x="1673" y="833"/>
                </a:cubicBezTo>
                <a:cubicBezTo>
                  <a:pt x="2071" y="867"/>
                  <a:pt x="2071" y="867"/>
                  <a:pt x="2071" y="867"/>
                </a:cubicBezTo>
                <a:cubicBezTo>
                  <a:pt x="1769" y="1128"/>
                  <a:pt x="1769" y="1128"/>
                  <a:pt x="1769" y="1128"/>
                </a:cubicBezTo>
                <a:lnTo>
                  <a:pt x="1860" y="151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8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ve TV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31588"/>
          </a:xfrm>
          <a:custGeom>
            <a:avLst/>
            <a:gdLst>
              <a:gd name="T0" fmla="*/ 2333 w 2566"/>
              <a:gd name="T1" fmla="*/ 467 h 2334"/>
              <a:gd name="T2" fmla="*/ 1448 w 2566"/>
              <a:gd name="T3" fmla="*/ 467 h 2334"/>
              <a:gd name="T4" fmla="*/ 1831 w 2566"/>
              <a:gd name="T5" fmla="*/ 83 h 2334"/>
              <a:gd name="T6" fmla="*/ 1750 w 2566"/>
              <a:gd name="T7" fmla="*/ 0 h 2334"/>
              <a:gd name="T8" fmla="*/ 1283 w 2566"/>
              <a:gd name="T9" fmla="*/ 467 h 2334"/>
              <a:gd name="T10" fmla="*/ 816 w 2566"/>
              <a:gd name="T11" fmla="*/ 0 h 2334"/>
              <a:gd name="T12" fmla="*/ 734 w 2566"/>
              <a:gd name="T13" fmla="*/ 83 h 2334"/>
              <a:gd name="T14" fmla="*/ 1118 w 2566"/>
              <a:gd name="T15" fmla="*/ 467 h 2334"/>
              <a:gd name="T16" fmla="*/ 233 w 2566"/>
              <a:gd name="T17" fmla="*/ 467 h 2334"/>
              <a:gd name="T18" fmla="*/ 0 w 2566"/>
              <a:gd name="T19" fmla="*/ 700 h 2334"/>
              <a:gd name="T20" fmla="*/ 0 w 2566"/>
              <a:gd name="T21" fmla="*/ 2100 h 2334"/>
              <a:gd name="T22" fmla="*/ 233 w 2566"/>
              <a:gd name="T23" fmla="*/ 2334 h 2334"/>
              <a:gd name="T24" fmla="*/ 2333 w 2566"/>
              <a:gd name="T25" fmla="*/ 2334 h 2334"/>
              <a:gd name="T26" fmla="*/ 2566 w 2566"/>
              <a:gd name="T27" fmla="*/ 2100 h 2334"/>
              <a:gd name="T28" fmla="*/ 2566 w 2566"/>
              <a:gd name="T29" fmla="*/ 700 h 2334"/>
              <a:gd name="T30" fmla="*/ 2333 w 2566"/>
              <a:gd name="T31" fmla="*/ 467 h 2334"/>
              <a:gd name="T32" fmla="*/ 2333 w 2566"/>
              <a:gd name="T33" fmla="*/ 2100 h 2334"/>
              <a:gd name="T34" fmla="*/ 233 w 2566"/>
              <a:gd name="T35" fmla="*/ 2100 h 2334"/>
              <a:gd name="T36" fmla="*/ 233 w 2566"/>
              <a:gd name="T37" fmla="*/ 700 h 2334"/>
              <a:gd name="T38" fmla="*/ 2333 w 2566"/>
              <a:gd name="T39" fmla="*/ 700 h 2334"/>
              <a:gd name="T40" fmla="*/ 2333 w 2566"/>
              <a:gd name="T41" fmla="*/ 2100 h 2334"/>
              <a:gd name="T42" fmla="*/ 933 w 2566"/>
              <a:gd name="T43" fmla="*/ 934 h 2334"/>
              <a:gd name="T44" fmla="*/ 933 w 2566"/>
              <a:gd name="T45" fmla="*/ 1867 h 2334"/>
              <a:gd name="T46" fmla="*/ 1750 w 2566"/>
              <a:gd name="T47" fmla="*/ 1400 h 2334"/>
              <a:gd name="T48" fmla="*/ 933 w 2566"/>
              <a:gd name="T49" fmla="*/ 9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566" h="2334">
                <a:moveTo>
                  <a:pt x="2333" y="467"/>
                </a:moveTo>
                <a:cubicBezTo>
                  <a:pt x="1448" y="467"/>
                  <a:pt x="1448" y="467"/>
                  <a:pt x="1448" y="467"/>
                </a:cubicBezTo>
                <a:cubicBezTo>
                  <a:pt x="1831" y="83"/>
                  <a:pt x="1831" y="83"/>
                  <a:pt x="1831" y="83"/>
                </a:cubicBezTo>
                <a:cubicBezTo>
                  <a:pt x="1750" y="0"/>
                  <a:pt x="1750" y="0"/>
                  <a:pt x="1750" y="0"/>
                </a:cubicBezTo>
                <a:cubicBezTo>
                  <a:pt x="1283" y="467"/>
                  <a:pt x="1283" y="467"/>
                  <a:pt x="1283" y="467"/>
                </a:cubicBezTo>
                <a:cubicBezTo>
                  <a:pt x="816" y="0"/>
                  <a:pt x="816" y="0"/>
                  <a:pt x="816" y="0"/>
                </a:cubicBezTo>
                <a:cubicBezTo>
                  <a:pt x="734" y="83"/>
                  <a:pt x="734" y="83"/>
                  <a:pt x="734" y="83"/>
                </a:cubicBezTo>
                <a:cubicBezTo>
                  <a:pt x="1118" y="467"/>
                  <a:pt x="1118" y="467"/>
                  <a:pt x="1118" y="467"/>
                </a:cubicBezTo>
                <a:cubicBezTo>
                  <a:pt x="233" y="467"/>
                  <a:pt x="233" y="467"/>
                  <a:pt x="233" y="467"/>
                </a:cubicBezTo>
                <a:cubicBezTo>
                  <a:pt x="105" y="467"/>
                  <a:pt x="0" y="571"/>
                  <a:pt x="0" y="700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3" y="2334"/>
                </a:cubicBezTo>
                <a:cubicBezTo>
                  <a:pt x="2333" y="2334"/>
                  <a:pt x="2333" y="2334"/>
                  <a:pt x="2333" y="2334"/>
                </a:cubicBezTo>
                <a:cubicBezTo>
                  <a:pt x="2461" y="2334"/>
                  <a:pt x="2566" y="2229"/>
                  <a:pt x="2566" y="2100"/>
                </a:cubicBezTo>
                <a:cubicBezTo>
                  <a:pt x="2566" y="700"/>
                  <a:pt x="2566" y="700"/>
                  <a:pt x="2566" y="700"/>
                </a:cubicBezTo>
                <a:cubicBezTo>
                  <a:pt x="2566" y="571"/>
                  <a:pt x="2461" y="467"/>
                  <a:pt x="2333" y="467"/>
                </a:cubicBezTo>
                <a:close/>
                <a:moveTo>
                  <a:pt x="2333" y="2100"/>
                </a:moveTo>
                <a:cubicBezTo>
                  <a:pt x="233" y="2100"/>
                  <a:pt x="233" y="2100"/>
                  <a:pt x="233" y="2100"/>
                </a:cubicBezTo>
                <a:cubicBezTo>
                  <a:pt x="233" y="700"/>
                  <a:pt x="233" y="700"/>
                  <a:pt x="233" y="700"/>
                </a:cubicBezTo>
                <a:cubicBezTo>
                  <a:pt x="2333" y="700"/>
                  <a:pt x="2333" y="700"/>
                  <a:pt x="2333" y="700"/>
                </a:cubicBezTo>
                <a:lnTo>
                  <a:pt x="2333" y="2100"/>
                </a:lnTo>
                <a:close/>
                <a:moveTo>
                  <a:pt x="933" y="934"/>
                </a:moveTo>
                <a:cubicBezTo>
                  <a:pt x="933" y="1867"/>
                  <a:pt x="933" y="1867"/>
                  <a:pt x="933" y="1867"/>
                </a:cubicBezTo>
                <a:cubicBezTo>
                  <a:pt x="1750" y="1400"/>
                  <a:pt x="1750" y="1400"/>
                  <a:pt x="1750" y="1400"/>
                </a:cubicBezTo>
                <a:lnTo>
                  <a:pt x="933" y="9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8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M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100 w 2334"/>
              <a:gd name="T1" fmla="*/ 0 h 2334"/>
              <a:gd name="T2" fmla="*/ 234 w 2334"/>
              <a:gd name="T3" fmla="*/ 0 h 2334"/>
              <a:gd name="T4" fmla="*/ 1 w 2334"/>
              <a:gd name="T5" fmla="*/ 234 h 2334"/>
              <a:gd name="T6" fmla="*/ 0 w 2334"/>
              <a:gd name="T7" fmla="*/ 2334 h 2334"/>
              <a:gd name="T8" fmla="*/ 467 w 2334"/>
              <a:gd name="T9" fmla="*/ 1867 h 2334"/>
              <a:gd name="T10" fmla="*/ 2100 w 2334"/>
              <a:gd name="T11" fmla="*/ 1867 h 2334"/>
              <a:gd name="T12" fmla="*/ 2334 w 2334"/>
              <a:gd name="T13" fmla="*/ 1634 h 2334"/>
              <a:gd name="T14" fmla="*/ 2334 w 2334"/>
              <a:gd name="T15" fmla="*/ 234 h 2334"/>
              <a:gd name="T16" fmla="*/ 2100 w 2334"/>
              <a:gd name="T17" fmla="*/ 0 h 2334"/>
              <a:gd name="T18" fmla="*/ 350 w 2334"/>
              <a:gd name="T19" fmla="*/ 1400 h 2334"/>
              <a:gd name="T20" fmla="*/ 759 w 2334"/>
              <a:gd name="T21" fmla="*/ 875 h 2334"/>
              <a:gd name="T22" fmla="*/ 1050 w 2334"/>
              <a:gd name="T23" fmla="*/ 1226 h 2334"/>
              <a:gd name="T24" fmla="*/ 1459 w 2334"/>
              <a:gd name="T25" fmla="*/ 700 h 2334"/>
              <a:gd name="T26" fmla="*/ 1984 w 2334"/>
              <a:gd name="T27" fmla="*/ 1400 h 2334"/>
              <a:gd name="T28" fmla="*/ 350 w 2334"/>
              <a:gd name="T29" fmla="*/ 14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4"/>
                </a:cubicBezTo>
                <a:cubicBezTo>
                  <a:pt x="0" y="2334"/>
                  <a:pt x="0" y="2334"/>
                  <a:pt x="0" y="2334"/>
                </a:cubicBezTo>
                <a:cubicBezTo>
                  <a:pt x="467" y="1867"/>
                  <a:pt x="467" y="1867"/>
                  <a:pt x="467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350" y="1400"/>
                </a:moveTo>
                <a:cubicBezTo>
                  <a:pt x="759" y="875"/>
                  <a:pt x="759" y="875"/>
                  <a:pt x="759" y="875"/>
                </a:cubicBezTo>
                <a:cubicBezTo>
                  <a:pt x="1050" y="1226"/>
                  <a:pt x="1050" y="1226"/>
                  <a:pt x="1050" y="1226"/>
                </a:cubicBezTo>
                <a:cubicBezTo>
                  <a:pt x="1459" y="700"/>
                  <a:pt x="1459" y="700"/>
                  <a:pt x="1459" y="700"/>
                </a:cubicBezTo>
                <a:cubicBezTo>
                  <a:pt x="1984" y="1400"/>
                  <a:pt x="1984" y="1400"/>
                  <a:pt x="1984" y="1400"/>
                </a:cubicBezTo>
                <a:lnTo>
                  <a:pt x="350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8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85869"/>
          </a:xfrm>
          <a:custGeom>
            <a:avLst/>
            <a:gdLst>
              <a:gd name="T0" fmla="*/ 2567 w 2800"/>
              <a:gd name="T1" fmla="*/ 0 h 2100"/>
              <a:gd name="T2" fmla="*/ 817 w 2800"/>
              <a:gd name="T3" fmla="*/ 0 h 2100"/>
              <a:gd name="T4" fmla="*/ 631 w 2800"/>
              <a:gd name="T5" fmla="*/ 103 h 2100"/>
              <a:gd name="T6" fmla="*/ 0 w 2800"/>
              <a:gd name="T7" fmla="*/ 1050 h 2100"/>
              <a:gd name="T8" fmla="*/ 631 w 2800"/>
              <a:gd name="T9" fmla="*/ 1996 h 2100"/>
              <a:gd name="T10" fmla="*/ 825 w 2800"/>
              <a:gd name="T11" fmla="*/ 2100 h 2100"/>
              <a:gd name="T12" fmla="*/ 2567 w 2800"/>
              <a:gd name="T13" fmla="*/ 2100 h 2100"/>
              <a:gd name="T14" fmla="*/ 2800 w 2800"/>
              <a:gd name="T15" fmla="*/ 1867 h 2100"/>
              <a:gd name="T16" fmla="*/ 2800 w 2800"/>
              <a:gd name="T17" fmla="*/ 233 h 2100"/>
              <a:gd name="T18" fmla="*/ 2567 w 2800"/>
              <a:gd name="T19" fmla="*/ 0 h 2100"/>
              <a:gd name="T20" fmla="*/ 1050 w 2800"/>
              <a:gd name="T21" fmla="*/ 1225 h 2100"/>
              <a:gd name="T22" fmla="*/ 875 w 2800"/>
              <a:gd name="T23" fmla="*/ 1050 h 2100"/>
              <a:gd name="T24" fmla="*/ 1050 w 2800"/>
              <a:gd name="T25" fmla="*/ 875 h 2100"/>
              <a:gd name="T26" fmla="*/ 1225 w 2800"/>
              <a:gd name="T27" fmla="*/ 1050 h 2100"/>
              <a:gd name="T28" fmla="*/ 1050 w 2800"/>
              <a:gd name="T29" fmla="*/ 1225 h 2100"/>
              <a:gd name="T30" fmla="*/ 1633 w 2800"/>
              <a:gd name="T31" fmla="*/ 1225 h 2100"/>
              <a:gd name="T32" fmla="*/ 1458 w 2800"/>
              <a:gd name="T33" fmla="*/ 1050 h 2100"/>
              <a:gd name="T34" fmla="*/ 1633 w 2800"/>
              <a:gd name="T35" fmla="*/ 875 h 2100"/>
              <a:gd name="T36" fmla="*/ 1808 w 2800"/>
              <a:gd name="T37" fmla="*/ 1050 h 2100"/>
              <a:gd name="T38" fmla="*/ 1633 w 2800"/>
              <a:gd name="T39" fmla="*/ 1225 h 2100"/>
              <a:gd name="T40" fmla="*/ 2217 w 2800"/>
              <a:gd name="T41" fmla="*/ 1225 h 2100"/>
              <a:gd name="T42" fmla="*/ 2042 w 2800"/>
              <a:gd name="T43" fmla="*/ 1050 h 2100"/>
              <a:gd name="T44" fmla="*/ 2217 w 2800"/>
              <a:gd name="T45" fmla="*/ 875 h 2100"/>
              <a:gd name="T46" fmla="*/ 2392 w 2800"/>
              <a:gd name="T47" fmla="*/ 1050 h 2100"/>
              <a:gd name="T48" fmla="*/ 2217 w 2800"/>
              <a:gd name="T49" fmla="*/ 1225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800" h="2100">
                <a:moveTo>
                  <a:pt x="2567" y="0"/>
                </a:moveTo>
                <a:cubicBezTo>
                  <a:pt x="817" y="0"/>
                  <a:pt x="817" y="0"/>
                  <a:pt x="817" y="0"/>
                </a:cubicBezTo>
                <a:cubicBezTo>
                  <a:pt x="736" y="0"/>
                  <a:pt x="673" y="41"/>
                  <a:pt x="631" y="103"/>
                </a:cubicBezTo>
                <a:cubicBezTo>
                  <a:pt x="0" y="1050"/>
                  <a:pt x="0" y="1050"/>
                  <a:pt x="0" y="1050"/>
                </a:cubicBezTo>
                <a:cubicBezTo>
                  <a:pt x="631" y="1996"/>
                  <a:pt x="631" y="1996"/>
                  <a:pt x="631" y="1996"/>
                </a:cubicBezTo>
                <a:cubicBezTo>
                  <a:pt x="673" y="2058"/>
                  <a:pt x="744" y="2100"/>
                  <a:pt x="825" y="2100"/>
                </a:cubicBezTo>
                <a:cubicBezTo>
                  <a:pt x="2567" y="2100"/>
                  <a:pt x="2567" y="2100"/>
                  <a:pt x="2567" y="2100"/>
                </a:cubicBezTo>
                <a:cubicBezTo>
                  <a:pt x="2695" y="2100"/>
                  <a:pt x="2800" y="1995"/>
                  <a:pt x="2800" y="1867"/>
                </a:cubicBezTo>
                <a:cubicBezTo>
                  <a:pt x="2800" y="233"/>
                  <a:pt x="2800" y="233"/>
                  <a:pt x="2800" y="233"/>
                </a:cubicBezTo>
                <a:cubicBezTo>
                  <a:pt x="2800" y="105"/>
                  <a:pt x="2695" y="0"/>
                  <a:pt x="2567" y="0"/>
                </a:cubicBezTo>
                <a:close/>
                <a:moveTo>
                  <a:pt x="1050" y="1225"/>
                </a:moveTo>
                <a:cubicBezTo>
                  <a:pt x="953" y="1225"/>
                  <a:pt x="875" y="1147"/>
                  <a:pt x="875" y="1050"/>
                </a:cubicBezTo>
                <a:cubicBezTo>
                  <a:pt x="875" y="953"/>
                  <a:pt x="953" y="875"/>
                  <a:pt x="1050" y="875"/>
                </a:cubicBezTo>
                <a:cubicBezTo>
                  <a:pt x="1147" y="875"/>
                  <a:pt x="1225" y="953"/>
                  <a:pt x="1225" y="1050"/>
                </a:cubicBezTo>
                <a:cubicBezTo>
                  <a:pt x="1225" y="1147"/>
                  <a:pt x="1147" y="1225"/>
                  <a:pt x="1050" y="1225"/>
                </a:cubicBezTo>
                <a:close/>
                <a:moveTo>
                  <a:pt x="1633" y="1225"/>
                </a:moveTo>
                <a:cubicBezTo>
                  <a:pt x="1536" y="1225"/>
                  <a:pt x="1458" y="1147"/>
                  <a:pt x="1458" y="1050"/>
                </a:cubicBezTo>
                <a:cubicBezTo>
                  <a:pt x="1458" y="953"/>
                  <a:pt x="1536" y="875"/>
                  <a:pt x="1633" y="875"/>
                </a:cubicBezTo>
                <a:cubicBezTo>
                  <a:pt x="1730" y="875"/>
                  <a:pt x="1808" y="953"/>
                  <a:pt x="1808" y="1050"/>
                </a:cubicBezTo>
                <a:cubicBezTo>
                  <a:pt x="1808" y="1147"/>
                  <a:pt x="1730" y="1225"/>
                  <a:pt x="1633" y="1225"/>
                </a:cubicBezTo>
                <a:close/>
                <a:moveTo>
                  <a:pt x="2217" y="1225"/>
                </a:moveTo>
                <a:cubicBezTo>
                  <a:pt x="2120" y="1225"/>
                  <a:pt x="2042" y="1147"/>
                  <a:pt x="2042" y="1050"/>
                </a:cubicBezTo>
                <a:cubicBezTo>
                  <a:pt x="2042" y="953"/>
                  <a:pt x="2120" y="875"/>
                  <a:pt x="2217" y="875"/>
                </a:cubicBezTo>
                <a:cubicBezTo>
                  <a:pt x="2314" y="875"/>
                  <a:pt x="2392" y="953"/>
                  <a:pt x="2392" y="1050"/>
                </a:cubicBezTo>
                <a:cubicBezTo>
                  <a:pt x="2392" y="1147"/>
                  <a:pt x="2314" y="1225"/>
                  <a:pt x="2217" y="122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8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etwork Chec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71696"/>
          </a:xfrm>
          <a:custGeom>
            <a:avLst/>
            <a:gdLst>
              <a:gd name="T0" fmla="*/ 1738 w 2566"/>
              <a:gd name="T1" fmla="*/ 135 h 1885"/>
              <a:gd name="T2" fmla="*/ 1690 w 2566"/>
              <a:gd name="T3" fmla="*/ 162 h 1885"/>
              <a:gd name="T4" fmla="*/ 1682 w 2566"/>
              <a:gd name="T5" fmla="*/ 180 h 1885"/>
              <a:gd name="T6" fmla="*/ 1078 w 2566"/>
              <a:gd name="T7" fmla="*/ 1539 h 1885"/>
              <a:gd name="T8" fmla="*/ 1047 w 2566"/>
              <a:gd name="T9" fmla="*/ 1651 h 1885"/>
              <a:gd name="T10" fmla="*/ 1282 w 2566"/>
              <a:gd name="T11" fmla="*/ 1885 h 1885"/>
              <a:gd name="T12" fmla="*/ 1511 w 2566"/>
              <a:gd name="T13" fmla="*/ 1700 h 1885"/>
              <a:gd name="T14" fmla="*/ 1512 w 2566"/>
              <a:gd name="T15" fmla="*/ 1696 h 1885"/>
              <a:gd name="T16" fmla="*/ 1796 w 2566"/>
              <a:gd name="T17" fmla="*/ 194 h 1885"/>
              <a:gd name="T18" fmla="*/ 1738 w 2566"/>
              <a:gd name="T19" fmla="*/ 135 h 1885"/>
              <a:gd name="T20" fmla="*/ 0 w 2566"/>
              <a:gd name="T21" fmla="*/ 602 h 1885"/>
              <a:gd name="T22" fmla="*/ 233 w 2566"/>
              <a:gd name="T23" fmla="*/ 835 h 1885"/>
              <a:gd name="T24" fmla="*/ 1461 w 2566"/>
              <a:gd name="T25" fmla="*/ 413 h 1885"/>
              <a:gd name="T26" fmla="*/ 1600 w 2566"/>
              <a:gd name="T27" fmla="*/ 100 h 1885"/>
              <a:gd name="T28" fmla="*/ 0 w 2566"/>
              <a:gd name="T29" fmla="*/ 602 h 1885"/>
              <a:gd name="T30" fmla="*/ 2333 w 2566"/>
              <a:gd name="T31" fmla="*/ 835 h 1885"/>
              <a:gd name="T32" fmla="*/ 2566 w 2566"/>
              <a:gd name="T33" fmla="*/ 602 h 1885"/>
              <a:gd name="T34" fmla="*/ 1914 w 2566"/>
              <a:gd name="T35" fmla="*/ 186 h 1885"/>
              <a:gd name="T36" fmla="*/ 1852 w 2566"/>
              <a:gd name="T37" fmla="*/ 514 h 1885"/>
              <a:gd name="T38" fmla="*/ 2333 w 2566"/>
              <a:gd name="T39" fmla="*/ 835 h 1885"/>
              <a:gd name="T40" fmla="*/ 1866 w 2566"/>
              <a:gd name="T41" fmla="*/ 1302 h 1885"/>
              <a:gd name="T42" fmla="*/ 2100 w 2566"/>
              <a:gd name="T43" fmla="*/ 1069 h 1885"/>
              <a:gd name="T44" fmla="*/ 1789 w 2566"/>
              <a:gd name="T45" fmla="*/ 848 h 1885"/>
              <a:gd name="T46" fmla="*/ 1725 w 2566"/>
              <a:gd name="T47" fmla="*/ 1189 h 1885"/>
              <a:gd name="T48" fmla="*/ 1866 w 2566"/>
              <a:gd name="T49" fmla="*/ 1302 h 1885"/>
              <a:gd name="T50" fmla="*/ 466 w 2566"/>
              <a:gd name="T51" fmla="*/ 1069 h 1885"/>
              <a:gd name="T52" fmla="*/ 700 w 2566"/>
              <a:gd name="T53" fmla="*/ 1302 h 1885"/>
              <a:gd name="T54" fmla="*/ 1170 w 2566"/>
              <a:gd name="T55" fmla="*/ 1069 h 1885"/>
              <a:gd name="T56" fmla="*/ 1319 w 2566"/>
              <a:gd name="T57" fmla="*/ 733 h 1885"/>
              <a:gd name="T58" fmla="*/ 466 w 2566"/>
              <a:gd name="T59" fmla="*/ 1069 h 18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566" h="1885">
                <a:moveTo>
                  <a:pt x="1738" y="135"/>
                </a:moveTo>
                <a:cubicBezTo>
                  <a:pt x="1718" y="135"/>
                  <a:pt x="1701" y="146"/>
                  <a:pt x="1690" y="162"/>
                </a:cubicBezTo>
                <a:cubicBezTo>
                  <a:pt x="1682" y="180"/>
                  <a:pt x="1682" y="180"/>
                  <a:pt x="1682" y="180"/>
                </a:cubicBezTo>
                <a:cubicBezTo>
                  <a:pt x="1078" y="1539"/>
                  <a:pt x="1078" y="1539"/>
                  <a:pt x="1078" y="1539"/>
                </a:cubicBezTo>
                <a:cubicBezTo>
                  <a:pt x="1059" y="1573"/>
                  <a:pt x="1047" y="1610"/>
                  <a:pt x="1047" y="1651"/>
                </a:cubicBezTo>
                <a:cubicBezTo>
                  <a:pt x="1047" y="1780"/>
                  <a:pt x="1152" y="1885"/>
                  <a:pt x="1282" y="1885"/>
                </a:cubicBezTo>
                <a:cubicBezTo>
                  <a:pt x="1394" y="1885"/>
                  <a:pt x="1488" y="1806"/>
                  <a:pt x="1511" y="1700"/>
                </a:cubicBezTo>
                <a:cubicBezTo>
                  <a:pt x="1512" y="1696"/>
                  <a:pt x="1512" y="1696"/>
                  <a:pt x="1512" y="1696"/>
                </a:cubicBezTo>
                <a:cubicBezTo>
                  <a:pt x="1796" y="194"/>
                  <a:pt x="1796" y="194"/>
                  <a:pt x="1796" y="194"/>
                </a:cubicBezTo>
                <a:cubicBezTo>
                  <a:pt x="1796" y="161"/>
                  <a:pt x="1771" y="135"/>
                  <a:pt x="1738" y="135"/>
                </a:cubicBezTo>
                <a:close/>
                <a:moveTo>
                  <a:pt x="0" y="602"/>
                </a:moveTo>
                <a:cubicBezTo>
                  <a:pt x="233" y="835"/>
                  <a:pt x="233" y="835"/>
                  <a:pt x="233" y="835"/>
                </a:cubicBezTo>
                <a:cubicBezTo>
                  <a:pt x="569" y="499"/>
                  <a:pt x="1025" y="359"/>
                  <a:pt x="1461" y="413"/>
                </a:cubicBezTo>
                <a:cubicBezTo>
                  <a:pt x="1600" y="100"/>
                  <a:pt x="1600" y="100"/>
                  <a:pt x="1600" y="100"/>
                </a:cubicBezTo>
                <a:cubicBezTo>
                  <a:pt x="1037" y="0"/>
                  <a:pt x="436" y="167"/>
                  <a:pt x="0" y="602"/>
                </a:cubicBezTo>
                <a:close/>
                <a:moveTo>
                  <a:pt x="2333" y="835"/>
                </a:moveTo>
                <a:cubicBezTo>
                  <a:pt x="2566" y="602"/>
                  <a:pt x="2566" y="602"/>
                  <a:pt x="2566" y="602"/>
                </a:cubicBezTo>
                <a:cubicBezTo>
                  <a:pt x="2375" y="411"/>
                  <a:pt x="2152" y="273"/>
                  <a:pt x="1914" y="186"/>
                </a:cubicBezTo>
                <a:cubicBezTo>
                  <a:pt x="1852" y="514"/>
                  <a:pt x="1852" y="514"/>
                  <a:pt x="1852" y="514"/>
                </a:cubicBezTo>
                <a:cubicBezTo>
                  <a:pt x="2027" y="587"/>
                  <a:pt x="2191" y="693"/>
                  <a:pt x="2333" y="835"/>
                </a:cubicBezTo>
                <a:close/>
                <a:moveTo>
                  <a:pt x="1866" y="1302"/>
                </a:moveTo>
                <a:cubicBezTo>
                  <a:pt x="2100" y="1069"/>
                  <a:pt x="2100" y="1069"/>
                  <a:pt x="2100" y="1069"/>
                </a:cubicBezTo>
                <a:cubicBezTo>
                  <a:pt x="2006" y="975"/>
                  <a:pt x="1901" y="903"/>
                  <a:pt x="1789" y="848"/>
                </a:cubicBezTo>
                <a:cubicBezTo>
                  <a:pt x="1725" y="1189"/>
                  <a:pt x="1725" y="1189"/>
                  <a:pt x="1725" y="1189"/>
                </a:cubicBezTo>
                <a:cubicBezTo>
                  <a:pt x="1774" y="1220"/>
                  <a:pt x="1822" y="1258"/>
                  <a:pt x="1866" y="1302"/>
                </a:cubicBezTo>
                <a:close/>
                <a:moveTo>
                  <a:pt x="466" y="1069"/>
                </a:moveTo>
                <a:cubicBezTo>
                  <a:pt x="700" y="1302"/>
                  <a:pt x="700" y="1302"/>
                  <a:pt x="700" y="1302"/>
                </a:cubicBezTo>
                <a:cubicBezTo>
                  <a:pt x="831" y="1170"/>
                  <a:pt x="998" y="1093"/>
                  <a:pt x="1170" y="1069"/>
                </a:cubicBezTo>
                <a:cubicBezTo>
                  <a:pt x="1319" y="733"/>
                  <a:pt x="1319" y="733"/>
                  <a:pt x="1319" y="733"/>
                </a:cubicBezTo>
                <a:cubicBezTo>
                  <a:pt x="1012" y="723"/>
                  <a:pt x="701" y="834"/>
                  <a:pt x="466" y="106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8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etwork Lock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72919"/>
          </a:xfrm>
          <a:custGeom>
            <a:avLst/>
            <a:gdLst>
              <a:gd name="T0" fmla="*/ 2158 w 2566"/>
              <a:gd name="T1" fmla="*/ 1050 h 2450"/>
              <a:gd name="T2" fmla="*/ 2216 w 2566"/>
              <a:gd name="T3" fmla="*/ 1055 h 2450"/>
              <a:gd name="T4" fmla="*/ 2216 w 2566"/>
              <a:gd name="T5" fmla="*/ 0 h 2450"/>
              <a:gd name="T6" fmla="*/ 0 w 2566"/>
              <a:gd name="T7" fmla="*/ 2216 h 2450"/>
              <a:gd name="T8" fmla="*/ 1516 w 2566"/>
              <a:gd name="T9" fmla="*/ 2216 h 2450"/>
              <a:gd name="T10" fmla="*/ 1516 w 2566"/>
              <a:gd name="T11" fmla="*/ 1866 h 2450"/>
              <a:gd name="T12" fmla="*/ 1633 w 2566"/>
              <a:gd name="T13" fmla="*/ 1606 h 2450"/>
              <a:gd name="T14" fmla="*/ 1633 w 2566"/>
              <a:gd name="T15" fmla="*/ 1575 h 2450"/>
              <a:gd name="T16" fmla="*/ 2158 w 2566"/>
              <a:gd name="T17" fmla="*/ 1050 h 2450"/>
              <a:gd name="T18" fmla="*/ 2450 w 2566"/>
              <a:gd name="T19" fmla="*/ 1750 h 2450"/>
              <a:gd name="T20" fmla="*/ 2450 w 2566"/>
              <a:gd name="T21" fmla="*/ 1575 h 2450"/>
              <a:gd name="T22" fmla="*/ 2158 w 2566"/>
              <a:gd name="T23" fmla="*/ 1283 h 2450"/>
              <a:gd name="T24" fmla="*/ 1866 w 2566"/>
              <a:gd name="T25" fmla="*/ 1575 h 2450"/>
              <a:gd name="T26" fmla="*/ 1866 w 2566"/>
              <a:gd name="T27" fmla="*/ 1750 h 2450"/>
              <a:gd name="T28" fmla="*/ 1750 w 2566"/>
              <a:gd name="T29" fmla="*/ 1866 h 2450"/>
              <a:gd name="T30" fmla="*/ 1750 w 2566"/>
              <a:gd name="T31" fmla="*/ 2333 h 2450"/>
              <a:gd name="T32" fmla="*/ 1866 w 2566"/>
              <a:gd name="T33" fmla="*/ 2450 h 2450"/>
              <a:gd name="T34" fmla="*/ 2450 w 2566"/>
              <a:gd name="T35" fmla="*/ 2450 h 2450"/>
              <a:gd name="T36" fmla="*/ 2566 w 2566"/>
              <a:gd name="T37" fmla="*/ 2333 h 2450"/>
              <a:gd name="T38" fmla="*/ 2566 w 2566"/>
              <a:gd name="T39" fmla="*/ 1866 h 2450"/>
              <a:gd name="T40" fmla="*/ 2450 w 2566"/>
              <a:gd name="T41" fmla="*/ 1750 h 2450"/>
              <a:gd name="T42" fmla="*/ 2333 w 2566"/>
              <a:gd name="T43" fmla="*/ 1750 h 2450"/>
              <a:gd name="T44" fmla="*/ 1983 w 2566"/>
              <a:gd name="T45" fmla="*/ 1750 h 2450"/>
              <a:gd name="T46" fmla="*/ 1983 w 2566"/>
              <a:gd name="T47" fmla="*/ 1575 h 2450"/>
              <a:gd name="T48" fmla="*/ 2158 w 2566"/>
              <a:gd name="T49" fmla="*/ 1400 h 2450"/>
              <a:gd name="T50" fmla="*/ 2333 w 2566"/>
              <a:gd name="T51" fmla="*/ 1575 h 2450"/>
              <a:gd name="T52" fmla="*/ 2333 w 2566"/>
              <a:gd name="T53" fmla="*/ 1750 h 2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566" h="2450">
                <a:moveTo>
                  <a:pt x="2158" y="1050"/>
                </a:moveTo>
                <a:cubicBezTo>
                  <a:pt x="2178" y="1050"/>
                  <a:pt x="2197" y="1053"/>
                  <a:pt x="2216" y="1055"/>
                </a:cubicBezTo>
                <a:cubicBezTo>
                  <a:pt x="2216" y="0"/>
                  <a:pt x="2216" y="0"/>
                  <a:pt x="2216" y="0"/>
                </a:cubicBezTo>
                <a:cubicBezTo>
                  <a:pt x="0" y="2216"/>
                  <a:pt x="0" y="2216"/>
                  <a:pt x="0" y="2216"/>
                </a:cubicBezTo>
                <a:cubicBezTo>
                  <a:pt x="1516" y="2216"/>
                  <a:pt x="1516" y="2216"/>
                  <a:pt x="1516" y="2216"/>
                </a:cubicBezTo>
                <a:cubicBezTo>
                  <a:pt x="1516" y="1866"/>
                  <a:pt x="1516" y="1866"/>
                  <a:pt x="1516" y="1866"/>
                </a:cubicBezTo>
                <a:cubicBezTo>
                  <a:pt x="1516" y="1762"/>
                  <a:pt x="1562" y="1670"/>
                  <a:pt x="1633" y="1606"/>
                </a:cubicBezTo>
                <a:cubicBezTo>
                  <a:pt x="1633" y="1575"/>
                  <a:pt x="1633" y="1575"/>
                  <a:pt x="1633" y="1575"/>
                </a:cubicBezTo>
                <a:cubicBezTo>
                  <a:pt x="1633" y="1285"/>
                  <a:pt x="1869" y="1050"/>
                  <a:pt x="2158" y="1050"/>
                </a:cubicBezTo>
                <a:close/>
                <a:moveTo>
                  <a:pt x="2450" y="1750"/>
                </a:moveTo>
                <a:cubicBezTo>
                  <a:pt x="2450" y="1575"/>
                  <a:pt x="2450" y="1575"/>
                  <a:pt x="2450" y="1575"/>
                </a:cubicBezTo>
                <a:cubicBezTo>
                  <a:pt x="2450" y="1414"/>
                  <a:pt x="2319" y="1283"/>
                  <a:pt x="2158" y="1283"/>
                </a:cubicBezTo>
                <a:cubicBezTo>
                  <a:pt x="1997" y="1283"/>
                  <a:pt x="1866" y="1414"/>
                  <a:pt x="1866" y="1575"/>
                </a:cubicBezTo>
                <a:cubicBezTo>
                  <a:pt x="1866" y="1750"/>
                  <a:pt x="1866" y="1750"/>
                  <a:pt x="1866" y="1750"/>
                </a:cubicBezTo>
                <a:cubicBezTo>
                  <a:pt x="1802" y="1750"/>
                  <a:pt x="1750" y="1802"/>
                  <a:pt x="1750" y="1866"/>
                </a:cubicBezTo>
                <a:cubicBezTo>
                  <a:pt x="1750" y="2333"/>
                  <a:pt x="1750" y="2333"/>
                  <a:pt x="1750" y="2333"/>
                </a:cubicBezTo>
                <a:cubicBezTo>
                  <a:pt x="1750" y="2397"/>
                  <a:pt x="1802" y="2450"/>
                  <a:pt x="1866" y="2450"/>
                </a:cubicBezTo>
                <a:cubicBezTo>
                  <a:pt x="2450" y="2450"/>
                  <a:pt x="2450" y="2450"/>
                  <a:pt x="2450" y="2450"/>
                </a:cubicBezTo>
                <a:cubicBezTo>
                  <a:pt x="2514" y="2450"/>
                  <a:pt x="2566" y="2397"/>
                  <a:pt x="2566" y="2333"/>
                </a:cubicBezTo>
                <a:cubicBezTo>
                  <a:pt x="2566" y="1866"/>
                  <a:pt x="2566" y="1866"/>
                  <a:pt x="2566" y="1866"/>
                </a:cubicBezTo>
                <a:cubicBezTo>
                  <a:pt x="2566" y="1802"/>
                  <a:pt x="2514" y="1750"/>
                  <a:pt x="2450" y="1750"/>
                </a:cubicBezTo>
                <a:close/>
                <a:moveTo>
                  <a:pt x="2333" y="1750"/>
                </a:moveTo>
                <a:cubicBezTo>
                  <a:pt x="1983" y="1750"/>
                  <a:pt x="1983" y="1750"/>
                  <a:pt x="1983" y="1750"/>
                </a:cubicBezTo>
                <a:cubicBezTo>
                  <a:pt x="1983" y="1575"/>
                  <a:pt x="1983" y="1575"/>
                  <a:pt x="1983" y="1575"/>
                </a:cubicBezTo>
                <a:cubicBezTo>
                  <a:pt x="1983" y="1478"/>
                  <a:pt x="2061" y="1400"/>
                  <a:pt x="2158" y="1400"/>
                </a:cubicBezTo>
                <a:cubicBezTo>
                  <a:pt x="2255" y="1400"/>
                  <a:pt x="2333" y="1478"/>
                  <a:pt x="2333" y="1575"/>
                </a:cubicBezTo>
                <a:lnTo>
                  <a:pt x="2333" y="17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8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 Encrypti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48447" cy="914400"/>
          </a:xfrm>
          <a:custGeom>
            <a:avLst/>
            <a:gdLst>
              <a:gd name="T0" fmla="*/ 2100 w 2100"/>
              <a:gd name="T1" fmla="*/ 2424 h 2566"/>
              <a:gd name="T2" fmla="*/ 142 w 2100"/>
              <a:gd name="T3" fmla="*/ 466 h 2566"/>
              <a:gd name="T4" fmla="*/ 0 w 2100"/>
              <a:gd name="T5" fmla="*/ 609 h 2566"/>
              <a:gd name="T6" fmla="*/ 238 w 2100"/>
              <a:gd name="T7" fmla="*/ 847 h 2566"/>
              <a:gd name="T8" fmla="*/ 117 w 2100"/>
              <a:gd name="T9" fmla="*/ 1050 h 2566"/>
              <a:gd name="T10" fmla="*/ 117 w 2100"/>
              <a:gd name="T11" fmla="*/ 2216 h 2566"/>
              <a:gd name="T12" fmla="*/ 350 w 2100"/>
              <a:gd name="T13" fmla="*/ 2450 h 2566"/>
              <a:gd name="T14" fmla="*/ 1750 w 2100"/>
              <a:gd name="T15" fmla="*/ 2450 h 2566"/>
              <a:gd name="T16" fmla="*/ 1827 w 2100"/>
              <a:gd name="T17" fmla="*/ 2436 h 2566"/>
              <a:gd name="T18" fmla="*/ 1958 w 2100"/>
              <a:gd name="T19" fmla="*/ 2566 h 2566"/>
              <a:gd name="T20" fmla="*/ 2100 w 2100"/>
              <a:gd name="T21" fmla="*/ 2424 h 2566"/>
              <a:gd name="T22" fmla="*/ 688 w 2100"/>
              <a:gd name="T23" fmla="*/ 583 h 2566"/>
              <a:gd name="T24" fmla="*/ 1050 w 2100"/>
              <a:gd name="T25" fmla="*/ 221 h 2566"/>
              <a:gd name="T26" fmla="*/ 1412 w 2100"/>
              <a:gd name="T27" fmla="*/ 583 h 2566"/>
              <a:gd name="T28" fmla="*/ 1412 w 2100"/>
              <a:gd name="T29" fmla="*/ 816 h 2566"/>
              <a:gd name="T30" fmla="*/ 777 w 2100"/>
              <a:gd name="T31" fmla="*/ 816 h 2566"/>
              <a:gd name="T32" fmla="*/ 1983 w 2100"/>
              <a:gd name="T33" fmla="*/ 2023 h 2566"/>
              <a:gd name="T34" fmla="*/ 1983 w 2100"/>
              <a:gd name="T35" fmla="*/ 1050 h 2566"/>
              <a:gd name="T36" fmla="*/ 1750 w 2100"/>
              <a:gd name="T37" fmla="*/ 816 h 2566"/>
              <a:gd name="T38" fmla="*/ 1633 w 2100"/>
              <a:gd name="T39" fmla="*/ 816 h 2566"/>
              <a:gd name="T40" fmla="*/ 1633 w 2100"/>
              <a:gd name="T41" fmla="*/ 583 h 2566"/>
              <a:gd name="T42" fmla="*/ 1050 w 2100"/>
              <a:gd name="T43" fmla="*/ 0 h 2566"/>
              <a:gd name="T44" fmla="*/ 474 w 2100"/>
              <a:gd name="T45" fmla="*/ 513 h 2566"/>
              <a:gd name="T46" fmla="*/ 688 w 2100"/>
              <a:gd name="T47" fmla="*/ 728 h 2566"/>
              <a:gd name="T48" fmla="*/ 688 w 2100"/>
              <a:gd name="T49" fmla="*/ 583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100" h="2566">
                <a:moveTo>
                  <a:pt x="2100" y="2424"/>
                </a:moveTo>
                <a:cubicBezTo>
                  <a:pt x="142" y="466"/>
                  <a:pt x="142" y="466"/>
                  <a:pt x="142" y="466"/>
                </a:cubicBezTo>
                <a:cubicBezTo>
                  <a:pt x="0" y="609"/>
                  <a:pt x="0" y="609"/>
                  <a:pt x="0" y="609"/>
                </a:cubicBezTo>
                <a:cubicBezTo>
                  <a:pt x="238" y="847"/>
                  <a:pt x="238" y="847"/>
                  <a:pt x="238" y="847"/>
                </a:cubicBezTo>
                <a:cubicBezTo>
                  <a:pt x="166" y="886"/>
                  <a:pt x="117" y="962"/>
                  <a:pt x="117" y="1050"/>
                </a:cubicBezTo>
                <a:cubicBezTo>
                  <a:pt x="117" y="2216"/>
                  <a:pt x="117" y="2216"/>
                  <a:pt x="117" y="2216"/>
                </a:cubicBezTo>
                <a:cubicBezTo>
                  <a:pt x="117" y="2345"/>
                  <a:pt x="222" y="2450"/>
                  <a:pt x="350" y="2450"/>
                </a:cubicBezTo>
                <a:cubicBezTo>
                  <a:pt x="1750" y="2450"/>
                  <a:pt x="1750" y="2450"/>
                  <a:pt x="1750" y="2450"/>
                </a:cubicBezTo>
                <a:cubicBezTo>
                  <a:pt x="1777" y="2450"/>
                  <a:pt x="1803" y="2444"/>
                  <a:pt x="1827" y="2436"/>
                </a:cubicBezTo>
                <a:cubicBezTo>
                  <a:pt x="1958" y="2566"/>
                  <a:pt x="1958" y="2566"/>
                  <a:pt x="1958" y="2566"/>
                </a:cubicBezTo>
                <a:lnTo>
                  <a:pt x="2100" y="2424"/>
                </a:lnTo>
                <a:close/>
                <a:moveTo>
                  <a:pt x="688" y="583"/>
                </a:moveTo>
                <a:cubicBezTo>
                  <a:pt x="688" y="384"/>
                  <a:pt x="851" y="221"/>
                  <a:pt x="1050" y="221"/>
                </a:cubicBezTo>
                <a:cubicBezTo>
                  <a:pt x="1249" y="221"/>
                  <a:pt x="1412" y="384"/>
                  <a:pt x="1412" y="583"/>
                </a:cubicBezTo>
                <a:cubicBezTo>
                  <a:pt x="1412" y="816"/>
                  <a:pt x="1412" y="816"/>
                  <a:pt x="1412" y="816"/>
                </a:cubicBezTo>
                <a:cubicBezTo>
                  <a:pt x="777" y="816"/>
                  <a:pt x="777" y="816"/>
                  <a:pt x="777" y="816"/>
                </a:cubicBezTo>
                <a:cubicBezTo>
                  <a:pt x="1983" y="2023"/>
                  <a:pt x="1983" y="2023"/>
                  <a:pt x="1983" y="2023"/>
                </a:cubicBezTo>
                <a:cubicBezTo>
                  <a:pt x="1983" y="1050"/>
                  <a:pt x="1983" y="1050"/>
                  <a:pt x="1983" y="1050"/>
                </a:cubicBezTo>
                <a:cubicBezTo>
                  <a:pt x="1983" y="921"/>
                  <a:pt x="1878" y="816"/>
                  <a:pt x="1750" y="816"/>
                </a:cubicBezTo>
                <a:cubicBezTo>
                  <a:pt x="1633" y="816"/>
                  <a:pt x="1633" y="816"/>
                  <a:pt x="1633" y="816"/>
                </a:cubicBezTo>
                <a:cubicBezTo>
                  <a:pt x="1633" y="583"/>
                  <a:pt x="1633" y="583"/>
                  <a:pt x="1633" y="583"/>
                </a:cubicBezTo>
                <a:cubicBezTo>
                  <a:pt x="1633" y="261"/>
                  <a:pt x="1372" y="0"/>
                  <a:pt x="1050" y="0"/>
                </a:cubicBezTo>
                <a:cubicBezTo>
                  <a:pt x="751" y="0"/>
                  <a:pt x="509" y="225"/>
                  <a:pt x="474" y="513"/>
                </a:cubicBezTo>
                <a:cubicBezTo>
                  <a:pt x="688" y="728"/>
                  <a:pt x="688" y="728"/>
                  <a:pt x="688" y="728"/>
                </a:cubicBezTo>
                <a:lnTo>
                  <a:pt x="688" y="5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8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ndemand Vide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2333 w 2566"/>
              <a:gd name="T1" fmla="*/ 0 h 2100"/>
              <a:gd name="T2" fmla="*/ 233 w 2566"/>
              <a:gd name="T3" fmla="*/ 0 h 2100"/>
              <a:gd name="T4" fmla="*/ 0 w 2566"/>
              <a:gd name="T5" fmla="*/ 233 h 2100"/>
              <a:gd name="T6" fmla="*/ 0 w 2566"/>
              <a:gd name="T7" fmla="*/ 1633 h 2100"/>
              <a:gd name="T8" fmla="*/ 233 w 2566"/>
              <a:gd name="T9" fmla="*/ 1867 h 2100"/>
              <a:gd name="T10" fmla="*/ 816 w 2566"/>
              <a:gd name="T11" fmla="*/ 1867 h 2100"/>
              <a:gd name="T12" fmla="*/ 816 w 2566"/>
              <a:gd name="T13" fmla="*/ 2100 h 2100"/>
              <a:gd name="T14" fmla="*/ 1750 w 2566"/>
              <a:gd name="T15" fmla="*/ 2100 h 2100"/>
              <a:gd name="T16" fmla="*/ 1750 w 2566"/>
              <a:gd name="T17" fmla="*/ 1867 h 2100"/>
              <a:gd name="T18" fmla="*/ 2333 w 2566"/>
              <a:gd name="T19" fmla="*/ 1867 h 2100"/>
              <a:gd name="T20" fmla="*/ 2565 w 2566"/>
              <a:gd name="T21" fmla="*/ 1633 h 2100"/>
              <a:gd name="T22" fmla="*/ 2566 w 2566"/>
              <a:gd name="T23" fmla="*/ 233 h 2100"/>
              <a:gd name="T24" fmla="*/ 2333 w 2566"/>
              <a:gd name="T25" fmla="*/ 0 h 2100"/>
              <a:gd name="T26" fmla="*/ 2333 w 2566"/>
              <a:gd name="T27" fmla="*/ 1633 h 2100"/>
              <a:gd name="T28" fmla="*/ 233 w 2566"/>
              <a:gd name="T29" fmla="*/ 1633 h 2100"/>
              <a:gd name="T30" fmla="*/ 233 w 2566"/>
              <a:gd name="T31" fmla="*/ 233 h 2100"/>
              <a:gd name="T32" fmla="*/ 2333 w 2566"/>
              <a:gd name="T33" fmla="*/ 233 h 2100"/>
              <a:gd name="T34" fmla="*/ 2333 w 2566"/>
              <a:gd name="T35" fmla="*/ 1633 h 2100"/>
              <a:gd name="T36" fmla="*/ 1750 w 2566"/>
              <a:gd name="T37" fmla="*/ 933 h 2100"/>
              <a:gd name="T38" fmla="*/ 933 w 2566"/>
              <a:gd name="T39" fmla="*/ 1400 h 2100"/>
              <a:gd name="T40" fmla="*/ 933 w 2566"/>
              <a:gd name="T41" fmla="*/ 467 h 2100"/>
              <a:gd name="T42" fmla="*/ 1750 w 2566"/>
              <a:gd name="T43" fmla="*/ 9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66" h="2100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4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2"/>
                  <a:pt x="104" y="1867"/>
                  <a:pt x="233" y="1867"/>
                </a:cubicBezTo>
                <a:cubicBezTo>
                  <a:pt x="816" y="1867"/>
                  <a:pt x="816" y="1867"/>
                  <a:pt x="816" y="1867"/>
                </a:cubicBezTo>
                <a:cubicBezTo>
                  <a:pt x="816" y="2100"/>
                  <a:pt x="816" y="2100"/>
                  <a:pt x="816" y="2100"/>
                </a:cubicBezTo>
                <a:cubicBezTo>
                  <a:pt x="1750" y="2100"/>
                  <a:pt x="1750" y="2100"/>
                  <a:pt x="1750" y="2100"/>
                </a:cubicBezTo>
                <a:cubicBezTo>
                  <a:pt x="1750" y="1867"/>
                  <a:pt x="1750" y="1867"/>
                  <a:pt x="1750" y="1867"/>
                </a:cubicBezTo>
                <a:cubicBezTo>
                  <a:pt x="2333" y="1867"/>
                  <a:pt x="2333" y="1867"/>
                  <a:pt x="2333" y="1867"/>
                </a:cubicBezTo>
                <a:cubicBezTo>
                  <a:pt x="2461" y="1867"/>
                  <a:pt x="2565" y="1762"/>
                  <a:pt x="2565" y="1633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4"/>
                  <a:pt x="2461" y="0"/>
                  <a:pt x="2333" y="0"/>
                </a:cubicBezTo>
                <a:close/>
                <a:moveTo>
                  <a:pt x="2333" y="1633"/>
                </a:moveTo>
                <a:cubicBezTo>
                  <a:pt x="233" y="1633"/>
                  <a:pt x="233" y="1633"/>
                  <a:pt x="233" y="16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633"/>
                </a:lnTo>
                <a:close/>
                <a:moveTo>
                  <a:pt x="1750" y="933"/>
                </a:moveTo>
                <a:cubicBezTo>
                  <a:pt x="933" y="1400"/>
                  <a:pt x="933" y="1400"/>
                  <a:pt x="933" y="1400"/>
                </a:cubicBezTo>
                <a:cubicBezTo>
                  <a:pt x="933" y="467"/>
                  <a:pt x="933" y="467"/>
                  <a:pt x="933" y="467"/>
                </a:cubicBezTo>
                <a:lnTo>
                  <a:pt x="1750" y="9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8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sonal Vide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2333 w 2566"/>
              <a:gd name="T1" fmla="*/ 0 h 2100"/>
              <a:gd name="T2" fmla="*/ 233 w 2566"/>
              <a:gd name="T3" fmla="*/ 0 h 2100"/>
              <a:gd name="T4" fmla="*/ 0 w 2566"/>
              <a:gd name="T5" fmla="*/ 233 h 2100"/>
              <a:gd name="T6" fmla="*/ 0 w 2566"/>
              <a:gd name="T7" fmla="*/ 1633 h 2100"/>
              <a:gd name="T8" fmla="*/ 233 w 2566"/>
              <a:gd name="T9" fmla="*/ 1867 h 2100"/>
              <a:gd name="T10" fmla="*/ 816 w 2566"/>
              <a:gd name="T11" fmla="*/ 1867 h 2100"/>
              <a:gd name="T12" fmla="*/ 816 w 2566"/>
              <a:gd name="T13" fmla="*/ 2100 h 2100"/>
              <a:gd name="T14" fmla="*/ 1750 w 2566"/>
              <a:gd name="T15" fmla="*/ 2100 h 2100"/>
              <a:gd name="T16" fmla="*/ 1750 w 2566"/>
              <a:gd name="T17" fmla="*/ 1867 h 2100"/>
              <a:gd name="T18" fmla="*/ 2333 w 2566"/>
              <a:gd name="T19" fmla="*/ 1867 h 2100"/>
              <a:gd name="T20" fmla="*/ 2565 w 2566"/>
              <a:gd name="T21" fmla="*/ 1633 h 2100"/>
              <a:gd name="T22" fmla="*/ 2566 w 2566"/>
              <a:gd name="T23" fmla="*/ 233 h 2100"/>
              <a:gd name="T24" fmla="*/ 2333 w 2566"/>
              <a:gd name="T25" fmla="*/ 0 h 2100"/>
              <a:gd name="T26" fmla="*/ 2333 w 2566"/>
              <a:gd name="T27" fmla="*/ 1633 h 2100"/>
              <a:gd name="T28" fmla="*/ 233 w 2566"/>
              <a:gd name="T29" fmla="*/ 1633 h 2100"/>
              <a:gd name="T30" fmla="*/ 233 w 2566"/>
              <a:gd name="T31" fmla="*/ 233 h 2100"/>
              <a:gd name="T32" fmla="*/ 2333 w 2566"/>
              <a:gd name="T33" fmla="*/ 233 h 2100"/>
              <a:gd name="T34" fmla="*/ 2333 w 2566"/>
              <a:gd name="T35" fmla="*/ 16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566" h="2100">
                <a:moveTo>
                  <a:pt x="2333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4"/>
                  <a:pt x="0" y="233"/>
                </a:cubicBezTo>
                <a:cubicBezTo>
                  <a:pt x="0" y="1633"/>
                  <a:pt x="0" y="1633"/>
                  <a:pt x="0" y="1633"/>
                </a:cubicBezTo>
                <a:cubicBezTo>
                  <a:pt x="0" y="1762"/>
                  <a:pt x="104" y="1867"/>
                  <a:pt x="233" y="1867"/>
                </a:cubicBezTo>
                <a:cubicBezTo>
                  <a:pt x="816" y="1867"/>
                  <a:pt x="816" y="1867"/>
                  <a:pt x="816" y="1867"/>
                </a:cubicBezTo>
                <a:cubicBezTo>
                  <a:pt x="816" y="2100"/>
                  <a:pt x="816" y="2100"/>
                  <a:pt x="816" y="2100"/>
                </a:cubicBezTo>
                <a:cubicBezTo>
                  <a:pt x="1750" y="2100"/>
                  <a:pt x="1750" y="2100"/>
                  <a:pt x="1750" y="2100"/>
                </a:cubicBezTo>
                <a:cubicBezTo>
                  <a:pt x="1750" y="1867"/>
                  <a:pt x="1750" y="1867"/>
                  <a:pt x="1750" y="1867"/>
                </a:cubicBezTo>
                <a:cubicBezTo>
                  <a:pt x="2333" y="1867"/>
                  <a:pt x="2333" y="1867"/>
                  <a:pt x="2333" y="1867"/>
                </a:cubicBezTo>
                <a:cubicBezTo>
                  <a:pt x="2461" y="1867"/>
                  <a:pt x="2565" y="1762"/>
                  <a:pt x="2565" y="1633"/>
                </a:cubicBezTo>
                <a:cubicBezTo>
                  <a:pt x="2566" y="233"/>
                  <a:pt x="2566" y="233"/>
                  <a:pt x="2566" y="233"/>
                </a:cubicBezTo>
                <a:cubicBezTo>
                  <a:pt x="2566" y="104"/>
                  <a:pt x="2461" y="0"/>
                  <a:pt x="2333" y="0"/>
                </a:cubicBezTo>
                <a:close/>
                <a:moveTo>
                  <a:pt x="2333" y="1633"/>
                </a:moveTo>
                <a:cubicBezTo>
                  <a:pt x="233" y="1633"/>
                  <a:pt x="233" y="1633"/>
                  <a:pt x="233" y="1633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2333" y="233"/>
                  <a:pt x="2333" y="233"/>
                  <a:pt x="2333" y="233"/>
                </a:cubicBezTo>
                <a:lnTo>
                  <a:pt x="2333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8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uetooth Speak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3143" cy="914400"/>
          </a:xfrm>
          <a:custGeom>
            <a:avLst/>
            <a:gdLst>
              <a:gd name="T0" fmla="*/ 1366 w 2100"/>
              <a:gd name="T1" fmla="*/ 991 h 2333"/>
              <a:gd name="T2" fmla="*/ 1633 w 2100"/>
              <a:gd name="T3" fmla="*/ 724 h 2333"/>
              <a:gd name="T4" fmla="*/ 1633 w 2100"/>
              <a:gd name="T5" fmla="*/ 1166 h 2333"/>
              <a:gd name="T6" fmla="*/ 1692 w 2100"/>
              <a:gd name="T7" fmla="*/ 1166 h 2333"/>
              <a:gd name="T8" fmla="*/ 2024 w 2100"/>
              <a:gd name="T9" fmla="*/ 834 h 2333"/>
              <a:gd name="T10" fmla="*/ 1774 w 2100"/>
              <a:gd name="T11" fmla="*/ 583 h 2333"/>
              <a:gd name="T12" fmla="*/ 2025 w 2100"/>
              <a:gd name="T13" fmla="*/ 332 h 2333"/>
              <a:gd name="T14" fmla="*/ 1692 w 2100"/>
              <a:gd name="T15" fmla="*/ 0 h 2333"/>
              <a:gd name="T16" fmla="*/ 1633 w 2100"/>
              <a:gd name="T17" fmla="*/ 0 h 2333"/>
              <a:gd name="T18" fmla="*/ 1633 w 2100"/>
              <a:gd name="T19" fmla="*/ 442 h 2333"/>
              <a:gd name="T20" fmla="*/ 1366 w 2100"/>
              <a:gd name="T21" fmla="*/ 175 h 2333"/>
              <a:gd name="T22" fmla="*/ 1283 w 2100"/>
              <a:gd name="T23" fmla="*/ 257 h 2333"/>
              <a:gd name="T24" fmla="*/ 1609 w 2100"/>
              <a:gd name="T25" fmla="*/ 583 h 2333"/>
              <a:gd name="T26" fmla="*/ 1283 w 2100"/>
              <a:gd name="T27" fmla="*/ 909 h 2333"/>
              <a:gd name="T28" fmla="*/ 1366 w 2100"/>
              <a:gd name="T29" fmla="*/ 991 h 2333"/>
              <a:gd name="T30" fmla="*/ 1750 w 2100"/>
              <a:gd name="T31" fmla="*/ 223 h 2333"/>
              <a:gd name="T32" fmla="*/ 1860 w 2100"/>
              <a:gd name="T33" fmla="*/ 332 h 2333"/>
              <a:gd name="T34" fmla="*/ 1750 w 2100"/>
              <a:gd name="T35" fmla="*/ 442 h 2333"/>
              <a:gd name="T36" fmla="*/ 1750 w 2100"/>
              <a:gd name="T37" fmla="*/ 223 h 2333"/>
              <a:gd name="T38" fmla="*/ 1750 w 2100"/>
              <a:gd name="T39" fmla="*/ 724 h 2333"/>
              <a:gd name="T40" fmla="*/ 1860 w 2100"/>
              <a:gd name="T41" fmla="*/ 834 h 2333"/>
              <a:gd name="T42" fmla="*/ 1750 w 2100"/>
              <a:gd name="T43" fmla="*/ 943 h 2333"/>
              <a:gd name="T44" fmla="*/ 1750 w 2100"/>
              <a:gd name="T45" fmla="*/ 724 h 2333"/>
              <a:gd name="T46" fmla="*/ 1983 w 2100"/>
              <a:gd name="T47" fmla="*/ 1691 h 2333"/>
              <a:gd name="T48" fmla="*/ 1567 w 2100"/>
              <a:gd name="T49" fmla="*/ 1625 h 2333"/>
              <a:gd name="T50" fmla="*/ 1448 w 2100"/>
              <a:gd name="T51" fmla="*/ 1653 h 2333"/>
              <a:gd name="T52" fmla="*/ 1191 w 2100"/>
              <a:gd name="T53" fmla="*/ 1910 h 2333"/>
              <a:gd name="T54" fmla="*/ 422 w 2100"/>
              <a:gd name="T55" fmla="*/ 1141 h 2333"/>
              <a:gd name="T56" fmla="*/ 679 w 2100"/>
              <a:gd name="T57" fmla="*/ 883 h 2333"/>
              <a:gd name="T58" fmla="*/ 708 w 2100"/>
              <a:gd name="T59" fmla="*/ 766 h 2333"/>
              <a:gd name="T60" fmla="*/ 642 w 2100"/>
              <a:gd name="T61" fmla="*/ 350 h 2333"/>
              <a:gd name="T62" fmla="*/ 525 w 2100"/>
              <a:gd name="T63" fmla="*/ 233 h 2333"/>
              <a:gd name="T64" fmla="*/ 117 w 2100"/>
              <a:gd name="T65" fmla="*/ 233 h 2333"/>
              <a:gd name="T66" fmla="*/ 0 w 2100"/>
              <a:gd name="T67" fmla="*/ 350 h 2333"/>
              <a:gd name="T68" fmla="*/ 1983 w 2100"/>
              <a:gd name="T69" fmla="*/ 2333 h 2333"/>
              <a:gd name="T70" fmla="*/ 2100 w 2100"/>
              <a:gd name="T71" fmla="*/ 2216 h 2333"/>
              <a:gd name="T72" fmla="*/ 2100 w 2100"/>
              <a:gd name="T73" fmla="*/ 1808 h 2333"/>
              <a:gd name="T74" fmla="*/ 1983 w 2100"/>
              <a:gd name="T75" fmla="*/ 1691 h 2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100" h="2333">
                <a:moveTo>
                  <a:pt x="1366" y="991"/>
                </a:moveTo>
                <a:cubicBezTo>
                  <a:pt x="1633" y="724"/>
                  <a:pt x="1633" y="724"/>
                  <a:pt x="1633" y="724"/>
                </a:cubicBezTo>
                <a:cubicBezTo>
                  <a:pt x="1633" y="1166"/>
                  <a:pt x="1633" y="1166"/>
                  <a:pt x="1633" y="1166"/>
                </a:cubicBezTo>
                <a:cubicBezTo>
                  <a:pt x="1692" y="1166"/>
                  <a:pt x="1692" y="1166"/>
                  <a:pt x="1692" y="1166"/>
                </a:cubicBezTo>
                <a:cubicBezTo>
                  <a:pt x="2024" y="834"/>
                  <a:pt x="2024" y="834"/>
                  <a:pt x="2024" y="834"/>
                </a:cubicBezTo>
                <a:cubicBezTo>
                  <a:pt x="1774" y="583"/>
                  <a:pt x="1774" y="583"/>
                  <a:pt x="1774" y="583"/>
                </a:cubicBezTo>
                <a:cubicBezTo>
                  <a:pt x="2025" y="332"/>
                  <a:pt x="2025" y="332"/>
                  <a:pt x="2025" y="332"/>
                </a:cubicBezTo>
                <a:cubicBezTo>
                  <a:pt x="1692" y="0"/>
                  <a:pt x="1692" y="0"/>
                  <a:pt x="1692" y="0"/>
                </a:cubicBezTo>
                <a:cubicBezTo>
                  <a:pt x="1633" y="0"/>
                  <a:pt x="1633" y="0"/>
                  <a:pt x="1633" y="0"/>
                </a:cubicBezTo>
                <a:cubicBezTo>
                  <a:pt x="1633" y="442"/>
                  <a:pt x="1633" y="442"/>
                  <a:pt x="1633" y="442"/>
                </a:cubicBezTo>
                <a:cubicBezTo>
                  <a:pt x="1366" y="175"/>
                  <a:pt x="1366" y="175"/>
                  <a:pt x="1366" y="175"/>
                </a:cubicBezTo>
                <a:cubicBezTo>
                  <a:pt x="1283" y="257"/>
                  <a:pt x="1283" y="257"/>
                  <a:pt x="1283" y="257"/>
                </a:cubicBezTo>
                <a:cubicBezTo>
                  <a:pt x="1609" y="583"/>
                  <a:pt x="1609" y="583"/>
                  <a:pt x="1609" y="583"/>
                </a:cubicBezTo>
                <a:cubicBezTo>
                  <a:pt x="1283" y="909"/>
                  <a:pt x="1283" y="909"/>
                  <a:pt x="1283" y="909"/>
                </a:cubicBezTo>
                <a:lnTo>
                  <a:pt x="1366" y="991"/>
                </a:lnTo>
                <a:close/>
                <a:moveTo>
                  <a:pt x="1750" y="223"/>
                </a:moveTo>
                <a:cubicBezTo>
                  <a:pt x="1860" y="332"/>
                  <a:pt x="1860" y="332"/>
                  <a:pt x="1860" y="332"/>
                </a:cubicBezTo>
                <a:cubicBezTo>
                  <a:pt x="1750" y="442"/>
                  <a:pt x="1750" y="442"/>
                  <a:pt x="1750" y="442"/>
                </a:cubicBezTo>
                <a:lnTo>
                  <a:pt x="1750" y="223"/>
                </a:lnTo>
                <a:close/>
                <a:moveTo>
                  <a:pt x="1750" y="724"/>
                </a:moveTo>
                <a:cubicBezTo>
                  <a:pt x="1860" y="834"/>
                  <a:pt x="1860" y="834"/>
                  <a:pt x="1860" y="834"/>
                </a:cubicBezTo>
                <a:cubicBezTo>
                  <a:pt x="1750" y="943"/>
                  <a:pt x="1750" y="943"/>
                  <a:pt x="1750" y="943"/>
                </a:cubicBezTo>
                <a:lnTo>
                  <a:pt x="1750" y="724"/>
                </a:lnTo>
                <a:close/>
                <a:moveTo>
                  <a:pt x="1983" y="1691"/>
                </a:moveTo>
                <a:cubicBezTo>
                  <a:pt x="1838" y="1691"/>
                  <a:pt x="1697" y="1668"/>
                  <a:pt x="1567" y="1625"/>
                </a:cubicBezTo>
                <a:cubicBezTo>
                  <a:pt x="1526" y="1612"/>
                  <a:pt x="1480" y="1621"/>
                  <a:pt x="1448" y="1653"/>
                </a:cubicBezTo>
                <a:cubicBezTo>
                  <a:pt x="1191" y="1910"/>
                  <a:pt x="1191" y="1910"/>
                  <a:pt x="1191" y="1910"/>
                </a:cubicBezTo>
                <a:cubicBezTo>
                  <a:pt x="861" y="1741"/>
                  <a:pt x="590" y="1472"/>
                  <a:pt x="422" y="1141"/>
                </a:cubicBezTo>
                <a:cubicBezTo>
                  <a:pt x="679" y="883"/>
                  <a:pt x="679" y="883"/>
                  <a:pt x="679" y="883"/>
                </a:cubicBezTo>
                <a:cubicBezTo>
                  <a:pt x="712" y="853"/>
                  <a:pt x="721" y="807"/>
                  <a:pt x="708" y="766"/>
                </a:cubicBezTo>
                <a:cubicBezTo>
                  <a:pt x="665" y="636"/>
                  <a:pt x="642" y="495"/>
                  <a:pt x="642" y="350"/>
                </a:cubicBezTo>
                <a:cubicBezTo>
                  <a:pt x="642" y="286"/>
                  <a:pt x="589" y="233"/>
                  <a:pt x="525" y="233"/>
                </a:cubicBezTo>
                <a:cubicBezTo>
                  <a:pt x="117" y="233"/>
                  <a:pt x="117" y="233"/>
                  <a:pt x="117" y="233"/>
                </a:cubicBezTo>
                <a:cubicBezTo>
                  <a:pt x="53" y="233"/>
                  <a:pt x="0" y="286"/>
                  <a:pt x="0" y="350"/>
                </a:cubicBezTo>
                <a:cubicBezTo>
                  <a:pt x="0" y="1445"/>
                  <a:pt x="888" y="2333"/>
                  <a:pt x="1983" y="2333"/>
                </a:cubicBezTo>
                <a:cubicBezTo>
                  <a:pt x="2047" y="2333"/>
                  <a:pt x="2100" y="2280"/>
                  <a:pt x="2100" y="2216"/>
                </a:cubicBezTo>
                <a:cubicBezTo>
                  <a:pt x="2100" y="1808"/>
                  <a:pt x="2100" y="1808"/>
                  <a:pt x="2100" y="1808"/>
                </a:cubicBezTo>
                <a:cubicBezTo>
                  <a:pt x="2100" y="1744"/>
                  <a:pt x="2047" y="1691"/>
                  <a:pt x="1983" y="16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8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ne Forward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750 w 2333"/>
              <a:gd name="T1" fmla="*/ 1166 h 2333"/>
              <a:gd name="T2" fmla="*/ 2333 w 2333"/>
              <a:gd name="T3" fmla="*/ 583 h 2333"/>
              <a:gd name="T4" fmla="*/ 1750 w 2333"/>
              <a:gd name="T5" fmla="*/ 0 h 2333"/>
              <a:gd name="T6" fmla="*/ 1750 w 2333"/>
              <a:gd name="T7" fmla="*/ 350 h 2333"/>
              <a:gd name="T8" fmla="*/ 1283 w 2333"/>
              <a:gd name="T9" fmla="*/ 350 h 2333"/>
              <a:gd name="T10" fmla="*/ 1283 w 2333"/>
              <a:gd name="T11" fmla="*/ 816 h 2333"/>
              <a:gd name="T12" fmla="*/ 1750 w 2333"/>
              <a:gd name="T13" fmla="*/ 816 h 2333"/>
              <a:gd name="T14" fmla="*/ 1750 w 2333"/>
              <a:gd name="T15" fmla="*/ 1166 h 2333"/>
              <a:gd name="T16" fmla="*/ 1983 w 2333"/>
              <a:gd name="T17" fmla="*/ 1691 h 2333"/>
              <a:gd name="T18" fmla="*/ 1567 w 2333"/>
              <a:gd name="T19" fmla="*/ 1625 h 2333"/>
              <a:gd name="T20" fmla="*/ 1448 w 2333"/>
              <a:gd name="T21" fmla="*/ 1653 h 2333"/>
              <a:gd name="T22" fmla="*/ 1191 w 2333"/>
              <a:gd name="T23" fmla="*/ 1910 h 2333"/>
              <a:gd name="T24" fmla="*/ 422 w 2333"/>
              <a:gd name="T25" fmla="*/ 1141 h 2333"/>
              <a:gd name="T26" fmla="*/ 679 w 2333"/>
              <a:gd name="T27" fmla="*/ 883 h 2333"/>
              <a:gd name="T28" fmla="*/ 708 w 2333"/>
              <a:gd name="T29" fmla="*/ 766 h 2333"/>
              <a:gd name="T30" fmla="*/ 642 w 2333"/>
              <a:gd name="T31" fmla="*/ 350 h 2333"/>
              <a:gd name="T32" fmla="*/ 525 w 2333"/>
              <a:gd name="T33" fmla="*/ 233 h 2333"/>
              <a:gd name="T34" fmla="*/ 117 w 2333"/>
              <a:gd name="T35" fmla="*/ 233 h 2333"/>
              <a:gd name="T36" fmla="*/ 0 w 2333"/>
              <a:gd name="T37" fmla="*/ 350 h 2333"/>
              <a:gd name="T38" fmla="*/ 1983 w 2333"/>
              <a:gd name="T39" fmla="*/ 2333 h 2333"/>
              <a:gd name="T40" fmla="*/ 2100 w 2333"/>
              <a:gd name="T41" fmla="*/ 2216 h 2333"/>
              <a:gd name="T42" fmla="*/ 2100 w 2333"/>
              <a:gd name="T43" fmla="*/ 1808 h 2333"/>
              <a:gd name="T44" fmla="*/ 1983 w 2333"/>
              <a:gd name="T45" fmla="*/ 1691 h 2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333" h="2333">
                <a:moveTo>
                  <a:pt x="1750" y="1166"/>
                </a:moveTo>
                <a:cubicBezTo>
                  <a:pt x="2333" y="583"/>
                  <a:pt x="2333" y="583"/>
                  <a:pt x="2333" y="583"/>
                </a:cubicBezTo>
                <a:cubicBezTo>
                  <a:pt x="1750" y="0"/>
                  <a:pt x="1750" y="0"/>
                  <a:pt x="1750" y="0"/>
                </a:cubicBezTo>
                <a:cubicBezTo>
                  <a:pt x="1750" y="350"/>
                  <a:pt x="1750" y="350"/>
                  <a:pt x="1750" y="350"/>
                </a:cubicBezTo>
                <a:cubicBezTo>
                  <a:pt x="1283" y="350"/>
                  <a:pt x="1283" y="350"/>
                  <a:pt x="1283" y="350"/>
                </a:cubicBezTo>
                <a:cubicBezTo>
                  <a:pt x="1283" y="816"/>
                  <a:pt x="1283" y="816"/>
                  <a:pt x="1283" y="816"/>
                </a:cubicBezTo>
                <a:cubicBezTo>
                  <a:pt x="1750" y="816"/>
                  <a:pt x="1750" y="816"/>
                  <a:pt x="1750" y="816"/>
                </a:cubicBezTo>
                <a:lnTo>
                  <a:pt x="1750" y="1166"/>
                </a:lnTo>
                <a:close/>
                <a:moveTo>
                  <a:pt x="1983" y="1691"/>
                </a:moveTo>
                <a:cubicBezTo>
                  <a:pt x="1838" y="1691"/>
                  <a:pt x="1697" y="1668"/>
                  <a:pt x="1567" y="1625"/>
                </a:cubicBezTo>
                <a:cubicBezTo>
                  <a:pt x="1526" y="1612"/>
                  <a:pt x="1480" y="1621"/>
                  <a:pt x="1448" y="1653"/>
                </a:cubicBezTo>
                <a:cubicBezTo>
                  <a:pt x="1191" y="1910"/>
                  <a:pt x="1191" y="1910"/>
                  <a:pt x="1191" y="1910"/>
                </a:cubicBezTo>
                <a:cubicBezTo>
                  <a:pt x="861" y="1741"/>
                  <a:pt x="590" y="1472"/>
                  <a:pt x="422" y="1141"/>
                </a:cubicBezTo>
                <a:cubicBezTo>
                  <a:pt x="679" y="883"/>
                  <a:pt x="679" y="883"/>
                  <a:pt x="679" y="883"/>
                </a:cubicBezTo>
                <a:cubicBezTo>
                  <a:pt x="712" y="853"/>
                  <a:pt x="721" y="807"/>
                  <a:pt x="708" y="766"/>
                </a:cubicBezTo>
                <a:cubicBezTo>
                  <a:pt x="665" y="636"/>
                  <a:pt x="642" y="495"/>
                  <a:pt x="642" y="350"/>
                </a:cubicBezTo>
                <a:cubicBezTo>
                  <a:pt x="642" y="286"/>
                  <a:pt x="589" y="233"/>
                  <a:pt x="525" y="233"/>
                </a:cubicBezTo>
                <a:cubicBezTo>
                  <a:pt x="117" y="233"/>
                  <a:pt x="117" y="233"/>
                  <a:pt x="117" y="233"/>
                </a:cubicBezTo>
                <a:cubicBezTo>
                  <a:pt x="53" y="233"/>
                  <a:pt x="0" y="286"/>
                  <a:pt x="0" y="350"/>
                </a:cubicBezTo>
                <a:cubicBezTo>
                  <a:pt x="0" y="1445"/>
                  <a:pt x="888" y="2333"/>
                  <a:pt x="1983" y="2333"/>
                </a:cubicBezTo>
                <a:cubicBezTo>
                  <a:pt x="2047" y="2333"/>
                  <a:pt x="2100" y="2280"/>
                  <a:pt x="2100" y="2216"/>
                </a:cubicBezTo>
                <a:cubicBezTo>
                  <a:pt x="2100" y="1808"/>
                  <a:pt x="2100" y="1808"/>
                  <a:pt x="2100" y="1808"/>
                </a:cubicBezTo>
                <a:cubicBezTo>
                  <a:pt x="2100" y="1744"/>
                  <a:pt x="2047" y="1691"/>
                  <a:pt x="1983" y="169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8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ne In Tal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983 w 2100"/>
              <a:gd name="T1" fmla="*/ 1458 h 2100"/>
              <a:gd name="T2" fmla="*/ 1567 w 2100"/>
              <a:gd name="T3" fmla="*/ 1392 h 2100"/>
              <a:gd name="T4" fmla="*/ 1448 w 2100"/>
              <a:gd name="T5" fmla="*/ 1420 h 2100"/>
              <a:gd name="T6" fmla="*/ 1191 w 2100"/>
              <a:gd name="T7" fmla="*/ 1677 h 2100"/>
              <a:gd name="T8" fmla="*/ 422 w 2100"/>
              <a:gd name="T9" fmla="*/ 908 h 2100"/>
              <a:gd name="T10" fmla="*/ 679 w 2100"/>
              <a:gd name="T11" fmla="*/ 650 h 2100"/>
              <a:gd name="T12" fmla="*/ 708 w 2100"/>
              <a:gd name="T13" fmla="*/ 533 h 2100"/>
              <a:gd name="T14" fmla="*/ 642 w 2100"/>
              <a:gd name="T15" fmla="*/ 117 h 2100"/>
              <a:gd name="T16" fmla="*/ 525 w 2100"/>
              <a:gd name="T17" fmla="*/ 0 h 2100"/>
              <a:gd name="T18" fmla="*/ 117 w 2100"/>
              <a:gd name="T19" fmla="*/ 0 h 2100"/>
              <a:gd name="T20" fmla="*/ 0 w 2100"/>
              <a:gd name="T21" fmla="*/ 117 h 2100"/>
              <a:gd name="T22" fmla="*/ 1983 w 2100"/>
              <a:gd name="T23" fmla="*/ 2100 h 2100"/>
              <a:gd name="T24" fmla="*/ 2100 w 2100"/>
              <a:gd name="T25" fmla="*/ 1983 h 2100"/>
              <a:gd name="T26" fmla="*/ 2100 w 2100"/>
              <a:gd name="T27" fmla="*/ 1575 h 2100"/>
              <a:gd name="T28" fmla="*/ 1983 w 2100"/>
              <a:gd name="T29" fmla="*/ 1458 h 2100"/>
              <a:gd name="T30" fmla="*/ 1867 w 2100"/>
              <a:gd name="T31" fmla="*/ 1050 h 2100"/>
              <a:gd name="T32" fmla="*/ 2100 w 2100"/>
              <a:gd name="T33" fmla="*/ 1050 h 2100"/>
              <a:gd name="T34" fmla="*/ 1050 w 2100"/>
              <a:gd name="T35" fmla="*/ 0 h 2100"/>
              <a:gd name="T36" fmla="*/ 1050 w 2100"/>
              <a:gd name="T37" fmla="*/ 233 h 2100"/>
              <a:gd name="T38" fmla="*/ 1867 w 2100"/>
              <a:gd name="T39" fmla="*/ 1050 h 2100"/>
              <a:gd name="T40" fmla="*/ 1400 w 2100"/>
              <a:gd name="T41" fmla="*/ 1050 h 2100"/>
              <a:gd name="T42" fmla="*/ 1633 w 2100"/>
              <a:gd name="T43" fmla="*/ 1050 h 2100"/>
              <a:gd name="T44" fmla="*/ 1050 w 2100"/>
              <a:gd name="T45" fmla="*/ 467 h 2100"/>
              <a:gd name="T46" fmla="*/ 1050 w 2100"/>
              <a:gd name="T47" fmla="*/ 700 h 2100"/>
              <a:gd name="T48" fmla="*/ 1400 w 2100"/>
              <a:gd name="T49" fmla="*/ 105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100" h="2100">
                <a:moveTo>
                  <a:pt x="1983" y="1458"/>
                </a:moveTo>
                <a:cubicBezTo>
                  <a:pt x="1838" y="1458"/>
                  <a:pt x="1697" y="1435"/>
                  <a:pt x="1567" y="1392"/>
                </a:cubicBezTo>
                <a:cubicBezTo>
                  <a:pt x="1526" y="1379"/>
                  <a:pt x="1480" y="1388"/>
                  <a:pt x="1448" y="1420"/>
                </a:cubicBezTo>
                <a:cubicBezTo>
                  <a:pt x="1191" y="1677"/>
                  <a:pt x="1191" y="1677"/>
                  <a:pt x="1191" y="1677"/>
                </a:cubicBezTo>
                <a:cubicBezTo>
                  <a:pt x="861" y="1508"/>
                  <a:pt x="590" y="1239"/>
                  <a:pt x="422" y="908"/>
                </a:cubicBezTo>
                <a:cubicBezTo>
                  <a:pt x="679" y="650"/>
                  <a:pt x="679" y="650"/>
                  <a:pt x="679" y="650"/>
                </a:cubicBezTo>
                <a:cubicBezTo>
                  <a:pt x="712" y="620"/>
                  <a:pt x="721" y="574"/>
                  <a:pt x="708" y="533"/>
                </a:cubicBezTo>
                <a:cubicBezTo>
                  <a:pt x="665" y="403"/>
                  <a:pt x="642" y="262"/>
                  <a:pt x="642" y="117"/>
                </a:cubicBezTo>
                <a:cubicBezTo>
                  <a:pt x="642" y="53"/>
                  <a:pt x="589" y="0"/>
                  <a:pt x="525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53" y="0"/>
                  <a:pt x="0" y="53"/>
                  <a:pt x="0" y="117"/>
                </a:cubicBezTo>
                <a:cubicBezTo>
                  <a:pt x="0" y="1212"/>
                  <a:pt x="888" y="2100"/>
                  <a:pt x="1983" y="2100"/>
                </a:cubicBezTo>
                <a:cubicBezTo>
                  <a:pt x="2047" y="2100"/>
                  <a:pt x="2100" y="2047"/>
                  <a:pt x="2100" y="1983"/>
                </a:cubicBezTo>
                <a:cubicBezTo>
                  <a:pt x="2100" y="1575"/>
                  <a:pt x="2100" y="1575"/>
                  <a:pt x="2100" y="1575"/>
                </a:cubicBezTo>
                <a:cubicBezTo>
                  <a:pt x="2100" y="1511"/>
                  <a:pt x="2047" y="1458"/>
                  <a:pt x="1983" y="1458"/>
                </a:cubicBezTo>
                <a:close/>
                <a:moveTo>
                  <a:pt x="1867" y="1050"/>
                </a:moveTo>
                <a:cubicBezTo>
                  <a:pt x="2100" y="1050"/>
                  <a:pt x="2100" y="1050"/>
                  <a:pt x="2100" y="1050"/>
                </a:cubicBezTo>
                <a:cubicBezTo>
                  <a:pt x="2100" y="470"/>
                  <a:pt x="1630" y="0"/>
                  <a:pt x="1050" y="0"/>
                </a:cubicBezTo>
                <a:cubicBezTo>
                  <a:pt x="1050" y="233"/>
                  <a:pt x="1050" y="233"/>
                  <a:pt x="1050" y="233"/>
                </a:cubicBezTo>
                <a:cubicBezTo>
                  <a:pt x="1502" y="233"/>
                  <a:pt x="1867" y="598"/>
                  <a:pt x="1867" y="1050"/>
                </a:cubicBezTo>
                <a:close/>
                <a:moveTo>
                  <a:pt x="1400" y="1050"/>
                </a:moveTo>
                <a:cubicBezTo>
                  <a:pt x="1633" y="1050"/>
                  <a:pt x="1633" y="1050"/>
                  <a:pt x="1633" y="1050"/>
                </a:cubicBezTo>
                <a:cubicBezTo>
                  <a:pt x="1633" y="728"/>
                  <a:pt x="1372" y="467"/>
                  <a:pt x="1050" y="467"/>
                </a:cubicBezTo>
                <a:cubicBezTo>
                  <a:pt x="1050" y="700"/>
                  <a:pt x="1050" y="700"/>
                  <a:pt x="1050" y="700"/>
                </a:cubicBezTo>
                <a:cubicBezTo>
                  <a:pt x="1244" y="700"/>
                  <a:pt x="1400" y="856"/>
                  <a:pt x="1400" y="1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8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ne Lock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3143" cy="914400"/>
          </a:xfrm>
          <a:custGeom>
            <a:avLst/>
            <a:gdLst>
              <a:gd name="T0" fmla="*/ 1983 w 2100"/>
              <a:gd name="T1" fmla="*/ 1691 h 2333"/>
              <a:gd name="T2" fmla="*/ 1567 w 2100"/>
              <a:gd name="T3" fmla="*/ 1625 h 2333"/>
              <a:gd name="T4" fmla="*/ 1448 w 2100"/>
              <a:gd name="T5" fmla="*/ 1653 h 2333"/>
              <a:gd name="T6" fmla="*/ 1191 w 2100"/>
              <a:gd name="T7" fmla="*/ 1910 h 2333"/>
              <a:gd name="T8" fmla="*/ 422 w 2100"/>
              <a:gd name="T9" fmla="*/ 1141 h 2333"/>
              <a:gd name="T10" fmla="*/ 679 w 2100"/>
              <a:gd name="T11" fmla="*/ 883 h 2333"/>
              <a:gd name="T12" fmla="*/ 708 w 2100"/>
              <a:gd name="T13" fmla="*/ 766 h 2333"/>
              <a:gd name="T14" fmla="*/ 642 w 2100"/>
              <a:gd name="T15" fmla="*/ 350 h 2333"/>
              <a:gd name="T16" fmla="*/ 525 w 2100"/>
              <a:gd name="T17" fmla="*/ 233 h 2333"/>
              <a:gd name="T18" fmla="*/ 117 w 2100"/>
              <a:gd name="T19" fmla="*/ 233 h 2333"/>
              <a:gd name="T20" fmla="*/ 0 w 2100"/>
              <a:gd name="T21" fmla="*/ 350 h 2333"/>
              <a:gd name="T22" fmla="*/ 1983 w 2100"/>
              <a:gd name="T23" fmla="*/ 2333 h 2333"/>
              <a:gd name="T24" fmla="*/ 2100 w 2100"/>
              <a:gd name="T25" fmla="*/ 2216 h 2333"/>
              <a:gd name="T26" fmla="*/ 2100 w 2100"/>
              <a:gd name="T27" fmla="*/ 1808 h 2333"/>
              <a:gd name="T28" fmla="*/ 1983 w 2100"/>
              <a:gd name="T29" fmla="*/ 1691 h 2333"/>
              <a:gd name="T30" fmla="*/ 1983 w 2100"/>
              <a:gd name="T31" fmla="*/ 350 h 2333"/>
              <a:gd name="T32" fmla="*/ 1983 w 2100"/>
              <a:gd name="T33" fmla="*/ 291 h 2333"/>
              <a:gd name="T34" fmla="*/ 1692 w 2100"/>
              <a:gd name="T35" fmla="*/ 0 h 2333"/>
              <a:gd name="T36" fmla="*/ 1400 w 2100"/>
              <a:gd name="T37" fmla="*/ 291 h 2333"/>
              <a:gd name="T38" fmla="*/ 1400 w 2100"/>
              <a:gd name="T39" fmla="*/ 350 h 2333"/>
              <a:gd name="T40" fmla="*/ 1283 w 2100"/>
              <a:gd name="T41" fmla="*/ 466 h 2333"/>
              <a:gd name="T42" fmla="*/ 1283 w 2100"/>
              <a:gd name="T43" fmla="*/ 933 h 2333"/>
              <a:gd name="T44" fmla="*/ 1400 w 2100"/>
              <a:gd name="T45" fmla="*/ 1050 h 2333"/>
              <a:gd name="T46" fmla="*/ 1983 w 2100"/>
              <a:gd name="T47" fmla="*/ 1050 h 2333"/>
              <a:gd name="T48" fmla="*/ 2100 w 2100"/>
              <a:gd name="T49" fmla="*/ 933 h 2333"/>
              <a:gd name="T50" fmla="*/ 2100 w 2100"/>
              <a:gd name="T51" fmla="*/ 466 h 2333"/>
              <a:gd name="T52" fmla="*/ 1983 w 2100"/>
              <a:gd name="T53" fmla="*/ 350 h 2333"/>
              <a:gd name="T54" fmla="*/ 1890 w 2100"/>
              <a:gd name="T55" fmla="*/ 350 h 2333"/>
              <a:gd name="T56" fmla="*/ 1493 w 2100"/>
              <a:gd name="T57" fmla="*/ 350 h 2333"/>
              <a:gd name="T58" fmla="*/ 1493 w 2100"/>
              <a:gd name="T59" fmla="*/ 291 h 2333"/>
              <a:gd name="T60" fmla="*/ 1692 w 2100"/>
              <a:gd name="T61" fmla="*/ 93 h 2333"/>
              <a:gd name="T62" fmla="*/ 1890 w 2100"/>
              <a:gd name="T63" fmla="*/ 291 h 2333"/>
              <a:gd name="T64" fmla="*/ 1890 w 2100"/>
              <a:gd name="T65" fmla="*/ 350 h 2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100" h="2333">
                <a:moveTo>
                  <a:pt x="1983" y="1691"/>
                </a:moveTo>
                <a:cubicBezTo>
                  <a:pt x="1838" y="1691"/>
                  <a:pt x="1697" y="1668"/>
                  <a:pt x="1567" y="1625"/>
                </a:cubicBezTo>
                <a:cubicBezTo>
                  <a:pt x="1526" y="1612"/>
                  <a:pt x="1480" y="1621"/>
                  <a:pt x="1448" y="1653"/>
                </a:cubicBezTo>
                <a:cubicBezTo>
                  <a:pt x="1191" y="1910"/>
                  <a:pt x="1191" y="1910"/>
                  <a:pt x="1191" y="1910"/>
                </a:cubicBezTo>
                <a:cubicBezTo>
                  <a:pt x="861" y="1741"/>
                  <a:pt x="590" y="1472"/>
                  <a:pt x="422" y="1141"/>
                </a:cubicBezTo>
                <a:cubicBezTo>
                  <a:pt x="679" y="883"/>
                  <a:pt x="679" y="883"/>
                  <a:pt x="679" y="883"/>
                </a:cubicBezTo>
                <a:cubicBezTo>
                  <a:pt x="712" y="853"/>
                  <a:pt x="721" y="807"/>
                  <a:pt x="708" y="766"/>
                </a:cubicBezTo>
                <a:cubicBezTo>
                  <a:pt x="665" y="636"/>
                  <a:pt x="642" y="495"/>
                  <a:pt x="642" y="350"/>
                </a:cubicBezTo>
                <a:cubicBezTo>
                  <a:pt x="642" y="286"/>
                  <a:pt x="589" y="233"/>
                  <a:pt x="525" y="233"/>
                </a:cubicBezTo>
                <a:cubicBezTo>
                  <a:pt x="117" y="233"/>
                  <a:pt x="117" y="233"/>
                  <a:pt x="117" y="233"/>
                </a:cubicBezTo>
                <a:cubicBezTo>
                  <a:pt x="53" y="233"/>
                  <a:pt x="0" y="286"/>
                  <a:pt x="0" y="350"/>
                </a:cubicBezTo>
                <a:cubicBezTo>
                  <a:pt x="0" y="1445"/>
                  <a:pt x="888" y="2333"/>
                  <a:pt x="1983" y="2333"/>
                </a:cubicBezTo>
                <a:cubicBezTo>
                  <a:pt x="2047" y="2333"/>
                  <a:pt x="2100" y="2280"/>
                  <a:pt x="2100" y="2216"/>
                </a:cubicBezTo>
                <a:cubicBezTo>
                  <a:pt x="2100" y="1808"/>
                  <a:pt x="2100" y="1808"/>
                  <a:pt x="2100" y="1808"/>
                </a:cubicBezTo>
                <a:cubicBezTo>
                  <a:pt x="2100" y="1744"/>
                  <a:pt x="2047" y="1691"/>
                  <a:pt x="1983" y="1691"/>
                </a:cubicBezTo>
                <a:close/>
                <a:moveTo>
                  <a:pt x="1983" y="350"/>
                </a:moveTo>
                <a:cubicBezTo>
                  <a:pt x="1983" y="291"/>
                  <a:pt x="1983" y="291"/>
                  <a:pt x="1983" y="291"/>
                </a:cubicBezTo>
                <a:cubicBezTo>
                  <a:pt x="1983" y="130"/>
                  <a:pt x="1853" y="0"/>
                  <a:pt x="1692" y="0"/>
                </a:cubicBezTo>
                <a:cubicBezTo>
                  <a:pt x="1531" y="0"/>
                  <a:pt x="1400" y="130"/>
                  <a:pt x="1400" y="291"/>
                </a:cubicBezTo>
                <a:cubicBezTo>
                  <a:pt x="1400" y="350"/>
                  <a:pt x="1400" y="350"/>
                  <a:pt x="1400" y="350"/>
                </a:cubicBezTo>
                <a:cubicBezTo>
                  <a:pt x="1336" y="350"/>
                  <a:pt x="1283" y="402"/>
                  <a:pt x="1283" y="466"/>
                </a:cubicBezTo>
                <a:cubicBezTo>
                  <a:pt x="1283" y="933"/>
                  <a:pt x="1283" y="933"/>
                  <a:pt x="1283" y="933"/>
                </a:cubicBezTo>
                <a:cubicBezTo>
                  <a:pt x="1283" y="997"/>
                  <a:pt x="1336" y="1050"/>
                  <a:pt x="1400" y="1050"/>
                </a:cubicBezTo>
                <a:cubicBezTo>
                  <a:pt x="1983" y="1050"/>
                  <a:pt x="1983" y="1050"/>
                  <a:pt x="1983" y="1050"/>
                </a:cubicBezTo>
                <a:cubicBezTo>
                  <a:pt x="2047" y="1050"/>
                  <a:pt x="2100" y="997"/>
                  <a:pt x="2100" y="933"/>
                </a:cubicBezTo>
                <a:cubicBezTo>
                  <a:pt x="2100" y="466"/>
                  <a:pt x="2100" y="466"/>
                  <a:pt x="2100" y="466"/>
                </a:cubicBezTo>
                <a:cubicBezTo>
                  <a:pt x="2100" y="402"/>
                  <a:pt x="2047" y="350"/>
                  <a:pt x="1983" y="350"/>
                </a:cubicBezTo>
                <a:close/>
                <a:moveTo>
                  <a:pt x="1890" y="350"/>
                </a:moveTo>
                <a:cubicBezTo>
                  <a:pt x="1493" y="350"/>
                  <a:pt x="1493" y="350"/>
                  <a:pt x="1493" y="350"/>
                </a:cubicBezTo>
                <a:cubicBezTo>
                  <a:pt x="1493" y="291"/>
                  <a:pt x="1493" y="291"/>
                  <a:pt x="1493" y="291"/>
                </a:cubicBezTo>
                <a:cubicBezTo>
                  <a:pt x="1493" y="182"/>
                  <a:pt x="1582" y="93"/>
                  <a:pt x="1692" y="93"/>
                </a:cubicBezTo>
                <a:cubicBezTo>
                  <a:pt x="1801" y="93"/>
                  <a:pt x="1890" y="182"/>
                  <a:pt x="1890" y="291"/>
                </a:cubicBezTo>
                <a:lnTo>
                  <a:pt x="1890" y="3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8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ne Miss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80201"/>
          </a:xfrm>
          <a:custGeom>
            <a:avLst/>
            <a:gdLst>
              <a:gd name="T0" fmla="*/ 758 w 2800"/>
              <a:gd name="T1" fmla="*/ 292 h 2083"/>
              <a:gd name="T2" fmla="*/ 1399 w 2800"/>
              <a:gd name="T3" fmla="*/ 933 h 2083"/>
              <a:gd name="T4" fmla="*/ 2216 w 2800"/>
              <a:gd name="T5" fmla="*/ 117 h 2083"/>
              <a:gd name="T6" fmla="*/ 2099 w 2800"/>
              <a:gd name="T7" fmla="*/ 0 h 2083"/>
              <a:gd name="T8" fmla="*/ 1399 w 2800"/>
              <a:gd name="T9" fmla="*/ 700 h 2083"/>
              <a:gd name="T10" fmla="*/ 875 w 2800"/>
              <a:gd name="T11" fmla="*/ 175 h 2083"/>
              <a:gd name="T12" fmla="*/ 1283 w 2800"/>
              <a:gd name="T13" fmla="*/ 175 h 2083"/>
              <a:gd name="T14" fmla="*/ 1283 w 2800"/>
              <a:gd name="T15" fmla="*/ 0 h 2083"/>
              <a:gd name="T16" fmla="*/ 583 w 2800"/>
              <a:gd name="T17" fmla="*/ 0 h 2083"/>
              <a:gd name="T18" fmla="*/ 583 w 2800"/>
              <a:gd name="T19" fmla="*/ 700 h 2083"/>
              <a:gd name="T20" fmla="*/ 758 w 2800"/>
              <a:gd name="T21" fmla="*/ 700 h 2083"/>
              <a:gd name="T22" fmla="*/ 758 w 2800"/>
              <a:gd name="T23" fmla="*/ 292 h 2083"/>
              <a:gd name="T24" fmla="*/ 2765 w 2800"/>
              <a:gd name="T25" fmla="*/ 1595 h 2083"/>
              <a:gd name="T26" fmla="*/ 1399 w 2800"/>
              <a:gd name="T27" fmla="*/ 1050 h 2083"/>
              <a:gd name="T28" fmla="*/ 34 w 2800"/>
              <a:gd name="T29" fmla="*/ 1595 h 2083"/>
              <a:gd name="T30" fmla="*/ 0 w 2800"/>
              <a:gd name="T31" fmla="*/ 1677 h 2083"/>
              <a:gd name="T32" fmla="*/ 34 w 2800"/>
              <a:gd name="T33" fmla="*/ 1760 h 2083"/>
              <a:gd name="T34" fmla="*/ 323 w 2800"/>
              <a:gd name="T35" fmla="*/ 2049 h 2083"/>
              <a:gd name="T36" fmla="*/ 406 w 2800"/>
              <a:gd name="T37" fmla="*/ 2083 h 2083"/>
              <a:gd name="T38" fmla="*/ 488 w 2800"/>
              <a:gd name="T39" fmla="*/ 2051 h 2083"/>
              <a:gd name="T40" fmla="*/ 798 w 2800"/>
              <a:gd name="T41" fmla="*/ 1835 h 2083"/>
              <a:gd name="T42" fmla="*/ 863 w 2800"/>
              <a:gd name="T43" fmla="*/ 1730 h 2083"/>
              <a:gd name="T44" fmla="*/ 863 w 2800"/>
              <a:gd name="T45" fmla="*/ 1368 h 2083"/>
              <a:gd name="T46" fmla="*/ 1399 w 2800"/>
              <a:gd name="T47" fmla="*/ 1283 h 2083"/>
              <a:gd name="T48" fmla="*/ 1936 w 2800"/>
              <a:gd name="T49" fmla="*/ 1367 h 2083"/>
              <a:gd name="T50" fmla="*/ 1936 w 2800"/>
              <a:gd name="T51" fmla="*/ 1729 h 2083"/>
              <a:gd name="T52" fmla="*/ 2001 w 2800"/>
              <a:gd name="T53" fmla="*/ 1834 h 2083"/>
              <a:gd name="T54" fmla="*/ 2313 w 2800"/>
              <a:gd name="T55" fmla="*/ 2049 h 2083"/>
              <a:gd name="T56" fmla="*/ 2394 w 2800"/>
              <a:gd name="T57" fmla="*/ 2082 h 2083"/>
              <a:gd name="T58" fmla="*/ 2477 w 2800"/>
              <a:gd name="T59" fmla="*/ 2048 h 2083"/>
              <a:gd name="T60" fmla="*/ 2766 w 2800"/>
              <a:gd name="T61" fmla="*/ 1759 h 2083"/>
              <a:gd name="T62" fmla="*/ 2800 w 2800"/>
              <a:gd name="T63" fmla="*/ 1676 h 2083"/>
              <a:gd name="T64" fmla="*/ 2765 w 2800"/>
              <a:gd name="T65" fmla="*/ 1595 h 2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800" h="2083">
                <a:moveTo>
                  <a:pt x="758" y="292"/>
                </a:moveTo>
                <a:cubicBezTo>
                  <a:pt x="1399" y="933"/>
                  <a:pt x="1399" y="933"/>
                  <a:pt x="1399" y="933"/>
                </a:cubicBezTo>
                <a:cubicBezTo>
                  <a:pt x="2216" y="117"/>
                  <a:pt x="2216" y="117"/>
                  <a:pt x="2216" y="117"/>
                </a:cubicBezTo>
                <a:cubicBezTo>
                  <a:pt x="2099" y="0"/>
                  <a:pt x="2099" y="0"/>
                  <a:pt x="2099" y="0"/>
                </a:cubicBezTo>
                <a:cubicBezTo>
                  <a:pt x="1399" y="700"/>
                  <a:pt x="1399" y="700"/>
                  <a:pt x="1399" y="700"/>
                </a:cubicBezTo>
                <a:cubicBezTo>
                  <a:pt x="875" y="175"/>
                  <a:pt x="875" y="175"/>
                  <a:pt x="875" y="175"/>
                </a:cubicBezTo>
                <a:cubicBezTo>
                  <a:pt x="1283" y="175"/>
                  <a:pt x="1283" y="175"/>
                  <a:pt x="1283" y="175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583" y="0"/>
                  <a:pt x="583" y="0"/>
                  <a:pt x="583" y="0"/>
                </a:cubicBezTo>
                <a:cubicBezTo>
                  <a:pt x="583" y="700"/>
                  <a:pt x="583" y="700"/>
                  <a:pt x="583" y="700"/>
                </a:cubicBezTo>
                <a:cubicBezTo>
                  <a:pt x="758" y="700"/>
                  <a:pt x="758" y="700"/>
                  <a:pt x="758" y="700"/>
                </a:cubicBezTo>
                <a:lnTo>
                  <a:pt x="758" y="292"/>
                </a:lnTo>
                <a:close/>
                <a:moveTo>
                  <a:pt x="2765" y="1595"/>
                </a:moveTo>
                <a:cubicBezTo>
                  <a:pt x="2409" y="1258"/>
                  <a:pt x="1929" y="1050"/>
                  <a:pt x="1399" y="1050"/>
                </a:cubicBezTo>
                <a:cubicBezTo>
                  <a:pt x="870" y="1050"/>
                  <a:pt x="390" y="1258"/>
                  <a:pt x="34" y="1595"/>
                </a:cubicBezTo>
                <a:cubicBezTo>
                  <a:pt x="13" y="1616"/>
                  <a:pt x="0" y="1645"/>
                  <a:pt x="0" y="1677"/>
                </a:cubicBezTo>
                <a:cubicBezTo>
                  <a:pt x="0" y="1710"/>
                  <a:pt x="13" y="1739"/>
                  <a:pt x="34" y="1760"/>
                </a:cubicBezTo>
                <a:cubicBezTo>
                  <a:pt x="323" y="2049"/>
                  <a:pt x="323" y="2049"/>
                  <a:pt x="323" y="2049"/>
                </a:cubicBezTo>
                <a:cubicBezTo>
                  <a:pt x="344" y="2070"/>
                  <a:pt x="373" y="2083"/>
                  <a:pt x="406" y="2083"/>
                </a:cubicBezTo>
                <a:cubicBezTo>
                  <a:pt x="437" y="2083"/>
                  <a:pt x="466" y="2070"/>
                  <a:pt x="488" y="2051"/>
                </a:cubicBezTo>
                <a:cubicBezTo>
                  <a:pt x="580" y="1964"/>
                  <a:pt x="685" y="1892"/>
                  <a:pt x="798" y="1835"/>
                </a:cubicBezTo>
                <a:cubicBezTo>
                  <a:pt x="836" y="1816"/>
                  <a:pt x="863" y="1777"/>
                  <a:pt x="863" y="1730"/>
                </a:cubicBezTo>
                <a:cubicBezTo>
                  <a:pt x="863" y="1368"/>
                  <a:pt x="863" y="1368"/>
                  <a:pt x="863" y="1368"/>
                </a:cubicBezTo>
                <a:cubicBezTo>
                  <a:pt x="1032" y="1312"/>
                  <a:pt x="1213" y="1283"/>
                  <a:pt x="1399" y="1283"/>
                </a:cubicBezTo>
                <a:cubicBezTo>
                  <a:pt x="1586" y="1283"/>
                  <a:pt x="1767" y="1312"/>
                  <a:pt x="1936" y="1367"/>
                </a:cubicBezTo>
                <a:cubicBezTo>
                  <a:pt x="1936" y="1729"/>
                  <a:pt x="1936" y="1729"/>
                  <a:pt x="1936" y="1729"/>
                </a:cubicBezTo>
                <a:cubicBezTo>
                  <a:pt x="1936" y="1774"/>
                  <a:pt x="1963" y="1815"/>
                  <a:pt x="2001" y="1834"/>
                </a:cubicBezTo>
                <a:cubicBezTo>
                  <a:pt x="2116" y="1891"/>
                  <a:pt x="2219" y="1964"/>
                  <a:pt x="2313" y="2049"/>
                </a:cubicBezTo>
                <a:cubicBezTo>
                  <a:pt x="2334" y="2070"/>
                  <a:pt x="2363" y="2082"/>
                  <a:pt x="2394" y="2082"/>
                </a:cubicBezTo>
                <a:cubicBezTo>
                  <a:pt x="2427" y="2082"/>
                  <a:pt x="2456" y="2069"/>
                  <a:pt x="2477" y="2048"/>
                </a:cubicBezTo>
                <a:cubicBezTo>
                  <a:pt x="2766" y="1759"/>
                  <a:pt x="2766" y="1759"/>
                  <a:pt x="2766" y="1759"/>
                </a:cubicBezTo>
                <a:cubicBezTo>
                  <a:pt x="2787" y="1738"/>
                  <a:pt x="2800" y="1709"/>
                  <a:pt x="2800" y="1676"/>
                </a:cubicBezTo>
                <a:cubicBezTo>
                  <a:pt x="2800" y="1644"/>
                  <a:pt x="2786" y="1616"/>
                  <a:pt x="2765" y="159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8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hone Paus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633 w 2100"/>
              <a:gd name="T1" fmla="*/ 0 h 2100"/>
              <a:gd name="T2" fmla="*/ 1400 w 2100"/>
              <a:gd name="T3" fmla="*/ 0 h 2100"/>
              <a:gd name="T4" fmla="*/ 1400 w 2100"/>
              <a:gd name="T5" fmla="*/ 817 h 2100"/>
              <a:gd name="T6" fmla="*/ 1633 w 2100"/>
              <a:gd name="T7" fmla="*/ 817 h 2100"/>
              <a:gd name="T8" fmla="*/ 1633 w 2100"/>
              <a:gd name="T9" fmla="*/ 0 h 2100"/>
              <a:gd name="T10" fmla="*/ 1983 w 2100"/>
              <a:gd name="T11" fmla="*/ 1458 h 2100"/>
              <a:gd name="T12" fmla="*/ 1567 w 2100"/>
              <a:gd name="T13" fmla="*/ 1392 h 2100"/>
              <a:gd name="T14" fmla="*/ 1448 w 2100"/>
              <a:gd name="T15" fmla="*/ 1420 h 2100"/>
              <a:gd name="T16" fmla="*/ 1191 w 2100"/>
              <a:gd name="T17" fmla="*/ 1677 h 2100"/>
              <a:gd name="T18" fmla="*/ 422 w 2100"/>
              <a:gd name="T19" fmla="*/ 908 h 2100"/>
              <a:gd name="T20" fmla="*/ 679 w 2100"/>
              <a:gd name="T21" fmla="*/ 650 h 2100"/>
              <a:gd name="T22" fmla="*/ 708 w 2100"/>
              <a:gd name="T23" fmla="*/ 533 h 2100"/>
              <a:gd name="T24" fmla="*/ 642 w 2100"/>
              <a:gd name="T25" fmla="*/ 117 h 2100"/>
              <a:gd name="T26" fmla="*/ 525 w 2100"/>
              <a:gd name="T27" fmla="*/ 0 h 2100"/>
              <a:gd name="T28" fmla="*/ 117 w 2100"/>
              <a:gd name="T29" fmla="*/ 0 h 2100"/>
              <a:gd name="T30" fmla="*/ 0 w 2100"/>
              <a:gd name="T31" fmla="*/ 117 h 2100"/>
              <a:gd name="T32" fmla="*/ 1983 w 2100"/>
              <a:gd name="T33" fmla="*/ 2100 h 2100"/>
              <a:gd name="T34" fmla="*/ 2100 w 2100"/>
              <a:gd name="T35" fmla="*/ 1983 h 2100"/>
              <a:gd name="T36" fmla="*/ 2100 w 2100"/>
              <a:gd name="T37" fmla="*/ 1575 h 2100"/>
              <a:gd name="T38" fmla="*/ 1983 w 2100"/>
              <a:gd name="T39" fmla="*/ 1458 h 2100"/>
              <a:gd name="T40" fmla="*/ 1867 w 2100"/>
              <a:gd name="T41" fmla="*/ 0 h 2100"/>
              <a:gd name="T42" fmla="*/ 1867 w 2100"/>
              <a:gd name="T43" fmla="*/ 817 h 2100"/>
              <a:gd name="T44" fmla="*/ 2100 w 2100"/>
              <a:gd name="T45" fmla="*/ 817 h 2100"/>
              <a:gd name="T46" fmla="*/ 2100 w 2100"/>
              <a:gd name="T47" fmla="*/ 0 h 2100"/>
              <a:gd name="T48" fmla="*/ 1867 w 2100"/>
              <a:gd name="T49" fmla="*/ 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2100" h="2100">
                <a:moveTo>
                  <a:pt x="1633" y="0"/>
                </a:moveTo>
                <a:cubicBezTo>
                  <a:pt x="1400" y="0"/>
                  <a:pt x="1400" y="0"/>
                  <a:pt x="1400" y="0"/>
                </a:cubicBezTo>
                <a:cubicBezTo>
                  <a:pt x="1400" y="817"/>
                  <a:pt x="1400" y="817"/>
                  <a:pt x="1400" y="817"/>
                </a:cubicBezTo>
                <a:cubicBezTo>
                  <a:pt x="1633" y="817"/>
                  <a:pt x="1633" y="817"/>
                  <a:pt x="1633" y="817"/>
                </a:cubicBezTo>
                <a:lnTo>
                  <a:pt x="1633" y="0"/>
                </a:lnTo>
                <a:close/>
                <a:moveTo>
                  <a:pt x="1983" y="1458"/>
                </a:moveTo>
                <a:cubicBezTo>
                  <a:pt x="1838" y="1458"/>
                  <a:pt x="1697" y="1435"/>
                  <a:pt x="1567" y="1392"/>
                </a:cubicBezTo>
                <a:cubicBezTo>
                  <a:pt x="1526" y="1379"/>
                  <a:pt x="1480" y="1388"/>
                  <a:pt x="1448" y="1420"/>
                </a:cubicBezTo>
                <a:cubicBezTo>
                  <a:pt x="1191" y="1677"/>
                  <a:pt x="1191" y="1677"/>
                  <a:pt x="1191" y="1677"/>
                </a:cubicBezTo>
                <a:cubicBezTo>
                  <a:pt x="861" y="1508"/>
                  <a:pt x="590" y="1239"/>
                  <a:pt x="422" y="908"/>
                </a:cubicBezTo>
                <a:cubicBezTo>
                  <a:pt x="679" y="650"/>
                  <a:pt x="679" y="650"/>
                  <a:pt x="679" y="650"/>
                </a:cubicBezTo>
                <a:cubicBezTo>
                  <a:pt x="712" y="620"/>
                  <a:pt x="721" y="574"/>
                  <a:pt x="708" y="533"/>
                </a:cubicBezTo>
                <a:cubicBezTo>
                  <a:pt x="665" y="403"/>
                  <a:pt x="642" y="262"/>
                  <a:pt x="642" y="117"/>
                </a:cubicBezTo>
                <a:cubicBezTo>
                  <a:pt x="642" y="53"/>
                  <a:pt x="589" y="0"/>
                  <a:pt x="525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53" y="0"/>
                  <a:pt x="0" y="53"/>
                  <a:pt x="0" y="117"/>
                </a:cubicBezTo>
                <a:cubicBezTo>
                  <a:pt x="0" y="1212"/>
                  <a:pt x="888" y="2100"/>
                  <a:pt x="1983" y="2100"/>
                </a:cubicBezTo>
                <a:cubicBezTo>
                  <a:pt x="2047" y="2100"/>
                  <a:pt x="2100" y="2047"/>
                  <a:pt x="2100" y="1983"/>
                </a:cubicBezTo>
                <a:cubicBezTo>
                  <a:pt x="2100" y="1575"/>
                  <a:pt x="2100" y="1575"/>
                  <a:pt x="2100" y="1575"/>
                </a:cubicBezTo>
                <a:cubicBezTo>
                  <a:pt x="2100" y="1511"/>
                  <a:pt x="2047" y="1458"/>
                  <a:pt x="1983" y="1458"/>
                </a:cubicBezTo>
                <a:close/>
                <a:moveTo>
                  <a:pt x="1867" y="0"/>
                </a:moveTo>
                <a:cubicBezTo>
                  <a:pt x="1867" y="817"/>
                  <a:pt x="1867" y="817"/>
                  <a:pt x="1867" y="817"/>
                </a:cubicBezTo>
                <a:cubicBezTo>
                  <a:pt x="2100" y="817"/>
                  <a:pt x="2100" y="817"/>
                  <a:pt x="2100" y="817"/>
                </a:cubicBezTo>
                <a:cubicBezTo>
                  <a:pt x="2100" y="0"/>
                  <a:pt x="2100" y="0"/>
                  <a:pt x="2100" y="0"/>
                </a:cubicBezTo>
                <a:lnTo>
                  <a:pt x="18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8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wer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09539" cy="914400"/>
          </a:xfrm>
          <a:custGeom>
            <a:avLst/>
            <a:gdLst>
              <a:gd name="T0" fmla="*/ 1168 w 1400"/>
              <a:gd name="T1" fmla="*/ 467 h 2100"/>
              <a:gd name="T2" fmla="*/ 1167 w 1400"/>
              <a:gd name="T3" fmla="*/ 0 h 2100"/>
              <a:gd name="T4" fmla="*/ 933 w 1400"/>
              <a:gd name="T5" fmla="*/ 0 h 2100"/>
              <a:gd name="T6" fmla="*/ 933 w 1400"/>
              <a:gd name="T7" fmla="*/ 467 h 2100"/>
              <a:gd name="T8" fmla="*/ 467 w 1400"/>
              <a:gd name="T9" fmla="*/ 467 h 2100"/>
              <a:gd name="T10" fmla="*/ 467 w 1400"/>
              <a:gd name="T11" fmla="*/ 0 h 2100"/>
              <a:gd name="T12" fmla="*/ 233 w 1400"/>
              <a:gd name="T13" fmla="*/ 0 h 2100"/>
              <a:gd name="T14" fmla="*/ 233 w 1400"/>
              <a:gd name="T15" fmla="*/ 467 h 2100"/>
              <a:gd name="T16" fmla="*/ 232 w 1400"/>
              <a:gd name="T17" fmla="*/ 467 h 2100"/>
              <a:gd name="T18" fmla="*/ 0 w 1400"/>
              <a:gd name="T19" fmla="*/ 699 h 2100"/>
              <a:gd name="T20" fmla="*/ 0 w 1400"/>
              <a:gd name="T21" fmla="*/ 1339 h 2100"/>
              <a:gd name="T22" fmla="*/ 408 w 1400"/>
              <a:gd name="T23" fmla="*/ 1750 h 2100"/>
              <a:gd name="T24" fmla="*/ 408 w 1400"/>
              <a:gd name="T25" fmla="*/ 2100 h 2100"/>
              <a:gd name="T26" fmla="*/ 992 w 1400"/>
              <a:gd name="T27" fmla="*/ 2100 h 2100"/>
              <a:gd name="T28" fmla="*/ 992 w 1400"/>
              <a:gd name="T29" fmla="*/ 1750 h 2100"/>
              <a:gd name="T30" fmla="*/ 1400 w 1400"/>
              <a:gd name="T31" fmla="*/ 1341 h 2100"/>
              <a:gd name="T32" fmla="*/ 1400 w 1400"/>
              <a:gd name="T33" fmla="*/ 699 h 2100"/>
              <a:gd name="T34" fmla="*/ 1168 w 1400"/>
              <a:gd name="T35" fmla="*/ 4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400" h="2100">
                <a:moveTo>
                  <a:pt x="1168" y="467"/>
                </a:moveTo>
                <a:cubicBezTo>
                  <a:pt x="1167" y="0"/>
                  <a:pt x="1167" y="0"/>
                  <a:pt x="1167" y="0"/>
                </a:cubicBezTo>
                <a:cubicBezTo>
                  <a:pt x="933" y="0"/>
                  <a:pt x="933" y="0"/>
                  <a:pt x="933" y="0"/>
                </a:cubicBezTo>
                <a:cubicBezTo>
                  <a:pt x="933" y="467"/>
                  <a:pt x="933" y="467"/>
                  <a:pt x="933" y="467"/>
                </a:cubicBezTo>
                <a:cubicBezTo>
                  <a:pt x="467" y="467"/>
                  <a:pt x="467" y="467"/>
                  <a:pt x="467" y="467"/>
                </a:cubicBezTo>
                <a:cubicBezTo>
                  <a:pt x="467" y="0"/>
                  <a:pt x="467" y="0"/>
                  <a:pt x="467" y="0"/>
                </a:cubicBezTo>
                <a:cubicBezTo>
                  <a:pt x="233" y="0"/>
                  <a:pt x="233" y="0"/>
                  <a:pt x="233" y="0"/>
                </a:cubicBezTo>
                <a:cubicBezTo>
                  <a:pt x="233" y="467"/>
                  <a:pt x="233" y="467"/>
                  <a:pt x="233" y="467"/>
                </a:cubicBezTo>
                <a:cubicBezTo>
                  <a:pt x="232" y="467"/>
                  <a:pt x="232" y="467"/>
                  <a:pt x="232" y="467"/>
                </a:cubicBezTo>
                <a:cubicBezTo>
                  <a:pt x="117" y="466"/>
                  <a:pt x="0" y="582"/>
                  <a:pt x="0" y="699"/>
                </a:cubicBezTo>
                <a:cubicBezTo>
                  <a:pt x="0" y="1339"/>
                  <a:pt x="0" y="1339"/>
                  <a:pt x="0" y="1339"/>
                </a:cubicBezTo>
                <a:cubicBezTo>
                  <a:pt x="408" y="1750"/>
                  <a:pt x="408" y="1750"/>
                  <a:pt x="408" y="1750"/>
                </a:cubicBezTo>
                <a:cubicBezTo>
                  <a:pt x="408" y="2100"/>
                  <a:pt x="408" y="2100"/>
                  <a:pt x="408" y="2100"/>
                </a:cubicBezTo>
                <a:cubicBezTo>
                  <a:pt x="992" y="2100"/>
                  <a:pt x="992" y="2100"/>
                  <a:pt x="992" y="2100"/>
                </a:cubicBezTo>
                <a:cubicBezTo>
                  <a:pt x="992" y="1750"/>
                  <a:pt x="992" y="1750"/>
                  <a:pt x="992" y="1750"/>
                </a:cubicBezTo>
                <a:cubicBezTo>
                  <a:pt x="1400" y="1341"/>
                  <a:pt x="1400" y="1341"/>
                  <a:pt x="1400" y="1341"/>
                </a:cubicBezTo>
                <a:cubicBezTo>
                  <a:pt x="1400" y="699"/>
                  <a:pt x="1400" y="699"/>
                  <a:pt x="1400" y="699"/>
                </a:cubicBezTo>
                <a:cubicBezTo>
                  <a:pt x="1400" y="582"/>
                  <a:pt x="1283" y="466"/>
                  <a:pt x="1168" y="4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8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V Hooku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2844" cy="914400"/>
          </a:xfrm>
          <a:custGeom>
            <a:avLst/>
            <a:gdLst>
              <a:gd name="T0" fmla="*/ 1866 w 2100"/>
              <a:gd name="T1" fmla="*/ 1750 h 2334"/>
              <a:gd name="T2" fmla="*/ 1866 w 2100"/>
              <a:gd name="T3" fmla="*/ 1050 h 2334"/>
              <a:gd name="T4" fmla="*/ 1633 w 2100"/>
              <a:gd name="T5" fmla="*/ 817 h 2334"/>
              <a:gd name="T6" fmla="*/ 350 w 2100"/>
              <a:gd name="T7" fmla="*/ 817 h 2334"/>
              <a:gd name="T8" fmla="*/ 350 w 2100"/>
              <a:gd name="T9" fmla="*/ 584 h 2334"/>
              <a:gd name="T10" fmla="*/ 0 w 2100"/>
              <a:gd name="T11" fmla="*/ 934 h 2334"/>
              <a:gd name="T12" fmla="*/ 350 w 2100"/>
              <a:gd name="T13" fmla="*/ 1284 h 2334"/>
              <a:gd name="T14" fmla="*/ 350 w 2100"/>
              <a:gd name="T15" fmla="*/ 1050 h 2334"/>
              <a:gd name="T16" fmla="*/ 816 w 2100"/>
              <a:gd name="T17" fmla="*/ 1050 h 2334"/>
              <a:gd name="T18" fmla="*/ 816 w 2100"/>
              <a:gd name="T19" fmla="*/ 1400 h 2334"/>
              <a:gd name="T20" fmla="*/ 0 w 2100"/>
              <a:gd name="T21" fmla="*/ 1400 h 2334"/>
              <a:gd name="T22" fmla="*/ 0 w 2100"/>
              <a:gd name="T23" fmla="*/ 1750 h 2334"/>
              <a:gd name="T24" fmla="*/ 233 w 2100"/>
              <a:gd name="T25" fmla="*/ 1984 h 2334"/>
              <a:gd name="T26" fmla="*/ 466 w 2100"/>
              <a:gd name="T27" fmla="*/ 1984 h 2334"/>
              <a:gd name="T28" fmla="*/ 816 w 2100"/>
              <a:gd name="T29" fmla="*/ 2334 h 2334"/>
              <a:gd name="T30" fmla="*/ 1166 w 2100"/>
              <a:gd name="T31" fmla="*/ 1984 h 2334"/>
              <a:gd name="T32" fmla="*/ 2100 w 2100"/>
              <a:gd name="T33" fmla="*/ 1984 h 2334"/>
              <a:gd name="T34" fmla="*/ 2100 w 2100"/>
              <a:gd name="T35" fmla="*/ 1750 h 2334"/>
              <a:gd name="T36" fmla="*/ 1866 w 2100"/>
              <a:gd name="T37" fmla="*/ 1750 h 2334"/>
              <a:gd name="T38" fmla="*/ 816 w 2100"/>
              <a:gd name="T39" fmla="*/ 2100 h 2334"/>
              <a:gd name="T40" fmla="*/ 700 w 2100"/>
              <a:gd name="T41" fmla="*/ 1984 h 2334"/>
              <a:gd name="T42" fmla="*/ 816 w 2100"/>
              <a:gd name="T43" fmla="*/ 1867 h 2334"/>
              <a:gd name="T44" fmla="*/ 933 w 2100"/>
              <a:gd name="T45" fmla="*/ 1984 h 2334"/>
              <a:gd name="T46" fmla="*/ 816 w 2100"/>
              <a:gd name="T47" fmla="*/ 2100 h 2334"/>
              <a:gd name="T48" fmla="*/ 1633 w 2100"/>
              <a:gd name="T49" fmla="*/ 1400 h 2334"/>
              <a:gd name="T50" fmla="*/ 1166 w 2100"/>
              <a:gd name="T51" fmla="*/ 1400 h 2334"/>
              <a:gd name="T52" fmla="*/ 1166 w 2100"/>
              <a:gd name="T53" fmla="*/ 1050 h 2334"/>
              <a:gd name="T54" fmla="*/ 1633 w 2100"/>
              <a:gd name="T55" fmla="*/ 1050 h 2334"/>
              <a:gd name="T56" fmla="*/ 1633 w 2100"/>
              <a:gd name="T57" fmla="*/ 1400 h 2334"/>
              <a:gd name="T58" fmla="*/ 1516 w 2100"/>
              <a:gd name="T59" fmla="*/ 0 h 2334"/>
              <a:gd name="T60" fmla="*/ 1516 w 2100"/>
              <a:gd name="T61" fmla="*/ 234 h 2334"/>
              <a:gd name="T62" fmla="*/ 583 w 2100"/>
              <a:gd name="T63" fmla="*/ 234 h 2334"/>
              <a:gd name="T64" fmla="*/ 583 w 2100"/>
              <a:gd name="T65" fmla="*/ 467 h 2334"/>
              <a:gd name="T66" fmla="*/ 1516 w 2100"/>
              <a:gd name="T67" fmla="*/ 467 h 2334"/>
              <a:gd name="T68" fmla="*/ 1516 w 2100"/>
              <a:gd name="T69" fmla="*/ 700 h 2334"/>
              <a:gd name="T70" fmla="*/ 1866 w 2100"/>
              <a:gd name="T71" fmla="*/ 350 h 2334"/>
              <a:gd name="T72" fmla="*/ 1516 w 2100"/>
              <a:gd name="T73" fmla="*/ 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100" h="2334">
                <a:moveTo>
                  <a:pt x="1866" y="1750"/>
                </a:moveTo>
                <a:cubicBezTo>
                  <a:pt x="1866" y="1050"/>
                  <a:pt x="1866" y="1050"/>
                  <a:pt x="1866" y="1050"/>
                </a:cubicBezTo>
                <a:cubicBezTo>
                  <a:pt x="1866" y="922"/>
                  <a:pt x="1761" y="817"/>
                  <a:pt x="1633" y="817"/>
                </a:cubicBezTo>
                <a:cubicBezTo>
                  <a:pt x="350" y="817"/>
                  <a:pt x="350" y="817"/>
                  <a:pt x="350" y="817"/>
                </a:cubicBezTo>
                <a:cubicBezTo>
                  <a:pt x="350" y="584"/>
                  <a:pt x="350" y="584"/>
                  <a:pt x="350" y="584"/>
                </a:cubicBezTo>
                <a:cubicBezTo>
                  <a:pt x="0" y="934"/>
                  <a:pt x="0" y="934"/>
                  <a:pt x="0" y="934"/>
                </a:cubicBezTo>
                <a:cubicBezTo>
                  <a:pt x="350" y="1284"/>
                  <a:pt x="350" y="1284"/>
                  <a:pt x="350" y="1284"/>
                </a:cubicBezTo>
                <a:cubicBezTo>
                  <a:pt x="350" y="1050"/>
                  <a:pt x="350" y="1050"/>
                  <a:pt x="350" y="1050"/>
                </a:cubicBezTo>
                <a:cubicBezTo>
                  <a:pt x="816" y="1050"/>
                  <a:pt x="816" y="1050"/>
                  <a:pt x="816" y="1050"/>
                </a:cubicBezTo>
                <a:cubicBezTo>
                  <a:pt x="816" y="1400"/>
                  <a:pt x="816" y="1400"/>
                  <a:pt x="816" y="1400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0" y="1750"/>
                  <a:pt x="0" y="1750"/>
                  <a:pt x="0" y="1750"/>
                </a:cubicBezTo>
                <a:cubicBezTo>
                  <a:pt x="0" y="1879"/>
                  <a:pt x="105" y="1984"/>
                  <a:pt x="233" y="1984"/>
                </a:cubicBezTo>
                <a:cubicBezTo>
                  <a:pt x="466" y="1984"/>
                  <a:pt x="466" y="1984"/>
                  <a:pt x="466" y="1984"/>
                </a:cubicBezTo>
                <a:cubicBezTo>
                  <a:pt x="466" y="2177"/>
                  <a:pt x="623" y="2334"/>
                  <a:pt x="816" y="2334"/>
                </a:cubicBezTo>
                <a:cubicBezTo>
                  <a:pt x="1010" y="2334"/>
                  <a:pt x="1166" y="2177"/>
                  <a:pt x="1166" y="1984"/>
                </a:cubicBezTo>
                <a:cubicBezTo>
                  <a:pt x="2100" y="1984"/>
                  <a:pt x="2100" y="1984"/>
                  <a:pt x="2100" y="1984"/>
                </a:cubicBezTo>
                <a:cubicBezTo>
                  <a:pt x="2100" y="1750"/>
                  <a:pt x="2100" y="1750"/>
                  <a:pt x="2100" y="1750"/>
                </a:cubicBezTo>
                <a:lnTo>
                  <a:pt x="1866" y="1750"/>
                </a:lnTo>
                <a:close/>
                <a:moveTo>
                  <a:pt x="816" y="2100"/>
                </a:moveTo>
                <a:cubicBezTo>
                  <a:pt x="752" y="2100"/>
                  <a:pt x="700" y="2048"/>
                  <a:pt x="700" y="1984"/>
                </a:cubicBezTo>
                <a:cubicBezTo>
                  <a:pt x="700" y="1920"/>
                  <a:pt x="752" y="1867"/>
                  <a:pt x="816" y="1867"/>
                </a:cubicBezTo>
                <a:cubicBezTo>
                  <a:pt x="880" y="1867"/>
                  <a:pt x="933" y="1920"/>
                  <a:pt x="933" y="1984"/>
                </a:cubicBezTo>
                <a:cubicBezTo>
                  <a:pt x="933" y="2048"/>
                  <a:pt x="880" y="2100"/>
                  <a:pt x="816" y="2100"/>
                </a:cubicBezTo>
                <a:close/>
                <a:moveTo>
                  <a:pt x="1633" y="1400"/>
                </a:moveTo>
                <a:cubicBezTo>
                  <a:pt x="1166" y="1400"/>
                  <a:pt x="1166" y="1400"/>
                  <a:pt x="1166" y="1400"/>
                </a:cubicBezTo>
                <a:cubicBezTo>
                  <a:pt x="1166" y="1050"/>
                  <a:pt x="1166" y="1050"/>
                  <a:pt x="1166" y="1050"/>
                </a:cubicBezTo>
                <a:cubicBezTo>
                  <a:pt x="1633" y="1050"/>
                  <a:pt x="1633" y="1050"/>
                  <a:pt x="1633" y="1050"/>
                </a:cubicBezTo>
                <a:lnTo>
                  <a:pt x="1633" y="1400"/>
                </a:lnTo>
                <a:close/>
                <a:moveTo>
                  <a:pt x="1516" y="0"/>
                </a:moveTo>
                <a:cubicBezTo>
                  <a:pt x="1516" y="234"/>
                  <a:pt x="1516" y="234"/>
                  <a:pt x="1516" y="234"/>
                </a:cubicBezTo>
                <a:cubicBezTo>
                  <a:pt x="583" y="234"/>
                  <a:pt x="583" y="234"/>
                  <a:pt x="583" y="234"/>
                </a:cubicBezTo>
                <a:cubicBezTo>
                  <a:pt x="583" y="467"/>
                  <a:pt x="583" y="467"/>
                  <a:pt x="583" y="467"/>
                </a:cubicBezTo>
                <a:cubicBezTo>
                  <a:pt x="1516" y="467"/>
                  <a:pt x="1516" y="467"/>
                  <a:pt x="1516" y="467"/>
                </a:cubicBezTo>
                <a:cubicBezTo>
                  <a:pt x="1516" y="700"/>
                  <a:pt x="1516" y="700"/>
                  <a:pt x="1516" y="700"/>
                </a:cubicBezTo>
                <a:cubicBezTo>
                  <a:pt x="1866" y="350"/>
                  <a:pt x="1866" y="350"/>
                  <a:pt x="1866" y="350"/>
                </a:cubicBezTo>
                <a:lnTo>
                  <a:pt x="151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8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D Car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122" cy="914400"/>
          </a:xfrm>
          <a:custGeom>
            <a:avLst/>
            <a:gdLst>
              <a:gd name="T0" fmla="*/ 1633 w 1866"/>
              <a:gd name="T1" fmla="*/ 0 h 2334"/>
              <a:gd name="T2" fmla="*/ 700 w 1866"/>
              <a:gd name="T3" fmla="*/ 0 h 2334"/>
              <a:gd name="T4" fmla="*/ 2 w 1866"/>
              <a:gd name="T5" fmla="*/ 700 h 2334"/>
              <a:gd name="T6" fmla="*/ 0 w 1866"/>
              <a:gd name="T7" fmla="*/ 2100 h 2334"/>
              <a:gd name="T8" fmla="*/ 233 w 1866"/>
              <a:gd name="T9" fmla="*/ 2334 h 2334"/>
              <a:gd name="T10" fmla="*/ 1633 w 1866"/>
              <a:gd name="T11" fmla="*/ 2334 h 2334"/>
              <a:gd name="T12" fmla="*/ 1866 w 1866"/>
              <a:gd name="T13" fmla="*/ 2100 h 2334"/>
              <a:gd name="T14" fmla="*/ 1866 w 1866"/>
              <a:gd name="T15" fmla="*/ 234 h 2334"/>
              <a:gd name="T16" fmla="*/ 1633 w 1866"/>
              <a:gd name="T17" fmla="*/ 0 h 2334"/>
              <a:gd name="T18" fmla="*/ 933 w 1866"/>
              <a:gd name="T19" fmla="*/ 700 h 2334"/>
              <a:gd name="T20" fmla="*/ 700 w 1866"/>
              <a:gd name="T21" fmla="*/ 700 h 2334"/>
              <a:gd name="T22" fmla="*/ 700 w 1866"/>
              <a:gd name="T23" fmla="*/ 234 h 2334"/>
              <a:gd name="T24" fmla="*/ 933 w 1866"/>
              <a:gd name="T25" fmla="*/ 234 h 2334"/>
              <a:gd name="T26" fmla="*/ 933 w 1866"/>
              <a:gd name="T27" fmla="*/ 700 h 2334"/>
              <a:gd name="T28" fmla="*/ 1283 w 1866"/>
              <a:gd name="T29" fmla="*/ 700 h 2334"/>
              <a:gd name="T30" fmla="*/ 1050 w 1866"/>
              <a:gd name="T31" fmla="*/ 700 h 2334"/>
              <a:gd name="T32" fmla="*/ 1050 w 1866"/>
              <a:gd name="T33" fmla="*/ 234 h 2334"/>
              <a:gd name="T34" fmla="*/ 1283 w 1866"/>
              <a:gd name="T35" fmla="*/ 234 h 2334"/>
              <a:gd name="T36" fmla="*/ 1283 w 1866"/>
              <a:gd name="T37" fmla="*/ 700 h 2334"/>
              <a:gd name="T38" fmla="*/ 1633 w 1866"/>
              <a:gd name="T39" fmla="*/ 700 h 2334"/>
              <a:gd name="T40" fmla="*/ 1400 w 1866"/>
              <a:gd name="T41" fmla="*/ 700 h 2334"/>
              <a:gd name="T42" fmla="*/ 1400 w 1866"/>
              <a:gd name="T43" fmla="*/ 234 h 2334"/>
              <a:gd name="T44" fmla="*/ 1633 w 1866"/>
              <a:gd name="T45" fmla="*/ 234 h 2334"/>
              <a:gd name="T46" fmla="*/ 1633 w 1866"/>
              <a:gd name="T47" fmla="*/ 7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866" h="2334">
                <a:moveTo>
                  <a:pt x="16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2" y="700"/>
                  <a:pt x="2" y="700"/>
                  <a:pt x="2" y="700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3" y="2334"/>
                </a:cubicBezTo>
                <a:cubicBezTo>
                  <a:pt x="1633" y="2334"/>
                  <a:pt x="1633" y="2334"/>
                  <a:pt x="1633" y="2334"/>
                </a:cubicBezTo>
                <a:cubicBezTo>
                  <a:pt x="1761" y="2334"/>
                  <a:pt x="1866" y="2229"/>
                  <a:pt x="1866" y="2100"/>
                </a:cubicBezTo>
                <a:cubicBezTo>
                  <a:pt x="1866" y="234"/>
                  <a:pt x="1866" y="234"/>
                  <a:pt x="1866" y="234"/>
                </a:cubicBezTo>
                <a:cubicBezTo>
                  <a:pt x="1866" y="105"/>
                  <a:pt x="1761" y="0"/>
                  <a:pt x="1633" y="0"/>
                </a:cubicBezTo>
                <a:close/>
                <a:moveTo>
                  <a:pt x="933" y="700"/>
                </a:moveTo>
                <a:cubicBezTo>
                  <a:pt x="700" y="700"/>
                  <a:pt x="700" y="700"/>
                  <a:pt x="700" y="700"/>
                </a:cubicBezTo>
                <a:cubicBezTo>
                  <a:pt x="700" y="234"/>
                  <a:pt x="700" y="234"/>
                  <a:pt x="700" y="234"/>
                </a:cubicBezTo>
                <a:cubicBezTo>
                  <a:pt x="933" y="234"/>
                  <a:pt x="933" y="234"/>
                  <a:pt x="933" y="234"/>
                </a:cubicBezTo>
                <a:lnTo>
                  <a:pt x="933" y="700"/>
                </a:lnTo>
                <a:close/>
                <a:moveTo>
                  <a:pt x="1283" y="700"/>
                </a:moveTo>
                <a:cubicBezTo>
                  <a:pt x="1050" y="700"/>
                  <a:pt x="1050" y="700"/>
                  <a:pt x="1050" y="700"/>
                </a:cubicBezTo>
                <a:cubicBezTo>
                  <a:pt x="1050" y="234"/>
                  <a:pt x="1050" y="234"/>
                  <a:pt x="1050" y="234"/>
                </a:cubicBezTo>
                <a:cubicBezTo>
                  <a:pt x="1283" y="234"/>
                  <a:pt x="1283" y="234"/>
                  <a:pt x="1283" y="234"/>
                </a:cubicBezTo>
                <a:lnTo>
                  <a:pt x="1283" y="700"/>
                </a:lnTo>
                <a:close/>
                <a:moveTo>
                  <a:pt x="1633" y="700"/>
                </a:moveTo>
                <a:cubicBezTo>
                  <a:pt x="1400" y="700"/>
                  <a:pt x="1400" y="700"/>
                  <a:pt x="1400" y="700"/>
                </a:cubicBezTo>
                <a:cubicBezTo>
                  <a:pt x="1400" y="234"/>
                  <a:pt x="1400" y="234"/>
                  <a:pt x="1400" y="234"/>
                </a:cubicBezTo>
                <a:cubicBezTo>
                  <a:pt x="1633" y="234"/>
                  <a:pt x="1633" y="234"/>
                  <a:pt x="1633" y="234"/>
                </a:cubicBezTo>
                <a:lnTo>
                  <a:pt x="1633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8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IM Card Aler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122" cy="914400"/>
          </a:xfrm>
          <a:custGeom>
            <a:avLst/>
            <a:gdLst>
              <a:gd name="T0" fmla="*/ 1633 w 1866"/>
              <a:gd name="T1" fmla="*/ 0 h 2334"/>
              <a:gd name="T2" fmla="*/ 700 w 1866"/>
              <a:gd name="T3" fmla="*/ 0 h 2334"/>
              <a:gd name="T4" fmla="*/ 2 w 1866"/>
              <a:gd name="T5" fmla="*/ 700 h 2334"/>
              <a:gd name="T6" fmla="*/ 0 w 1866"/>
              <a:gd name="T7" fmla="*/ 2100 h 2334"/>
              <a:gd name="T8" fmla="*/ 233 w 1866"/>
              <a:gd name="T9" fmla="*/ 2334 h 2334"/>
              <a:gd name="T10" fmla="*/ 1633 w 1866"/>
              <a:gd name="T11" fmla="*/ 2334 h 2334"/>
              <a:gd name="T12" fmla="*/ 1866 w 1866"/>
              <a:gd name="T13" fmla="*/ 2100 h 2334"/>
              <a:gd name="T14" fmla="*/ 1866 w 1866"/>
              <a:gd name="T15" fmla="*/ 234 h 2334"/>
              <a:gd name="T16" fmla="*/ 1633 w 1866"/>
              <a:gd name="T17" fmla="*/ 0 h 2334"/>
              <a:gd name="T18" fmla="*/ 1050 w 1866"/>
              <a:gd name="T19" fmla="*/ 1750 h 2334"/>
              <a:gd name="T20" fmla="*/ 816 w 1866"/>
              <a:gd name="T21" fmla="*/ 1750 h 2334"/>
              <a:gd name="T22" fmla="*/ 816 w 1866"/>
              <a:gd name="T23" fmla="*/ 1517 h 2334"/>
              <a:gd name="T24" fmla="*/ 1050 w 1866"/>
              <a:gd name="T25" fmla="*/ 1517 h 2334"/>
              <a:gd name="T26" fmla="*/ 1050 w 1866"/>
              <a:gd name="T27" fmla="*/ 1750 h 2334"/>
              <a:gd name="T28" fmla="*/ 1050 w 1866"/>
              <a:gd name="T29" fmla="*/ 1284 h 2334"/>
              <a:gd name="T30" fmla="*/ 816 w 1866"/>
              <a:gd name="T31" fmla="*/ 1284 h 2334"/>
              <a:gd name="T32" fmla="*/ 816 w 1866"/>
              <a:gd name="T33" fmla="*/ 700 h 2334"/>
              <a:gd name="T34" fmla="*/ 1050 w 1866"/>
              <a:gd name="T35" fmla="*/ 700 h 2334"/>
              <a:gd name="T36" fmla="*/ 1050 w 1866"/>
              <a:gd name="T37" fmla="*/ 128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866" h="2334">
                <a:moveTo>
                  <a:pt x="1633" y="0"/>
                </a:moveTo>
                <a:cubicBezTo>
                  <a:pt x="700" y="0"/>
                  <a:pt x="700" y="0"/>
                  <a:pt x="700" y="0"/>
                </a:cubicBezTo>
                <a:cubicBezTo>
                  <a:pt x="2" y="700"/>
                  <a:pt x="2" y="700"/>
                  <a:pt x="2" y="700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3" y="2334"/>
                </a:cubicBezTo>
                <a:cubicBezTo>
                  <a:pt x="1633" y="2334"/>
                  <a:pt x="1633" y="2334"/>
                  <a:pt x="1633" y="2334"/>
                </a:cubicBezTo>
                <a:cubicBezTo>
                  <a:pt x="1761" y="2334"/>
                  <a:pt x="1866" y="2229"/>
                  <a:pt x="1866" y="2100"/>
                </a:cubicBezTo>
                <a:cubicBezTo>
                  <a:pt x="1866" y="234"/>
                  <a:pt x="1866" y="234"/>
                  <a:pt x="1866" y="234"/>
                </a:cubicBezTo>
                <a:cubicBezTo>
                  <a:pt x="1866" y="105"/>
                  <a:pt x="1761" y="0"/>
                  <a:pt x="1633" y="0"/>
                </a:cubicBezTo>
                <a:close/>
                <a:moveTo>
                  <a:pt x="1050" y="1750"/>
                </a:moveTo>
                <a:cubicBezTo>
                  <a:pt x="816" y="1750"/>
                  <a:pt x="816" y="1750"/>
                  <a:pt x="816" y="1750"/>
                </a:cubicBezTo>
                <a:cubicBezTo>
                  <a:pt x="816" y="1517"/>
                  <a:pt x="816" y="1517"/>
                  <a:pt x="816" y="1517"/>
                </a:cubicBezTo>
                <a:cubicBezTo>
                  <a:pt x="1050" y="1517"/>
                  <a:pt x="1050" y="1517"/>
                  <a:pt x="1050" y="1517"/>
                </a:cubicBezTo>
                <a:lnTo>
                  <a:pt x="1050" y="1750"/>
                </a:lnTo>
                <a:close/>
                <a:moveTo>
                  <a:pt x="1050" y="1284"/>
                </a:moveTo>
                <a:cubicBezTo>
                  <a:pt x="816" y="1284"/>
                  <a:pt x="816" y="1284"/>
                  <a:pt x="816" y="1284"/>
                </a:cubicBezTo>
                <a:cubicBezTo>
                  <a:pt x="816" y="700"/>
                  <a:pt x="816" y="700"/>
                  <a:pt x="816" y="700"/>
                </a:cubicBezTo>
                <a:cubicBezTo>
                  <a:pt x="1050" y="700"/>
                  <a:pt x="1050" y="700"/>
                  <a:pt x="1050" y="700"/>
                </a:cubicBezTo>
                <a:lnTo>
                  <a:pt x="1050" y="128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8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100 w 2334"/>
              <a:gd name="T1" fmla="*/ 0 h 2334"/>
              <a:gd name="T2" fmla="*/ 234 w 2334"/>
              <a:gd name="T3" fmla="*/ 0 h 2334"/>
              <a:gd name="T4" fmla="*/ 1 w 2334"/>
              <a:gd name="T5" fmla="*/ 234 h 2334"/>
              <a:gd name="T6" fmla="*/ 0 w 2334"/>
              <a:gd name="T7" fmla="*/ 2334 h 2334"/>
              <a:gd name="T8" fmla="*/ 467 w 2334"/>
              <a:gd name="T9" fmla="*/ 1867 h 2334"/>
              <a:gd name="T10" fmla="*/ 2100 w 2334"/>
              <a:gd name="T11" fmla="*/ 1867 h 2334"/>
              <a:gd name="T12" fmla="*/ 2334 w 2334"/>
              <a:gd name="T13" fmla="*/ 1634 h 2334"/>
              <a:gd name="T14" fmla="*/ 2334 w 2334"/>
              <a:gd name="T15" fmla="*/ 234 h 2334"/>
              <a:gd name="T16" fmla="*/ 2100 w 2334"/>
              <a:gd name="T17" fmla="*/ 0 h 2334"/>
              <a:gd name="T18" fmla="*/ 817 w 2334"/>
              <a:gd name="T19" fmla="*/ 1050 h 2334"/>
              <a:gd name="T20" fmla="*/ 584 w 2334"/>
              <a:gd name="T21" fmla="*/ 1050 h 2334"/>
              <a:gd name="T22" fmla="*/ 584 w 2334"/>
              <a:gd name="T23" fmla="*/ 817 h 2334"/>
              <a:gd name="T24" fmla="*/ 817 w 2334"/>
              <a:gd name="T25" fmla="*/ 817 h 2334"/>
              <a:gd name="T26" fmla="*/ 817 w 2334"/>
              <a:gd name="T27" fmla="*/ 1050 h 2334"/>
              <a:gd name="T28" fmla="*/ 1284 w 2334"/>
              <a:gd name="T29" fmla="*/ 1050 h 2334"/>
              <a:gd name="T30" fmla="*/ 1050 w 2334"/>
              <a:gd name="T31" fmla="*/ 1050 h 2334"/>
              <a:gd name="T32" fmla="*/ 1050 w 2334"/>
              <a:gd name="T33" fmla="*/ 817 h 2334"/>
              <a:gd name="T34" fmla="*/ 1284 w 2334"/>
              <a:gd name="T35" fmla="*/ 817 h 2334"/>
              <a:gd name="T36" fmla="*/ 1284 w 2334"/>
              <a:gd name="T37" fmla="*/ 1050 h 2334"/>
              <a:gd name="T38" fmla="*/ 1750 w 2334"/>
              <a:gd name="T39" fmla="*/ 1050 h 2334"/>
              <a:gd name="T40" fmla="*/ 1517 w 2334"/>
              <a:gd name="T41" fmla="*/ 1050 h 2334"/>
              <a:gd name="T42" fmla="*/ 1517 w 2334"/>
              <a:gd name="T43" fmla="*/ 817 h 2334"/>
              <a:gd name="T44" fmla="*/ 1750 w 2334"/>
              <a:gd name="T45" fmla="*/ 817 h 2334"/>
              <a:gd name="T46" fmla="*/ 1750 w 2334"/>
              <a:gd name="T47" fmla="*/ 105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4"/>
                </a:cubicBezTo>
                <a:cubicBezTo>
                  <a:pt x="0" y="2334"/>
                  <a:pt x="0" y="2334"/>
                  <a:pt x="0" y="2334"/>
                </a:cubicBezTo>
                <a:cubicBezTo>
                  <a:pt x="467" y="1867"/>
                  <a:pt x="467" y="1867"/>
                  <a:pt x="467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817" y="1050"/>
                </a:moveTo>
                <a:cubicBezTo>
                  <a:pt x="584" y="1050"/>
                  <a:pt x="584" y="1050"/>
                  <a:pt x="584" y="1050"/>
                </a:cubicBezTo>
                <a:cubicBezTo>
                  <a:pt x="584" y="817"/>
                  <a:pt x="584" y="817"/>
                  <a:pt x="584" y="817"/>
                </a:cubicBezTo>
                <a:cubicBezTo>
                  <a:pt x="817" y="817"/>
                  <a:pt x="817" y="817"/>
                  <a:pt x="817" y="817"/>
                </a:cubicBezTo>
                <a:lnTo>
                  <a:pt x="817" y="1050"/>
                </a:lnTo>
                <a:close/>
                <a:moveTo>
                  <a:pt x="1284" y="1050"/>
                </a:moveTo>
                <a:cubicBezTo>
                  <a:pt x="1050" y="1050"/>
                  <a:pt x="1050" y="1050"/>
                  <a:pt x="1050" y="1050"/>
                </a:cubicBezTo>
                <a:cubicBezTo>
                  <a:pt x="1050" y="817"/>
                  <a:pt x="1050" y="817"/>
                  <a:pt x="1050" y="817"/>
                </a:cubicBezTo>
                <a:cubicBezTo>
                  <a:pt x="1284" y="817"/>
                  <a:pt x="1284" y="817"/>
                  <a:pt x="1284" y="817"/>
                </a:cubicBezTo>
                <a:lnTo>
                  <a:pt x="1284" y="1050"/>
                </a:lnTo>
                <a:close/>
                <a:moveTo>
                  <a:pt x="1750" y="1050"/>
                </a:moveTo>
                <a:cubicBezTo>
                  <a:pt x="1517" y="1050"/>
                  <a:pt x="1517" y="1050"/>
                  <a:pt x="1517" y="1050"/>
                </a:cubicBezTo>
                <a:cubicBezTo>
                  <a:pt x="1517" y="817"/>
                  <a:pt x="1517" y="817"/>
                  <a:pt x="1517" y="817"/>
                </a:cubicBezTo>
                <a:cubicBezTo>
                  <a:pt x="1750" y="817"/>
                  <a:pt x="1750" y="817"/>
                  <a:pt x="1750" y="817"/>
                </a:cubicBezTo>
                <a:lnTo>
                  <a:pt x="1750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8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S Fail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100 w 2334"/>
              <a:gd name="T1" fmla="*/ 0 h 2334"/>
              <a:gd name="T2" fmla="*/ 234 w 2334"/>
              <a:gd name="T3" fmla="*/ 0 h 2334"/>
              <a:gd name="T4" fmla="*/ 1 w 2334"/>
              <a:gd name="T5" fmla="*/ 234 h 2334"/>
              <a:gd name="T6" fmla="*/ 0 w 2334"/>
              <a:gd name="T7" fmla="*/ 2334 h 2334"/>
              <a:gd name="T8" fmla="*/ 467 w 2334"/>
              <a:gd name="T9" fmla="*/ 1867 h 2334"/>
              <a:gd name="T10" fmla="*/ 2100 w 2334"/>
              <a:gd name="T11" fmla="*/ 1867 h 2334"/>
              <a:gd name="T12" fmla="*/ 2334 w 2334"/>
              <a:gd name="T13" fmla="*/ 1634 h 2334"/>
              <a:gd name="T14" fmla="*/ 2334 w 2334"/>
              <a:gd name="T15" fmla="*/ 234 h 2334"/>
              <a:gd name="T16" fmla="*/ 2100 w 2334"/>
              <a:gd name="T17" fmla="*/ 0 h 2334"/>
              <a:gd name="T18" fmla="*/ 1284 w 2334"/>
              <a:gd name="T19" fmla="*/ 1400 h 2334"/>
              <a:gd name="T20" fmla="*/ 1050 w 2334"/>
              <a:gd name="T21" fmla="*/ 1400 h 2334"/>
              <a:gd name="T22" fmla="*/ 1050 w 2334"/>
              <a:gd name="T23" fmla="*/ 1167 h 2334"/>
              <a:gd name="T24" fmla="*/ 1284 w 2334"/>
              <a:gd name="T25" fmla="*/ 1167 h 2334"/>
              <a:gd name="T26" fmla="*/ 1284 w 2334"/>
              <a:gd name="T27" fmla="*/ 1400 h 2334"/>
              <a:gd name="T28" fmla="*/ 1284 w 2334"/>
              <a:gd name="T29" fmla="*/ 934 h 2334"/>
              <a:gd name="T30" fmla="*/ 1050 w 2334"/>
              <a:gd name="T31" fmla="*/ 934 h 2334"/>
              <a:gd name="T32" fmla="*/ 1050 w 2334"/>
              <a:gd name="T33" fmla="*/ 467 h 2334"/>
              <a:gd name="T34" fmla="*/ 1284 w 2334"/>
              <a:gd name="T35" fmla="*/ 467 h 2334"/>
              <a:gd name="T36" fmla="*/ 1284 w 2334"/>
              <a:gd name="T37" fmla="*/ 934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4"/>
                </a:cubicBezTo>
                <a:cubicBezTo>
                  <a:pt x="0" y="2334"/>
                  <a:pt x="0" y="2334"/>
                  <a:pt x="0" y="2334"/>
                </a:cubicBezTo>
                <a:cubicBezTo>
                  <a:pt x="467" y="1867"/>
                  <a:pt x="467" y="1867"/>
                  <a:pt x="467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284" y="1400"/>
                </a:moveTo>
                <a:cubicBezTo>
                  <a:pt x="1050" y="1400"/>
                  <a:pt x="1050" y="1400"/>
                  <a:pt x="1050" y="1400"/>
                </a:cubicBezTo>
                <a:cubicBezTo>
                  <a:pt x="1050" y="1167"/>
                  <a:pt x="1050" y="1167"/>
                  <a:pt x="1050" y="1167"/>
                </a:cubicBezTo>
                <a:cubicBezTo>
                  <a:pt x="1284" y="1167"/>
                  <a:pt x="1284" y="1167"/>
                  <a:pt x="1284" y="1167"/>
                </a:cubicBezTo>
                <a:lnTo>
                  <a:pt x="1284" y="1400"/>
                </a:lnTo>
                <a:close/>
                <a:moveTo>
                  <a:pt x="1284" y="934"/>
                </a:moveTo>
                <a:cubicBezTo>
                  <a:pt x="1050" y="934"/>
                  <a:pt x="1050" y="934"/>
                  <a:pt x="1050" y="934"/>
                </a:cubicBezTo>
                <a:cubicBezTo>
                  <a:pt x="1050" y="467"/>
                  <a:pt x="1050" y="467"/>
                  <a:pt x="1050" y="467"/>
                </a:cubicBezTo>
                <a:cubicBezTo>
                  <a:pt x="1284" y="467"/>
                  <a:pt x="1284" y="467"/>
                  <a:pt x="1284" y="467"/>
                </a:cubicBezTo>
                <a:lnTo>
                  <a:pt x="1284" y="93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8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nc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65018" cy="914400"/>
          </a:xfrm>
          <a:custGeom>
            <a:avLst/>
            <a:gdLst>
              <a:gd name="T0" fmla="*/ 933 w 1866"/>
              <a:gd name="T1" fmla="*/ 350 h 2566"/>
              <a:gd name="T2" fmla="*/ 933 w 1866"/>
              <a:gd name="T3" fmla="*/ 0 h 2566"/>
              <a:gd name="T4" fmla="*/ 466 w 1866"/>
              <a:gd name="T5" fmla="*/ 466 h 2566"/>
              <a:gd name="T6" fmla="*/ 933 w 1866"/>
              <a:gd name="T7" fmla="*/ 933 h 2566"/>
              <a:gd name="T8" fmla="*/ 933 w 1866"/>
              <a:gd name="T9" fmla="*/ 583 h 2566"/>
              <a:gd name="T10" fmla="*/ 1633 w 1866"/>
              <a:gd name="T11" fmla="*/ 1283 h 2566"/>
              <a:gd name="T12" fmla="*/ 1551 w 1866"/>
              <a:gd name="T13" fmla="*/ 1610 h 2566"/>
              <a:gd name="T14" fmla="*/ 1722 w 1866"/>
              <a:gd name="T15" fmla="*/ 1780 h 2566"/>
              <a:gd name="T16" fmla="*/ 1866 w 1866"/>
              <a:gd name="T17" fmla="*/ 1283 h 2566"/>
              <a:gd name="T18" fmla="*/ 933 w 1866"/>
              <a:gd name="T19" fmla="*/ 350 h 2566"/>
              <a:gd name="T20" fmla="*/ 933 w 1866"/>
              <a:gd name="T21" fmla="*/ 1983 h 2566"/>
              <a:gd name="T22" fmla="*/ 233 w 1866"/>
              <a:gd name="T23" fmla="*/ 1283 h 2566"/>
              <a:gd name="T24" fmla="*/ 315 w 1866"/>
              <a:gd name="T25" fmla="*/ 956 h 2566"/>
              <a:gd name="T26" fmla="*/ 144 w 1866"/>
              <a:gd name="T27" fmla="*/ 786 h 2566"/>
              <a:gd name="T28" fmla="*/ 0 w 1866"/>
              <a:gd name="T29" fmla="*/ 1283 h 2566"/>
              <a:gd name="T30" fmla="*/ 933 w 1866"/>
              <a:gd name="T31" fmla="*/ 2216 h 2566"/>
              <a:gd name="T32" fmla="*/ 933 w 1866"/>
              <a:gd name="T33" fmla="*/ 2566 h 2566"/>
              <a:gd name="T34" fmla="*/ 1400 w 1866"/>
              <a:gd name="T35" fmla="*/ 2100 h 2566"/>
              <a:gd name="T36" fmla="*/ 933 w 1866"/>
              <a:gd name="T37" fmla="*/ 1633 h 2566"/>
              <a:gd name="T38" fmla="*/ 933 w 1866"/>
              <a:gd name="T39" fmla="*/ 1983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866" h="2566">
                <a:moveTo>
                  <a:pt x="933" y="350"/>
                </a:moveTo>
                <a:cubicBezTo>
                  <a:pt x="933" y="0"/>
                  <a:pt x="933" y="0"/>
                  <a:pt x="933" y="0"/>
                </a:cubicBezTo>
                <a:cubicBezTo>
                  <a:pt x="466" y="466"/>
                  <a:pt x="466" y="466"/>
                  <a:pt x="466" y="466"/>
                </a:cubicBezTo>
                <a:cubicBezTo>
                  <a:pt x="933" y="933"/>
                  <a:pt x="933" y="933"/>
                  <a:pt x="933" y="933"/>
                </a:cubicBezTo>
                <a:cubicBezTo>
                  <a:pt x="933" y="583"/>
                  <a:pt x="933" y="583"/>
                  <a:pt x="933" y="583"/>
                </a:cubicBezTo>
                <a:cubicBezTo>
                  <a:pt x="1319" y="583"/>
                  <a:pt x="1633" y="897"/>
                  <a:pt x="1633" y="1283"/>
                </a:cubicBezTo>
                <a:cubicBezTo>
                  <a:pt x="1633" y="1401"/>
                  <a:pt x="1604" y="1513"/>
                  <a:pt x="1551" y="1610"/>
                </a:cubicBezTo>
                <a:cubicBezTo>
                  <a:pt x="1722" y="1780"/>
                  <a:pt x="1722" y="1780"/>
                  <a:pt x="1722" y="1780"/>
                </a:cubicBezTo>
                <a:cubicBezTo>
                  <a:pt x="1813" y="1637"/>
                  <a:pt x="1866" y="1466"/>
                  <a:pt x="1866" y="1283"/>
                </a:cubicBezTo>
                <a:cubicBezTo>
                  <a:pt x="1866" y="767"/>
                  <a:pt x="1449" y="350"/>
                  <a:pt x="933" y="350"/>
                </a:cubicBezTo>
                <a:close/>
                <a:moveTo>
                  <a:pt x="933" y="1983"/>
                </a:moveTo>
                <a:cubicBezTo>
                  <a:pt x="547" y="1983"/>
                  <a:pt x="233" y="1669"/>
                  <a:pt x="233" y="1283"/>
                </a:cubicBezTo>
                <a:cubicBezTo>
                  <a:pt x="233" y="1165"/>
                  <a:pt x="262" y="1053"/>
                  <a:pt x="315" y="956"/>
                </a:cubicBezTo>
                <a:cubicBezTo>
                  <a:pt x="144" y="786"/>
                  <a:pt x="144" y="786"/>
                  <a:pt x="144" y="786"/>
                </a:cubicBezTo>
                <a:cubicBezTo>
                  <a:pt x="53" y="929"/>
                  <a:pt x="0" y="1100"/>
                  <a:pt x="0" y="1283"/>
                </a:cubicBezTo>
                <a:cubicBezTo>
                  <a:pt x="0" y="1799"/>
                  <a:pt x="417" y="2216"/>
                  <a:pt x="933" y="2216"/>
                </a:cubicBezTo>
                <a:cubicBezTo>
                  <a:pt x="933" y="2566"/>
                  <a:pt x="933" y="2566"/>
                  <a:pt x="933" y="2566"/>
                </a:cubicBezTo>
                <a:cubicBezTo>
                  <a:pt x="1400" y="2100"/>
                  <a:pt x="1400" y="2100"/>
                  <a:pt x="1400" y="2100"/>
                </a:cubicBezTo>
                <a:cubicBezTo>
                  <a:pt x="933" y="1633"/>
                  <a:pt x="933" y="1633"/>
                  <a:pt x="933" y="1633"/>
                </a:cubicBezTo>
                <a:lnTo>
                  <a:pt x="933" y="19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8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nc Disabl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833 w 1999"/>
              <a:gd name="T1" fmla="*/ 274 h 1999"/>
              <a:gd name="T2" fmla="*/ 833 w 1999"/>
              <a:gd name="T3" fmla="*/ 30 h 1999"/>
              <a:gd name="T4" fmla="*/ 573 w 1999"/>
              <a:gd name="T5" fmla="*/ 142 h 1999"/>
              <a:gd name="T6" fmla="*/ 743 w 1999"/>
              <a:gd name="T7" fmla="*/ 312 h 1999"/>
              <a:gd name="T8" fmla="*/ 833 w 1999"/>
              <a:gd name="T9" fmla="*/ 274 h 1999"/>
              <a:gd name="T10" fmla="*/ 0 w 1999"/>
              <a:gd name="T11" fmla="*/ 164 h 1999"/>
              <a:gd name="T12" fmla="*/ 275 w 1999"/>
              <a:gd name="T13" fmla="*/ 439 h 1999"/>
              <a:gd name="T14" fmla="*/ 133 w 1999"/>
              <a:gd name="T15" fmla="*/ 933 h 1999"/>
              <a:gd name="T16" fmla="*/ 408 w 1999"/>
              <a:gd name="T17" fmla="*/ 1591 h 1999"/>
              <a:gd name="T18" fmla="*/ 133 w 1999"/>
              <a:gd name="T19" fmla="*/ 1866 h 1999"/>
              <a:gd name="T20" fmla="*/ 833 w 1999"/>
              <a:gd name="T21" fmla="*/ 1866 h 1999"/>
              <a:gd name="T22" fmla="*/ 833 w 1999"/>
              <a:gd name="T23" fmla="*/ 1166 h 1999"/>
              <a:gd name="T24" fmla="*/ 571 w 1999"/>
              <a:gd name="T25" fmla="*/ 1428 h 1999"/>
              <a:gd name="T26" fmla="*/ 366 w 1999"/>
              <a:gd name="T27" fmla="*/ 933 h 1999"/>
              <a:gd name="T28" fmla="*/ 445 w 1999"/>
              <a:gd name="T29" fmla="*/ 610 h 1999"/>
              <a:gd name="T30" fmla="*/ 1388 w 1999"/>
              <a:gd name="T31" fmla="*/ 1553 h 1999"/>
              <a:gd name="T32" fmla="*/ 1298 w 1999"/>
              <a:gd name="T33" fmla="*/ 1592 h 1999"/>
              <a:gd name="T34" fmla="*/ 1298 w 1999"/>
              <a:gd name="T35" fmla="*/ 1836 h 1999"/>
              <a:gd name="T36" fmla="*/ 1558 w 1999"/>
              <a:gd name="T37" fmla="*/ 1724 h 1999"/>
              <a:gd name="T38" fmla="*/ 1834 w 1999"/>
              <a:gd name="T39" fmla="*/ 1999 h 1999"/>
              <a:gd name="T40" fmla="*/ 1982 w 1999"/>
              <a:gd name="T41" fmla="*/ 1851 h 1999"/>
              <a:gd name="T42" fmla="*/ 149 w 1999"/>
              <a:gd name="T43" fmla="*/ 16 h 1999"/>
              <a:gd name="T44" fmla="*/ 0 w 1999"/>
              <a:gd name="T45" fmla="*/ 164 h 1999"/>
              <a:gd name="T46" fmla="*/ 1999 w 1999"/>
              <a:gd name="T47" fmla="*/ 0 h 1999"/>
              <a:gd name="T48" fmla="*/ 1299 w 1999"/>
              <a:gd name="T49" fmla="*/ 0 h 1999"/>
              <a:gd name="T50" fmla="*/ 1299 w 1999"/>
              <a:gd name="T51" fmla="*/ 700 h 1999"/>
              <a:gd name="T52" fmla="*/ 1561 w 1999"/>
              <a:gd name="T53" fmla="*/ 438 h 1999"/>
              <a:gd name="T54" fmla="*/ 1766 w 1999"/>
              <a:gd name="T55" fmla="*/ 933 h 1999"/>
              <a:gd name="T56" fmla="*/ 1687 w 1999"/>
              <a:gd name="T57" fmla="*/ 1256 h 1999"/>
              <a:gd name="T58" fmla="*/ 1857 w 1999"/>
              <a:gd name="T59" fmla="*/ 1427 h 1999"/>
              <a:gd name="T60" fmla="*/ 1999 w 1999"/>
              <a:gd name="T61" fmla="*/ 933 h 1999"/>
              <a:gd name="T62" fmla="*/ 1724 w 1999"/>
              <a:gd name="T63" fmla="*/ 275 h 1999"/>
              <a:gd name="T64" fmla="*/ 1999 w 1999"/>
              <a:gd name="T65" fmla="*/ 0 h 19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999" h="1999">
                <a:moveTo>
                  <a:pt x="833" y="274"/>
                </a:moveTo>
                <a:cubicBezTo>
                  <a:pt x="833" y="30"/>
                  <a:pt x="833" y="30"/>
                  <a:pt x="833" y="30"/>
                </a:cubicBezTo>
                <a:cubicBezTo>
                  <a:pt x="739" y="54"/>
                  <a:pt x="652" y="93"/>
                  <a:pt x="573" y="142"/>
                </a:cubicBezTo>
                <a:cubicBezTo>
                  <a:pt x="743" y="312"/>
                  <a:pt x="743" y="312"/>
                  <a:pt x="743" y="312"/>
                </a:cubicBezTo>
                <a:cubicBezTo>
                  <a:pt x="772" y="298"/>
                  <a:pt x="801" y="284"/>
                  <a:pt x="833" y="274"/>
                </a:cubicBezTo>
                <a:close/>
                <a:moveTo>
                  <a:pt x="0" y="164"/>
                </a:moveTo>
                <a:cubicBezTo>
                  <a:pt x="275" y="439"/>
                  <a:pt x="275" y="439"/>
                  <a:pt x="275" y="439"/>
                </a:cubicBezTo>
                <a:cubicBezTo>
                  <a:pt x="185" y="582"/>
                  <a:pt x="133" y="751"/>
                  <a:pt x="133" y="933"/>
                </a:cubicBezTo>
                <a:cubicBezTo>
                  <a:pt x="133" y="1191"/>
                  <a:pt x="239" y="1423"/>
                  <a:pt x="408" y="1591"/>
                </a:cubicBezTo>
                <a:cubicBezTo>
                  <a:pt x="133" y="1866"/>
                  <a:pt x="133" y="1866"/>
                  <a:pt x="133" y="1866"/>
                </a:cubicBezTo>
                <a:cubicBezTo>
                  <a:pt x="833" y="1866"/>
                  <a:pt x="833" y="1866"/>
                  <a:pt x="833" y="1866"/>
                </a:cubicBezTo>
                <a:cubicBezTo>
                  <a:pt x="833" y="1166"/>
                  <a:pt x="833" y="1166"/>
                  <a:pt x="833" y="1166"/>
                </a:cubicBezTo>
                <a:cubicBezTo>
                  <a:pt x="571" y="1428"/>
                  <a:pt x="571" y="1428"/>
                  <a:pt x="571" y="1428"/>
                </a:cubicBezTo>
                <a:cubicBezTo>
                  <a:pt x="445" y="1301"/>
                  <a:pt x="366" y="1127"/>
                  <a:pt x="366" y="933"/>
                </a:cubicBezTo>
                <a:cubicBezTo>
                  <a:pt x="366" y="816"/>
                  <a:pt x="395" y="707"/>
                  <a:pt x="445" y="610"/>
                </a:cubicBezTo>
                <a:cubicBezTo>
                  <a:pt x="1388" y="1553"/>
                  <a:pt x="1388" y="1553"/>
                  <a:pt x="1388" y="1553"/>
                </a:cubicBezTo>
                <a:cubicBezTo>
                  <a:pt x="1359" y="1568"/>
                  <a:pt x="1330" y="1582"/>
                  <a:pt x="1298" y="1592"/>
                </a:cubicBezTo>
                <a:cubicBezTo>
                  <a:pt x="1298" y="1836"/>
                  <a:pt x="1298" y="1836"/>
                  <a:pt x="1298" y="1836"/>
                </a:cubicBezTo>
                <a:cubicBezTo>
                  <a:pt x="1392" y="1812"/>
                  <a:pt x="1479" y="1773"/>
                  <a:pt x="1558" y="1724"/>
                </a:cubicBezTo>
                <a:cubicBezTo>
                  <a:pt x="1834" y="1999"/>
                  <a:pt x="1834" y="1999"/>
                  <a:pt x="1834" y="1999"/>
                </a:cubicBezTo>
                <a:cubicBezTo>
                  <a:pt x="1982" y="1851"/>
                  <a:pt x="1982" y="1851"/>
                  <a:pt x="1982" y="1851"/>
                </a:cubicBezTo>
                <a:cubicBezTo>
                  <a:pt x="149" y="16"/>
                  <a:pt x="149" y="16"/>
                  <a:pt x="149" y="16"/>
                </a:cubicBezTo>
                <a:lnTo>
                  <a:pt x="0" y="164"/>
                </a:lnTo>
                <a:close/>
                <a:moveTo>
                  <a:pt x="1999" y="0"/>
                </a:moveTo>
                <a:cubicBezTo>
                  <a:pt x="1299" y="0"/>
                  <a:pt x="1299" y="0"/>
                  <a:pt x="1299" y="0"/>
                </a:cubicBezTo>
                <a:cubicBezTo>
                  <a:pt x="1299" y="700"/>
                  <a:pt x="1299" y="700"/>
                  <a:pt x="1299" y="700"/>
                </a:cubicBezTo>
                <a:cubicBezTo>
                  <a:pt x="1561" y="438"/>
                  <a:pt x="1561" y="438"/>
                  <a:pt x="1561" y="438"/>
                </a:cubicBezTo>
                <a:cubicBezTo>
                  <a:pt x="1687" y="566"/>
                  <a:pt x="1766" y="739"/>
                  <a:pt x="1766" y="933"/>
                </a:cubicBezTo>
                <a:cubicBezTo>
                  <a:pt x="1766" y="1050"/>
                  <a:pt x="1737" y="1159"/>
                  <a:pt x="1687" y="1256"/>
                </a:cubicBezTo>
                <a:cubicBezTo>
                  <a:pt x="1857" y="1427"/>
                  <a:pt x="1857" y="1427"/>
                  <a:pt x="1857" y="1427"/>
                </a:cubicBezTo>
                <a:cubicBezTo>
                  <a:pt x="1947" y="1284"/>
                  <a:pt x="1999" y="1115"/>
                  <a:pt x="1999" y="933"/>
                </a:cubicBezTo>
                <a:cubicBezTo>
                  <a:pt x="1999" y="675"/>
                  <a:pt x="1893" y="443"/>
                  <a:pt x="1724" y="275"/>
                </a:cubicBezTo>
                <a:lnTo>
                  <a:pt x="199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8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nc Problem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2472"/>
          </a:xfrm>
          <a:custGeom>
            <a:avLst/>
            <a:gdLst>
              <a:gd name="T0" fmla="*/ 0 w 2100"/>
              <a:gd name="T1" fmla="*/ 933 h 1866"/>
              <a:gd name="T2" fmla="*/ 275 w 2100"/>
              <a:gd name="T3" fmla="*/ 1591 h 1866"/>
              <a:gd name="T4" fmla="*/ 0 w 2100"/>
              <a:gd name="T5" fmla="*/ 1866 h 1866"/>
              <a:gd name="T6" fmla="*/ 700 w 2100"/>
              <a:gd name="T7" fmla="*/ 1866 h 1866"/>
              <a:gd name="T8" fmla="*/ 700 w 2100"/>
              <a:gd name="T9" fmla="*/ 1166 h 1866"/>
              <a:gd name="T10" fmla="*/ 439 w 2100"/>
              <a:gd name="T11" fmla="*/ 1428 h 1866"/>
              <a:gd name="T12" fmla="*/ 233 w 2100"/>
              <a:gd name="T13" fmla="*/ 933 h 1866"/>
              <a:gd name="T14" fmla="*/ 700 w 2100"/>
              <a:gd name="T15" fmla="*/ 274 h 1866"/>
              <a:gd name="T16" fmla="*/ 700 w 2100"/>
              <a:gd name="T17" fmla="*/ 30 h 1866"/>
              <a:gd name="T18" fmla="*/ 0 w 2100"/>
              <a:gd name="T19" fmla="*/ 933 h 1866"/>
              <a:gd name="T20" fmla="*/ 933 w 2100"/>
              <a:gd name="T21" fmla="*/ 1516 h 1866"/>
              <a:gd name="T22" fmla="*/ 1167 w 2100"/>
              <a:gd name="T23" fmla="*/ 1516 h 1866"/>
              <a:gd name="T24" fmla="*/ 1167 w 2100"/>
              <a:gd name="T25" fmla="*/ 1283 h 1866"/>
              <a:gd name="T26" fmla="*/ 933 w 2100"/>
              <a:gd name="T27" fmla="*/ 1283 h 1866"/>
              <a:gd name="T28" fmla="*/ 933 w 2100"/>
              <a:gd name="T29" fmla="*/ 1516 h 1866"/>
              <a:gd name="T30" fmla="*/ 2100 w 2100"/>
              <a:gd name="T31" fmla="*/ 0 h 1866"/>
              <a:gd name="T32" fmla="*/ 1400 w 2100"/>
              <a:gd name="T33" fmla="*/ 0 h 1866"/>
              <a:gd name="T34" fmla="*/ 1400 w 2100"/>
              <a:gd name="T35" fmla="*/ 700 h 1866"/>
              <a:gd name="T36" fmla="*/ 1661 w 2100"/>
              <a:gd name="T37" fmla="*/ 438 h 1866"/>
              <a:gd name="T38" fmla="*/ 1867 w 2100"/>
              <a:gd name="T39" fmla="*/ 933 h 1866"/>
              <a:gd name="T40" fmla="*/ 1400 w 2100"/>
              <a:gd name="T41" fmla="*/ 1592 h 1866"/>
              <a:gd name="T42" fmla="*/ 1400 w 2100"/>
              <a:gd name="T43" fmla="*/ 1836 h 1866"/>
              <a:gd name="T44" fmla="*/ 2100 w 2100"/>
              <a:gd name="T45" fmla="*/ 933 h 1866"/>
              <a:gd name="T46" fmla="*/ 1825 w 2100"/>
              <a:gd name="T47" fmla="*/ 275 h 1866"/>
              <a:gd name="T48" fmla="*/ 2100 w 2100"/>
              <a:gd name="T49" fmla="*/ 0 h 1866"/>
              <a:gd name="T50" fmla="*/ 933 w 2100"/>
              <a:gd name="T51" fmla="*/ 1050 h 1866"/>
              <a:gd name="T52" fmla="*/ 1167 w 2100"/>
              <a:gd name="T53" fmla="*/ 1050 h 1866"/>
              <a:gd name="T54" fmla="*/ 1167 w 2100"/>
              <a:gd name="T55" fmla="*/ 350 h 1866"/>
              <a:gd name="T56" fmla="*/ 933 w 2100"/>
              <a:gd name="T57" fmla="*/ 350 h 1866"/>
              <a:gd name="T58" fmla="*/ 933 w 2100"/>
              <a:gd name="T59" fmla="*/ 1050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100" h="1866">
                <a:moveTo>
                  <a:pt x="0" y="933"/>
                </a:moveTo>
                <a:cubicBezTo>
                  <a:pt x="0" y="1191"/>
                  <a:pt x="106" y="1423"/>
                  <a:pt x="275" y="1591"/>
                </a:cubicBezTo>
                <a:cubicBezTo>
                  <a:pt x="0" y="1866"/>
                  <a:pt x="0" y="1866"/>
                  <a:pt x="0" y="1866"/>
                </a:cubicBezTo>
                <a:cubicBezTo>
                  <a:pt x="700" y="1866"/>
                  <a:pt x="700" y="1866"/>
                  <a:pt x="700" y="1866"/>
                </a:cubicBezTo>
                <a:cubicBezTo>
                  <a:pt x="700" y="1166"/>
                  <a:pt x="700" y="1166"/>
                  <a:pt x="700" y="1166"/>
                </a:cubicBezTo>
                <a:cubicBezTo>
                  <a:pt x="439" y="1428"/>
                  <a:pt x="439" y="1428"/>
                  <a:pt x="439" y="1428"/>
                </a:cubicBezTo>
                <a:cubicBezTo>
                  <a:pt x="313" y="1301"/>
                  <a:pt x="233" y="1127"/>
                  <a:pt x="233" y="933"/>
                </a:cubicBezTo>
                <a:cubicBezTo>
                  <a:pt x="233" y="629"/>
                  <a:pt x="428" y="369"/>
                  <a:pt x="700" y="274"/>
                </a:cubicBezTo>
                <a:cubicBezTo>
                  <a:pt x="700" y="30"/>
                  <a:pt x="700" y="30"/>
                  <a:pt x="700" y="30"/>
                </a:cubicBezTo>
                <a:cubicBezTo>
                  <a:pt x="297" y="134"/>
                  <a:pt x="0" y="498"/>
                  <a:pt x="0" y="933"/>
                </a:cubicBezTo>
                <a:close/>
                <a:moveTo>
                  <a:pt x="933" y="1516"/>
                </a:moveTo>
                <a:cubicBezTo>
                  <a:pt x="1167" y="1516"/>
                  <a:pt x="1167" y="1516"/>
                  <a:pt x="1167" y="1516"/>
                </a:cubicBezTo>
                <a:cubicBezTo>
                  <a:pt x="1167" y="1283"/>
                  <a:pt x="1167" y="1283"/>
                  <a:pt x="1167" y="1283"/>
                </a:cubicBezTo>
                <a:cubicBezTo>
                  <a:pt x="933" y="1283"/>
                  <a:pt x="933" y="1283"/>
                  <a:pt x="933" y="1283"/>
                </a:cubicBezTo>
                <a:lnTo>
                  <a:pt x="933" y="1516"/>
                </a:lnTo>
                <a:close/>
                <a:moveTo>
                  <a:pt x="2100" y="0"/>
                </a:moveTo>
                <a:cubicBezTo>
                  <a:pt x="1400" y="0"/>
                  <a:pt x="1400" y="0"/>
                  <a:pt x="1400" y="0"/>
                </a:cubicBezTo>
                <a:cubicBezTo>
                  <a:pt x="1400" y="700"/>
                  <a:pt x="1400" y="700"/>
                  <a:pt x="1400" y="700"/>
                </a:cubicBezTo>
                <a:cubicBezTo>
                  <a:pt x="1661" y="438"/>
                  <a:pt x="1661" y="438"/>
                  <a:pt x="1661" y="438"/>
                </a:cubicBezTo>
                <a:cubicBezTo>
                  <a:pt x="1787" y="566"/>
                  <a:pt x="1867" y="739"/>
                  <a:pt x="1867" y="933"/>
                </a:cubicBezTo>
                <a:cubicBezTo>
                  <a:pt x="1867" y="1237"/>
                  <a:pt x="1672" y="1497"/>
                  <a:pt x="1400" y="1592"/>
                </a:cubicBezTo>
                <a:cubicBezTo>
                  <a:pt x="1400" y="1836"/>
                  <a:pt x="1400" y="1836"/>
                  <a:pt x="1400" y="1836"/>
                </a:cubicBezTo>
                <a:cubicBezTo>
                  <a:pt x="1803" y="1732"/>
                  <a:pt x="2100" y="1368"/>
                  <a:pt x="2100" y="933"/>
                </a:cubicBezTo>
                <a:cubicBezTo>
                  <a:pt x="2100" y="675"/>
                  <a:pt x="1994" y="443"/>
                  <a:pt x="1825" y="275"/>
                </a:cubicBezTo>
                <a:lnTo>
                  <a:pt x="2100" y="0"/>
                </a:lnTo>
                <a:close/>
                <a:moveTo>
                  <a:pt x="933" y="1050"/>
                </a:moveTo>
                <a:cubicBezTo>
                  <a:pt x="1167" y="1050"/>
                  <a:pt x="1167" y="1050"/>
                  <a:pt x="1167" y="1050"/>
                </a:cubicBezTo>
                <a:cubicBezTo>
                  <a:pt x="1167" y="350"/>
                  <a:pt x="1167" y="350"/>
                  <a:pt x="1167" y="350"/>
                </a:cubicBezTo>
                <a:cubicBezTo>
                  <a:pt x="933" y="350"/>
                  <a:pt x="933" y="350"/>
                  <a:pt x="933" y="350"/>
                </a:cubicBezTo>
                <a:lnTo>
                  <a:pt x="933" y="1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8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stem Updat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582343" cy="914400"/>
          </a:xfrm>
          <a:custGeom>
            <a:avLst/>
            <a:gdLst>
              <a:gd name="T0" fmla="*/ 1400 w 1634"/>
              <a:gd name="T1" fmla="*/ 1 h 2566"/>
              <a:gd name="T2" fmla="*/ 234 w 1634"/>
              <a:gd name="T3" fmla="*/ 0 h 2566"/>
              <a:gd name="T4" fmla="*/ 0 w 1634"/>
              <a:gd name="T5" fmla="*/ 233 h 2566"/>
              <a:gd name="T6" fmla="*/ 0 w 1634"/>
              <a:gd name="T7" fmla="*/ 2333 h 2566"/>
              <a:gd name="T8" fmla="*/ 234 w 1634"/>
              <a:gd name="T9" fmla="*/ 2566 h 2566"/>
              <a:gd name="T10" fmla="*/ 1400 w 1634"/>
              <a:gd name="T11" fmla="*/ 2566 h 2566"/>
              <a:gd name="T12" fmla="*/ 1634 w 1634"/>
              <a:gd name="T13" fmla="*/ 2333 h 2566"/>
              <a:gd name="T14" fmla="*/ 1634 w 1634"/>
              <a:gd name="T15" fmla="*/ 233 h 2566"/>
              <a:gd name="T16" fmla="*/ 1400 w 1634"/>
              <a:gd name="T17" fmla="*/ 1 h 2566"/>
              <a:gd name="T18" fmla="*/ 1400 w 1634"/>
              <a:gd name="T19" fmla="*/ 2100 h 2566"/>
              <a:gd name="T20" fmla="*/ 234 w 1634"/>
              <a:gd name="T21" fmla="*/ 2100 h 2566"/>
              <a:gd name="T22" fmla="*/ 234 w 1634"/>
              <a:gd name="T23" fmla="*/ 466 h 2566"/>
              <a:gd name="T24" fmla="*/ 1400 w 1634"/>
              <a:gd name="T25" fmla="*/ 466 h 2566"/>
              <a:gd name="T26" fmla="*/ 1400 w 1634"/>
              <a:gd name="T27" fmla="*/ 2100 h 2566"/>
              <a:gd name="T28" fmla="*/ 1284 w 1634"/>
              <a:gd name="T29" fmla="*/ 1400 h 2566"/>
              <a:gd name="T30" fmla="*/ 934 w 1634"/>
              <a:gd name="T31" fmla="*/ 1400 h 2566"/>
              <a:gd name="T32" fmla="*/ 934 w 1634"/>
              <a:gd name="T33" fmla="*/ 816 h 2566"/>
              <a:gd name="T34" fmla="*/ 700 w 1634"/>
              <a:gd name="T35" fmla="*/ 816 h 2566"/>
              <a:gd name="T36" fmla="*/ 700 w 1634"/>
              <a:gd name="T37" fmla="*/ 1400 h 2566"/>
              <a:gd name="T38" fmla="*/ 350 w 1634"/>
              <a:gd name="T39" fmla="*/ 1400 h 2566"/>
              <a:gd name="T40" fmla="*/ 817 w 1634"/>
              <a:gd name="T41" fmla="*/ 1866 h 2566"/>
              <a:gd name="T42" fmla="*/ 1284 w 1634"/>
              <a:gd name="T43" fmla="*/ 1400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634" h="2566">
                <a:moveTo>
                  <a:pt x="1400" y="1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61"/>
                  <a:pt x="105" y="2566"/>
                  <a:pt x="234" y="2566"/>
                </a:cubicBezTo>
                <a:cubicBezTo>
                  <a:pt x="1400" y="2566"/>
                  <a:pt x="1400" y="2566"/>
                  <a:pt x="1400" y="2566"/>
                </a:cubicBezTo>
                <a:cubicBezTo>
                  <a:pt x="1529" y="2566"/>
                  <a:pt x="1634" y="2461"/>
                  <a:pt x="1634" y="2333"/>
                </a:cubicBezTo>
                <a:cubicBezTo>
                  <a:pt x="1634" y="233"/>
                  <a:pt x="1634" y="233"/>
                  <a:pt x="1634" y="233"/>
                </a:cubicBezTo>
                <a:cubicBezTo>
                  <a:pt x="1634" y="105"/>
                  <a:pt x="1529" y="1"/>
                  <a:pt x="1400" y="1"/>
                </a:cubicBezTo>
                <a:close/>
                <a:moveTo>
                  <a:pt x="1400" y="2100"/>
                </a:moveTo>
                <a:cubicBezTo>
                  <a:pt x="234" y="2100"/>
                  <a:pt x="234" y="2100"/>
                  <a:pt x="234" y="2100"/>
                </a:cubicBezTo>
                <a:cubicBezTo>
                  <a:pt x="234" y="466"/>
                  <a:pt x="234" y="466"/>
                  <a:pt x="234" y="466"/>
                </a:cubicBezTo>
                <a:cubicBezTo>
                  <a:pt x="1400" y="466"/>
                  <a:pt x="1400" y="466"/>
                  <a:pt x="1400" y="466"/>
                </a:cubicBezTo>
                <a:lnTo>
                  <a:pt x="1400" y="2100"/>
                </a:lnTo>
                <a:close/>
                <a:moveTo>
                  <a:pt x="1284" y="1400"/>
                </a:moveTo>
                <a:cubicBezTo>
                  <a:pt x="934" y="1400"/>
                  <a:pt x="934" y="1400"/>
                  <a:pt x="934" y="1400"/>
                </a:cubicBezTo>
                <a:cubicBezTo>
                  <a:pt x="934" y="816"/>
                  <a:pt x="934" y="816"/>
                  <a:pt x="934" y="816"/>
                </a:cubicBezTo>
                <a:cubicBezTo>
                  <a:pt x="700" y="816"/>
                  <a:pt x="700" y="816"/>
                  <a:pt x="700" y="816"/>
                </a:cubicBezTo>
                <a:cubicBezTo>
                  <a:pt x="700" y="1400"/>
                  <a:pt x="700" y="1400"/>
                  <a:pt x="700" y="1400"/>
                </a:cubicBezTo>
                <a:cubicBezTo>
                  <a:pt x="350" y="1400"/>
                  <a:pt x="350" y="1400"/>
                  <a:pt x="350" y="1400"/>
                </a:cubicBezTo>
                <a:cubicBezTo>
                  <a:pt x="817" y="1866"/>
                  <a:pt x="817" y="1866"/>
                  <a:pt x="817" y="1866"/>
                </a:cubicBezTo>
                <a:lnTo>
                  <a:pt x="1284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8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p And Pla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07110" cy="914400"/>
          </a:xfrm>
          <a:custGeom>
            <a:avLst/>
            <a:gdLst>
              <a:gd name="T0" fmla="*/ 0 w 1984"/>
              <a:gd name="T1" fmla="*/ 1750 h 2566"/>
              <a:gd name="T2" fmla="*/ 0 w 1984"/>
              <a:gd name="T3" fmla="*/ 1983 h 2566"/>
              <a:gd name="T4" fmla="*/ 584 w 1984"/>
              <a:gd name="T5" fmla="*/ 2566 h 2566"/>
              <a:gd name="T6" fmla="*/ 817 w 1984"/>
              <a:gd name="T7" fmla="*/ 2566 h 2566"/>
              <a:gd name="T8" fmla="*/ 0 w 1984"/>
              <a:gd name="T9" fmla="*/ 1750 h 2566"/>
              <a:gd name="T10" fmla="*/ 0 w 1984"/>
              <a:gd name="T11" fmla="*/ 2216 h 2566"/>
              <a:gd name="T12" fmla="*/ 0 w 1984"/>
              <a:gd name="T13" fmla="*/ 2566 h 2566"/>
              <a:gd name="T14" fmla="*/ 350 w 1984"/>
              <a:gd name="T15" fmla="*/ 2566 h 2566"/>
              <a:gd name="T16" fmla="*/ 0 w 1984"/>
              <a:gd name="T17" fmla="*/ 2216 h 2566"/>
              <a:gd name="T18" fmla="*/ 0 w 1984"/>
              <a:gd name="T19" fmla="*/ 1283 h 2566"/>
              <a:gd name="T20" fmla="*/ 0 w 1984"/>
              <a:gd name="T21" fmla="*/ 1516 h 2566"/>
              <a:gd name="T22" fmla="*/ 1050 w 1984"/>
              <a:gd name="T23" fmla="*/ 2566 h 2566"/>
              <a:gd name="T24" fmla="*/ 1284 w 1984"/>
              <a:gd name="T25" fmla="*/ 2566 h 2566"/>
              <a:gd name="T26" fmla="*/ 0 w 1984"/>
              <a:gd name="T27" fmla="*/ 1283 h 2566"/>
              <a:gd name="T28" fmla="*/ 1750 w 1984"/>
              <a:gd name="T29" fmla="*/ 1 h 2566"/>
              <a:gd name="T30" fmla="*/ 584 w 1984"/>
              <a:gd name="T31" fmla="*/ 0 h 2566"/>
              <a:gd name="T32" fmla="*/ 350 w 1984"/>
              <a:gd name="T33" fmla="*/ 233 h 2566"/>
              <a:gd name="T34" fmla="*/ 350 w 1984"/>
              <a:gd name="T35" fmla="*/ 1093 h 2566"/>
              <a:gd name="T36" fmla="*/ 584 w 1984"/>
              <a:gd name="T37" fmla="*/ 1167 h 2566"/>
              <a:gd name="T38" fmla="*/ 584 w 1984"/>
              <a:gd name="T39" fmla="*/ 466 h 2566"/>
              <a:gd name="T40" fmla="*/ 1750 w 1984"/>
              <a:gd name="T41" fmla="*/ 466 h 2566"/>
              <a:gd name="T42" fmla="*/ 1750 w 1984"/>
              <a:gd name="T43" fmla="*/ 1983 h 2566"/>
              <a:gd name="T44" fmla="*/ 1397 w 1984"/>
              <a:gd name="T45" fmla="*/ 1983 h 2566"/>
              <a:gd name="T46" fmla="*/ 1508 w 1984"/>
              <a:gd name="T47" fmla="*/ 2450 h 2566"/>
              <a:gd name="T48" fmla="*/ 1750 w 1984"/>
              <a:gd name="T49" fmla="*/ 2450 h 2566"/>
              <a:gd name="T50" fmla="*/ 1984 w 1984"/>
              <a:gd name="T51" fmla="*/ 2216 h 2566"/>
              <a:gd name="T52" fmla="*/ 1984 w 1984"/>
              <a:gd name="T53" fmla="*/ 233 h 2566"/>
              <a:gd name="T54" fmla="*/ 1750 w 1984"/>
              <a:gd name="T55" fmla="*/ 1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1984" h="2566">
                <a:moveTo>
                  <a:pt x="0" y="1750"/>
                </a:moveTo>
                <a:cubicBezTo>
                  <a:pt x="0" y="1983"/>
                  <a:pt x="0" y="1983"/>
                  <a:pt x="0" y="1983"/>
                </a:cubicBezTo>
                <a:cubicBezTo>
                  <a:pt x="322" y="1983"/>
                  <a:pt x="584" y="2244"/>
                  <a:pt x="584" y="2566"/>
                </a:cubicBezTo>
                <a:cubicBezTo>
                  <a:pt x="817" y="2566"/>
                  <a:pt x="817" y="2566"/>
                  <a:pt x="817" y="2566"/>
                </a:cubicBezTo>
                <a:cubicBezTo>
                  <a:pt x="817" y="2115"/>
                  <a:pt x="452" y="1750"/>
                  <a:pt x="0" y="1750"/>
                </a:cubicBezTo>
                <a:close/>
                <a:moveTo>
                  <a:pt x="0" y="2216"/>
                </a:moveTo>
                <a:cubicBezTo>
                  <a:pt x="0" y="2566"/>
                  <a:pt x="0" y="2566"/>
                  <a:pt x="0" y="2566"/>
                </a:cubicBezTo>
                <a:cubicBezTo>
                  <a:pt x="350" y="2566"/>
                  <a:pt x="350" y="2566"/>
                  <a:pt x="350" y="2566"/>
                </a:cubicBezTo>
                <a:cubicBezTo>
                  <a:pt x="350" y="2373"/>
                  <a:pt x="194" y="2216"/>
                  <a:pt x="0" y="2216"/>
                </a:cubicBezTo>
                <a:close/>
                <a:moveTo>
                  <a:pt x="0" y="1283"/>
                </a:moveTo>
                <a:cubicBezTo>
                  <a:pt x="0" y="1516"/>
                  <a:pt x="0" y="1516"/>
                  <a:pt x="0" y="1516"/>
                </a:cubicBezTo>
                <a:cubicBezTo>
                  <a:pt x="580" y="1516"/>
                  <a:pt x="1050" y="1987"/>
                  <a:pt x="1050" y="2566"/>
                </a:cubicBezTo>
                <a:cubicBezTo>
                  <a:pt x="1284" y="2566"/>
                  <a:pt x="1284" y="2566"/>
                  <a:pt x="1284" y="2566"/>
                </a:cubicBezTo>
                <a:cubicBezTo>
                  <a:pt x="1284" y="1857"/>
                  <a:pt x="710" y="1283"/>
                  <a:pt x="0" y="1283"/>
                </a:cubicBezTo>
                <a:close/>
                <a:moveTo>
                  <a:pt x="1750" y="1"/>
                </a:moveTo>
                <a:cubicBezTo>
                  <a:pt x="584" y="0"/>
                  <a:pt x="584" y="0"/>
                  <a:pt x="584" y="0"/>
                </a:cubicBezTo>
                <a:cubicBezTo>
                  <a:pt x="455" y="0"/>
                  <a:pt x="350" y="105"/>
                  <a:pt x="350" y="233"/>
                </a:cubicBezTo>
                <a:cubicBezTo>
                  <a:pt x="350" y="1093"/>
                  <a:pt x="350" y="1093"/>
                  <a:pt x="350" y="1093"/>
                </a:cubicBezTo>
                <a:cubicBezTo>
                  <a:pt x="431" y="1112"/>
                  <a:pt x="509" y="1136"/>
                  <a:pt x="584" y="1167"/>
                </a:cubicBezTo>
                <a:cubicBezTo>
                  <a:pt x="584" y="466"/>
                  <a:pt x="584" y="466"/>
                  <a:pt x="584" y="466"/>
                </a:cubicBezTo>
                <a:cubicBezTo>
                  <a:pt x="1750" y="466"/>
                  <a:pt x="1750" y="466"/>
                  <a:pt x="1750" y="466"/>
                </a:cubicBezTo>
                <a:cubicBezTo>
                  <a:pt x="1750" y="1983"/>
                  <a:pt x="1750" y="1983"/>
                  <a:pt x="1750" y="1983"/>
                </a:cubicBezTo>
                <a:cubicBezTo>
                  <a:pt x="1397" y="1983"/>
                  <a:pt x="1397" y="1983"/>
                  <a:pt x="1397" y="1983"/>
                </a:cubicBezTo>
                <a:cubicBezTo>
                  <a:pt x="1458" y="2129"/>
                  <a:pt x="1495" y="2285"/>
                  <a:pt x="1508" y="2450"/>
                </a:cubicBezTo>
                <a:cubicBezTo>
                  <a:pt x="1750" y="2450"/>
                  <a:pt x="1750" y="2450"/>
                  <a:pt x="1750" y="2450"/>
                </a:cubicBezTo>
                <a:cubicBezTo>
                  <a:pt x="1879" y="2450"/>
                  <a:pt x="1984" y="2345"/>
                  <a:pt x="1984" y="2216"/>
                </a:cubicBezTo>
                <a:cubicBezTo>
                  <a:pt x="1984" y="233"/>
                  <a:pt x="1984" y="233"/>
                  <a:pt x="1984" y="233"/>
                </a:cubicBezTo>
                <a:cubicBezTo>
                  <a:pt x="1984" y="105"/>
                  <a:pt x="1879" y="1"/>
                  <a:pt x="1750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8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me To Leav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12472"/>
          </a:xfrm>
          <a:custGeom>
            <a:avLst/>
            <a:gdLst>
              <a:gd name="T0" fmla="*/ 1857 w 2100"/>
              <a:gd name="T1" fmla="*/ 117 h 1866"/>
              <a:gd name="T2" fmla="*/ 1692 w 2100"/>
              <a:gd name="T3" fmla="*/ 0 h 1866"/>
              <a:gd name="T4" fmla="*/ 408 w 2100"/>
              <a:gd name="T5" fmla="*/ 0 h 1866"/>
              <a:gd name="T6" fmla="*/ 243 w 2100"/>
              <a:gd name="T7" fmla="*/ 117 h 1866"/>
              <a:gd name="T8" fmla="*/ 0 w 2100"/>
              <a:gd name="T9" fmla="*/ 816 h 1866"/>
              <a:gd name="T10" fmla="*/ 0 w 2100"/>
              <a:gd name="T11" fmla="*/ 1750 h 1866"/>
              <a:gd name="T12" fmla="*/ 117 w 2100"/>
              <a:gd name="T13" fmla="*/ 1866 h 1866"/>
              <a:gd name="T14" fmla="*/ 233 w 2100"/>
              <a:gd name="T15" fmla="*/ 1866 h 1866"/>
              <a:gd name="T16" fmla="*/ 350 w 2100"/>
              <a:gd name="T17" fmla="*/ 1750 h 1866"/>
              <a:gd name="T18" fmla="*/ 350 w 2100"/>
              <a:gd name="T19" fmla="*/ 1633 h 1866"/>
              <a:gd name="T20" fmla="*/ 1750 w 2100"/>
              <a:gd name="T21" fmla="*/ 1633 h 1866"/>
              <a:gd name="T22" fmla="*/ 1750 w 2100"/>
              <a:gd name="T23" fmla="*/ 1750 h 1866"/>
              <a:gd name="T24" fmla="*/ 1867 w 2100"/>
              <a:gd name="T25" fmla="*/ 1866 h 1866"/>
              <a:gd name="T26" fmla="*/ 1983 w 2100"/>
              <a:gd name="T27" fmla="*/ 1866 h 1866"/>
              <a:gd name="T28" fmla="*/ 2100 w 2100"/>
              <a:gd name="T29" fmla="*/ 1750 h 1866"/>
              <a:gd name="T30" fmla="*/ 2100 w 2100"/>
              <a:gd name="T31" fmla="*/ 816 h 1866"/>
              <a:gd name="T32" fmla="*/ 1857 w 2100"/>
              <a:gd name="T33" fmla="*/ 117 h 1866"/>
              <a:gd name="T34" fmla="*/ 408 w 2100"/>
              <a:gd name="T35" fmla="*/ 1283 h 1866"/>
              <a:gd name="T36" fmla="*/ 233 w 2100"/>
              <a:gd name="T37" fmla="*/ 1108 h 1866"/>
              <a:gd name="T38" fmla="*/ 408 w 2100"/>
              <a:gd name="T39" fmla="*/ 933 h 1866"/>
              <a:gd name="T40" fmla="*/ 583 w 2100"/>
              <a:gd name="T41" fmla="*/ 1108 h 1866"/>
              <a:gd name="T42" fmla="*/ 408 w 2100"/>
              <a:gd name="T43" fmla="*/ 1283 h 1866"/>
              <a:gd name="T44" fmla="*/ 1692 w 2100"/>
              <a:gd name="T45" fmla="*/ 1283 h 1866"/>
              <a:gd name="T46" fmla="*/ 1517 w 2100"/>
              <a:gd name="T47" fmla="*/ 1108 h 1866"/>
              <a:gd name="T48" fmla="*/ 1692 w 2100"/>
              <a:gd name="T49" fmla="*/ 933 h 1866"/>
              <a:gd name="T50" fmla="*/ 1867 w 2100"/>
              <a:gd name="T51" fmla="*/ 1108 h 1866"/>
              <a:gd name="T52" fmla="*/ 1692 w 2100"/>
              <a:gd name="T53" fmla="*/ 1283 h 1866"/>
              <a:gd name="T54" fmla="*/ 233 w 2100"/>
              <a:gd name="T55" fmla="*/ 700 h 1866"/>
              <a:gd name="T56" fmla="*/ 408 w 2100"/>
              <a:gd name="T57" fmla="*/ 175 h 1866"/>
              <a:gd name="T58" fmla="*/ 1692 w 2100"/>
              <a:gd name="T59" fmla="*/ 175 h 1866"/>
              <a:gd name="T60" fmla="*/ 1867 w 2100"/>
              <a:gd name="T61" fmla="*/ 700 h 1866"/>
              <a:gd name="T62" fmla="*/ 233 w 2100"/>
              <a:gd name="T63" fmla="*/ 700 h 18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00" h="1866">
                <a:moveTo>
                  <a:pt x="1857" y="117"/>
                </a:moveTo>
                <a:cubicBezTo>
                  <a:pt x="1834" y="49"/>
                  <a:pt x="1769" y="0"/>
                  <a:pt x="1692" y="0"/>
                </a:cubicBezTo>
                <a:cubicBezTo>
                  <a:pt x="408" y="0"/>
                  <a:pt x="408" y="0"/>
                  <a:pt x="408" y="0"/>
                </a:cubicBezTo>
                <a:cubicBezTo>
                  <a:pt x="331" y="0"/>
                  <a:pt x="267" y="49"/>
                  <a:pt x="243" y="117"/>
                </a:cubicBezTo>
                <a:cubicBezTo>
                  <a:pt x="0" y="816"/>
                  <a:pt x="0" y="816"/>
                  <a:pt x="0" y="816"/>
                </a:cubicBezTo>
                <a:cubicBezTo>
                  <a:pt x="0" y="1750"/>
                  <a:pt x="0" y="1750"/>
                  <a:pt x="0" y="1750"/>
                </a:cubicBezTo>
                <a:cubicBezTo>
                  <a:pt x="0" y="1814"/>
                  <a:pt x="53" y="1866"/>
                  <a:pt x="117" y="1866"/>
                </a:cubicBezTo>
                <a:cubicBezTo>
                  <a:pt x="233" y="1866"/>
                  <a:pt x="233" y="1866"/>
                  <a:pt x="233" y="1866"/>
                </a:cubicBezTo>
                <a:cubicBezTo>
                  <a:pt x="297" y="1866"/>
                  <a:pt x="350" y="1814"/>
                  <a:pt x="350" y="1750"/>
                </a:cubicBezTo>
                <a:cubicBezTo>
                  <a:pt x="350" y="1633"/>
                  <a:pt x="350" y="1633"/>
                  <a:pt x="350" y="1633"/>
                </a:cubicBezTo>
                <a:cubicBezTo>
                  <a:pt x="1750" y="1633"/>
                  <a:pt x="1750" y="1633"/>
                  <a:pt x="1750" y="1633"/>
                </a:cubicBezTo>
                <a:cubicBezTo>
                  <a:pt x="1750" y="1750"/>
                  <a:pt x="1750" y="1750"/>
                  <a:pt x="1750" y="1750"/>
                </a:cubicBezTo>
                <a:cubicBezTo>
                  <a:pt x="1750" y="1814"/>
                  <a:pt x="1803" y="1866"/>
                  <a:pt x="1867" y="1866"/>
                </a:cubicBezTo>
                <a:cubicBezTo>
                  <a:pt x="1983" y="1866"/>
                  <a:pt x="1983" y="1866"/>
                  <a:pt x="1983" y="1866"/>
                </a:cubicBezTo>
                <a:cubicBezTo>
                  <a:pt x="2047" y="1866"/>
                  <a:pt x="2100" y="1814"/>
                  <a:pt x="2100" y="1750"/>
                </a:cubicBezTo>
                <a:cubicBezTo>
                  <a:pt x="2100" y="816"/>
                  <a:pt x="2100" y="816"/>
                  <a:pt x="2100" y="816"/>
                </a:cubicBezTo>
                <a:lnTo>
                  <a:pt x="1857" y="117"/>
                </a:lnTo>
                <a:close/>
                <a:moveTo>
                  <a:pt x="408" y="1283"/>
                </a:moveTo>
                <a:cubicBezTo>
                  <a:pt x="311" y="1283"/>
                  <a:pt x="233" y="1205"/>
                  <a:pt x="233" y="1108"/>
                </a:cubicBezTo>
                <a:cubicBezTo>
                  <a:pt x="233" y="1011"/>
                  <a:pt x="311" y="933"/>
                  <a:pt x="408" y="933"/>
                </a:cubicBezTo>
                <a:cubicBezTo>
                  <a:pt x="505" y="933"/>
                  <a:pt x="583" y="1011"/>
                  <a:pt x="583" y="1108"/>
                </a:cubicBezTo>
                <a:cubicBezTo>
                  <a:pt x="583" y="1205"/>
                  <a:pt x="505" y="1283"/>
                  <a:pt x="408" y="1283"/>
                </a:cubicBezTo>
                <a:close/>
                <a:moveTo>
                  <a:pt x="1692" y="1283"/>
                </a:moveTo>
                <a:cubicBezTo>
                  <a:pt x="1595" y="1283"/>
                  <a:pt x="1517" y="1205"/>
                  <a:pt x="1517" y="1108"/>
                </a:cubicBezTo>
                <a:cubicBezTo>
                  <a:pt x="1517" y="1011"/>
                  <a:pt x="1595" y="933"/>
                  <a:pt x="1692" y="933"/>
                </a:cubicBezTo>
                <a:cubicBezTo>
                  <a:pt x="1789" y="933"/>
                  <a:pt x="1867" y="1011"/>
                  <a:pt x="1867" y="1108"/>
                </a:cubicBezTo>
                <a:cubicBezTo>
                  <a:pt x="1867" y="1205"/>
                  <a:pt x="1789" y="1283"/>
                  <a:pt x="1692" y="1283"/>
                </a:cubicBezTo>
                <a:close/>
                <a:moveTo>
                  <a:pt x="233" y="700"/>
                </a:moveTo>
                <a:cubicBezTo>
                  <a:pt x="408" y="175"/>
                  <a:pt x="408" y="175"/>
                  <a:pt x="408" y="175"/>
                </a:cubicBezTo>
                <a:cubicBezTo>
                  <a:pt x="1692" y="175"/>
                  <a:pt x="1692" y="175"/>
                  <a:pt x="1692" y="175"/>
                </a:cubicBezTo>
                <a:cubicBezTo>
                  <a:pt x="1867" y="700"/>
                  <a:pt x="1867" y="700"/>
                  <a:pt x="1867" y="700"/>
                </a:cubicBezTo>
                <a:lnTo>
                  <a:pt x="233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8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ibrati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11308"/>
          </a:xfrm>
          <a:custGeom>
            <a:avLst/>
            <a:gdLst>
              <a:gd name="T0" fmla="*/ 0 w 2800"/>
              <a:gd name="T1" fmla="*/ 1400 h 2178"/>
              <a:gd name="T2" fmla="*/ 156 w 2800"/>
              <a:gd name="T3" fmla="*/ 1400 h 2178"/>
              <a:gd name="T4" fmla="*/ 156 w 2800"/>
              <a:gd name="T5" fmla="*/ 778 h 2178"/>
              <a:gd name="T6" fmla="*/ 0 w 2800"/>
              <a:gd name="T7" fmla="*/ 778 h 2178"/>
              <a:gd name="T8" fmla="*/ 0 w 2800"/>
              <a:gd name="T9" fmla="*/ 1400 h 2178"/>
              <a:gd name="T10" fmla="*/ 311 w 2800"/>
              <a:gd name="T11" fmla="*/ 1711 h 2178"/>
              <a:gd name="T12" fmla="*/ 467 w 2800"/>
              <a:gd name="T13" fmla="*/ 1711 h 2178"/>
              <a:gd name="T14" fmla="*/ 467 w 2800"/>
              <a:gd name="T15" fmla="*/ 467 h 2178"/>
              <a:gd name="T16" fmla="*/ 311 w 2800"/>
              <a:gd name="T17" fmla="*/ 467 h 2178"/>
              <a:gd name="T18" fmla="*/ 311 w 2800"/>
              <a:gd name="T19" fmla="*/ 1711 h 2178"/>
              <a:gd name="T20" fmla="*/ 2644 w 2800"/>
              <a:gd name="T21" fmla="*/ 778 h 2178"/>
              <a:gd name="T22" fmla="*/ 2644 w 2800"/>
              <a:gd name="T23" fmla="*/ 1400 h 2178"/>
              <a:gd name="T24" fmla="*/ 2800 w 2800"/>
              <a:gd name="T25" fmla="*/ 1400 h 2178"/>
              <a:gd name="T26" fmla="*/ 2800 w 2800"/>
              <a:gd name="T27" fmla="*/ 778 h 2178"/>
              <a:gd name="T28" fmla="*/ 2644 w 2800"/>
              <a:gd name="T29" fmla="*/ 778 h 2178"/>
              <a:gd name="T30" fmla="*/ 2333 w 2800"/>
              <a:gd name="T31" fmla="*/ 1711 h 2178"/>
              <a:gd name="T32" fmla="*/ 2489 w 2800"/>
              <a:gd name="T33" fmla="*/ 1711 h 2178"/>
              <a:gd name="T34" fmla="*/ 2489 w 2800"/>
              <a:gd name="T35" fmla="*/ 467 h 2178"/>
              <a:gd name="T36" fmla="*/ 2333 w 2800"/>
              <a:gd name="T37" fmla="*/ 467 h 2178"/>
              <a:gd name="T38" fmla="*/ 2333 w 2800"/>
              <a:gd name="T39" fmla="*/ 1711 h 2178"/>
              <a:gd name="T40" fmla="*/ 1944 w 2800"/>
              <a:gd name="T41" fmla="*/ 0 h 2178"/>
              <a:gd name="T42" fmla="*/ 856 w 2800"/>
              <a:gd name="T43" fmla="*/ 0 h 2178"/>
              <a:gd name="T44" fmla="*/ 622 w 2800"/>
              <a:gd name="T45" fmla="*/ 233 h 2178"/>
              <a:gd name="T46" fmla="*/ 622 w 2800"/>
              <a:gd name="T47" fmla="*/ 1945 h 2178"/>
              <a:gd name="T48" fmla="*/ 856 w 2800"/>
              <a:gd name="T49" fmla="*/ 2178 h 2178"/>
              <a:gd name="T50" fmla="*/ 1944 w 2800"/>
              <a:gd name="T51" fmla="*/ 2178 h 2178"/>
              <a:gd name="T52" fmla="*/ 2178 w 2800"/>
              <a:gd name="T53" fmla="*/ 1945 h 2178"/>
              <a:gd name="T54" fmla="*/ 2178 w 2800"/>
              <a:gd name="T55" fmla="*/ 233 h 2178"/>
              <a:gd name="T56" fmla="*/ 1944 w 2800"/>
              <a:gd name="T57" fmla="*/ 0 h 2178"/>
              <a:gd name="T58" fmla="*/ 1944 w 2800"/>
              <a:gd name="T59" fmla="*/ 1945 h 2178"/>
              <a:gd name="T60" fmla="*/ 856 w 2800"/>
              <a:gd name="T61" fmla="*/ 1945 h 2178"/>
              <a:gd name="T62" fmla="*/ 856 w 2800"/>
              <a:gd name="T63" fmla="*/ 233 h 2178"/>
              <a:gd name="T64" fmla="*/ 1944 w 2800"/>
              <a:gd name="T65" fmla="*/ 233 h 2178"/>
              <a:gd name="T66" fmla="*/ 1944 w 2800"/>
              <a:gd name="T67" fmla="*/ 1945 h 2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800" h="2178">
                <a:moveTo>
                  <a:pt x="0" y="1400"/>
                </a:moveTo>
                <a:cubicBezTo>
                  <a:pt x="156" y="1400"/>
                  <a:pt x="156" y="1400"/>
                  <a:pt x="156" y="1400"/>
                </a:cubicBezTo>
                <a:cubicBezTo>
                  <a:pt x="156" y="778"/>
                  <a:pt x="156" y="778"/>
                  <a:pt x="156" y="778"/>
                </a:cubicBezTo>
                <a:cubicBezTo>
                  <a:pt x="0" y="778"/>
                  <a:pt x="0" y="778"/>
                  <a:pt x="0" y="778"/>
                </a:cubicBezTo>
                <a:lnTo>
                  <a:pt x="0" y="1400"/>
                </a:lnTo>
                <a:close/>
                <a:moveTo>
                  <a:pt x="311" y="1711"/>
                </a:moveTo>
                <a:cubicBezTo>
                  <a:pt x="467" y="1711"/>
                  <a:pt x="467" y="1711"/>
                  <a:pt x="467" y="1711"/>
                </a:cubicBezTo>
                <a:cubicBezTo>
                  <a:pt x="467" y="467"/>
                  <a:pt x="467" y="467"/>
                  <a:pt x="467" y="467"/>
                </a:cubicBezTo>
                <a:cubicBezTo>
                  <a:pt x="311" y="467"/>
                  <a:pt x="311" y="467"/>
                  <a:pt x="311" y="467"/>
                </a:cubicBezTo>
                <a:lnTo>
                  <a:pt x="311" y="1711"/>
                </a:lnTo>
                <a:close/>
                <a:moveTo>
                  <a:pt x="2644" y="778"/>
                </a:moveTo>
                <a:cubicBezTo>
                  <a:pt x="2644" y="1400"/>
                  <a:pt x="2644" y="1400"/>
                  <a:pt x="2644" y="1400"/>
                </a:cubicBezTo>
                <a:cubicBezTo>
                  <a:pt x="2800" y="1400"/>
                  <a:pt x="2800" y="1400"/>
                  <a:pt x="2800" y="1400"/>
                </a:cubicBezTo>
                <a:cubicBezTo>
                  <a:pt x="2800" y="778"/>
                  <a:pt x="2800" y="778"/>
                  <a:pt x="2800" y="778"/>
                </a:cubicBezTo>
                <a:lnTo>
                  <a:pt x="2644" y="778"/>
                </a:lnTo>
                <a:close/>
                <a:moveTo>
                  <a:pt x="2333" y="1711"/>
                </a:moveTo>
                <a:cubicBezTo>
                  <a:pt x="2489" y="1711"/>
                  <a:pt x="2489" y="1711"/>
                  <a:pt x="2489" y="1711"/>
                </a:cubicBezTo>
                <a:cubicBezTo>
                  <a:pt x="2489" y="467"/>
                  <a:pt x="2489" y="467"/>
                  <a:pt x="2489" y="467"/>
                </a:cubicBezTo>
                <a:cubicBezTo>
                  <a:pt x="2333" y="467"/>
                  <a:pt x="2333" y="467"/>
                  <a:pt x="2333" y="467"/>
                </a:cubicBezTo>
                <a:lnTo>
                  <a:pt x="2333" y="1711"/>
                </a:lnTo>
                <a:close/>
                <a:moveTo>
                  <a:pt x="1944" y="0"/>
                </a:moveTo>
                <a:cubicBezTo>
                  <a:pt x="856" y="0"/>
                  <a:pt x="856" y="0"/>
                  <a:pt x="856" y="0"/>
                </a:cubicBezTo>
                <a:cubicBezTo>
                  <a:pt x="726" y="0"/>
                  <a:pt x="622" y="104"/>
                  <a:pt x="622" y="233"/>
                </a:cubicBezTo>
                <a:cubicBezTo>
                  <a:pt x="622" y="1945"/>
                  <a:pt x="622" y="1945"/>
                  <a:pt x="622" y="1945"/>
                </a:cubicBezTo>
                <a:cubicBezTo>
                  <a:pt x="622" y="2074"/>
                  <a:pt x="726" y="2178"/>
                  <a:pt x="856" y="2178"/>
                </a:cubicBezTo>
                <a:cubicBezTo>
                  <a:pt x="1944" y="2178"/>
                  <a:pt x="1944" y="2178"/>
                  <a:pt x="1944" y="2178"/>
                </a:cubicBezTo>
                <a:cubicBezTo>
                  <a:pt x="2074" y="2178"/>
                  <a:pt x="2178" y="2074"/>
                  <a:pt x="2178" y="1945"/>
                </a:cubicBezTo>
                <a:cubicBezTo>
                  <a:pt x="2178" y="233"/>
                  <a:pt x="2178" y="233"/>
                  <a:pt x="2178" y="233"/>
                </a:cubicBezTo>
                <a:cubicBezTo>
                  <a:pt x="2178" y="104"/>
                  <a:pt x="2074" y="0"/>
                  <a:pt x="1944" y="0"/>
                </a:cubicBezTo>
                <a:close/>
                <a:moveTo>
                  <a:pt x="1944" y="1945"/>
                </a:moveTo>
                <a:cubicBezTo>
                  <a:pt x="856" y="1945"/>
                  <a:pt x="856" y="1945"/>
                  <a:pt x="856" y="1945"/>
                </a:cubicBezTo>
                <a:cubicBezTo>
                  <a:pt x="856" y="233"/>
                  <a:pt x="856" y="233"/>
                  <a:pt x="856" y="233"/>
                </a:cubicBezTo>
                <a:cubicBezTo>
                  <a:pt x="1944" y="233"/>
                  <a:pt x="1944" y="233"/>
                  <a:pt x="1944" y="233"/>
                </a:cubicBezTo>
                <a:lnTo>
                  <a:pt x="1944" y="19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8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oice Cha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2100 w 2334"/>
              <a:gd name="T1" fmla="*/ 0 h 2334"/>
              <a:gd name="T2" fmla="*/ 234 w 2334"/>
              <a:gd name="T3" fmla="*/ 0 h 2334"/>
              <a:gd name="T4" fmla="*/ 1 w 2334"/>
              <a:gd name="T5" fmla="*/ 234 h 2334"/>
              <a:gd name="T6" fmla="*/ 0 w 2334"/>
              <a:gd name="T7" fmla="*/ 2334 h 2334"/>
              <a:gd name="T8" fmla="*/ 467 w 2334"/>
              <a:gd name="T9" fmla="*/ 1867 h 2334"/>
              <a:gd name="T10" fmla="*/ 2100 w 2334"/>
              <a:gd name="T11" fmla="*/ 1867 h 2334"/>
              <a:gd name="T12" fmla="*/ 2334 w 2334"/>
              <a:gd name="T13" fmla="*/ 1634 h 2334"/>
              <a:gd name="T14" fmla="*/ 2334 w 2334"/>
              <a:gd name="T15" fmla="*/ 234 h 2334"/>
              <a:gd name="T16" fmla="*/ 2100 w 2334"/>
              <a:gd name="T17" fmla="*/ 0 h 2334"/>
              <a:gd name="T18" fmla="*/ 1867 w 2334"/>
              <a:gd name="T19" fmla="*/ 1400 h 2334"/>
              <a:gd name="T20" fmla="*/ 1400 w 2334"/>
              <a:gd name="T21" fmla="*/ 1027 h 2334"/>
              <a:gd name="T22" fmla="*/ 1400 w 2334"/>
              <a:gd name="T23" fmla="*/ 1400 h 2334"/>
              <a:gd name="T24" fmla="*/ 467 w 2334"/>
              <a:gd name="T25" fmla="*/ 1400 h 2334"/>
              <a:gd name="T26" fmla="*/ 467 w 2334"/>
              <a:gd name="T27" fmla="*/ 467 h 2334"/>
              <a:gd name="T28" fmla="*/ 1400 w 2334"/>
              <a:gd name="T29" fmla="*/ 467 h 2334"/>
              <a:gd name="T30" fmla="*/ 1400 w 2334"/>
              <a:gd name="T31" fmla="*/ 840 h 2334"/>
              <a:gd name="T32" fmla="*/ 1867 w 2334"/>
              <a:gd name="T33" fmla="*/ 467 h 2334"/>
              <a:gd name="T34" fmla="*/ 1867 w 2334"/>
              <a:gd name="T35" fmla="*/ 14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334" h="2334">
                <a:moveTo>
                  <a:pt x="2100" y="0"/>
                </a:moveTo>
                <a:cubicBezTo>
                  <a:pt x="234" y="0"/>
                  <a:pt x="234" y="0"/>
                  <a:pt x="234" y="0"/>
                </a:cubicBezTo>
                <a:cubicBezTo>
                  <a:pt x="105" y="0"/>
                  <a:pt x="1" y="105"/>
                  <a:pt x="1" y="234"/>
                </a:cubicBezTo>
                <a:cubicBezTo>
                  <a:pt x="0" y="2334"/>
                  <a:pt x="0" y="2334"/>
                  <a:pt x="0" y="2334"/>
                </a:cubicBezTo>
                <a:cubicBezTo>
                  <a:pt x="467" y="1867"/>
                  <a:pt x="467" y="1867"/>
                  <a:pt x="467" y="1867"/>
                </a:cubicBezTo>
                <a:cubicBezTo>
                  <a:pt x="2100" y="1867"/>
                  <a:pt x="2100" y="1867"/>
                  <a:pt x="2100" y="1867"/>
                </a:cubicBezTo>
                <a:cubicBezTo>
                  <a:pt x="2229" y="1867"/>
                  <a:pt x="2334" y="1762"/>
                  <a:pt x="2334" y="1634"/>
                </a:cubicBezTo>
                <a:cubicBezTo>
                  <a:pt x="2334" y="234"/>
                  <a:pt x="2334" y="234"/>
                  <a:pt x="2334" y="234"/>
                </a:cubicBezTo>
                <a:cubicBezTo>
                  <a:pt x="2334" y="105"/>
                  <a:pt x="2229" y="0"/>
                  <a:pt x="2100" y="0"/>
                </a:cubicBezTo>
                <a:close/>
                <a:moveTo>
                  <a:pt x="1867" y="1400"/>
                </a:moveTo>
                <a:cubicBezTo>
                  <a:pt x="1400" y="1027"/>
                  <a:pt x="1400" y="1027"/>
                  <a:pt x="1400" y="1027"/>
                </a:cubicBezTo>
                <a:cubicBezTo>
                  <a:pt x="1400" y="1400"/>
                  <a:pt x="1400" y="1400"/>
                  <a:pt x="1400" y="1400"/>
                </a:cubicBezTo>
                <a:cubicBezTo>
                  <a:pt x="467" y="1400"/>
                  <a:pt x="467" y="1400"/>
                  <a:pt x="467" y="1400"/>
                </a:cubicBezTo>
                <a:cubicBezTo>
                  <a:pt x="467" y="467"/>
                  <a:pt x="467" y="467"/>
                  <a:pt x="467" y="467"/>
                </a:cubicBezTo>
                <a:cubicBezTo>
                  <a:pt x="1400" y="467"/>
                  <a:pt x="1400" y="467"/>
                  <a:pt x="1400" y="467"/>
                </a:cubicBezTo>
                <a:cubicBezTo>
                  <a:pt x="1400" y="840"/>
                  <a:pt x="1400" y="840"/>
                  <a:pt x="1400" y="840"/>
                </a:cubicBezTo>
                <a:cubicBezTo>
                  <a:pt x="1867" y="467"/>
                  <a:pt x="1867" y="467"/>
                  <a:pt x="1867" y="467"/>
                </a:cubicBezTo>
                <a:lnTo>
                  <a:pt x="1867" y="14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8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PN Loc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51" cy="914400"/>
          </a:xfrm>
          <a:custGeom>
            <a:avLst/>
            <a:gdLst>
              <a:gd name="T0" fmla="*/ 2450 w 2566"/>
              <a:gd name="T1" fmla="*/ 350 h 2566"/>
              <a:gd name="T2" fmla="*/ 2450 w 2566"/>
              <a:gd name="T3" fmla="*/ 291 h 2566"/>
              <a:gd name="T4" fmla="*/ 2158 w 2566"/>
              <a:gd name="T5" fmla="*/ 0 h 2566"/>
              <a:gd name="T6" fmla="*/ 1866 w 2566"/>
              <a:gd name="T7" fmla="*/ 291 h 2566"/>
              <a:gd name="T8" fmla="*/ 1866 w 2566"/>
              <a:gd name="T9" fmla="*/ 350 h 2566"/>
              <a:gd name="T10" fmla="*/ 1750 w 2566"/>
              <a:gd name="T11" fmla="*/ 466 h 2566"/>
              <a:gd name="T12" fmla="*/ 1750 w 2566"/>
              <a:gd name="T13" fmla="*/ 933 h 2566"/>
              <a:gd name="T14" fmla="*/ 1866 w 2566"/>
              <a:gd name="T15" fmla="*/ 1050 h 2566"/>
              <a:gd name="T16" fmla="*/ 2450 w 2566"/>
              <a:gd name="T17" fmla="*/ 1050 h 2566"/>
              <a:gd name="T18" fmla="*/ 2566 w 2566"/>
              <a:gd name="T19" fmla="*/ 933 h 2566"/>
              <a:gd name="T20" fmla="*/ 2566 w 2566"/>
              <a:gd name="T21" fmla="*/ 466 h 2566"/>
              <a:gd name="T22" fmla="*/ 2450 w 2566"/>
              <a:gd name="T23" fmla="*/ 350 h 2566"/>
              <a:gd name="T24" fmla="*/ 2356 w 2566"/>
              <a:gd name="T25" fmla="*/ 350 h 2566"/>
              <a:gd name="T26" fmla="*/ 1960 w 2566"/>
              <a:gd name="T27" fmla="*/ 350 h 2566"/>
              <a:gd name="T28" fmla="*/ 1960 w 2566"/>
              <a:gd name="T29" fmla="*/ 291 h 2566"/>
              <a:gd name="T30" fmla="*/ 2158 w 2566"/>
              <a:gd name="T31" fmla="*/ 93 h 2566"/>
              <a:gd name="T32" fmla="*/ 2356 w 2566"/>
              <a:gd name="T33" fmla="*/ 291 h 2566"/>
              <a:gd name="T34" fmla="*/ 2356 w 2566"/>
              <a:gd name="T35" fmla="*/ 350 h 2566"/>
              <a:gd name="T36" fmla="*/ 2090 w 2566"/>
              <a:gd name="T37" fmla="*/ 1283 h 2566"/>
              <a:gd name="T38" fmla="*/ 2100 w 2566"/>
              <a:gd name="T39" fmla="*/ 1400 h 2566"/>
              <a:gd name="T40" fmla="*/ 1855 w 2566"/>
              <a:gd name="T41" fmla="*/ 2029 h 2566"/>
              <a:gd name="T42" fmla="*/ 1633 w 2566"/>
              <a:gd name="T43" fmla="*/ 1866 h 2566"/>
              <a:gd name="T44" fmla="*/ 1516 w 2566"/>
              <a:gd name="T45" fmla="*/ 1866 h 2566"/>
              <a:gd name="T46" fmla="*/ 1516 w 2566"/>
              <a:gd name="T47" fmla="*/ 1516 h 2566"/>
              <a:gd name="T48" fmla="*/ 1400 w 2566"/>
              <a:gd name="T49" fmla="*/ 1400 h 2566"/>
              <a:gd name="T50" fmla="*/ 700 w 2566"/>
              <a:gd name="T51" fmla="*/ 1400 h 2566"/>
              <a:gd name="T52" fmla="*/ 700 w 2566"/>
              <a:gd name="T53" fmla="*/ 1166 h 2566"/>
              <a:gd name="T54" fmla="*/ 933 w 2566"/>
              <a:gd name="T55" fmla="*/ 1166 h 2566"/>
              <a:gd name="T56" fmla="*/ 1050 w 2566"/>
              <a:gd name="T57" fmla="*/ 1050 h 2566"/>
              <a:gd name="T58" fmla="*/ 1050 w 2566"/>
              <a:gd name="T59" fmla="*/ 816 h 2566"/>
              <a:gd name="T60" fmla="*/ 1283 w 2566"/>
              <a:gd name="T61" fmla="*/ 816 h 2566"/>
              <a:gd name="T62" fmla="*/ 1516 w 2566"/>
              <a:gd name="T63" fmla="*/ 583 h 2566"/>
              <a:gd name="T64" fmla="*/ 1516 w 2566"/>
              <a:gd name="T65" fmla="*/ 287 h 2566"/>
              <a:gd name="T66" fmla="*/ 1166 w 2566"/>
              <a:gd name="T67" fmla="*/ 233 h 2566"/>
              <a:gd name="T68" fmla="*/ 0 w 2566"/>
              <a:gd name="T69" fmla="*/ 1400 h 2566"/>
              <a:gd name="T70" fmla="*/ 1166 w 2566"/>
              <a:gd name="T71" fmla="*/ 2566 h 2566"/>
              <a:gd name="T72" fmla="*/ 2333 w 2566"/>
              <a:gd name="T73" fmla="*/ 1400 h 2566"/>
              <a:gd name="T74" fmla="*/ 2327 w 2566"/>
              <a:gd name="T75" fmla="*/ 1283 h 2566"/>
              <a:gd name="T76" fmla="*/ 2090 w 2566"/>
              <a:gd name="T77" fmla="*/ 1283 h 2566"/>
              <a:gd name="T78" fmla="*/ 1050 w 2566"/>
              <a:gd name="T79" fmla="*/ 2325 h 2566"/>
              <a:gd name="T80" fmla="*/ 233 w 2566"/>
              <a:gd name="T81" fmla="*/ 1400 h 2566"/>
              <a:gd name="T82" fmla="*/ 257 w 2566"/>
              <a:gd name="T83" fmla="*/ 1191 h 2566"/>
              <a:gd name="T84" fmla="*/ 816 w 2566"/>
              <a:gd name="T85" fmla="*/ 1750 h 2566"/>
              <a:gd name="T86" fmla="*/ 816 w 2566"/>
              <a:gd name="T87" fmla="*/ 1866 h 2566"/>
              <a:gd name="T88" fmla="*/ 1050 w 2566"/>
              <a:gd name="T89" fmla="*/ 2100 h 2566"/>
              <a:gd name="T90" fmla="*/ 1050 w 2566"/>
              <a:gd name="T91" fmla="*/ 2325 h 25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566" h="2566">
                <a:moveTo>
                  <a:pt x="2450" y="350"/>
                </a:moveTo>
                <a:cubicBezTo>
                  <a:pt x="2450" y="291"/>
                  <a:pt x="2450" y="291"/>
                  <a:pt x="2450" y="291"/>
                </a:cubicBezTo>
                <a:cubicBezTo>
                  <a:pt x="2450" y="130"/>
                  <a:pt x="2319" y="0"/>
                  <a:pt x="2158" y="0"/>
                </a:cubicBezTo>
                <a:cubicBezTo>
                  <a:pt x="1997" y="0"/>
                  <a:pt x="1866" y="130"/>
                  <a:pt x="1866" y="291"/>
                </a:cubicBezTo>
                <a:cubicBezTo>
                  <a:pt x="1866" y="350"/>
                  <a:pt x="1866" y="350"/>
                  <a:pt x="1866" y="350"/>
                </a:cubicBezTo>
                <a:cubicBezTo>
                  <a:pt x="1802" y="350"/>
                  <a:pt x="1750" y="402"/>
                  <a:pt x="1750" y="466"/>
                </a:cubicBezTo>
                <a:cubicBezTo>
                  <a:pt x="1750" y="933"/>
                  <a:pt x="1750" y="933"/>
                  <a:pt x="1750" y="933"/>
                </a:cubicBezTo>
                <a:cubicBezTo>
                  <a:pt x="1750" y="997"/>
                  <a:pt x="1802" y="1050"/>
                  <a:pt x="1866" y="1050"/>
                </a:cubicBezTo>
                <a:cubicBezTo>
                  <a:pt x="2450" y="1050"/>
                  <a:pt x="2450" y="1050"/>
                  <a:pt x="2450" y="1050"/>
                </a:cubicBezTo>
                <a:cubicBezTo>
                  <a:pt x="2514" y="1050"/>
                  <a:pt x="2566" y="997"/>
                  <a:pt x="2566" y="933"/>
                </a:cubicBezTo>
                <a:cubicBezTo>
                  <a:pt x="2566" y="466"/>
                  <a:pt x="2566" y="466"/>
                  <a:pt x="2566" y="466"/>
                </a:cubicBezTo>
                <a:cubicBezTo>
                  <a:pt x="2566" y="402"/>
                  <a:pt x="2514" y="350"/>
                  <a:pt x="2450" y="350"/>
                </a:cubicBezTo>
                <a:close/>
                <a:moveTo>
                  <a:pt x="2356" y="350"/>
                </a:moveTo>
                <a:cubicBezTo>
                  <a:pt x="1960" y="350"/>
                  <a:pt x="1960" y="350"/>
                  <a:pt x="1960" y="350"/>
                </a:cubicBezTo>
                <a:cubicBezTo>
                  <a:pt x="1960" y="291"/>
                  <a:pt x="1960" y="291"/>
                  <a:pt x="1960" y="291"/>
                </a:cubicBezTo>
                <a:cubicBezTo>
                  <a:pt x="1960" y="182"/>
                  <a:pt x="2048" y="93"/>
                  <a:pt x="2158" y="93"/>
                </a:cubicBezTo>
                <a:cubicBezTo>
                  <a:pt x="2268" y="93"/>
                  <a:pt x="2356" y="182"/>
                  <a:pt x="2356" y="291"/>
                </a:cubicBezTo>
                <a:lnTo>
                  <a:pt x="2356" y="350"/>
                </a:lnTo>
                <a:close/>
                <a:moveTo>
                  <a:pt x="2090" y="1283"/>
                </a:moveTo>
                <a:cubicBezTo>
                  <a:pt x="2095" y="1322"/>
                  <a:pt x="2100" y="1360"/>
                  <a:pt x="2100" y="1400"/>
                </a:cubicBezTo>
                <a:cubicBezTo>
                  <a:pt x="2100" y="1642"/>
                  <a:pt x="2006" y="1863"/>
                  <a:pt x="1855" y="2029"/>
                </a:cubicBezTo>
                <a:cubicBezTo>
                  <a:pt x="1824" y="1934"/>
                  <a:pt x="1738" y="1866"/>
                  <a:pt x="1633" y="1866"/>
                </a:cubicBezTo>
                <a:cubicBezTo>
                  <a:pt x="1516" y="1866"/>
                  <a:pt x="1516" y="1866"/>
                  <a:pt x="1516" y="1866"/>
                </a:cubicBezTo>
                <a:cubicBezTo>
                  <a:pt x="1516" y="1516"/>
                  <a:pt x="1516" y="1516"/>
                  <a:pt x="1516" y="1516"/>
                </a:cubicBezTo>
                <a:cubicBezTo>
                  <a:pt x="1516" y="1452"/>
                  <a:pt x="1464" y="1400"/>
                  <a:pt x="1400" y="1400"/>
                </a:cubicBezTo>
                <a:cubicBezTo>
                  <a:pt x="700" y="1400"/>
                  <a:pt x="700" y="1400"/>
                  <a:pt x="700" y="1400"/>
                </a:cubicBezTo>
                <a:cubicBezTo>
                  <a:pt x="700" y="1166"/>
                  <a:pt x="700" y="1166"/>
                  <a:pt x="700" y="1166"/>
                </a:cubicBezTo>
                <a:cubicBezTo>
                  <a:pt x="933" y="1166"/>
                  <a:pt x="933" y="1166"/>
                  <a:pt x="933" y="1166"/>
                </a:cubicBezTo>
                <a:cubicBezTo>
                  <a:pt x="997" y="1166"/>
                  <a:pt x="1050" y="1114"/>
                  <a:pt x="1050" y="1050"/>
                </a:cubicBezTo>
                <a:cubicBezTo>
                  <a:pt x="1050" y="816"/>
                  <a:pt x="1050" y="816"/>
                  <a:pt x="1050" y="816"/>
                </a:cubicBezTo>
                <a:cubicBezTo>
                  <a:pt x="1283" y="816"/>
                  <a:pt x="1283" y="816"/>
                  <a:pt x="1283" y="816"/>
                </a:cubicBezTo>
                <a:cubicBezTo>
                  <a:pt x="1411" y="816"/>
                  <a:pt x="1516" y="711"/>
                  <a:pt x="1516" y="583"/>
                </a:cubicBezTo>
                <a:cubicBezTo>
                  <a:pt x="1516" y="287"/>
                  <a:pt x="1516" y="287"/>
                  <a:pt x="1516" y="287"/>
                </a:cubicBezTo>
                <a:cubicBezTo>
                  <a:pt x="1405" y="252"/>
                  <a:pt x="1289" y="233"/>
                  <a:pt x="1166" y="233"/>
                </a:cubicBezTo>
                <a:cubicBezTo>
                  <a:pt x="522" y="233"/>
                  <a:pt x="0" y="756"/>
                  <a:pt x="0" y="1400"/>
                </a:cubicBezTo>
                <a:cubicBezTo>
                  <a:pt x="0" y="2044"/>
                  <a:pt x="522" y="2566"/>
                  <a:pt x="1166" y="2566"/>
                </a:cubicBezTo>
                <a:cubicBezTo>
                  <a:pt x="1810" y="2566"/>
                  <a:pt x="2333" y="2044"/>
                  <a:pt x="2333" y="1400"/>
                </a:cubicBezTo>
                <a:cubicBezTo>
                  <a:pt x="2333" y="1360"/>
                  <a:pt x="2331" y="1322"/>
                  <a:pt x="2327" y="1283"/>
                </a:cubicBezTo>
                <a:lnTo>
                  <a:pt x="2090" y="1283"/>
                </a:lnTo>
                <a:close/>
                <a:moveTo>
                  <a:pt x="1050" y="2325"/>
                </a:moveTo>
                <a:cubicBezTo>
                  <a:pt x="589" y="2268"/>
                  <a:pt x="233" y="1876"/>
                  <a:pt x="233" y="1400"/>
                </a:cubicBezTo>
                <a:cubicBezTo>
                  <a:pt x="233" y="1327"/>
                  <a:pt x="242" y="1259"/>
                  <a:pt x="257" y="1191"/>
                </a:cubicBezTo>
                <a:cubicBezTo>
                  <a:pt x="816" y="1750"/>
                  <a:pt x="816" y="1750"/>
                  <a:pt x="816" y="1750"/>
                </a:cubicBezTo>
                <a:cubicBezTo>
                  <a:pt x="816" y="1866"/>
                  <a:pt x="816" y="1866"/>
                  <a:pt x="816" y="1866"/>
                </a:cubicBezTo>
                <a:cubicBezTo>
                  <a:pt x="816" y="1995"/>
                  <a:pt x="921" y="2100"/>
                  <a:pt x="1050" y="2100"/>
                </a:cubicBezTo>
                <a:lnTo>
                  <a:pt x="1050" y="23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8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C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76900" cy="914400"/>
          </a:xfrm>
          <a:custGeom>
            <a:avLst/>
            <a:gdLst>
              <a:gd name="T0" fmla="*/ 175 w 1983"/>
              <a:gd name="T1" fmla="*/ 2334 h 2334"/>
              <a:gd name="T2" fmla="*/ 175 w 1983"/>
              <a:gd name="T3" fmla="*/ 1459 h 2334"/>
              <a:gd name="T4" fmla="*/ 0 w 1983"/>
              <a:gd name="T5" fmla="*/ 1459 h 2334"/>
              <a:gd name="T6" fmla="*/ 0 w 1983"/>
              <a:gd name="T7" fmla="*/ 817 h 2334"/>
              <a:gd name="T8" fmla="*/ 233 w 1983"/>
              <a:gd name="T9" fmla="*/ 584 h 2334"/>
              <a:gd name="T10" fmla="*/ 583 w 1983"/>
              <a:gd name="T11" fmla="*/ 584 h 2334"/>
              <a:gd name="T12" fmla="*/ 816 w 1983"/>
              <a:gd name="T13" fmla="*/ 817 h 2334"/>
              <a:gd name="T14" fmla="*/ 816 w 1983"/>
              <a:gd name="T15" fmla="*/ 1459 h 2334"/>
              <a:gd name="T16" fmla="*/ 641 w 1983"/>
              <a:gd name="T17" fmla="*/ 1459 h 2334"/>
              <a:gd name="T18" fmla="*/ 641 w 1983"/>
              <a:gd name="T19" fmla="*/ 2334 h 2334"/>
              <a:gd name="T20" fmla="*/ 175 w 1983"/>
              <a:gd name="T21" fmla="*/ 2334 h 2334"/>
              <a:gd name="T22" fmla="*/ 1633 w 1983"/>
              <a:gd name="T23" fmla="*/ 2334 h 2334"/>
              <a:gd name="T24" fmla="*/ 1633 w 1983"/>
              <a:gd name="T25" fmla="*/ 1634 h 2334"/>
              <a:gd name="T26" fmla="*/ 1983 w 1983"/>
              <a:gd name="T27" fmla="*/ 1634 h 2334"/>
              <a:gd name="T28" fmla="*/ 1687 w 1983"/>
              <a:gd name="T29" fmla="*/ 744 h 2334"/>
              <a:gd name="T30" fmla="*/ 1465 w 1983"/>
              <a:gd name="T31" fmla="*/ 584 h 2334"/>
              <a:gd name="T32" fmla="*/ 1451 w 1983"/>
              <a:gd name="T33" fmla="*/ 584 h 2334"/>
              <a:gd name="T34" fmla="*/ 1229 w 1983"/>
              <a:gd name="T35" fmla="*/ 744 h 2334"/>
              <a:gd name="T36" fmla="*/ 933 w 1983"/>
              <a:gd name="T37" fmla="*/ 1634 h 2334"/>
              <a:gd name="T38" fmla="*/ 1283 w 1983"/>
              <a:gd name="T39" fmla="*/ 1634 h 2334"/>
              <a:gd name="T40" fmla="*/ 1283 w 1983"/>
              <a:gd name="T41" fmla="*/ 2334 h 2334"/>
              <a:gd name="T42" fmla="*/ 1633 w 1983"/>
              <a:gd name="T43" fmla="*/ 2334 h 2334"/>
              <a:gd name="T44" fmla="*/ 408 w 1983"/>
              <a:gd name="T45" fmla="*/ 467 h 2334"/>
              <a:gd name="T46" fmla="*/ 641 w 1983"/>
              <a:gd name="T47" fmla="*/ 234 h 2334"/>
              <a:gd name="T48" fmla="*/ 408 w 1983"/>
              <a:gd name="T49" fmla="*/ 0 h 2334"/>
              <a:gd name="T50" fmla="*/ 175 w 1983"/>
              <a:gd name="T51" fmla="*/ 234 h 2334"/>
              <a:gd name="T52" fmla="*/ 408 w 1983"/>
              <a:gd name="T53" fmla="*/ 467 h 2334"/>
              <a:gd name="T54" fmla="*/ 1458 w 1983"/>
              <a:gd name="T55" fmla="*/ 467 h 2334"/>
              <a:gd name="T56" fmla="*/ 1691 w 1983"/>
              <a:gd name="T57" fmla="*/ 234 h 2334"/>
              <a:gd name="T58" fmla="*/ 1458 w 1983"/>
              <a:gd name="T59" fmla="*/ 0 h 2334"/>
              <a:gd name="T60" fmla="*/ 1225 w 1983"/>
              <a:gd name="T61" fmla="*/ 234 h 2334"/>
              <a:gd name="T62" fmla="*/ 1458 w 1983"/>
              <a:gd name="T63" fmla="*/ 46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983" h="2334">
                <a:moveTo>
                  <a:pt x="175" y="2334"/>
                </a:moveTo>
                <a:cubicBezTo>
                  <a:pt x="175" y="1459"/>
                  <a:pt x="175" y="1459"/>
                  <a:pt x="175" y="1459"/>
                </a:cubicBezTo>
                <a:cubicBezTo>
                  <a:pt x="0" y="1459"/>
                  <a:pt x="0" y="1459"/>
                  <a:pt x="0" y="1459"/>
                </a:cubicBezTo>
                <a:cubicBezTo>
                  <a:pt x="0" y="817"/>
                  <a:pt x="0" y="817"/>
                  <a:pt x="0" y="817"/>
                </a:cubicBezTo>
                <a:cubicBezTo>
                  <a:pt x="0" y="689"/>
                  <a:pt x="105" y="584"/>
                  <a:pt x="233" y="584"/>
                </a:cubicBezTo>
                <a:cubicBezTo>
                  <a:pt x="583" y="584"/>
                  <a:pt x="583" y="584"/>
                  <a:pt x="583" y="584"/>
                </a:cubicBezTo>
                <a:cubicBezTo>
                  <a:pt x="711" y="584"/>
                  <a:pt x="816" y="689"/>
                  <a:pt x="816" y="817"/>
                </a:cubicBezTo>
                <a:cubicBezTo>
                  <a:pt x="816" y="1459"/>
                  <a:pt x="816" y="1459"/>
                  <a:pt x="816" y="1459"/>
                </a:cubicBezTo>
                <a:cubicBezTo>
                  <a:pt x="641" y="1459"/>
                  <a:pt x="641" y="1459"/>
                  <a:pt x="641" y="1459"/>
                </a:cubicBezTo>
                <a:cubicBezTo>
                  <a:pt x="641" y="2334"/>
                  <a:pt x="641" y="2334"/>
                  <a:pt x="641" y="2334"/>
                </a:cubicBezTo>
                <a:lnTo>
                  <a:pt x="175" y="2334"/>
                </a:lnTo>
                <a:close/>
                <a:moveTo>
                  <a:pt x="1633" y="2334"/>
                </a:moveTo>
                <a:cubicBezTo>
                  <a:pt x="1633" y="1634"/>
                  <a:pt x="1633" y="1634"/>
                  <a:pt x="1633" y="1634"/>
                </a:cubicBezTo>
                <a:cubicBezTo>
                  <a:pt x="1983" y="1634"/>
                  <a:pt x="1983" y="1634"/>
                  <a:pt x="1983" y="1634"/>
                </a:cubicBezTo>
                <a:cubicBezTo>
                  <a:pt x="1687" y="744"/>
                  <a:pt x="1687" y="744"/>
                  <a:pt x="1687" y="744"/>
                </a:cubicBezTo>
                <a:cubicBezTo>
                  <a:pt x="1654" y="648"/>
                  <a:pt x="1565" y="584"/>
                  <a:pt x="1465" y="584"/>
                </a:cubicBezTo>
                <a:cubicBezTo>
                  <a:pt x="1451" y="584"/>
                  <a:pt x="1451" y="584"/>
                  <a:pt x="1451" y="584"/>
                </a:cubicBezTo>
                <a:cubicBezTo>
                  <a:pt x="1351" y="584"/>
                  <a:pt x="1261" y="648"/>
                  <a:pt x="1229" y="744"/>
                </a:cubicBezTo>
                <a:cubicBezTo>
                  <a:pt x="933" y="1634"/>
                  <a:pt x="933" y="1634"/>
                  <a:pt x="933" y="1634"/>
                </a:cubicBezTo>
                <a:cubicBezTo>
                  <a:pt x="1283" y="1634"/>
                  <a:pt x="1283" y="1634"/>
                  <a:pt x="1283" y="1634"/>
                </a:cubicBezTo>
                <a:cubicBezTo>
                  <a:pt x="1283" y="2334"/>
                  <a:pt x="1283" y="2334"/>
                  <a:pt x="1283" y="2334"/>
                </a:cubicBezTo>
                <a:lnTo>
                  <a:pt x="1633" y="2334"/>
                </a:lnTo>
                <a:close/>
                <a:moveTo>
                  <a:pt x="408" y="467"/>
                </a:moveTo>
                <a:cubicBezTo>
                  <a:pt x="537" y="467"/>
                  <a:pt x="641" y="363"/>
                  <a:pt x="641" y="234"/>
                </a:cubicBezTo>
                <a:cubicBezTo>
                  <a:pt x="641" y="104"/>
                  <a:pt x="537" y="0"/>
                  <a:pt x="408" y="0"/>
                </a:cubicBezTo>
                <a:cubicBezTo>
                  <a:pt x="279" y="0"/>
                  <a:pt x="175" y="104"/>
                  <a:pt x="175" y="234"/>
                </a:cubicBezTo>
                <a:cubicBezTo>
                  <a:pt x="175" y="363"/>
                  <a:pt x="279" y="467"/>
                  <a:pt x="408" y="467"/>
                </a:cubicBezTo>
                <a:close/>
                <a:moveTo>
                  <a:pt x="1458" y="467"/>
                </a:moveTo>
                <a:cubicBezTo>
                  <a:pt x="1587" y="467"/>
                  <a:pt x="1691" y="363"/>
                  <a:pt x="1691" y="234"/>
                </a:cubicBezTo>
                <a:cubicBezTo>
                  <a:pt x="1691" y="104"/>
                  <a:pt x="1587" y="0"/>
                  <a:pt x="1458" y="0"/>
                </a:cubicBezTo>
                <a:cubicBezTo>
                  <a:pt x="1329" y="0"/>
                  <a:pt x="1225" y="104"/>
                  <a:pt x="1225" y="234"/>
                </a:cubicBezTo>
                <a:cubicBezTo>
                  <a:pt x="1225" y="363"/>
                  <a:pt x="1329" y="467"/>
                  <a:pt x="1458" y="46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8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C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09407"/>
          </a:xfrm>
          <a:custGeom>
            <a:avLst/>
            <a:gdLst>
              <a:gd name="T0" fmla="*/ 0 w 2566"/>
              <a:gd name="T1" fmla="*/ 708 h 1991"/>
              <a:gd name="T2" fmla="*/ 233 w 2566"/>
              <a:gd name="T3" fmla="*/ 941 h 1991"/>
              <a:gd name="T4" fmla="*/ 2333 w 2566"/>
              <a:gd name="T5" fmla="*/ 941 h 1991"/>
              <a:gd name="T6" fmla="*/ 2566 w 2566"/>
              <a:gd name="T7" fmla="*/ 708 h 1991"/>
              <a:gd name="T8" fmla="*/ 0 w 2566"/>
              <a:gd name="T9" fmla="*/ 708 h 1991"/>
              <a:gd name="T10" fmla="*/ 933 w 2566"/>
              <a:gd name="T11" fmla="*/ 1641 h 1991"/>
              <a:gd name="T12" fmla="*/ 1283 w 2566"/>
              <a:gd name="T13" fmla="*/ 1991 h 1991"/>
              <a:gd name="T14" fmla="*/ 1633 w 2566"/>
              <a:gd name="T15" fmla="*/ 1641 h 1991"/>
              <a:gd name="T16" fmla="*/ 933 w 2566"/>
              <a:gd name="T17" fmla="*/ 1641 h 1991"/>
              <a:gd name="T18" fmla="*/ 466 w 2566"/>
              <a:gd name="T19" fmla="*/ 1175 h 1991"/>
              <a:gd name="T20" fmla="*/ 700 w 2566"/>
              <a:gd name="T21" fmla="*/ 1408 h 1991"/>
              <a:gd name="T22" fmla="*/ 1866 w 2566"/>
              <a:gd name="T23" fmla="*/ 1408 h 1991"/>
              <a:gd name="T24" fmla="*/ 2100 w 2566"/>
              <a:gd name="T25" fmla="*/ 1175 h 1991"/>
              <a:gd name="T26" fmla="*/ 466 w 2566"/>
              <a:gd name="T27" fmla="*/ 1175 h 19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566" h="1991">
                <a:moveTo>
                  <a:pt x="0" y="708"/>
                </a:moveTo>
                <a:cubicBezTo>
                  <a:pt x="233" y="941"/>
                  <a:pt x="233" y="941"/>
                  <a:pt x="233" y="941"/>
                </a:cubicBezTo>
                <a:cubicBezTo>
                  <a:pt x="813" y="362"/>
                  <a:pt x="1753" y="362"/>
                  <a:pt x="2333" y="941"/>
                </a:cubicBezTo>
                <a:cubicBezTo>
                  <a:pt x="2566" y="708"/>
                  <a:pt x="2566" y="708"/>
                  <a:pt x="2566" y="708"/>
                </a:cubicBezTo>
                <a:cubicBezTo>
                  <a:pt x="1858" y="0"/>
                  <a:pt x="709" y="0"/>
                  <a:pt x="0" y="708"/>
                </a:cubicBezTo>
                <a:close/>
                <a:moveTo>
                  <a:pt x="933" y="1641"/>
                </a:moveTo>
                <a:cubicBezTo>
                  <a:pt x="1283" y="1991"/>
                  <a:pt x="1283" y="1991"/>
                  <a:pt x="1283" y="1991"/>
                </a:cubicBezTo>
                <a:cubicBezTo>
                  <a:pt x="1633" y="1641"/>
                  <a:pt x="1633" y="1641"/>
                  <a:pt x="1633" y="1641"/>
                </a:cubicBezTo>
                <a:cubicBezTo>
                  <a:pt x="1440" y="1448"/>
                  <a:pt x="1127" y="1448"/>
                  <a:pt x="933" y="1641"/>
                </a:cubicBezTo>
                <a:close/>
                <a:moveTo>
                  <a:pt x="466" y="1175"/>
                </a:moveTo>
                <a:cubicBezTo>
                  <a:pt x="700" y="1408"/>
                  <a:pt x="700" y="1408"/>
                  <a:pt x="700" y="1408"/>
                </a:cubicBezTo>
                <a:cubicBezTo>
                  <a:pt x="1022" y="1086"/>
                  <a:pt x="1544" y="1086"/>
                  <a:pt x="1866" y="1408"/>
                </a:cubicBezTo>
                <a:cubicBezTo>
                  <a:pt x="2100" y="1175"/>
                  <a:pt x="2100" y="1175"/>
                  <a:pt x="2100" y="1175"/>
                </a:cubicBezTo>
                <a:cubicBezTo>
                  <a:pt x="1649" y="724"/>
                  <a:pt x="918" y="724"/>
                  <a:pt x="466" y="11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341747"/>
      </p:ext>
    </p:extLst>
  </p:cSld>
  <p:clrMapOvr>
    <a:masterClrMapping/>
  </p:clrMapOvr>
</p:sld>
</file>

<file path=ppt/slides/slide8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 Unit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5514 w 5514"/>
              <a:gd name="T1" fmla="*/ 2480 h 5513"/>
              <a:gd name="T2" fmla="*/ 4363 w 5514"/>
              <a:gd name="T3" fmla="*/ 2480 h 5513"/>
              <a:gd name="T4" fmla="*/ 5256 w 5514"/>
              <a:gd name="T5" fmla="*/ 1587 h 5513"/>
              <a:gd name="T6" fmla="*/ 4869 w 5514"/>
              <a:gd name="T7" fmla="*/ 1197 h 5513"/>
              <a:gd name="T8" fmla="*/ 3584 w 5514"/>
              <a:gd name="T9" fmla="*/ 2480 h 5513"/>
              <a:gd name="T10" fmla="*/ 3033 w 5514"/>
              <a:gd name="T11" fmla="*/ 2480 h 5513"/>
              <a:gd name="T12" fmla="*/ 3033 w 5514"/>
              <a:gd name="T13" fmla="*/ 1929 h 5513"/>
              <a:gd name="T14" fmla="*/ 4316 w 5514"/>
              <a:gd name="T15" fmla="*/ 644 h 5513"/>
              <a:gd name="T16" fmla="*/ 3926 w 5514"/>
              <a:gd name="T17" fmla="*/ 257 h 5513"/>
              <a:gd name="T18" fmla="*/ 3033 w 5514"/>
              <a:gd name="T19" fmla="*/ 1150 h 5513"/>
              <a:gd name="T20" fmla="*/ 3033 w 5514"/>
              <a:gd name="T21" fmla="*/ 0 h 5513"/>
              <a:gd name="T22" fmla="*/ 2480 w 5514"/>
              <a:gd name="T23" fmla="*/ 0 h 5513"/>
              <a:gd name="T24" fmla="*/ 2480 w 5514"/>
              <a:gd name="T25" fmla="*/ 1150 h 5513"/>
              <a:gd name="T26" fmla="*/ 1588 w 5514"/>
              <a:gd name="T27" fmla="*/ 257 h 5513"/>
              <a:gd name="T28" fmla="*/ 1198 w 5514"/>
              <a:gd name="T29" fmla="*/ 644 h 5513"/>
              <a:gd name="T30" fmla="*/ 2480 w 5514"/>
              <a:gd name="T31" fmla="*/ 1929 h 5513"/>
              <a:gd name="T32" fmla="*/ 2480 w 5514"/>
              <a:gd name="T33" fmla="*/ 2480 h 5513"/>
              <a:gd name="T34" fmla="*/ 1930 w 5514"/>
              <a:gd name="T35" fmla="*/ 2480 h 5513"/>
              <a:gd name="T36" fmla="*/ 645 w 5514"/>
              <a:gd name="T37" fmla="*/ 1197 h 5513"/>
              <a:gd name="T38" fmla="*/ 258 w 5514"/>
              <a:gd name="T39" fmla="*/ 1587 h 5513"/>
              <a:gd name="T40" fmla="*/ 1151 w 5514"/>
              <a:gd name="T41" fmla="*/ 2480 h 5513"/>
              <a:gd name="T42" fmla="*/ 0 w 5514"/>
              <a:gd name="T43" fmla="*/ 2480 h 5513"/>
              <a:gd name="T44" fmla="*/ 0 w 5514"/>
              <a:gd name="T45" fmla="*/ 3033 h 5513"/>
              <a:gd name="T46" fmla="*/ 1151 w 5514"/>
              <a:gd name="T47" fmla="*/ 3033 h 5513"/>
              <a:gd name="T48" fmla="*/ 258 w 5514"/>
              <a:gd name="T49" fmla="*/ 3926 h 5513"/>
              <a:gd name="T50" fmla="*/ 645 w 5514"/>
              <a:gd name="T51" fmla="*/ 4315 h 5513"/>
              <a:gd name="T52" fmla="*/ 1930 w 5514"/>
              <a:gd name="T53" fmla="*/ 3033 h 5513"/>
              <a:gd name="T54" fmla="*/ 2480 w 5514"/>
              <a:gd name="T55" fmla="*/ 3033 h 5513"/>
              <a:gd name="T56" fmla="*/ 2480 w 5514"/>
              <a:gd name="T57" fmla="*/ 3583 h 5513"/>
              <a:gd name="T58" fmla="*/ 1198 w 5514"/>
              <a:gd name="T59" fmla="*/ 4868 h 5513"/>
              <a:gd name="T60" fmla="*/ 1588 w 5514"/>
              <a:gd name="T61" fmla="*/ 5255 h 5513"/>
              <a:gd name="T62" fmla="*/ 2480 w 5514"/>
              <a:gd name="T63" fmla="*/ 4363 h 5513"/>
              <a:gd name="T64" fmla="*/ 2480 w 5514"/>
              <a:gd name="T65" fmla="*/ 5513 h 5513"/>
              <a:gd name="T66" fmla="*/ 3033 w 5514"/>
              <a:gd name="T67" fmla="*/ 5513 h 5513"/>
              <a:gd name="T68" fmla="*/ 3033 w 5514"/>
              <a:gd name="T69" fmla="*/ 4363 h 5513"/>
              <a:gd name="T70" fmla="*/ 3926 w 5514"/>
              <a:gd name="T71" fmla="*/ 5255 h 5513"/>
              <a:gd name="T72" fmla="*/ 4316 w 5514"/>
              <a:gd name="T73" fmla="*/ 4868 h 5513"/>
              <a:gd name="T74" fmla="*/ 3033 w 5514"/>
              <a:gd name="T75" fmla="*/ 3583 h 5513"/>
              <a:gd name="T76" fmla="*/ 3033 w 5514"/>
              <a:gd name="T77" fmla="*/ 3033 h 5513"/>
              <a:gd name="T78" fmla="*/ 3584 w 5514"/>
              <a:gd name="T79" fmla="*/ 3033 h 5513"/>
              <a:gd name="T80" fmla="*/ 4869 w 5514"/>
              <a:gd name="T81" fmla="*/ 4315 h 5513"/>
              <a:gd name="T82" fmla="*/ 5256 w 5514"/>
              <a:gd name="T83" fmla="*/ 3926 h 5513"/>
              <a:gd name="T84" fmla="*/ 4363 w 5514"/>
              <a:gd name="T85" fmla="*/ 3033 h 5513"/>
              <a:gd name="T86" fmla="*/ 5514 w 5514"/>
              <a:gd name="T87" fmla="*/ 3033 h 5513"/>
              <a:gd name="T88" fmla="*/ 5514 w 5514"/>
              <a:gd name="T89" fmla="*/ 2480 h 5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5514" h="5513">
                <a:moveTo>
                  <a:pt x="5514" y="2480"/>
                </a:moveTo>
                <a:lnTo>
                  <a:pt x="4363" y="2480"/>
                </a:lnTo>
                <a:lnTo>
                  <a:pt x="5256" y="1587"/>
                </a:lnTo>
                <a:lnTo>
                  <a:pt x="4869" y="1197"/>
                </a:lnTo>
                <a:lnTo>
                  <a:pt x="3584" y="2480"/>
                </a:lnTo>
                <a:lnTo>
                  <a:pt x="3033" y="2480"/>
                </a:lnTo>
                <a:lnTo>
                  <a:pt x="3033" y="1929"/>
                </a:lnTo>
                <a:lnTo>
                  <a:pt x="4316" y="644"/>
                </a:lnTo>
                <a:lnTo>
                  <a:pt x="3926" y="257"/>
                </a:lnTo>
                <a:lnTo>
                  <a:pt x="3033" y="1150"/>
                </a:lnTo>
                <a:lnTo>
                  <a:pt x="3033" y="0"/>
                </a:lnTo>
                <a:lnTo>
                  <a:pt x="2480" y="0"/>
                </a:lnTo>
                <a:lnTo>
                  <a:pt x="2480" y="1150"/>
                </a:lnTo>
                <a:lnTo>
                  <a:pt x="1588" y="257"/>
                </a:lnTo>
                <a:lnTo>
                  <a:pt x="1198" y="644"/>
                </a:lnTo>
                <a:lnTo>
                  <a:pt x="2480" y="1929"/>
                </a:lnTo>
                <a:lnTo>
                  <a:pt x="2480" y="2480"/>
                </a:lnTo>
                <a:lnTo>
                  <a:pt x="1930" y="2480"/>
                </a:lnTo>
                <a:lnTo>
                  <a:pt x="645" y="1197"/>
                </a:lnTo>
                <a:lnTo>
                  <a:pt x="258" y="1587"/>
                </a:lnTo>
                <a:lnTo>
                  <a:pt x="1151" y="2480"/>
                </a:lnTo>
                <a:lnTo>
                  <a:pt x="0" y="2480"/>
                </a:lnTo>
                <a:lnTo>
                  <a:pt x="0" y="3033"/>
                </a:lnTo>
                <a:lnTo>
                  <a:pt x="1151" y="3033"/>
                </a:lnTo>
                <a:lnTo>
                  <a:pt x="258" y="3926"/>
                </a:lnTo>
                <a:lnTo>
                  <a:pt x="645" y="4315"/>
                </a:lnTo>
                <a:lnTo>
                  <a:pt x="1930" y="3033"/>
                </a:lnTo>
                <a:lnTo>
                  <a:pt x="2480" y="3033"/>
                </a:lnTo>
                <a:lnTo>
                  <a:pt x="2480" y="3583"/>
                </a:lnTo>
                <a:lnTo>
                  <a:pt x="1198" y="4868"/>
                </a:lnTo>
                <a:lnTo>
                  <a:pt x="1588" y="5255"/>
                </a:lnTo>
                <a:lnTo>
                  <a:pt x="2480" y="4363"/>
                </a:lnTo>
                <a:lnTo>
                  <a:pt x="2480" y="5513"/>
                </a:lnTo>
                <a:lnTo>
                  <a:pt x="3033" y="5513"/>
                </a:lnTo>
                <a:lnTo>
                  <a:pt x="3033" y="4363"/>
                </a:lnTo>
                <a:lnTo>
                  <a:pt x="3926" y="5255"/>
                </a:lnTo>
                <a:lnTo>
                  <a:pt x="4316" y="4868"/>
                </a:lnTo>
                <a:lnTo>
                  <a:pt x="3033" y="3583"/>
                </a:lnTo>
                <a:lnTo>
                  <a:pt x="3033" y="3033"/>
                </a:lnTo>
                <a:lnTo>
                  <a:pt x="3584" y="3033"/>
                </a:lnTo>
                <a:lnTo>
                  <a:pt x="4869" y="4315"/>
                </a:lnTo>
                <a:lnTo>
                  <a:pt x="5256" y="3926"/>
                </a:lnTo>
                <a:lnTo>
                  <a:pt x="4363" y="3033"/>
                </a:lnTo>
                <a:lnTo>
                  <a:pt x="5514" y="3033"/>
                </a:lnTo>
                <a:lnTo>
                  <a:pt x="5514" y="248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8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irport Shutt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82247"/>
          </a:xfrm>
          <a:custGeom>
            <a:avLst/>
            <a:gdLst>
              <a:gd name="T0" fmla="*/ 1866 w 2566"/>
              <a:gd name="T1" fmla="*/ 0 h 1634"/>
              <a:gd name="T2" fmla="*/ 233 w 2566"/>
              <a:gd name="T3" fmla="*/ 0 h 1634"/>
              <a:gd name="T4" fmla="*/ 0 w 2566"/>
              <a:gd name="T5" fmla="*/ 234 h 1634"/>
              <a:gd name="T6" fmla="*/ 0 w 2566"/>
              <a:gd name="T7" fmla="*/ 1284 h 1634"/>
              <a:gd name="T8" fmla="*/ 233 w 2566"/>
              <a:gd name="T9" fmla="*/ 1284 h 1634"/>
              <a:gd name="T10" fmla="*/ 583 w 2566"/>
              <a:gd name="T11" fmla="*/ 1634 h 1634"/>
              <a:gd name="T12" fmla="*/ 933 w 2566"/>
              <a:gd name="T13" fmla="*/ 1284 h 1634"/>
              <a:gd name="T14" fmla="*/ 1575 w 2566"/>
              <a:gd name="T15" fmla="*/ 1284 h 1634"/>
              <a:gd name="T16" fmla="*/ 1925 w 2566"/>
              <a:gd name="T17" fmla="*/ 1634 h 1634"/>
              <a:gd name="T18" fmla="*/ 2275 w 2566"/>
              <a:gd name="T19" fmla="*/ 1284 h 1634"/>
              <a:gd name="T20" fmla="*/ 2566 w 2566"/>
              <a:gd name="T21" fmla="*/ 1284 h 1634"/>
              <a:gd name="T22" fmla="*/ 2566 w 2566"/>
              <a:gd name="T23" fmla="*/ 700 h 1634"/>
              <a:gd name="T24" fmla="*/ 1866 w 2566"/>
              <a:gd name="T25" fmla="*/ 0 h 1634"/>
              <a:gd name="T26" fmla="*/ 233 w 2566"/>
              <a:gd name="T27" fmla="*/ 700 h 1634"/>
              <a:gd name="T28" fmla="*/ 233 w 2566"/>
              <a:gd name="T29" fmla="*/ 234 h 1634"/>
              <a:gd name="T30" fmla="*/ 700 w 2566"/>
              <a:gd name="T31" fmla="*/ 234 h 1634"/>
              <a:gd name="T32" fmla="*/ 700 w 2566"/>
              <a:gd name="T33" fmla="*/ 700 h 1634"/>
              <a:gd name="T34" fmla="*/ 233 w 2566"/>
              <a:gd name="T35" fmla="*/ 700 h 1634"/>
              <a:gd name="T36" fmla="*/ 583 w 2566"/>
              <a:gd name="T37" fmla="*/ 1459 h 1634"/>
              <a:gd name="T38" fmla="*/ 408 w 2566"/>
              <a:gd name="T39" fmla="*/ 1284 h 1634"/>
              <a:gd name="T40" fmla="*/ 583 w 2566"/>
              <a:gd name="T41" fmla="*/ 1109 h 1634"/>
              <a:gd name="T42" fmla="*/ 758 w 2566"/>
              <a:gd name="T43" fmla="*/ 1284 h 1634"/>
              <a:gd name="T44" fmla="*/ 583 w 2566"/>
              <a:gd name="T45" fmla="*/ 1459 h 1634"/>
              <a:gd name="T46" fmla="*/ 1400 w 2566"/>
              <a:gd name="T47" fmla="*/ 700 h 1634"/>
              <a:gd name="T48" fmla="*/ 933 w 2566"/>
              <a:gd name="T49" fmla="*/ 700 h 1634"/>
              <a:gd name="T50" fmla="*/ 933 w 2566"/>
              <a:gd name="T51" fmla="*/ 234 h 1634"/>
              <a:gd name="T52" fmla="*/ 1400 w 2566"/>
              <a:gd name="T53" fmla="*/ 234 h 1634"/>
              <a:gd name="T54" fmla="*/ 1400 w 2566"/>
              <a:gd name="T55" fmla="*/ 700 h 1634"/>
              <a:gd name="T56" fmla="*/ 1925 w 2566"/>
              <a:gd name="T57" fmla="*/ 1459 h 1634"/>
              <a:gd name="T58" fmla="*/ 1750 w 2566"/>
              <a:gd name="T59" fmla="*/ 1284 h 1634"/>
              <a:gd name="T60" fmla="*/ 1925 w 2566"/>
              <a:gd name="T61" fmla="*/ 1109 h 1634"/>
              <a:gd name="T62" fmla="*/ 2100 w 2566"/>
              <a:gd name="T63" fmla="*/ 1284 h 1634"/>
              <a:gd name="T64" fmla="*/ 1925 w 2566"/>
              <a:gd name="T65" fmla="*/ 1459 h 1634"/>
              <a:gd name="T66" fmla="*/ 1633 w 2566"/>
              <a:gd name="T67" fmla="*/ 700 h 1634"/>
              <a:gd name="T68" fmla="*/ 1633 w 2566"/>
              <a:gd name="T69" fmla="*/ 234 h 1634"/>
              <a:gd name="T70" fmla="*/ 1750 w 2566"/>
              <a:gd name="T71" fmla="*/ 234 h 1634"/>
              <a:gd name="T72" fmla="*/ 2216 w 2566"/>
              <a:gd name="T73" fmla="*/ 700 h 1634"/>
              <a:gd name="T74" fmla="*/ 1633 w 2566"/>
              <a:gd name="T75" fmla="*/ 700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2566" h="1634">
                <a:moveTo>
                  <a:pt x="1866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4"/>
                  <a:pt x="0" y="234"/>
                </a:cubicBezTo>
                <a:cubicBezTo>
                  <a:pt x="0" y="1284"/>
                  <a:pt x="0" y="1284"/>
                  <a:pt x="0" y="1284"/>
                </a:cubicBezTo>
                <a:cubicBezTo>
                  <a:pt x="233" y="1284"/>
                  <a:pt x="233" y="1284"/>
                  <a:pt x="233" y="1284"/>
                </a:cubicBezTo>
                <a:cubicBezTo>
                  <a:pt x="233" y="1476"/>
                  <a:pt x="389" y="1634"/>
                  <a:pt x="583" y="1634"/>
                </a:cubicBezTo>
                <a:cubicBezTo>
                  <a:pt x="777" y="1634"/>
                  <a:pt x="933" y="1476"/>
                  <a:pt x="933" y="1284"/>
                </a:cubicBezTo>
                <a:cubicBezTo>
                  <a:pt x="1575" y="1284"/>
                  <a:pt x="1575" y="1284"/>
                  <a:pt x="1575" y="1284"/>
                </a:cubicBezTo>
                <a:cubicBezTo>
                  <a:pt x="1575" y="1476"/>
                  <a:pt x="1731" y="1634"/>
                  <a:pt x="1925" y="1634"/>
                </a:cubicBezTo>
                <a:cubicBezTo>
                  <a:pt x="2118" y="1634"/>
                  <a:pt x="2275" y="1476"/>
                  <a:pt x="2275" y="1284"/>
                </a:cubicBezTo>
                <a:cubicBezTo>
                  <a:pt x="2566" y="1284"/>
                  <a:pt x="2566" y="1284"/>
                  <a:pt x="2566" y="1284"/>
                </a:cubicBezTo>
                <a:cubicBezTo>
                  <a:pt x="2566" y="700"/>
                  <a:pt x="2566" y="700"/>
                  <a:pt x="2566" y="700"/>
                </a:cubicBezTo>
                <a:lnTo>
                  <a:pt x="1866" y="0"/>
                </a:lnTo>
                <a:close/>
                <a:moveTo>
                  <a:pt x="233" y="700"/>
                </a:moveTo>
                <a:cubicBezTo>
                  <a:pt x="233" y="234"/>
                  <a:pt x="233" y="234"/>
                  <a:pt x="233" y="234"/>
                </a:cubicBezTo>
                <a:cubicBezTo>
                  <a:pt x="700" y="234"/>
                  <a:pt x="700" y="234"/>
                  <a:pt x="700" y="234"/>
                </a:cubicBezTo>
                <a:cubicBezTo>
                  <a:pt x="700" y="700"/>
                  <a:pt x="700" y="700"/>
                  <a:pt x="700" y="700"/>
                </a:cubicBezTo>
                <a:lnTo>
                  <a:pt x="233" y="700"/>
                </a:lnTo>
                <a:close/>
                <a:moveTo>
                  <a:pt x="583" y="1459"/>
                </a:moveTo>
                <a:cubicBezTo>
                  <a:pt x="486" y="1459"/>
                  <a:pt x="408" y="1381"/>
                  <a:pt x="408" y="1284"/>
                </a:cubicBezTo>
                <a:cubicBezTo>
                  <a:pt x="408" y="1187"/>
                  <a:pt x="486" y="1109"/>
                  <a:pt x="583" y="1109"/>
                </a:cubicBezTo>
                <a:cubicBezTo>
                  <a:pt x="680" y="1109"/>
                  <a:pt x="758" y="1187"/>
                  <a:pt x="758" y="1284"/>
                </a:cubicBezTo>
                <a:cubicBezTo>
                  <a:pt x="758" y="1381"/>
                  <a:pt x="680" y="1459"/>
                  <a:pt x="583" y="1459"/>
                </a:cubicBezTo>
                <a:close/>
                <a:moveTo>
                  <a:pt x="1400" y="700"/>
                </a:moveTo>
                <a:cubicBezTo>
                  <a:pt x="933" y="700"/>
                  <a:pt x="933" y="700"/>
                  <a:pt x="933" y="700"/>
                </a:cubicBezTo>
                <a:cubicBezTo>
                  <a:pt x="933" y="234"/>
                  <a:pt x="933" y="234"/>
                  <a:pt x="933" y="234"/>
                </a:cubicBezTo>
                <a:cubicBezTo>
                  <a:pt x="1400" y="234"/>
                  <a:pt x="1400" y="234"/>
                  <a:pt x="1400" y="234"/>
                </a:cubicBezTo>
                <a:lnTo>
                  <a:pt x="1400" y="700"/>
                </a:lnTo>
                <a:close/>
                <a:moveTo>
                  <a:pt x="1925" y="1459"/>
                </a:moveTo>
                <a:cubicBezTo>
                  <a:pt x="1828" y="1459"/>
                  <a:pt x="1750" y="1381"/>
                  <a:pt x="1750" y="1284"/>
                </a:cubicBezTo>
                <a:cubicBezTo>
                  <a:pt x="1750" y="1187"/>
                  <a:pt x="1828" y="1109"/>
                  <a:pt x="1925" y="1109"/>
                </a:cubicBezTo>
                <a:cubicBezTo>
                  <a:pt x="2022" y="1109"/>
                  <a:pt x="2100" y="1187"/>
                  <a:pt x="2100" y="1284"/>
                </a:cubicBezTo>
                <a:cubicBezTo>
                  <a:pt x="2100" y="1381"/>
                  <a:pt x="2022" y="1459"/>
                  <a:pt x="1925" y="1459"/>
                </a:cubicBezTo>
                <a:close/>
                <a:moveTo>
                  <a:pt x="1633" y="700"/>
                </a:moveTo>
                <a:cubicBezTo>
                  <a:pt x="1633" y="234"/>
                  <a:pt x="1633" y="234"/>
                  <a:pt x="1633" y="234"/>
                </a:cubicBezTo>
                <a:cubicBezTo>
                  <a:pt x="1750" y="234"/>
                  <a:pt x="1750" y="234"/>
                  <a:pt x="1750" y="234"/>
                </a:cubicBezTo>
                <a:cubicBezTo>
                  <a:pt x="2216" y="700"/>
                  <a:pt x="2216" y="700"/>
                  <a:pt x="2216" y="700"/>
                </a:cubicBezTo>
                <a:lnTo>
                  <a:pt x="1633" y="7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8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l Inclusiv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10194"/>
          </a:xfrm>
          <a:custGeom>
            <a:avLst/>
            <a:gdLst>
              <a:gd name="T0" fmla="*/ 2170 w 2800"/>
              <a:gd name="T1" fmla="*/ 0 h 1256"/>
              <a:gd name="T2" fmla="*/ 1730 w 2800"/>
              <a:gd name="T3" fmla="*/ 179 h 1256"/>
              <a:gd name="T4" fmla="*/ 1400 w 2800"/>
              <a:gd name="T5" fmla="*/ 472 h 1256"/>
              <a:gd name="T6" fmla="*/ 1223 w 2800"/>
              <a:gd name="T7" fmla="*/ 628 h 1256"/>
              <a:gd name="T8" fmla="*/ 1224 w 2800"/>
              <a:gd name="T9" fmla="*/ 628 h 1256"/>
              <a:gd name="T10" fmla="*/ 910 w 2800"/>
              <a:gd name="T11" fmla="*/ 907 h 1256"/>
              <a:gd name="T12" fmla="*/ 630 w 2800"/>
              <a:gd name="T13" fmla="*/ 1022 h 1256"/>
              <a:gd name="T14" fmla="*/ 234 w 2800"/>
              <a:gd name="T15" fmla="*/ 628 h 1256"/>
              <a:gd name="T16" fmla="*/ 630 w 2800"/>
              <a:gd name="T17" fmla="*/ 234 h 1256"/>
              <a:gd name="T18" fmla="*/ 915 w 2800"/>
              <a:gd name="T19" fmla="*/ 354 h 1256"/>
              <a:gd name="T20" fmla="*/ 1047 w 2800"/>
              <a:gd name="T21" fmla="*/ 470 h 1256"/>
              <a:gd name="T22" fmla="*/ 1223 w 2800"/>
              <a:gd name="T23" fmla="*/ 314 h 1256"/>
              <a:gd name="T24" fmla="*/ 1076 w 2800"/>
              <a:gd name="T25" fmla="*/ 185 h 1256"/>
              <a:gd name="T26" fmla="*/ 630 w 2800"/>
              <a:gd name="T27" fmla="*/ 0 h 1256"/>
              <a:gd name="T28" fmla="*/ 0 w 2800"/>
              <a:gd name="T29" fmla="*/ 628 h 1256"/>
              <a:gd name="T30" fmla="*/ 630 w 2800"/>
              <a:gd name="T31" fmla="*/ 1256 h 1256"/>
              <a:gd name="T32" fmla="*/ 1070 w 2800"/>
              <a:gd name="T33" fmla="*/ 1077 h 1256"/>
              <a:gd name="T34" fmla="*/ 1400 w 2800"/>
              <a:gd name="T35" fmla="*/ 785 h 1256"/>
              <a:gd name="T36" fmla="*/ 1401 w 2800"/>
              <a:gd name="T37" fmla="*/ 787 h 1256"/>
              <a:gd name="T38" fmla="*/ 1577 w 2800"/>
              <a:gd name="T39" fmla="*/ 628 h 1256"/>
              <a:gd name="T40" fmla="*/ 1576 w 2800"/>
              <a:gd name="T41" fmla="*/ 628 h 1256"/>
              <a:gd name="T42" fmla="*/ 1890 w 2800"/>
              <a:gd name="T43" fmla="*/ 349 h 1256"/>
              <a:gd name="T44" fmla="*/ 2170 w 2800"/>
              <a:gd name="T45" fmla="*/ 234 h 1256"/>
              <a:gd name="T46" fmla="*/ 2566 w 2800"/>
              <a:gd name="T47" fmla="*/ 628 h 1256"/>
              <a:gd name="T48" fmla="*/ 2170 w 2800"/>
              <a:gd name="T49" fmla="*/ 1022 h 1256"/>
              <a:gd name="T50" fmla="*/ 1885 w 2800"/>
              <a:gd name="T51" fmla="*/ 902 h 1256"/>
              <a:gd name="T52" fmla="*/ 1752 w 2800"/>
              <a:gd name="T53" fmla="*/ 784 h 1256"/>
              <a:gd name="T54" fmla="*/ 1576 w 2800"/>
              <a:gd name="T55" fmla="*/ 941 h 1256"/>
              <a:gd name="T56" fmla="*/ 1724 w 2800"/>
              <a:gd name="T57" fmla="*/ 1071 h 1256"/>
              <a:gd name="T58" fmla="*/ 2170 w 2800"/>
              <a:gd name="T59" fmla="*/ 1255 h 1256"/>
              <a:gd name="T60" fmla="*/ 2800 w 2800"/>
              <a:gd name="T61" fmla="*/ 627 h 1256"/>
              <a:gd name="T62" fmla="*/ 2170 w 2800"/>
              <a:gd name="T63" fmla="*/ 0 h 12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800" h="1256">
                <a:moveTo>
                  <a:pt x="2170" y="0"/>
                </a:moveTo>
                <a:cubicBezTo>
                  <a:pt x="2002" y="0"/>
                  <a:pt x="1843" y="66"/>
                  <a:pt x="1730" y="179"/>
                </a:cubicBezTo>
                <a:cubicBezTo>
                  <a:pt x="1400" y="472"/>
                  <a:pt x="1400" y="472"/>
                  <a:pt x="1400" y="472"/>
                </a:cubicBezTo>
                <a:cubicBezTo>
                  <a:pt x="1223" y="628"/>
                  <a:pt x="1223" y="628"/>
                  <a:pt x="1223" y="628"/>
                </a:cubicBezTo>
                <a:cubicBezTo>
                  <a:pt x="1224" y="628"/>
                  <a:pt x="1224" y="628"/>
                  <a:pt x="1224" y="628"/>
                </a:cubicBezTo>
                <a:cubicBezTo>
                  <a:pt x="910" y="907"/>
                  <a:pt x="910" y="907"/>
                  <a:pt x="910" y="907"/>
                </a:cubicBezTo>
                <a:cubicBezTo>
                  <a:pt x="835" y="982"/>
                  <a:pt x="736" y="1022"/>
                  <a:pt x="630" y="1022"/>
                </a:cubicBezTo>
                <a:cubicBezTo>
                  <a:pt x="412" y="1022"/>
                  <a:pt x="234" y="846"/>
                  <a:pt x="234" y="628"/>
                </a:cubicBezTo>
                <a:cubicBezTo>
                  <a:pt x="234" y="410"/>
                  <a:pt x="412" y="234"/>
                  <a:pt x="630" y="234"/>
                </a:cubicBezTo>
                <a:cubicBezTo>
                  <a:pt x="736" y="234"/>
                  <a:pt x="835" y="274"/>
                  <a:pt x="915" y="354"/>
                </a:cubicBezTo>
                <a:cubicBezTo>
                  <a:pt x="1047" y="470"/>
                  <a:pt x="1047" y="470"/>
                  <a:pt x="1047" y="470"/>
                </a:cubicBezTo>
                <a:cubicBezTo>
                  <a:pt x="1223" y="314"/>
                  <a:pt x="1223" y="314"/>
                  <a:pt x="1223" y="314"/>
                </a:cubicBezTo>
                <a:cubicBezTo>
                  <a:pt x="1076" y="185"/>
                  <a:pt x="1076" y="185"/>
                  <a:pt x="1076" y="185"/>
                </a:cubicBezTo>
                <a:cubicBezTo>
                  <a:pt x="957" y="66"/>
                  <a:pt x="798" y="0"/>
                  <a:pt x="630" y="0"/>
                </a:cubicBezTo>
                <a:cubicBezTo>
                  <a:pt x="282" y="0"/>
                  <a:pt x="0" y="283"/>
                  <a:pt x="0" y="628"/>
                </a:cubicBezTo>
                <a:cubicBezTo>
                  <a:pt x="0" y="973"/>
                  <a:pt x="282" y="1256"/>
                  <a:pt x="630" y="1256"/>
                </a:cubicBezTo>
                <a:cubicBezTo>
                  <a:pt x="798" y="1256"/>
                  <a:pt x="957" y="1190"/>
                  <a:pt x="1070" y="1077"/>
                </a:cubicBezTo>
                <a:cubicBezTo>
                  <a:pt x="1400" y="785"/>
                  <a:pt x="1400" y="785"/>
                  <a:pt x="1400" y="785"/>
                </a:cubicBezTo>
                <a:cubicBezTo>
                  <a:pt x="1401" y="787"/>
                  <a:pt x="1401" y="787"/>
                  <a:pt x="1401" y="787"/>
                </a:cubicBezTo>
                <a:cubicBezTo>
                  <a:pt x="1577" y="628"/>
                  <a:pt x="1577" y="628"/>
                  <a:pt x="1577" y="628"/>
                </a:cubicBezTo>
                <a:cubicBezTo>
                  <a:pt x="1576" y="628"/>
                  <a:pt x="1576" y="628"/>
                  <a:pt x="1576" y="628"/>
                </a:cubicBezTo>
                <a:cubicBezTo>
                  <a:pt x="1890" y="349"/>
                  <a:pt x="1890" y="349"/>
                  <a:pt x="1890" y="349"/>
                </a:cubicBezTo>
                <a:cubicBezTo>
                  <a:pt x="1965" y="274"/>
                  <a:pt x="2064" y="234"/>
                  <a:pt x="2170" y="234"/>
                </a:cubicBezTo>
                <a:cubicBezTo>
                  <a:pt x="2388" y="234"/>
                  <a:pt x="2566" y="410"/>
                  <a:pt x="2566" y="628"/>
                </a:cubicBezTo>
                <a:cubicBezTo>
                  <a:pt x="2566" y="846"/>
                  <a:pt x="2388" y="1022"/>
                  <a:pt x="2170" y="1022"/>
                </a:cubicBezTo>
                <a:cubicBezTo>
                  <a:pt x="2065" y="1022"/>
                  <a:pt x="1965" y="982"/>
                  <a:pt x="1885" y="902"/>
                </a:cubicBezTo>
                <a:cubicBezTo>
                  <a:pt x="1752" y="784"/>
                  <a:pt x="1752" y="784"/>
                  <a:pt x="1752" y="784"/>
                </a:cubicBezTo>
                <a:cubicBezTo>
                  <a:pt x="1576" y="941"/>
                  <a:pt x="1576" y="941"/>
                  <a:pt x="1576" y="941"/>
                </a:cubicBezTo>
                <a:cubicBezTo>
                  <a:pt x="1724" y="1071"/>
                  <a:pt x="1724" y="1071"/>
                  <a:pt x="1724" y="1071"/>
                </a:cubicBezTo>
                <a:cubicBezTo>
                  <a:pt x="1843" y="1189"/>
                  <a:pt x="2001" y="1255"/>
                  <a:pt x="2170" y="1255"/>
                </a:cubicBezTo>
                <a:cubicBezTo>
                  <a:pt x="2518" y="1255"/>
                  <a:pt x="2800" y="973"/>
                  <a:pt x="2800" y="627"/>
                </a:cubicBezTo>
                <a:cubicBezTo>
                  <a:pt x="2800" y="280"/>
                  <a:pt x="2518" y="0"/>
                  <a:pt x="21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8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each Access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304" cy="914400"/>
          </a:xfrm>
          <a:custGeom>
            <a:avLst/>
            <a:gdLst>
              <a:gd name="T0" fmla="*/ 1251 w 5979"/>
              <a:gd name="T1" fmla="*/ 1240 h 5979"/>
              <a:gd name="T2" fmla="*/ 4853 w 5979"/>
              <a:gd name="T3" fmla="*/ 2147 h 5979"/>
              <a:gd name="T4" fmla="*/ 5753 w 5979"/>
              <a:gd name="T5" fmla="*/ 1246 h 5979"/>
              <a:gd name="T6" fmla="*/ 1251 w 5979"/>
              <a:gd name="T7" fmla="*/ 1240 h 5979"/>
              <a:gd name="T8" fmla="*/ 1248 w 5979"/>
              <a:gd name="T9" fmla="*/ 1243 h 5979"/>
              <a:gd name="T10" fmla="*/ 1247 w 5979"/>
              <a:gd name="T11" fmla="*/ 1243 h 5979"/>
              <a:gd name="T12" fmla="*/ 1244 w 5979"/>
              <a:gd name="T13" fmla="*/ 1246 h 5979"/>
              <a:gd name="T14" fmla="*/ 1241 w 5979"/>
              <a:gd name="T15" fmla="*/ 1250 h 5979"/>
              <a:gd name="T16" fmla="*/ 1241 w 5979"/>
              <a:gd name="T17" fmla="*/ 1250 h 5979"/>
              <a:gd name="T18" fmla="*/ 1247 w 5979"/>
              <a:gd name="T19" fmla="*/ 5752 h 5979"/>
              <a:gd name="T20" fmla="*/ 2148 w 5979"/>
              <a:gd name="T21" fmla="*/ 4852 h 5979"/>
              <a:gd name="T22" fmla="*/ 1241 w 5979"/>
              <a:gd name="T23" fmla="*/ 1250 h 5979"/>
              <a:gd name="T24" fmla="*/ 1241 w 5979"/>
              <a:gd name="T25" fmla="*/ 1250 h 5979"/>
              <a:gd name="T26" fmla="*/ 1244 w 5979"/>
              <a:gd name="T27" fmla="*/ 1246 h 5979"/>
              <a:gd name="T28" fmla="*/ 2598 w 5979"/>
              <a:gd name="T29" fmla="*/ 4402 h 5979"/>
              <a:gd name="T30" fmla="*/ 2601 w 5979"/>
              <a:gd name="T31" fmla="*/ 4398 h 5979"/>
              <a:gd name="T32" fmla="*/ 3275 w 5979"/>
              <a:gd name="T33" fmla="*/ 3725 h 5979"/>
              <a:gd name="T34" fmla="*/ 3501 w 5979"/>
              <a:gd name="T35" fmla="*/ 3951 h 5979"/>
              <a:gd name="T36" fmla="*/ 5530 w 5979"/>
              <a:gd name="T37" fmla="*/ 5979 h 5979"/>
              <a:gd name="T38" fmla="*/ 5979 w 5979"/>
              <a:gd name="T39" fmla="*/ 5530 h 5979"/>
              <a:gd name="T40" fmla="*/ 3951 w 5979"/>
              <a:gd name="T41" fmla="*/ 3501 h 5979"/>
              <a:gd name="T42" fmla="*/ 3501 w 5979"/>
              <a:gd name="T43" fmla="*/ 3951 h 5979"/>
              <a:gd name="T44" fmla="*/ 3275 w 5979"/>
              <a:gd name="T45" fmla="*/ 3725 h 5979"/>
              <a:gd name="T46" fmla="*/ 4402 w 5979"/>
              <a:gd name="T47" fmla="*/ 2597 h 5979"/>
              <a:gd name="T48" fmla="*/ 1247 w 5979"/>
              <a:gd name="T49" fmla="*/ 1243 h 5979"/>
              <a:gd name="connsiteX0" fmla="*/ 1570 w 9478"/>
              <a:gd name="connsiteY0" fmla="*/ 1553 h 9479"/>
              <a:gd name="connsiteX1" fmla="*/ 7595 w 9478"/>
              <a:gd name="connsiteY1" fmla="*/ 3070 h 9479"/>
              <a:gd name="connsiteX2" fmla="*/ 9100 w 9478"/>
              <a:gd name="connsiteY2" fmla="*/ 1563 h 9479"/>
              <a:gd name="connsiteX3" fmla="*/ 1570 w 9478"/>
              <a:gd name="connsiteY3" fmla="*/ 1553 h 9479"/>
              <a:gd name="connsiteX4" fmla="*/ 1565 w 9478"/>
              <a:gd name="connsiteY4" fmla="*/ 1558 h 9479"/>
              <a:gd name="connsiteX5" fmla="*/ 1564 w 9478"/>
              <a:gd name="connsiteY5" fmla="*/ 1558 h 9479"/>
              <a:gd name="connsiteX6" fmla="*/ 1559 w 9478"/>
              <a:gd name="connsiteY6" fmla="*/ 1563 h 9479"/>
              <a:gd name="connsiteX7" fmla="*/ 1554 w 9478"/>
              <a:gd name="connsiteY7" fmla="*/ 1570 h 9479"/>
              <a:gd name="connsiteX8" fmla="*/ 1554 w 9478"/>
              <a:gd name="connsiteY8" fmla="*/ 1570 h 9479"/>
              <a:gd name="connsiteX9" fmla="*/ 1564 w 9478"/>
              <a:gd name="connsiteY9" fmla="*/ 9099 h 9479"/>
              <a:gd name="connsiteX10" fmla="*/ 3071 w 9478"/>
              <a:gd name="connsiteY10" fmla="*/ 7594 h 9479"/>
              <a:gd name="connsiteX11" fmla="*/ 1554 w 9478"/>
              <a:gd name="connsiteY11" fmla="*/ 1570 h 9479"/>
              <a:gd name="connsiteX12" fmla="*/ 1554 w 9478"/>
              <a:gd name="connsiteY12" fmla="*/ 1570 h 9479"/>
              <a:gd name="connsiteX13" fmla="*/ 1559 w 9478"/>
              <a:gd name="connsiteY13" fmla="*/ 1563 h 9479"/>
              <a:gd name="connsiteX14" fmla="*/ 3823 w 9478"/>
              <a:gd name="connsiteY14" fmla="*/ 6841 h 9479"/>
              <a:gd name="connsiteX15" fmla="*/ 3828 w 9478"/>
              <a:gd name="connsiteY15" fmla="*/ 6835 h 9479"/>
              <a:gd name="connsiteX16" fmla="*/ 4956 w 9478"/>
              <a:gd name="connsiteY16" fmla="*/ 5709 h 9479"/>
              <a:gd name="connsiteX17" fmla="*/ 5333 w 9478"/>
              <a:gd name="connsiteY17" fmla="*/ 6087 h 9479"/>
              <a:gd name="connsiteX18" fmla="*/ 8727 w 9478"/>
              <a:gd name="connsiteY18" fmla="*/ 9479 h 9479"/>
              <a:gd name="connsiteX19" fmla="*/ 9438 w 9478"/>
              <a:gd name="connsiteY19" fmla="*/ 8781 h 9479"/>
              <a:gd name="connsiteX20" fmla="*/ 9478 w 9478"/>
              <a:gd name="connsiteY20" fmla="*/ 8728 h 9479"/>
              <a:gd name="connsiteX21" fmla="*/ 6086 w 9478"/>
              <a:gd name="connsiteY21" fmla="*/ 5334 h 9479"/>
              <a:gd name="connsiteX22" fmla="*/ 5333 w 9478"/>
              <a:gd name="connsiteY22" fmla="*/ 6087 h 9479"/>
              <a:gd name="connsiteX23" fmla="*/ 4956 w 9478"/>
              <a:gd name="connsiteY23" fmla="*/ 5709 h 9479"/>
              <a:gd name="connsiteX24" fmla="*/ 6840 w 9478"/>
              <a:gd name="connsiteY24" fmla="*/ 3823 h 9479"/>
              <a:gd name="connsiteX25" fmla="*/ 1564 w 9478"/>
              <a:gd name="connsiteY25" fmla="*/ 1558 h 9479"/>
              <a:gd name="connsiteX0" fmla="*/ 1656 w 10000"/>
              <a:gd name="connsiteY0" fmla="*/ 1638 h 10000"/>
              <a:gd name="connsiteX1" fmla="*/ 8013 w 10000"/>
              <a:gd name="connsiteY1" fmla="*/ 3239 h 10000"/>
              <a:gd name="connsiteX2" fmla="*/ 9601 w 10000"/>
              <a:gd name="connsiteY2" fmla="*/ 1649 h 10000"/>
              <a:gd name="connsiteX3" fmla="*/ 1656 w 10000"/>
              <a:gd name="connsiteY3" fmla="*/ 1638 h 10000"/>
              <a:gd name="connsiteX4" fmla="*/ 1651 w 10000"/>
              <a:gd name="connsiteY4" fmla="*/ 1644 h 10000"/>
              <a:gd name="connsiteX5" fmla="*/ 1650 w 10000"/>
              <a:gd name="connsiteY5" fmla="*/ 1644 h 10000"/>
              <a:gd name="connsiteX6" fmla="*/ 1645 w 10000"/>
              <a:gd name="connsiteY6" fmla="*/ 1649 h 10000"/>
              <a:gd name="connsiteX7" fmla="*/ 1640 w 10000"/>
              <a:gd name="connsiteY7" fmla="*/ 1656 h 10000"/>
              <a:gd name="connsiteX8" fmla="*/ 1640 w 10000"/>
              <a:gd name="connsiteY8" fmla="*/ 1656 h 10000"/>
              <a:gd name="connsiteX9" fmla="*/ 1650 w 10000"/>
              <a:gd name="connsiteY9" fmla="*/ 9599 h 10000"/>
              <a:gd name="connsiteX10" fmla="*/ 3240 w 10000"/>
              <a:gd name="connsiteY10" fmla="*/ 8011 h 10000"/>
              <a:gd name="connsiteX11" fmla="*/ 1640 w 10000"/>
              <a:gd name="connsiteY11" fmla="*/ 1656 h 10000"/>
              <a:gd name="connsiteX12" fmla="*/ 1640 w 10000"/>
              <a:gd name="connsiteY12" fmla="*/ 1656 h 10000"/>
              <a:gd name="connsiteX13" fmla="*/ 1645 w 10000"/>
              <a:gd name="connsiteY13" fmla="*/ 1649 h 10000"/>
              <a:gd name="connsiteX14" fmla="*/ 4034 w 10000"/>
              <a:gd name="connsiteY14" fmla="*/ 7217 h 10000"/>
              <a:gd name="connsiteX15" fmla="*/ 4039 w 10000"/>
              <a:gd name="connsiteY15" fmla="*/ 7211 h 10000"/>
              <a:gd name="connsiteX16" fmla="*/ 5229 w 10000"/>
              <a:gd name="connsiteY16" fmla="*/ 6023 h 10000"/>
              <a:gd name="connsiteX17" fmla="*/ 5627 w 10000"/>
              <a:gd name="connsiteY17" fmla="*/ 6422 h 10000"/>
              <a:gd name="connsiteX18" fmla="*/ 9208 w 10000"/>
              <a:gd name="connsiteY18" fmla="*/ 10000 h 10000"/>
              <a:gd name="connsiteX19" fmla="*/ 9958 w 10000"/>
              <a:gd name="connsiteY19" fmla="*/ 9264 h 10000"/>
              <a:gd name="connsiteX20" fmla="*/ 10000 w 10000"/>
              <a:gd name="connsiteY20" fmla="*/ 9208 h 10000"/>
              <a:gd name="connsiteX21" fmla="*/ 6421 w 10000"/>
              <a:gd name="connsiteY21" fmla="*/ 5627 h 10000"/>
              <a:gd name="connsiteX22" fmla="*/ 5627 w 10000"/>
              <a:gd name="connsiteY22" fmla="*/ 6422 h 10000"/>
              <a:gd name="connsiteX23" fmla="*/ 5229 w 10000"/>
              <a:gd name="connsiteY23" fmla="*/ 6023 h 10000"/>
              <a:gd name="connsiteX24" fmla="*/ 7217 w 10000"/>
              <a:gd name="connsiteY24" fmla="*/ 4033 h 10000"/>
              <a:gd name="connsiteX25" fmla="*/ 1650 w 10000"/>
              <a:gd name="connsiteY25" fmla="*/ 1644 h 10000"/>
              <a:gd name="connsiteX0" fmla="*/ 1656 w 10000"/>
              <a:gd name="connsiteY0" fmla="*/ 1638 h 10000"/>
              <a:gd name="connsiteX1" fmla="*/ 8013 w 10000"/>
              <a:gd name="connsiteY1" fmla="*/ 3239 h 10000"/>
              <a:gd name="connsiteX2" fmla="*/ 9601 w 10000"/>
              <a:gd name="connsiteY2" fmla="*/ 1649 h 10000"/>
              <a:gd name="connsiteX3" fmla="*/ 1656 w 10000"/>
              <a:gd name="connsiteY3" fmla="*/ 1638 h 10000"/>
              <a:gd name="connsiteX4" fmla="*/ 1651 w 10000"/>
              <a:gd name="connsiteY4" fmla="*/ 1644 h 10000"/>
              <a:gd name="connsiteX5" fmla="*/ 1650 w 10000"/>
              <a:gd name="connsiteY5" fmla="*/ 1644 h 10000"/>
              <a:gd name="connsiteX6" fmla="*/ 1645 w 10000"/>
              <a:gd name="connsiteY6" fmla="*/ 1649 h 10000"/>
              <a:gd name="connsiteX7" fmla="*/ 1640 w 10000"/>
              <a:gd name="connsiteY7" fmla="*/ 1656 h 10000"/>
              <a:gd name="connsiteX8" fmla="*/ 1640 w 10000"/>
              <a:gd name="connsiteY8" fmla="*/ 1656 h 10000"/>
              <a:gd name="connsiteX9" fmla="*/ 1650 w 10000"/>
              <a:gd name="connsiteY9" fmla="*/ 9599 h 10000"/>
              <a:gd name="connsiteX10" fmla="*/ 3240 w 10000"/>
              <a:gd name="connsiteY10" fmla="*/ 8011 h 10000"/>
              <a:gd name="connsiteX11" fmla="*/ 1640 w 10000"/>
              <a:gd name="connsiteY11" fmla="*/ 1656 h 10000"/>
              <a:gd name="connsiteX12" fmla="*/ 1640 w 10000"/>
              <a:gd name="connsiteY12" fmla="*/ 1656 h 10000"/>
              <a:gd name="connsiteX13" fmla="*/ 1645 w 10000"/>
              <a:gd name="connsiteY13" fmla="*/ 1649 h 10000"/>
              <a:gd name="connsiteX14" fmla="*/ 4034 w 10000"/>
              <a:gd name="connsiteY14" fmla="*/ 7217 h 10000"/>
              <a:gd name="connsiteX15" fmla="*/ 4039 w 10000"/>
              <a:gd name="connsiteY15" fmla="*/ 7211 h 10000"/>
              <a:gd name="connsiteX16" fmla="*/ 5229 w 10000"/>
              <a:gd name="connsiteY16" fmla="*/ 6023 h 10000"/>
              <a:gd name="connsiteX17" fmla="*/ 5627 w 10000"/>
              <a:gd name="connsiteY17" fmla="*/ 6422 h 10000"/>
              <a:gd name="connsiteX18" fmla="*/ 9208 w 10000"/>
              <a:gd name="connsiteY18" fmla="*/ 10000 h 10000"/>
              <a:gd name="connsiteX19" fmla="*/ 10000 w 10000"/>
              <a:gd name="connsiteY19" fmla="*/ 9208 h 10000"/>
              <a:gd name="connsiteX20" fmla="*/ 6421 w 10000"/>
              <a:gd name="connsiteY20" fmla="*/ 5627 h 10000"/>
              <a:gd name="connsiteX21" fmla="*/ 5627 w 10000"/>
              <a:gd name="connsiteY21" fmla="*/ 6422 h 10000"/>
              <a:gd name="connsiteX22" fmla="*/ 5229 w 10000"/>
              <a:gd name="connsiteY22" fmla="*/ 6023 h 10000"/>
              <a:gd name="connsiteX23" fmla="*/ 7217 w 10000"/>
              <a:gd name="connsiteY23" fmla="*/ 4033 h 10000"/>
              <a:gd name="connsiteX24" fmla="*/ 1650 w 10000"/>
              <a:gd name="connsiteY24" fmla="*/ 1644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0000" h="10000">
                <a:moveTo>
                  <a:pt x="1656" y="1638"/>
                </a:moveTo>
                <a:cubicBezTo>
                  <a:pt x="3839" y="917"/>
                  <a:pt x="6273" y="1500"/>
                  <a:pt x="8013" y="3239"/>
                </a:cubicBezTo>
                <a:lnTo>
                  <a:pt x="9601" y="1649"/>
                </a:lnTo>
                <a:cubicBezTo>
                  <a:pt x="7408" y="-544"/>
                  <a:pt x="3850" y="-550"/>
                  <a:pt x="1656" y="1638"/>
                </a:cubicBezTo>
                <a:cubicBezTo>
                  <a:pt x="1654" y="1640"/>
                  <a:pt x="1653" y="1642"/>
                  <a:pt x="1651" y="1644"/>
                </a:cubicBezTo>
                <a:lnTo>
                  <a:pt x="1650" y="1644"/>
                </a:lnTo>
                <a:lnTo>
                  <a:pt x="1645" y="1649"/>
                </a:lnTo>
                <a:cubicBezTo>
                  <a:pt x="1643" y="1651"/>
                  <a:pt x="1642" y="1654"/>
                  <a:pt x="1640" y="1656"/>
                </a:cubicBezTo>
                <a:lnTo>
                  <a:pt x="1640" y="1656"/>
                </a:lnTo>
                <a:cubicBezTo>
                  <a:pt x="-551" y="3851"/>
                  <a:pt x="-543" y="7406"/>
                  <a:pt x="1650" y="9599"/>
                </a:cubicBezTo>
                <a:lnTo>
                  <a:pt x="3240" y="8011"/>
                </a:lnTo>
                <a:cubicBezTo>
                  <a:pt x="1499" y="6272"/>
                  <a:pt x="918" y="3839"/>
                  <a:pt x="1640" y="1656"/>
                </a:cubicBezTo>
                <a:lnTo>
                  <a:pt x="1640" y="1656"/>
                </a:lnTo>
                <a:cubicBezTo>
                  <a:pt x="1642" y="1654"/>
                  <a:pt x="1643" y="1651"/>
                  <a:pt x="1645" y="1649"/>
                </a:cubicBezTo>
                <a:cubicBezTo>
                  <a:pt x="1435" y="3322"/>
                  <a:pt x="2296" y="5472"/>
                  <a:pt x="4034" y="7217"/>
                </a:cubicBezTo>
                <a:cubicBezTo>
                  <a:pt x="4036" y="7215"/>
                  <a:pt x="4037" y="7213"/>
                  <a:pt x="4039" y="7211"/>
                </a:cubicBezTo>
                <a:lnTo>
                  <a:pt x="5229" y="6023"/>
                </a:lnTo>
                <a:lnTo>
                  <a:pt x="5627" y="6422"/>
                </a:lnTo>
                <a:lnTo>
                  <a:pt x="9208" y="10000"/>
                </a:lnTo>
                <a:lnTo>
                  <a:pt x="10000" y="9208"/>
                </a:lnTo>
                <a:lnTo>
                  <a:pt x="6421" y="5627"/>
                </a:lnTo>
                <a:lnTo>
                  <a:pt x="5627" y="6422"/>
                </a:lnTo>
                <a:lnTo>
                  <a:pt x="5229" y="6023"/>
                </a:lnTo>
                <a:lnTo>
                  <a:pt x="7217" y="4033"/>
                </a:lnTo>
                <a:cubicBezTo>
                  <a:pt x="5479" y="2295"/>
                  <a:pt x="3322" y="1434"/>
                  <a:pt x="1650" y="1644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9AB861-8DB2-437B-B85D-74E5D1BDAB66}" type="slidenum">
              <a:rPr lang="en-US" smtClean="0"/>
              <a:t>851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266897"/>
      </p:ext>
    </p:extLst>
  </p:cSld>
  <p:clrMapOvr>
    <a:masterClrMapping/>
  </p:clrMapOvr>
</p:sld>
</file>

<file path=ppt/slides/slide8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usiness Cent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695"/>
          </a:xfrm>
          <a:custGeom>
            <a:avLst/>
            <a:gdLst>
              <a:gd name="T0" fmla="*/ 934 w 2334"/>
              <a:gd name="T1" fmla="*/ 1517 h 2100"/>
              <a:gd name="T2" fmla="*/ 934 w 2334"/>
              <a:gd name="T3" fmla="*/ 1400 h 2100"/>
              <a:gd name="T4" fmla="*/ 118 w 2334"/>
              <a:gd name="T5" fmla="*/ 1400 h 2100"/>
              <a:gd name="T6" fmla="*/ 117 w 2334"/>
              <a:gd name="T7" fmla="*/ 1867 h 2100"/>
              <a:gd name="T8" fmla="*/ 350 w 2334"/>
              <a:gd name="T9" fmla="*/ 2100 h 2100"/>
              <a:gd name="T10" fmla="*/ 1984 w 2334"/>
              <a:gd name="T11" fmla="*/ 2100 h 2100"/>
              <a:gd name="T12" fmla="*/ 2217 w 2334"/>
              <a:gd name="T13" fmla="*/ 1867 h 2100"/>
              <a:gd name="T14" fmla="*/ 2217 w 2334"/>
              <a:gd name="T15" fmla="*/ 1400 h 2100"/>
              <a:gd name="T16" fmla="*/ 1400 w 2334"/>
              <a:gd name="T17" fmla="*/ 1400 h 2100"/>
              <a:gd name="T18" fmla="*/ 1400 w 2334"/>
              <a:gd name="T19" fmla="*/ 1517 h 2100"/>
              <a:gd name="T20" fmla="*/ 934 w 2334"/>
              <a:gd name="T21" fmla="*/ 1517 h 2100"/>
              <a:gd name="T22" fmla="*/ 2100 w 2334"/>
              <a:gd name="T23" fmla="*/ 467 h 2100"/>
              <a:gd name="T24" fmla="*/ 1633 w 2334"/>
              <a:gd name="T25" fmla="*/ 467 h 2100"/>
              <a:gd name="T26" fmla="*/ 1633 w 2334"/>
              <a:gd name="T27" fmla="*/ 233 h 2100"/>
              <a:gd name="T28" fmla="*/ 1399 w 2334"/>
              <a:gd name="T29" fmla="*/ 0 h 2100"/>
              <a:gd name="T30" fmla="*/ 933 w 2334"/>
              <a:gd name="T31" fmla="*/ 0 h 2100"/>
              <a:gd name="T32" fmla="*/ 699 w 2334"/>
              <a:gd name="T33" fmla="*/ 233 h 2100"/>
              <a:gd name="T34" fmla="*/ 699 w 2334"/>
              <a:gd name="T35" fmla="*/ 467 h 2100"/>
              <a:gd name="T36" fmla="*/ 234 w 2334"/>
              <a:gd name="T37" fmla="*/ 467 h 2100"/>
              <a:gd name="T38" fmla="*/ 0 w 2334"/>
              <a:gd name="T39" fmla="*/ 700 h 2100"/>
              <a:gd name="T40" fmla="*/ 0 w 2334"/>
              <a:gd name="T41" fmla="*/ 1050 h 2100"/>
              <a:gd name="T42" fmla="*/ 234 w 2334"/>
              <a:gd name="T43" fmla="*/ 1283 h 2100"/>
              <a:gd name="T44" fmla="*/ 934 w 2334"/>
              <a:gd name="T45" fmla="*/ 1283 h 2100"/>
              <a:gd name="T46" fmla="*/ 934 w 2334"/>
              <a:gd name="T47" fmla="*/ 1050 h 2100"/>
              <a:gd name="T48" fmla="*/ 1400 w 2334"/>
              <a:gd name="T49" fmla="*/ 1050 h 2100"/>
              <a:gd name="T50" fmla="*/ 1400 w 2334"/>
              <a:gd name="T51" fmla="*/ 1283 h 2100"/>
              <a:gd name="T52" fmla="*/ 2100 w 2334"/>
              <a:gd name="T53" fmla="*/ 1283 h 2100"/>
              <a:gd name="T54" fmla="*/ 2334 w 2334"/>
              <a:gd name="T55" fmla="*/ 1050 h 2100"/>
              <a:gd name="T56" fmla="*/ 2334 w 2334"/>
              <a:gd name="T57" fmla="*/ 700 h 2100"/>
              <a:gd name="T58" fmla="*/ 2100 w 2334"/>
              <a:gd name="T59" fmla="*/ 467 h 2100"/>
              <a:gd name="T60" fmla="*/ 1400 w 2334"/>
              <a:gd name="T61" fmla="*/ 467 h 2100"/>
              <a:gd name="T62" fmla="*/ 934 w 2334"/>
              <a:gd name="T63" fmla="*/ 467 h 2100"/>
              <a:gd name="T64" fmla="*/ 934 w 2334"/>
              <a:gd name="T65" fmla="*/ 233 h 2100"/>
              <a:gd name="T66" fmla="*/ 1400 w 2334"/>
              <a:gd name="T67" fmla="*/ 233 h 2100"/>
              <a:gd name="T68" fmla="*/ 1400 w 2334"/>
              <a:gd name="T69" fmla="*/ 4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334" h="2100">
                <a:moveTo>
                  <a:pt x="934" y="1517"/>
                </a:moveTo>
                <a:cubicBezTo>
                  <a:pt x="934" y="1400"/>
                  <a:pt x="934" y="1400"/>
                  <a:pt x="934" y="1400"/>
                </a:cubicBezTo>
                <a:cubicBezTo>
                  <a:pt x="118" y="1400"/>
                  <a:pt x="118" y="1400"/>
                  <a:pt x="118" y="1400"/>
                </a:cubicBezTo>
                <a:cubicBezTo>
                  <a:pt x="117" y="1867"/>
                  <a:pt x="117" y="1867"/>
                  <a:pt x="117" y="1867"/>
                </a:cubicBezTo>
                <a:cubicBezTo>
                  <a:pt x="117" y="1996"/>
                  <a:pt x="221" y="2100"/>
                  <a:pt x="350" y="2100"/>
                </a:cubicBezTo>
                <a:cubicBezTo>
                  <a:pt x="1984" y="2100"/>
                  <a:pt x="1984" y="2100"/>
                  <a:pt x="1984" y="2100"/>
                </a:cubicBezTo>
                <a:cubicBezTo>
                  <a:pt x="2113" y="2100"/>
                  <a:pt x="2217" y="1996"/>
                  <a:pt x="2217" y="1867"/>
                </a:cubicBezTo>
                <a:cubicBezTo>
                  <a:pt x="2217" y="1400"/>
                  <a:pt x="2217" y="1400"/>
                  <a:pt x="2217" y="1400"/>
                </a:cubicBezTo>
                <a:cubicBezTo>
                  <a:pt x="1400" y="1400"/>
                  <a:pt x="1400" y="1400"/>
                  <a:pt x="1400" y="1400"/>
                </a:cubicBezTo>
                <a:cubicBezTo>
                  <a:pt x="1400" y="1517"/>
                  <a:pt x="1400" y="1517"/>
                  <a:pt x="1400" y="1517"/>
                </a:cubicBezTo>
                <a:lnTo>
                  <a:pt x="934" y="1517"/>
                </a:lnTo>
                <a:close/>
                <a:moveTo>
                  <a:pt x="2100" y="467"/>
                </a:moveTo>
                <a:cubicBezTo>
                  <a:pt x="1633" y="467"/>
                  <a:pt x="1633" y="467"/>
                  <a:pt x="1633" y="467"/>
                </a:cubicBezTo>
                <a:cubicBezTo>
                  <a:pt x="1633" y="233"/>
                  <a:pt x="1633" y="233"/>
                  <a:pt x="1633" y="233"/>
                </a:cubicBezTo>
                <a:cubicBezTo>
                  <a:pt x="1399" y="0"/>
                  <a:pt x="1399" y="0"/>
                  <a:pt x="1399" y="0"/>
                </a:cubicBezTo>
                <a:cubicBezTo>
                  <a:pt x="933" y="0"/>
                  <a:pt x="933" y="0"/>
                  <a:pt x="933" y="0"/>
                </a:cubicBezTo>
                <a:cubicBezTo>
                  <a:pt x="699" y="233"/>
                  <a:pt x="699" y="233"/>
                  <a:pt x="699" y="233"/>
                </a:cubicBezTo>
                <a:cubicBezTo>
                  <a:pt x="699" y="467"/>
                  <a:pt x="699" y="467"/>
                  <a:pt x="699" y="467"/>
                </a:cubicBezTo>
                <a:cubicBezTo>
                  <a:pt x="234" y="467"/>
                  <a:pt x="234" y="467"/>
                  <a:pt x="234" y="467"/>
                </a:cubicBezTo>
                <a:cubicBezTo>
                  <a:pt x="105" y="467"/>
                  <a:pt x="0" y="572"/>
                  <a:pt x="0" y="700"/>
                </a:cubicBezTo>
                <a:cubicBezTo>
                  <a:pt x="0" y="1050"/>
                  <a:pt x="0" y="1050"/>
                  <a:pt x="0" y="1050"/>
                </a:cubicBezTo>
                <a:cubicBezTo>
                  <a:pt x="0" y="1179"/>
                  <a:pt x="104" y="1283"/>
                  <a:pt x="234" y="1283"/>
                </a:cubicBezTo>
                <a:cubicBezTo>
                  <a:pt x="934" y="1283"/>
                  <a:pt x="934" y="1283"/>
                  <a:pt x="934" y="1283"/>
                </a:cubicBezTo>
                <a:cubicBezTo>
                  <a:pt x="934" y="1050"/>
                  <a:pt x="934" y="1050"/>
                  <a:pt x="934" y="1050"/>
                </a:cubicBezTo>
                <a:cubicBezTo>
                  <a:pt x="1400" y="1050"/>
                  <a:pt x="1400" y="1050"/>
                  <a:pt x="1400" y="1050"/>
                </a:cubicBezTo>
                <a:cubicBezTo>
                  <a:pt x="1400" y="1283"/>
                  <a:pt x="1400" y="1283"/>
                  <a:pt x="1400" y="1283"/>
                </a:cubicBezTo>
                <a:cubicBezTo>
                  <a:pt x="2100" y="1283"/>
                  <a:pt x="2100" y="1283"/>
                  <a:pt x="2100" y="1283"/>
                </a:cubicBezTo>
                <a:cubicBezTo>
                  <a:pt x="2229" y="1283"/>
                  <a:pt x="2334" y="1178"/>
                  <a:pt x="2334" y="1050"/>
                </a:cubicBezTo>
                <a:cubicBezTo>
                  <a:pt x="2334" y="700"/>
                  <a:pt x="2334" y="700"/>
                  <a:pt x="2334" y="700"/>
                </a:cubicBezTo>
                <a:cubicBezTo>
                  <a:pt x="2334" y="572"/>
                  <a:pt x="2229" y="467"/>
                  <a:pt x="2100" y="467"/>
                </a:cubicBezTo>
                <a:close/>
                <a:moveTo>
                  <a:pt x="1400" y="467"/>
                </a:moveTo>
                <a:cubicBezTo>
                  <a:pt x="934" y="467"/>
                  <a:pt x="934" y="467"/>
                  <a:pt x="934" y="467"/>
                </a:cubicBezTo>
                <a:cubicBezTo>
                  <a:pt x="934" y="233"/>
                  <a:pt x="934" y="233"/>
                  <a:pt x="934" y="233"/>
                </a:cubicBezTo>
                <a:cubicBezTo>
                  <a:pt x="1400" y="233"/>
                  <a:pt x="1400" y="233"/>
                  <a:pt x="1400" y="233"/>
                </a:cubicBezTo>
                <a:lnTo>
                  <a:pt x="1400" y="4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8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ino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525 w 2100"/>
              <a:gd name="T19" fmla="*/ 1750 h 2100"/>
              <a:gd name="T20" fmla="*/ 350 w 2100"/>
              <a:gd name="T21" fmla="*/ 1575 h 2100"/>
              <a:gd name="T22" fmla="*/ 525 w 2100"/>
              <a:gd name="T23" fmla="*/ 1400 h 2100"/>
              <a:gd name="T24" fmla="*/ 700 w 2100"/>
              <a:gd name="T25" fmla="*/ 1575 h 2100"/>
              <a:gd name="T26" fmla="*/ 525 w 2100"/>
              <a:gd name="T27" fmla="*/ 1750 h 2100"/>
              <a:gd name="T28" fmla="*/ 525 w 2100"/>
              <a:gd name="T29" fmla="*/ 700 h 2100"/>
              <a:gd name="T30" fmla="*/ 350 w 2100"/>
              <a:gd name="T31" fmla="*/ 525 h 2100"/>
              <a:gd name="T32" fmla="*/ 525 w 2100"/>
              <a:gd name="T33" fmla="*/ 350 h 2100"/>
              <a:gd name="T34" fmla="*/ 700 w 2100"/>
              <a:gd name="T35" fmla="*/ 525 h 2100"/>
              <a:gd name="T36" fmla="*/ 525 w 2100"/>
              <a:gd name="T37" fmla="*/ 700 h 2100"/>
              <a:gd name="T38" fmla="*/ 1050 w 2100"/>
              <a:gd name="T39" fmla="*/ 1225 h 2100"/>
              <a:gd name="T40" fmla="*/ 875 w 2100"/>
              <a:gd name="T41" fmla="*/ 1050 h 2100"/>
              <a:gd name="T42" fmla="*/ 1050 w 2100"/>
              <a:gd name="T43" fmla="*/ 875 h 2100"/>
              <a:gd name="T44" fmla="*/ 1225 w 2100"/>
              <a:gd name="T45" fmla="*/ 1050 h 2100"/>
              <a:gd name="T46" fmla="*/ 1050 w 2100"/>
              <a:gd name="T47" fmla="*/ 1225 h 2100"/>
              <a:gd name="T48" fmla="*/ 1575 w 2100"/>
              <a:gd name="T49" fmla="*/ 1750 h 2100"/>
              <a:gd name="T50" fmla="*/ 1400 w 2100"/>
              <a:gd name="T51" fmla="*/ 1575 h 2100"/>
              <a:gd name="T52" fmla="*/ 1575 w 2100"/>
              <a:gd name="T53" fmla="*/ 1400 h 2100"/>
              <a:gd name="T54" fmla="*/ 1750 w 2100"/>
              <a:gd name="T55" fmla="*/ 1575 h 2100"/>
              <a:gd name="T56" fmla="*/ 1575 w 2100"/>
              <a:gd name="T57" fmla="*/ 1750 h 2100"/>
              <a:gd name="T58" fmla="*/ 1575 w 2100"/>
              <a:gd name="T59" fmla="*/ 700 h 2100"/>
              <a:gd name="T60" fmla="*/ 1400 w 2100"/>
              <a:gd name="T61" fmla="*/ 525 h 2100"/>
              <a:gd name="T62" fmla="*/ 1575 w 2100"/>
              <a:gd name="T63" fmla="*/ 350 h 2100"/>
              <a:gd name="T64" fmla="*/ 1750 w 2100"/>
              <a:gd name="T65" fmla="*/ 525 h 2100"/>
              <a:gd name="T66" fmla="*/ 1575 w 2100"/>
              <a:gd name="T67" fmla="*/ 70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525" y="1750"/>
                </a:moveTo>
                <a:cubicBezTo>
                  <a:pt x="428" y="1750"/>
                  <a:pt x="350" y="1672"/>
                  <a:pt x="350" y="1575"/>
                </a:cubicBezTo>
                <a:cubicBezTo>
                  <a:pt x="350" y="1478"/>
                  <a:pt x="428" y="1400"/>
                  <a:pt x="525" y="1400"/>
                </a:cubicBezTo>
                <a:cubicBezTo>
                  <a:pt x="622" y="1400"/>
                  <a:pt x="700" y="1478"/>
                  <a:pt x="700" y="1575"/>
                </a:cubicBezTo>
                <a:cubicBezTo>
                  <a:pt x="700" y="1672"/>
                  <a:pt x="622" y="1750"/>
                  <a:pt x="525" y="1750"/>
                </a:cubicBezTo>
                <a:close/>
                <a:moveTo>
                  <a:pt x="525" y="700"/>
                </a:moveTo>
                <a:cubicBezTo>
                  <a:pt x="428" y="700"/>
                  <a:pt x="350" y="622"/>
                  <a:pt x="350" y="525"/>
                </a:cubicBezTo>
                <a:cubicBezTo>
                  <a:pt x="350" y="428"/>
                  <a:pt x="428" y="350"/>
                  <a:pt x="525" y="350"/>
                </a:cubicBezTo>
                <a:cubicBezTo>
                  <a:pt x="622" y="350"/>
                  <a:pt x="700" y="428"/>
                  <a:pt x="700" y="525"/>
                </a:cubicBezTo>
                <a:cubicBezTo>
                  <a:pt x="700" y="622"/>
                  <a:pt x="622" y="700"/>
                  <a:pt x="525" y="700"/>
                </a:cubicBezTo>
                <a:close/>
                <a:moveTo>
                  <a:pt x="1050" y="1225"/>
                </a:moveTo>
                <a:cubicBezTo>
                  <a:pt x="953" y="1225"/>
                  <a:pt x="875" y="1147"/>
                  <a:pt x="875" y="1050"/>
                </a:cubicBezTo>
                <a:cubicBezTo>
                  <a:pt x="875" y="953"/>
                  <a:pt x="953" y="875"/>
                  <a:pt x="1050" y="875"/>
                </a:cubicBezTo>
                <a:cubicBezTo>
                  <a:pt x="1147" y="875"/>
                  <a:pt x="1225" y="953"/>
                  <a:pt x="1225" y="1050"/>
                </a:cubicBezTo>
                <a:cubicBezTo>
                  <a:pt x="1225" y="1147"/>
                  <a:pt x="1147" y="1225"/>
                  <a:pt x="1050" y="1225"/>
                </a:cubicBezTo>
                <a:close/>
                <a:moveTo>
                  <a:pt x="1575" y="1750"/>
                </a:moveTo>
                <a:cubicBezTo>
                  <a:pt x="1478" y="1750"/>
                  <a:pt x="1400" y="1672"/>
                  <a:pt x="1400" y="1575"/>
                </a:cubicBezTo>
                <a:cubicBezTo>
                  <a:pt x="1400" y="1478"/>
                  <a:pt x="1478" y="1400"/>
                  <a:pt x="1575" y="1400"/>
                </a:cubicBezTo>
                <a:cubicBezTo>
                  <a:pt x="1672" y="1400"/>
                  <a:pt x="1750" y="1478"/>
                  <a:pt x="1750" y="1575"/>
                </a:cubicBezTo>
                <a:cubicBezTo>
                  <a:pt x="1750" y="1672"/>
                  <a:pt x="1672" y="1750"/>
                  <a:pt x="1575" y="1750"/>
                </a:cubicBezTo>
                <a:close/>
                <a:moveTo>
                  <a:pt x="1575" y="700"/>
                </a:moveTo>
                <a:cubicBezTo>
                  <a:pt x="1478" y="700"/>
                  <a:pt x="1400" y="622"/>
                  <a:pt x="1400" y="525"/>
                </a:cubicBezTo>
                <a:cubicBezTo>
                  <a:pt x="1400" y="428"/>
                  <a:pt x="1478" y="350"/>
                  <a:pt x="1575" y="350"/>
                </a:cubicBezTo>
                <a:cubicBezTo>
                  <a:pt x="1672" y="350"/>
                  <a:pt x="1750" y="428"/>
                  <a:pt x="1750" y="525"/>
                </a:cubicBezTo>
                <a:cubicBezTo>
                  <a:pt x="1750" y="622"/>
                  <a:pt x="1672" y="700"/>
                  <a:pt x="1575" y="7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8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ild Car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269"/>
          </a:xfrm>
          <a:custGeom>
            <a:avLst/>
            <a:gdLst>
              <a:gd name="T0" fmla="*/ 3682 w 6000"/>
              <a:gd name="T1" fmla="*/ 1705 h 4910"/>
              <a:gd name="T2" fmla="*/ 4023 w 6000"/>
              <a:gd name="T3" fmla="*/ 2046 h 4910"/>
              <a:gd name="T4" fmla="*/ 3682 w 6000"/>
              <a:gd name="T5" fmla="*/ 2387 h 4910"/>
              <a:gd name="T6" fmla="*/ 3341 w 6000"/>
              <a:gd name="T7" fmla="*/ 2046 h 4910"/>
              <a:gd name="T8" fmla="*/ 3682 w 6000"/>
              <a:gd name="T9" fmla="*/ 1705 h 4910"/>
              <a:gd name="T10" fmla="*/ 2318 w 6000"/>
              <a:gd name="T11" fmla="*/ 1705 h 4910"/>
              <a:gd name="T12" fmla="*/ 2659 w 6000"/>
              <a:gd name="T13" fmla="*/ 2046 h 4910"/>
              <a:gd name="T14" fmla="*/ 2318 w 6000"/>
              <a:gd name="T15" fmla="*/ 2387 h 4910"/>
              <a:gd name="T16" fmla="*/ 1977 w 6000"/>
              <a:gd name="T17" fmla="*/ 2046 h 4910"/>
              <a:gd name="T18" fmla="*/ 2318 w 6000"/>
              <a:gd name="T19" fmla="*/ 1705 h 4910"/>
              <a:gd name="T20" fmla="*/ 5983 w 6000"/>
              <a:gd name="T21" fmla="*/ 2635 h 4910"/>
              <a:gd name="T22" fmla="*/ 6000 w 6000"/>
              <a:gd name="T23" fmla="*/ 2455 h 4910"/>
              <a:gd name="T24" fmla="*/ 5983 w 6000"/>
              <a:gd name="T25" fmla="*/ 2275 h 4910"/>
              <a:gd name="T26" fmla="*/ 5217 w 6000"/>
              <a:gd name="T27" fmla="*/ 1410 h 4910"/>
              <a:gd name="T28" fmla="*/ 4620 w 6000"/>
              <a:gd name="T29" fmla="*/ 617 h 4910"/>
              <a:gd name="T30" fmla="*/ 3000 w 6000"/>
              <a:gd name="T31" fmla="*/ 0 h 4910"/>
              <a:gd name="T32" fmla="*/ 1380 w 6000"/>
              <a:gd name="T33" fmla="*/ 617 h 4910"/>
              <a:gd name="T34" fmla="*/ 783 w 6000"/>
              <a:gd name="T35" fmla="*/ 1410 h 4910"/>
              <a:gd name="T36" fmla="*/ 16 w 6000"/>
              <a:gd name="T37" fmla="*/ 2275 h 4910"/>
              <a:gd name="T38" fmla="*/ 0 w 6000"/>
              <a:gd name="T39" fmla="*/ 2455 h 4910"/>
              <a:gd name="T40" fmla="*/ 16 w 6000"/>
              <a:gd name="T41" fmla="*/ 2635 h 4910"/>
              <a:gd name="T42" fmla="*/ 783 w 6000"/>
              <a:gd name="T43" fmla="*/ 3500 h 4910"/>
              <a:gd name="T44" fmla="*/ 1375 w 6000"/>
              <a:gd name="T45" fmla="*/ 4288 h 4910"/>
              <a:gd name="T46" fmla="*/ 3000 w 6000"/>
              <a:gd name="T47" fmla="*/ 4910 h 4910"/>
              <a:gd name="T48" fmla="*/ 4628 w 6000"/>
              <a:gd name="T49" fmla="*/ 4288 h 4910"/>
              <a:gd name="T50" fmla="*/ 5220 w 6000"/>
              <a:gd name="T51" fmla="*/ 3500 h 4910"/>
              <a:gd name="T52" fmla="*/ 5983 w 6000"/>
              <a:gd name="T53" fmla="*/ 2635 h 4910"/>
              <a:gd name="T54" fmla="*/ 4909 w 6000"/>
              <a:gd name="T55" fmla="*/ 3000 h 4910"/>
              <a:gd name="T56" fmla="*/ 4830 w 6000"/>
              <a:gd name="T57" fmla="*/ 2992 h 4910"/>
              <a:gd name="T58" fmla="*/ 4595 w 6000"/>
              <a:gd name="T59" fmla="*/ 3500 h 4910"/>
              <a:gd name="T60" fmla="*/ 3000 w 6000"/>
              <a:gd name="T61" fmla="*/ 4364 h 4910"/>
              <a:gd name="T62" fmla="*/ 1405 w 6000"/>
              <a:gd name="T63" fmla="*/ 3500 h 4910"/>
              <a:gd name="T64" fmla="*/ 1170 w 6000"/>
              <a:gd name="T65" fmla="*/ 2992 h 4910"/>
              <a:gd name="T66" fmla="*/ 1091 w 6000"/>
              <a:gd name="T67" fmla="*/ 3000 h 4910"/>
              <a:gd name="T68" fmla="*/ 545 w 6000"/>
              <a:gd name="T69" fmla="*/ 2455 h 4910"/>
              <a:gd name="T70" fmla="*/ 1091 w 6000"/>
              <a:gd name="T71" fmla="*/ 1910 h 4910"/>
              <a:gd name="T72" fmla="*/ 1170 w 6000"/>
              <a:gd name="T73" fmla="*/ 1918 h 4910"/>
              <a:gd name="T74" fmla="*/ 1405 w 6000"/>
              <a:gd name="T75" fmla="*/ 1410 h 4910"/>
              <a:gd name="T76" fmla="*/ 3000 w 6000"/>
              <a:gd name="T77" fmla="*/ 546 h 4910"/>
              <a:gd name="T78" fmla="*/ 4595 w 6000"/>
              <a:gd name="T79" fmla="*/ 1410 h 4910"/>
              <a:gd name="T80" fmla="*/ 4830 w 6000"/>
              <a:gd name="T81" fmla="*/ 1918 h 4910"/>
              <a:gd name="T82" fmla="*/ 4909 w 6000"/>
              <a:gd name="T83" fmla="*/ 1910 h 4910"/>
              <a:gd name="T84" fmla="*/ 5455 w 6000"/>
              <a:gd name="T85" fmla="*/ 2455 h 4910"/>
              <a:gd name="T86" fmla="*/ 4909 w 6000"/>
              <a:gd name="T87" fmla="*/ 3000 h 4910"/>
              <a:gd name="T88" fmla="*/ 1773 w 6000"/>
              <a:gd name="T89" fmla="*/ 3000 h 4910"/>
              <a:gd name="T90" fmla="*/ 3000 w 6000"/>
              <a:gd name="T91" fmla="*/ 3819 h 4910"/>
              <a:gd name="T92" fmla="*/ 4227 w 6000"/>
              <a:gd name="T93" fmla="*/ 3000 h 4910"/>
              <a:gd name="T94" fmla="*/ 1773 w 6000"/>
              <a:gd name="T95" fmla="*/ 3000 h 49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000" h="4910">
                <a:moveTo>
                  <a:pt x="3682" y="1705"/>
                </a:moveTo>
                <a:cubicBezTo>
                  <a:pt x="3870" y="1705"/>
                  <a:pt x="4023" y="1858"/>
                  <a:pt x="4023" y="2046"/>
                </a:cubicBezTo>
                <a:cubicBezTo>
                  <a:pt x="4023" y="2234"/>
                  <a:pt x="3870" y="2387"/>
                  <a:pt x="3682" y="2387"/>
                </a:cubicBezTo>
                <a:cubicBezTo>
                  <a:pt x="3494" y="2387"/>
                  <a:pt x="3341" y="2234"/>
                  <a:pt x="3341" y="2046"/>
                </a:cubicBezTo>
                <a:cubicBezTo>
                  <a:pt x="3341" y="1858"/>
                  <a:pt x="3494" y="1705"/>
                  <a:pt x="3682" y="1705"/>
                </a:cubicBezTo>
                <a:close/>
                <a:moveTo>
                  <a:pt x="2318" y="1705"/>
                </a:moveTo>
                <a:cubicBezTo>
                  <a:pt x="2506" y="1705"/>
                  <a:pt x="2659" y="1858"/>
                  <a:pt x="2659" y="2046"/>
                </a:cubicBezTo>
                <a:cubicBezTo>
                  <a:pt x="2659" y="2234"/>
                  <a:pt x="2506" y="2387"/>
                  <a:pt x="2318" y="2387"/>
                </a:cubicBezTo>
                <a:cubicBezTo>
                  <a:pt x="2130" y="2387"/>
                  <a:pt x="1977" y="2234"/>
                  <a:pt x="1977" y="2046"/>
                </a:cubicBezTo>
                <a:cubicBezTo>
                  <a:pt x="1977" y="1858"/>
                  <a:pt x="2130" y="1705"/>
                  <a:pt x="2318" y="1705"/>
                </a:cubicBezTo>
                <a:close/>
                <a:moveTo>
                  <a:pt x="5983" y="2635"/>
                </a:moveTo>
                <a:cubicBezTo>
                  <a:pt x="5995" y="2578"/>
                  <a:pt x="6000" y="2518"/>
                  <a:pt x="6000" y="2455"/>
                </a:cubicBezTo>
                <a:cubicBezTo>
                  <a:pt x="6000" y="2392"/>
                  <a:pt x="5995" y="2332"/>
                  <a:pt x="5983" y="2275"/>
                </a:cubicBezTo>
                <a:cubicBezTo>
                  <a:pt x="5915" y="1863"/>
                  <a:pt x="5613" y="1528"/>
                  <a:pt x="5217" y="1410"/>
                </a:cubicBezTo>
                <a:cubicBezTo>
                  <a:pt x="5073" y="1105"/>
                  <a:pt x="4868" y="838"/>
                  <a:pt x="4620" y="617"/>
                </a:cubicBezTo>
                <a:cubicBezTo>
                  <a:pt x="4189" y="232"/>
                  <a:pt x="3622" y="0"/>
                  <a:pt x="3000" y="0"/>
                </a:cubicBezTo>
                <a:cubicBezTo>
                  <a:pt x="2378" y="0"/>
                  <a:pt x="1811" y="232"/>
                  <a:pt x="1380" y="617"/>
                </a:cubicBezTo>
                <a:cubicBezTo>
                  <a:pt x="1129" y="838"/>
                  <a:pt x="925" y="1108"/>
                  <a:pt x="783" y="1410"/>
                </a:cubicBezTo>
                <a:cubicBezTo>
                  <a:pt x="387" y="1528"/>
                  <a:pt x="85" y="1860"/>
                  <a:pt x="16" y="2275"/>
                </a:cubicBezTo>
                <a:cubicBezTo>
                  <a:pt x="5" y="2332"/>
                  <a:pt x="0" y="2392"/>
                  <a:pt x="0" y="2455"/>
                </a:cubicBezTo>
                <a:cubicBezTo>
                  <a:pt x="0" y="2518"/>
                  <a:pt x="5" y="2578"/>
                  <a:pt x="16" y="2635"/>
                </a:cubicBezTo>
                <a:cubicBezTo>
                  <a:pt x="85" y="3047"/>
                  <a:pt x="387" y="3382"/>
                  <a:pt x="783" y="3500"/>
                </a:cubicBezTo>
                <a:cubicBezTo>
                  <a:pt x="925" y="3802"/>
                  <a:pt x="1129" y="4070"/>
                  <a:pt x="1375" y="4288"/>
                </a:cubicBezTo>
                <a:cubicBezTo>
                  <a:pt x="1805" y="4675"/>
                  <a:pt x="2375" y="4910"/>
                  <a:pt x="3000" y="4910"/>
                </a:cubicBezTo>
                <a:cubicBezTo>
                  <a:pt x="3625" y="4910"/>
                  <a:pt x="4195" y="4675"/>
                  <a:pt x="4628" y="4288"/>
                </a:cubicBezTo>
                <a:cubicBezTo>
                  <a:pt x="4874" y="4070"/>
                  <a:pt x="5078" y="3799"/>
                  <a:pt x="5220" y="3500"/>
                </a:cubicBezTo>
                <a:cubicBezTo>
                  <a:pt x="5613" y="3382"/>
                  <a:pt x="5915" y="3049"/>
                  <a:pt x="5983" y="2635"/>
                </a:cubicBezTo>
                <a:close/>
                <a:moveTo>
                  <a:pt x="4909" y="3000"/>
                </a:moveTo>
                <a:cubicBezTo>
                  <a:pt x="4882" y="3000"/>
                  <a:pt x="4857" y="2995"/>
                  <a:pt x="4830" y="2992"/>
                </a:cubicBezTo>
                <a:cubicBezTo>
                  <a:pt x="4775" y="3175"/>
                  <a:pt x="4697" y="3344"/>
                  <a:pt x="4595" y="3500"/>
                </a:cubicBezTo>
                <a:cubicBezTo>
                  <a:pt x="4254" y="4021"/>
                  <a:pt x="3668" y="4364"/>
                  <a:pt x="3000" y="4364"/>
                </a:cubicBezTo>
                <a:cubicBezTo>
                  <a:pt x="2332" y="4364"/>
                  <a:pt x="1745" y="4021"/>
                  <a:pt x="1405" y="3500"/>
                </a:cubicBezTo>
                <a:cubicBezTo>
                  <a:pt x="1304" y="3344"/>
                  <a:pt x="1225" y="3175"/>
                  <a:pt x="1170" y="2992"/>
                </a:cubicBezTo>
                <a:cubicBezTo>
                  <a:pt x="1143" y="2995"/>
                  <a:pt x="1118" y="3000"/>
                  <a:pt x="1091" y="3000"/>
                </a:cubicBezTo>
                <a:cubicBezTo>
                  <a:pt x="791" y="3000"/>
                  <a:pt x="545" y="2755"/>
                  <a:pt x="545" y="2455"/>
                </a:cubicBezTo>
                <a:cubicBezTo>
                  <a:pt x="545" y="2155"/>
                  <a:pt x="791" y="1910"/>
                  <a:pt x="1091" y="1910"/>
                </a:cubicBezTo>
                <a:cubicBezTo>
                  <a:pt x="1118" y="1910"/>
                  <a:pt x="1143" y="1915"/>
                  <a:pt x="1170" y="1918"/>
                </a:cubicBezTo>
                <a:cubicBezTo>
                  <a:pt x="1225" y="1735"/>
                  <a:pt x="1304" y="1566"/>
                  <a:pt x="1405" y="1410"/>
                </a:cubicBezTo>
                <a:cubicBezTo>
                  <a:pt x="1745" y="889"/>
                  <a:pt x="2332" y="546"/>
                  <a:pt x="3000" y="546"/>
                </a:cubicBezTo>
                <a:cubicBezTo>
                  <a:pt x="3668" y="546"/>
                  <a:pt x="4254" y="889"/>
                  <a:pt x="4595" y="1410"/>
                </a:cubicBezTo>
                <a:cubicBezTo>
                  <a:pt x="4697" y="1566"/>
                  <a:pt x="4775" y="1735"/>
                  <a:pt x="4830" y="1918"/>
                </a:cubicBezTo>
                <a:cubicBezTo>
                  <a:pt x="4857" y="1915"/>
                  <a:pt x="4882" y="1910"/>
                  <a:pt x="4909" y="1910"/>
                </a:cubicBezTo>
                <a:cubicBezTo>
                  <a:pt x="5209" y="1910"/>
                  <a:pt x="5455" y="2155"/>
                  <a:pt x="5455" y="2455"/>
                </a:cubicBezTo>
                <a:cubicBezTo>
                  <a:pt x="5455" y="2755"/>
                  <a:pt x="5209" y="3000"/>
                  <a:pt x="4909" y="3000"/>
                </a:cubicBezTo>
                <a:close/>
                <a:moveTo>
                  <a:pt x="1773" y="3000"/>
                </a:moveTo>
                <a:cubicBezTo>
                  <a:pt x="1980" y="3483"/>
                  <a:pt x="2452" y="3819"/>
                  <a:pt x="3000" y="3819"/>
                </a:cubicBezTo>
                <a:cubicBezTo>
                  <a:pt x="3548" y="3819"/>
                  <a:pt x="4020" y="3483"/>
                  <a:pt x="4227" y="3000"/>
                </a:cubicBezTo>
                <a:lnTo>
                  <a:pt x="1773" y="3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8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ild Friendl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68622" cy="914400"/>
          </a:xfrm>
          <a:custGeom>
            <a:avLst/>
            <a:gdLst>
              <a:gd name="T0" fmla="*/ 1284 w 2217"/>
              <a:gd name="T1" fmla="*/ 0 h 2334"/>
              <a:gd name="T2" fmla="*/ 1284 w 2217"/>
              <a:gd name="T3" fmla="*/ 934 h 2334"/>
              <a:gd name="T4" fmla="*/ 2217 w 2217"/>
              <a:gd name="T5" fmla="*/ 934 h 2334"/>
              <a:gd name="T6" fmla="*/ 1284 w 2217"/>
              <a:gd name="T7" fmla="*/ 0 h 2334"/>
              <a:gd name="T8" fmla="*/ 2021 w 2217"/>
              <a:gd name="T9" fmla="*/ 1621 h 2334"/>
              <a:gd name="T10" fmla="*/ 2217 w 2217"/>
              <a:gd name="T11" fmla="*/ 1050 h 2334"/>
              <a:gd name="T12" fmla="*/ 518 w 2217"/>
              <a:gd name="T13" fmla="*/ 1050 h 2334"/>
              <a:gd name="T14" fmla="*/ 408 w 2217"/>
              <a:gd name="T15" fmla="*/ 817 h 2334"/>
              <a:gd name="T16" fmla="*/ 0 w 2217"/>
              <a:gd name="T17" fmla="*/ 817 h 2334"/>
              <a:gd name="T18" fmla="*/ 0 w 2217"/>
              <a:gd name="T19" fmla="*/ 1050 h 2334"/>
              <a:gd name="T20" fmla="*/ 259 w 2217"/>
              <a:gd name="T21" fmla="*/ 1050 h 2334"/>
              <a:gd name="T22" fmla="*/ 507 w 2217"/>
              <a:gd name="T23" fmla="*/ 1566 h 2334"/>
              <a:gd name="T24" fmla="*/ 292 w 2217"/>
              <a:gd name="T25" fmla="*/ 1925 h 2334"/>
              <a:gd name="T26" fmla="*/ 700 w 2217"/>
              <a:gd name="T27" fmla="*/ 2334 h 2334"/>
              <a:gd name="T28" fmla="*/ 1104 w 2217"/>
              <a:gd name="T29" fmla="*/ 1984 h 2334"/>
              <a:gd name="T30" fmla="*/ 1347 w 2217"/>
              <a:gd name="T31" fmla="*/ 1984 h 2334"/>
              <a:gd name="T32" fmla="*/ 1750 w 2217"/>
              <a:gd name="T33" fmla="*/ 2334 h 2334"/>
              <a:gd name="T34" fmla="*/ 2159 w 2217"/>
              <a:gd name="T35" fmla="*/ 1925 h 2334"/>
              <a:gd name="T36" fmla="*/ 2021 w 2217"/>
              <a:gd name="T37" fmla="*/ 1621 h 2334"/>
              <a:gd name="T38" fmla="*/ 700 w 2217"/>
              <a:gd name="T39" fmla="*/ 2100 h 2334"/>
              <a:gd name="T40" fmla="*/ 525 w 2217"/>
              <a:gd name="T41" fmla="*/ 1925 h 2334"/>
              <a:gd name="T42" fmla="*/ 700 w 2217"/>
              <a:gd name="T43" fmla="*/ 1750 h 2334"/>
              <a:gd name="T44" fmla="*/ 875 w 2217"/>
              <a:gd name="T45" fmla="*/ 1925 h 2334"/>
              <a:gd name="T46" fmla="*/ 700 w 2217"/>
              <a:gd name="T47" fmla="*/ 2100 h 2334"/>
              <a:gd name="T48" fmla="*/ 1750 w 2217"/>
              <a:gd name="T49" fmla="*/ 2100 h 2334"/>
              <a:gd name="T50" fmla="*/ 1575 w 2217"/>
              <a:gd name="T51" fmla="*/ 1925 h 2334"/>
              <a:gd name="T52" fmla="*/ 1750 w 2217"/>
              <a:gd name="T53" fmla="*/ 1750 h 2334"/>
              <a:gd name="T54" fmla="*/ 1925 w 2217"/>
              <a:gd name="T55" fmla="*/ 1925 h 2334"/>
              <a:gd name="T56" fmla="*/ 1750 w 2217"/>
              <a:gd name="T57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217" h="2334">
                <a:moveTo>
                  <a:pt x="1284" y="0"/>
                </a:moveTo>
                <a:cubicBezTo>
                  <a:pt x="1284" y="934"/>
                  <a:pt x="1284" y="934"/>
                  <a:pt x="1284" y="934"/>
                </a:cubicBezTo>
                <a:cubicBezTo>
                  <a:pt x="2217" y="934"/>
                  <a:pt x="2217" y="934"/>
                  <a:pt x="2217" y="934"/>
                </a:cubicBezTo>
                <a:cubicBezTo>
                  <a:pt x="2217" y="418"/>
                  <a:pt x="1799" y="0"/>
                  <a:pt x="1284" y="0"/>
                </a:cubicBezTo>
                <a:close/>
                <a:moveTo>
                  <a:pt x="2021" y="1621"/>
                </a:moveTo>
                <a:cubicBezTo>
                  <a:pt x="2144" y="1463"/>
                  <a:pt x="2217" y="1265"/>
                  <a:pt x="2217" y="1050"/>
                </a:cubicBezTo>
                <a:cubicBezTo>
                  <a:pt x="518" y="1050"/>
                  <a:pt x="518" y="1050"/>
                  <a:pt x="518" y="1050"/>
                </a:cubicBezTo>
                <a:cubicBezTo>
                  <a:pt x="408" y="817"/>
                  <a:pt x="408" y="817"/>
                  <a:pt x="408" y="817"/>
                </a:cubicBezTo>
                <a:cubicBezTo>
                  <a:pt x="0" y="817"/>
                  <a:pt x="0" y="817"/>
                  <a:pt x="0" y="817"/>
                </a:cubicBezTo>
                <a:cubicBezTo>
                  <a:pt x="0" y="1050"/>
                  <a:pt x="0" y="1050"/>
                  <a:pt x="0" y="1050"/>
                </a:cubicBezTo>
                <a:cubicBezTo>
                  <a:pt x="259" y="1050"/>
                  <a:pt x="259" y="1050"/>
                  <a:pt x="259" y="1050"/>
                </a:cubicBezTo>
                <a:cubicBezTo>
                  <a:pt x="259" y="1050"/>
                  <a:pt x="480" y="1525"/>
                  <a:pt x="507" y="1566"/>
                </a:cubicBezTo>
                <a:cubicBezTo>
                  <a:pt x="378" y="1635"/>
                  <a:pt x="292" y="1770"/>
                  <a:pt x="292" y="1925"/>
                </a:cubicBezTo>
                <a:cubicBezTo>
                  <a:pt x="292" y="2150"/>
                  <a:pt x="475" y="2334"/>
                  <a:pt x="700" y="2334"/>
                </a:cubicBezTo>
                <a:cubicBezTo>
                  <a:pt x="906" y="2334"/>
                  <a:pt x="1076" y="2182"/>
                  <a:pt x="1104" y="1984"/>
                </a:cubicBezTo>
                <a:cubicBezTo>
                  <a:pt x="1347" y="1984"/>
                  <a:pt x="1347" y="1984"/>
                  <a:pt x="1347" y="1984"/>
                </a:cubicBezTo>
                <a:cubicBezTo>
                  <a:pt x="1375" y="2182"/>
                  <a:pt x="1545" y="2334"/>
                  <a:pt x="1750" y="2334"/>
                </a:cubicBezTo>
                <a:cubicBezTo>
                  <a:pt x="1975" y="2334"/>
                  <a:pt x="2159" y="2150"/>
                  <a:pt x="2159" y="1925"/>
                </a:cubicBezTo>
                <a:cubicBezTo>
                  <a:pt x="2159" y="1804"/>
                  <a:pt x="2105" y="1696"/>
                  <a:pt x="2021" y="1621"/>
                </a:cubicBezTo>
                <a:close/>
                <a:moveTo>
                  <a:pt x="700" y="2100"/>
                </a:moveTo>
                <a:cubicBezTo>
                  <a:pt x="603" y="2100"/>
                  <a:pt x="525" y="2022"/>
                  <a:pt x="525" y="1925"/>
                </a:cubicBezTo>
                <a:cubicBezTo>
                  <a:pt x="525" y="1828"/>
                  <a:pt x="603" y="1750"/>
                  <a:pt x="700" y="1750"/>
                </a:cubicBezTo>
                <a:cubicBezTo>
                  <a:pt x="797" y="1750"/>
                  <a:pt x="875" y="1828"/>
                  <a:pt x="875" y="1925"/>
                </a:cubicBezTo>
                <a:cubicBezTo>
                  <a:pt x="875" y="2022"/>
                  <a:pt x="797" y="2100"/>
                  <a:pt x="700" y="2100"/>
                </a:cubicBezTo>
                <a:close/>
                <a:moveTo>
                  <a:pt x="1750" y="2100"/>
                </a:moveTo>
                <a:cubicBezTo>
                  <a:pt x="1653" y="2100"/>
                  <a:pt x="1575" y="2022"/>
                  <a:pt x="1575" y="1925"/>
                </a:cubicBezTo>
                <a:cubicBezTo>
                  <a:pt x="1575" y="1828"/>
                  <a:pt x="1653" y="1750"/>
                  <a:pt x="1750" y="1750"/>
                </a:cubicBezTo>
                <a:cubicBezTo>
                  <a:pt x="1847" y="1750"/>
                  <a:pt x="1925" y="1828"/>
                  <a:pt x="1925" y="1925"/>
                </a:cubicBezTo>
                <a:cubicBezTo>
                  <a:pt x="1925" y="2022"/>
                  <a:pt x="1847" y="2100"/>
                  <a:pt x="1750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8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itness Center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5119 w 5514"/>
              <a:gd name="T1" fmla="*/ 3545 h 5513"/>
              <a:gd name="T2" fmla="*/ 5514 w 5514"/>
              <a:gd name="T3" fmla="*/ 3151 h 5513"/>
              <a:gd name="T4" fmla="*/ 5119 w 5514"/>
              <a:gd name="T5" fmla="*/ 2756 h 5513"/>
              <a:gd name="T6" fmla="*/ 4134 w 5514"/>
              <a:gd name="T7" fmla="*/ 3741 h 5513"/>
              <a:gd name="T8" fmla="*/ 1774 w 5514"/>
              <a:gd name="T9" fmla="*/ 1379 h 5513"/>
              <a:gd name="T10" fmla="*/ 2757 w 5514"/>
              <a:gd name="T11" fmla="*/ 394 h 5513"/>
              <a:gd name="T12" fmla="*/ 2362 w 5514"/>
              <a:gd name="T13" fmla="*/ 0 h 5513"/>
              <a:gd name="T14" fmla="*/ 1968 w 5514"/>
              <a:gd name="T15" fmla="*/ 394 h 5513"/>
              <a:gd name="T16" fmla="*/ 1573 w 5514"/>
              <a:gd name="T17" fmla="*/ 0 h 5513"/>
              <a:gd name="T18" fmla="*/ 985 w 5514"/>
              <a:gd name="T19" fmla="*/ 590 h 5513"/>
              <a:gd name="T20" fmla="*/ 591 w 5514"/>
              <a:gd name="T21" fmla="*/ 196 h 5513"/>
              <a:gd name="T22" fmla="*/ 196 w 5514"/>
              <a:gd name="T23" fmla="*/ 590 h 5513"/>
              <a:gd name="T24" fmla="*/ 591 w 5514"/>
              <a:gd name="T25" fmla="*/ 985 h 5513"/>
              <a:gd name="T26" fmla="*/ 0 w 5514"/>
              <a:gd name="T27" fmla="*/ 1573 h 5513"/>
              <a:gd name="T28" fmla="*/ 395 w 5514"/>
              <a:gd name="T29" fmla="*/ 1967 h 5513"/>
              <a:gd name="T30" fmla="*/ 0 w 5514"/>
              <a:gd name="T31" fmla="*/ 2362 h 5513"/>
              <a:gd name="T32" fmla="*/ 395 w 5514"/>
              <a:gd name="T33" fmla="*/ 2756 h 5513"/>
              <a:gd name="T34" fmla="*/ 1380 w 5514"/>
              <a:gd name="T35" fmla="*/ 1774 h 5513"/>
              <a:gd name="T36" fmla="*/ 3742 w 5514"/>
              <a:gd name="T37" fmla="*/ 4133 h 5513"/>
              <a:gd name="T38" fmla="*/ 2757 w 5514"/>
              <a:gd name="T39" fmla="*/ 5118 h 5513"/>
              <a:gd name="T40" fmla="*/ 3151 w 5514"/>
              <a:gd name="T41" fmla="*/ 5513 h 5513"/>
              <a:gd name="T42" fmla="*/ 3546 w 5514"/>
              <a:gd name="T43" fmla="*/ 5118 h 5513"/>
              <a:gd name="T44" fmla="*/ 3940 w 5514"/>
              <a:gd name="T45" fmla="*/ 5513 h 5513"/>
              <a:gd name="T46" fmla="*/ 4528 w 5514"/>
              <a:gd name="T47" fmla="*/ 4922 h 5513"/>
              <a:gd name="T48" fmla="*/ 4923 w 5514"/>
              <a:gd name="T49" fmla="*/ 5317 h 5513"/>
              <a:gd name="T50" fmla="*/ 5317 w 5514"/>
              <a:gd name="T51" fmla="*/ 4922 h 5513"/>
              <a:gd name="T52" fmla="*/ 4923 w 5514"/>
              <a:gd name="T53" fmla="*/ 4528 h 5513"/>
              <a:gd name="T54" fmla="*/ 5514 w 5514"/>
              <a:gd name="T55" fmla="*/ 3940 h 5513"/>
              <a:gd name="T56" fmla="*/ 5119 w 5514"/>
              <a:gd name="T57" fmla="*/ 3545 h 5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5514" h="5513">
                <a:moveTo>
                  <a:pt x="5119" y="3545"/>
                </a:moveTo>
                <a:lnTo>
                  <a:pt x="5514" y="3151"/>
                </a:lnTo>
                <a:lnTo>
                  <a:pt x="5119" y="2756"/>
                </a:lnTo>
                <a:lnTo>
                  <a:pt x="4134" y="3741"/>
                </a:lnTo>
                <a:lnTo>
                  <a:pt x="1774" y="1379"/>
                </a:lnTo>
                <a:lnTo>
                  <a:pt x="2757" y="394"/>
                </a:lnTo>
                <a:lnTo>
                  <a:pt x="2362" y="0"/>
                </a:lnTo>
                <a:lnTo>
                  <a:pt x="1968" y="394"/>
                </a:lnTo>
                <a:lnTo>
                  <a:pt x="1573" y="0"/>
                </a:lnTo>
                <a:lnTo>
                  <a:pt x="985" y="590"/>
                </a:lnTo>
                <a:lnTo>
                  <a:pt x="591" y="196"/>
                </a:lnTo>
                <a:lnTo>
                  <a:pt x="196" y="590"/>
                </a:lnTo>
                <a:lnTo>
                  <a:pt x="591" y="985"/>
                </a:lnTo>
                <a:lnTo>
                  <a:pt x="0" y="1573"/>
                </a:lnTo>
                <a:lnTo>
                  <a:pt x="395" y="1967"/>
                </a:lnTo>
                <a:lnTo>
                  <a:pt x="0" y="2362"/>
                </a:lnTo>
                <a:lnTo>
                  <a:pt x="395" y="2756"/>
                </a:lnTo>
                <a:lnTo>
                  <a:pt x="1380" y="1774"/>
                </a:lnTo>
                <a:lnTo>
                  <a:pt x="3742" y="4133"/>
                </a:lnTo>
                <a:lnTo>
                  <a:pt x="2757" y="5118"/>
                </a:lnTo>
                <a:lnTo>
                  <a:pt x="3151" y="5513"/>
                </a:lnTo>
                <a:lnTo>
                  <a:pt x="3546" y="5118"/>
                </a:lnTo>
                <a:lnTo>
                  <a:pt x="3940" y="5513"/>
                </a:lnTo>
                <a:lnTo>
                  <a:pt x="4528" y="4922"/>
                </a:lnTo>
                <a:lnTo>
                  <a:pt x="4923" y="5317"/>
                </a:lnTo>
                <a:lnTo>
                  <a:pt x="5317" y="4922"/>
                </a:lnTo>
                <a:lnTo>
                  <a:pt x="4923" y="4528"/>
                </a:lnTo>
                <a:lnTo>
                  <a:pt x="5514" y="3940"/>
                </a:lnTo>
                <a:lnTo>
                  <a:pt x="5119" y="354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8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 Breakfas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6 w 2100"/>
              <a:gd name="T1" fmla="*/ 0 h 2100"/>
              <a:gd name="T2" fmla="*/ 0 w 2100"/>
              <a:gd name="T3" fmla="*/ 0 h 2100"/>
              <a:gd name="T4" fmla="*/ 0 w 2100"/>
              <a:gd name="T5" fmla="*/ 1167 h 2100"/>
              <a:gd name="T6" fmla="*/ 466 w 2100"/>
              <a:gd name="T7" fmla="*/ 1633 h 2100"/>
              <a:gd name="T8" fmla="*/ 1166 w 2100"/>
              <a:gd name="T9" fmla="*/ 1633 h 2100"/>
              <a:gd name="T10" fmla="*/ 1633 w 2100"/>
              <a:gd name="T11" fmla="*/ 1167 h 2100"/>
              <a:gd name="T12" fmla="*/ 1633 w 2100"/>
              <a:gd name="T13" fmla="*/ 817 h 2100"/>
              <a:gd name="T14" fmla="*/ 1866 w 2100"/>
              <a:gd name="T15" fmla="*/ 817 h 2100"/>
              <a:gd name="T16" fmla="*/ 2100 w 2100"/>
              <a:gd name="T17" fmla="*/ 583 h 2100"/>
              <a:gd name="T18" fmla="*/ 2100 w 2100"/>
              <a:gd name="T19" fmla="*/ 233 h 2100"/>
              <a:gd name="T20" fmla="*/ 1866 w 2100"/>
              <a:gd name="T21" fmla="*/ 0 h 2100"/>
              <a:gd name="T22" fmla="*/ 1866 w 2100"/>
              <a:gd name="T23" fmla="*/ 583 h 2100"/>
              <a:gd name="T24" fmla="*/ 1633 w 2100"/>
              <a:gd name="T25" fmla="*/ 583 h 2100"/>
              <a:gd name="T26" fmla="*/ 1633 w 2100"/>
              <a:gd name="T27" fmla="*/ 233 h 2100"/>
              <a:gd name="T28" fmla="*/ 1866 w 2100"/>
              <a:gd name="T29" fmla="*/ 233 h 2100"/>
              <a:gd name="T30" fmla="*/ 1866 w 2100"/>
              <a:gd name="T31" fmla="*/ 583 h 2100"/>
              <a:gd name="T32" fmla="*/ 0 w 2100"/>
              <a:gd name="T33" fmla="*/ 1867 h 2100"/>
              <a:gd name="T34" fmla="*/ 1866 w 2100"/>
              <a:gd name="T35" fmla="*/ 1867 h 2100"/>
              <a:gd name="T36" fmla="*/ 1866 w 2100"/>
              <a:gd name="T37" fmla="*/ 2100 h 2100"/>
              <a:gd name="T38" fmla="*/ 0 w 2100"/>
              <a:gd name="T39" fmla="*/ 2100 h 2100"/>
              <a:gd name="T40" fmla="*/ 0 w 2100"/>
              <a:gd name="T41" fmla="*/ 18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00" h="2100">
                <a:moveTo>
                  <a:pt x="1866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167"/>
                  <a:pt x="0" y="1167"/>
                  <a:pt x="0" y="1167"/>
                </a:cubicBezTo>
                <a:cubicBezTo>
                  <a:pt x="0" y="1424"/>
                  <a:pt x="209" y="1633"/>
                  <a:pt x="466" y="1633"/>
                </a:cubicBezTo>
                <a:cubicBezTo>
                  <a:pt x="1166" y="1633"/>
                  <a:pt x="1166" y="1633"/>
                  <a:pt x="1166" y="1633"/>
                </a:cubicBezTo>
                <a:cubicBezTo>
                  <a:pt x="1424" y="1633"/>
                  <a:pt x="1633" y="1424"/>
                  <a:pt x="1633" y="1167"/>
                </a:cubicBezTo>
                <a:cubicBezTo>
                  <a:pt x="1633" y="817"/>
                  <a:pt x="1633" y="817"/>
                  <a:pt x="1633" y="817"/>
                </a:cubicBezTo>
                <a:cubicBezTo>
                  <a:pt x="1866" y="817"/>
                  <a:pt x="1866" y="817"/>
                  <a:pt x="1866" y="817"/>
                </a:cubicBezTo>
                <a:cubicBezTo>
                  <a:pt x="1996" y="817"/>
                  <a:pt x="2100" y="712"/>
                  <a:pt x="2100" y="583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4"/>
                  <a:pt x="1996" y="0"/>
                  <a:pt x="1866" y="0"/>
                </a:cubicBezTo>
                <a:close/>
                <a:moveTo>
                  <a:pt x="1866" y="583"/>
                </a:moveTo>
                <a:cubicBezTo>
                  <a:pt x="1633" y="583"/>
                  <a:pt x="1633" y="583"/>
                  <a:pt x="1633" y="583"/>
                </a:cubicBezTo>
                <a:cubicBezTo>
                  <a:pt x="1633" y="233"/>
                  <a:pt x="1633" y="233"/>
                  <a:pt x="1633" y="233"/>
                </a:cubicBezTo>
                <a:cubicBezTo>
                  <a:pt x="1866" y="233"/>
                  <a:pt x="1866" y="233"/>
                  <a:pt x="1866" y="233"/>
                </a:cubicBezTo>
                <a:lnTo>
                  <a:pt x="1866" y="583"/>
                </a:lnTo>
                <a:close/>
                <a:moveTo>
                  <a:pt x="0" y="1867"/>
                </a:moveTo>
                <a:cubicBezTo>
                  <a:pt x="1866" y="1867"/>
                  <a:pt x="1866" y="1867"/>
                  <a:pt x="1866" y="1867"/>
                </a:cubicBezTo>
                <a:cubicBezTo>
                  <a:pt x="1866" y="2100"/>
                  <a:pt x="1866" y="2100"/>
                  <a:pt x="1866" y="2100"/>
                </a:cubicBezTo>
                <a:cubicBezTo>
                  <a:pt x="0" y="2100"/>
                  <a:pt x="0" y="2100"/>
                  <a:pt x="0" y="2100"/>
                </a:cubicBezTo>
                <a:lnTo>
                  <a:pt x="0" y="18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8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lf Cours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77292" cy="914400"/>
          </a:xfrm>
          <a:custGeom>
            <a:avLst/>
            <a:gdLst>
              <a:gd name="T0" fmla="*/ 5471 w 6000"/>
              <a:gd name="T1" fmla="*/ 5647 h 7058"/>
              <a:gd name="T2" fmla="*/ 6000 w 6000"/>
              <a:gd name="T3" fmla="*/ 6176 h 7058"/>
              <a:gd name="T4" fmla="*/ 5471 w 6000"/>
              <a:gd name="T5" fmla="*/ 6705 h 7058"/>
              <a:gd name="T6" fmla="*/ 4941 w 6000"/>
              <a:gd name="T7" fmla="*/ 6176 h 7058"/>
              <a:gd name="T8" fmla="*/ 5471 w 6000"/>
              <a:gd name="T9" fmla="*/ 5647 h 7058"/>
              <a:gd name="T10" fmla="*/ 4588 w 6000"/>
              <a:gd name="T11" fmla="*/ 1383 h 7058"/>
              <a:gd name="T12" fmla="*/ 1765 w 6000"/>
              <a:gd name="T13" fmla="*/ 0 h 7058"/>
              <a:gd name="T14" fmla="*/ 1765 w 6000"/>
              <a:gd name="T15" fmla="*/ 6353 h 7058"/>
              <a:gd name="T16" fmla="*/ 1059 w 6000"/>
              <a:gd name="T17" fmla="*/ 6353 h 7058"/>
              <a:gd name="T18" fmla="*/ 1059 w 6000"/>
              <a:gd name="T19" fmla="*/ 5742 h 7058"/>
              <a:gd name="T20" fmla="*/ 0 w 6000"/>
              <a:gd name="T21" fmla="*/ 6353 h 7058"/>
              <a:gd name="T22" fmla="*/ 2118 w 6000"/>
              <a:gd name="T23" fmla="*/ 7058 h 7058"/>
              <a:gd name="T24" fmla="*/ 4235 w 6000"/>
              <a:gd name="T25" fmla="*/ 6353 h 7058"/>
              <a:gd name="T26" fmla="*/ 2471 w 6000"/>
              <a:gd name="T27" fmla="*/ 5657 h 7058"/>
              <a:gd name="T28" fmla="*/ 2471 w 6000"/>
              <a:gd name="T29" fmla="*/ 2463 h 7058"/>
              <a:gd name="T30" fmla="*/ 4588 w 6000"/>
              <a:gd name="T31" fmla="*/ 1383 h 70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6000" h="7058">
                <a:moveTo>
                  <a:pt x="5471" y="5647"/>
                </a:moveTo>
                <a:cubicBezTo>
                  <a:pt x="5763" y="5647"/>
                  <a:pt x="6000" y="5884"/>
                  <a:pt x="6000" y="6176"/>
                </a:cubicBezTo>
                <a:cubicBezTo>
                  <a:pt x="6000" y="6468"/>
                  <a:pt x="5763" y="6705"/>
                  <a:pt x="5471" y="6705"/>
                </a:cubicBezTo>
                <a:cubicBezTo>
                  <a:pt x="5178" y="6705"/>
                  <a:pt x="4941" y="6468"/>
                  <a:pt x="4941" y="6176"/>
                </a:cubicBezTo>
                <a:cubicBezTo>
                  <a:pt x="4941" y="5884"/>
                  <a:pt x="5178" y="5647"/>
                  <a:pt x="5471" y="5647"/>
                </a:cubicBezTo>
                <a:close/>
                <a:moveTo>
                  <a:pt x="4588" y="1383"/>
                </a:moveTo>
                <a:cubicBezTo>
                  <a:pt x="1765" y="0"/>
                  <a:pt x="1765" y="0"/>
                  <a:pt x="1765" y="0"/>
                </a:cubicBezTo>
                <a:cubicBezTo>
                  <a:pt x="1765" y="6353"/>
                  <a:pt x="1765" y="6353"/>
                  <a:pt x="1765" y="6353"/>
                </a:cubicBezTo>
                <a:cubicBezTo>
                  <a:pt x="1059" y="6353"/>
                  <a:pt x="1059" y="6353"/>
                  <a:pt x="1059" y="6353"/>
                </a:cubicBezTo>
                <a:cubicBezTo>
                  <a:pt x="1059" y="5742"/>
                  <a:pt x="1059" y="5742"/>
                  <a:pt x="1059" y="5742"/>
                </a:cubicBezTo>
                <a:cubicBezTo>
                  <a:pt x="427" y="5866"/>
                  <a:pt x="0" y="6091"/>
                  <a:pt x="0" y="6353"/>
                </a:cubicBezTo>
                <a:cubicBezTo>
                  <a:pt x="0" y="6741"/>
                  <a:pt x="949" y="7058"/>
                  <a:pt x="2118" y="7058"/>
                </a:cubicBezTo>
                <a:cubicBezTo>
                  <a:pt x="3286" y="7058"/>
                  <a:pt x="4235" y="6741"/>
                  <a:pt x="4235" y="6353"/>
                </a:cubicBezTo>
                <a:cubicBezTo>
                  <a:pt x="4235" y="6003"/>
                  <a:pt x="3473" y="5714"/>
                  <a:pt x="2471" y="5657"/>
                </a:cubicBezTo>
                <a:cubicBezTo>
                  <a:pt x="2471" y="2463"/>
                  <a:pt x="2471" y="2463"/>
                  <a:pt x="2471" y="2463"/>
                </a:cubicBezTo>
                <a:lnTo>
                  <a:pt x="4588" y="13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8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ot Tub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8722"/>
          </a:xfrm>
          <a:custGeom>
            <a:avLst/>
            <a:gdLst>
              <a:gd name="T0" fmla="*/ 2100 w 6000"/>
              <a:gd name="T1" fmla="*/ 900 h 5700"/>
              <a:gd name="T2" fmla="*/ 900 w 6000"/>
              <a:gd name="T3" fmla="*/ 900 h 5700"/>
              <a:gd name="T4" fmla="*/ 2745 w 6000"/>
              <a:gd name="T5" fmla="*/ 2700 h 5700"/>
              <a:gd name="T6" fmla="*/ 2079 w 6000"/>
              <a:gd name="T7" fmla="*/ 2019 h 5700"/>
              <a:gd name="T8" fmla="*/ 1584 w 6000"/>
              <a:gd name="T9" fmla="*/ 1800 h 5700"/>
              <a:gd name="T10" fmla="*/ 900 w 6000"/>
              <a:gd name="T11" fmla="*/ 2475 h 5700"/>
              <a:gd name="T12" fmla="*/ 0 w 6000"/>
              <a:gd name="T13" fmla="*/ 2700 h 5700"/>
              <a:gd name="T14" fmla="*/ 600 w 6000"/>
              <a:gd name="T15" fmla="*/ 5700 h 5700"/>
              <a:gd name="T16" fmla="*/ 6000 w 6000"/>
              <a:gd name="T17" fmla="*/ 5100 h 5700"/>
              <a:gd name="T18" fmla="*/ 2745 w 6000"/>
              <a:gd name="T19" fmla="*/ 2700 h 5700"/>
              <a:gd name="T20" fmla="*/ 900 w 6000"/>
              <a:gd name="T21" fmla="*/ 5100 h 5700"/>
              <a:gd name="T22" fmla="*/ 1500 w 6000"/>
              <a:gd name="T23" fmla="*/ 3300 h 5700"/>
              <a:gd name="T24" fmla="*/ 2700 w 6000"/>
              <a:gd name="T25" fmla="*/ 5100 h 5700"/>
              <a:gd name="T26" fmla="*/ 2100 w 6000"/>
              <a:gd name="T27" fmla="*/ 3300 h 5700"/>
              <a:gd name="T28" fmla="*/ 2700 w 6000"/>
              <a:gd name="T29" fmla="*/ 5100 h 5700"/>
              <a:gd name="T30" fmla="*/ 3300 w 6000"/>
              <a:gd name="T31" fmla="*/ 5100 h 5700"/>
              <a:gd name="T32" fmla="*/ 3900 w 6000"/>
              <a:gd name="T33" fmla="*/ 3300 h 5700"/>
              <a:gd name="T34" fmla="*/ 5100 w 6000"/>
              <a:gd name="T35" fmla="*/ 5100 h 5700"/>
              <a:gd name="T36" fmla="*/ 4500 w 6000"/>
              <a:gd name="T37" fmla="*/ 3300 h 5700"/>
              <a:gd name="T38" fmla="*/ 5100 w 6000"/>
              <a:gd name="T39" fmla="*/ 5100 h 5700"/>
              <a:gd name="T40" fmla="*/ 4974 w 6000"/>
              <a:gd name="T41" fmla="*/ 837 h 5700"/>
              <a:gd name="T42" fmla="*/ 4800 w 6000"/>
              <a:gd name="T43" fmla="*/ 0 h 5700"/>
              <a:gd name="T44" fmla="*/ 4215 w 6000"/>
              <a:gd name="T45" fmla="*/ 129 h 5700"/>
              <a:gd name="T46" fmla="*/ 4626 w 6000"/>
              <a:gd name="T47" fmla="*/ 1263 h 5700"/>
              <a:gd name="T48" fmla="*/ 4794 w 6000"/>
              <a:gd name="T49" fmla="*/ 2100 h 5700"/>
              <a:gd name="T50" fmla="*/ 5385 w 6000"/>
              <a:gd name="T51" fmla="*/ 1971 h 5700"/>
              <a:gd name="T52" fmla="*/ 3795 w 6000"/>
              <a:gd name="T53" fmla="*/ 858 h 5700"/>
              <a:gd name="T54" fmla="*/ 3573 w 6000"/>
              <a:gd name="T55" fmla="*/ 177 h 5700"/>
              <a:gd name="T56" fmla="*/ 3033 w 6000"/>
              <a:gd name="T57" fmla="*/ 0 h 5700"/>
              <a:gd name="T58" fmla="*/ 3405 w 6000"/>
              <a:gd name="T59" fmla="*/ 1245 h 5700"/>
              <a:gd name="T60" fmla="*/ 3627 w 6000"/>
              <a:gd name="T61" fmla="*/ 1923 h 5700"/>
              <a:gd name="T62" fmla="*/ 4167 w 6000"/>
              <a:gd name="T63" fmla="*/ 2100 h 5700"/>
              <a:gd name="T64" fmla="*/ 3795 w 6000"/>
              <a:gd name="T65" fmla="*/ 858 h 57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6000" h="5700">
                <a:moveTo>
                  <a:pt x="1500" y="300"/>
                </a:moveTo>
                <a:cubicBezTo>
                  <a:pt x="1831" y="300"/>
                  <a:pt x="2100" y="569"/>
                  <a:pt x="2100" y="900"/>
                </a:cubicBezTo>
                <a:cubicBezTo>
                  <a:pt x="2100" y="1231"/>
                  <a:pt x="1831" y="1500"/>
                  <a:pt x="1500" y="1500"/>
                </a:cubicBezTo>
                <a:cubicBezTo>
                  <a:pt x="1169" y="1500"/>
                  <a:pt x="900" y="1231"/>
                  <a:pt x="900" y="900"/>
                </a:cubicBezTo>
                <a:cubicBezTo>
                  <a:pt x="900" y="569"/>
                  <a:pt x="1169" y="300"/>
                  <a:pt x="1500" y="300"/>
                </a:cubicBezTo>
                <a:close/>
                <a:moveTo>
                  <a:pt x="2745" y="2700"/>
                </a:moveTo>
                <a:cubicBezTo>
                  <a:pt x="2652" y="2634"/>
                  <a:pt x="2568" y="2562"/>
                  <a:pt x="2499" y="2484"/>
                </a:cubicBezTo>
                <a:cubicBezTo>
                  <a:pt x="2079" y="2019"/>
                  <a:pt x="2079" y="2019"/>
                  <a:pt x="2079" y="2019"/>
                </a:cubicBezTo>
                <a:cubicBezTo>
                  <a:pt x="2022" y="1956"/>
                  <a:pt x="1950" y="1905"/>
                  <a:pt x="1872" y="1869"/>
                </a:cubicBezTo>
                <a:cubicBezTo>
                  <a:pt x="1785" y="1827"/>
                  <a:pt x="1686" y="1800"/>
                  <a:pt x="1584" y="1800"/>
                </a:cubicBezTo>
                <a:cubicBezTo>
                  <a:pt x="1575" y="1800"/>
                  <a:pt x="1575" y="1800"/>
                  <a:pt x="1575" y="1800"/>
                </a:cubicBezTo>
                <a:cubicBezTo>
                  <a:pt x="1203" y="1800"/>
                  <a:pt x="900" y="2103"/>
                  <a:pt x="900" y="2475"/>
                </a:cubicBezTo>
                <a:cubicBezTo>
                  <a:pt x="900" y="2700"/>
                  <a:pt x="900" y="2700"/>
                  <a:pt x="900" y="2700"/>
                </a:cubicBezTo>
                <a:cubicBezTo>
                  <a:pt x="0" y="2700"/>
                  <a:pt x="0" y="2700"/>
                  <a:pt x="0" y="2700"/>
                </a:cubicBezTo>
                <a:cubicBezTo>
                  <a:pt x="0" y="5100"/>
                  <a:pt x="0" y="5100"/>
                  <a:pt x="0" y="5100"/>
                </a:cubicBezTo>
                <a:cubicBezTo>
                  <a:pt x="0" y="5430"/>
                  <a:pt x="270" y="5700"/>
                  <a:pt x="600" y="5700"/>
                </a:cubicBezTo>
                <a:cubicBezTo>
                  <a:pt x="5400" y="5700"/>
                  <a:pt x="5400" y="5700"/>
                  <a:pt x="5400" y="5700"/>
                </a:cubicBezTo>
                <a:cubicBezTo>
                  <a:pt x="5730" y="5700"/>
                  <a:pt x="6000" y="5430"/>
                  <a:pt x="6000" y="5100"/>
                </a:cubicBezTo>
                <a:cubicBezTo>
                  <a:pt x="6000" y="2700"/>
                  <a:pt x="6000" y="2700"/>
                  <a:pt x="6000" y="2700"/>
                </a:cubicBezTo>
                <a:lnTo>
                  <a:pt x="2745" y="2700"/>
                </a:lnTo>
                <a:close/>
                <a:moveTo>
                  <a:pt x="1500" y="5100"/>
                </a:moveTo>
                <a:cubicBezTo>
                  <a:pt x="900" y="5100"/>
                  <a:pt x="900" y="5100"/>
                  <a:pt x="900" y="5100"/>
                </a:cubicBezTo>
                <a:cubicBezTo>
                  <a:pt x="900" y="3300"/>
                  <a:pt x="900" y="3300"/>
                  <a:pt x="900" y="3300"/>
                </a:cubicBezTo>
                <a:cubicBezTo>
                  <a:pt x="1500" y="3300"/>
                  <a:pt x="1500" y="3300"/>
                  <a:pt x="1500" y="3300"/>
                </a:cubicBezTo>
                <a:lnTo>
                  <a:pt x="1500" y="5100"/>
                </a:lnTo>
                <a:close/>
                <a:moveTo>
                  <a:pt x="2700" y="5100"/>
                </a:moveTo>
                <a:cubicBezTo>
                  <a:pt x="2100" y="5100"/>
                  <a:pt x="2100" y="5100"/>
                  <a:pt x="2100" y="5100"/>
                </a:cubicBezTo>
                <a:cubicBezTo>
                  <a:pt x="2100" y="3300"/>
                  <a:pt x="2100" y="3300"/>
                  <a:pt x="2100" y="3300"/>
                </a:cubicBezTo>
                <a:cubicBezTo>
                  <a:pt x="2700" y="3300"/>
                  <a:pt x="2700" y="3300"/>
                  <a:pt x="2700" y="3300"/>
                </a:cubicBezTo>
                <a:lnTo>
                  <a:pt x="2700" y="5100"/>
                </a:lnTo>
                <a:close/>
                <a:moveTo>
                  <a:pt x="3900" y="5100"/>
                </a:moveTo>
                <a:cubicBezTo>
                  <a:pt x="3300" y="5100"/>
                  <a:pt x="3300" y="5100"/>
                  <a:pt x="3300" y="5100"/>
                </a:cubicBezTo>
                <a:cubicBezTo>
                  <a:pt x="3300" y="3300"/>
                  <a:pt x="3300" y="3300"/>
                  <a:pt x="3300" y="3300"/>
                </a:cubicBezTo>
                <a:cubicBezTo>
                  <a:pt x="3900" y="3300"/>
                  <a:pt x="3900" y="3300"/>
                  <a:pt x="3900" y="3300"/>
                </a:cubicBezTo>
                <a:lnTo>
                  <a:pt x="3900" y="5100"/>
                </a:lnTo>
                <a:close/>
                <a:moveTo>
                  <a:pt x="5100" y="5100"/>
                </a:moveTo>
                <a:cubicBezTo>
                  <a:pt x="4500" y="5100"/>
                  <a:pt x="4500" y="5100"/>
                  <a:pt x="4500" y="5100"/>
                </a:cubicBezTo>
                <a:cubicBezTo>
                  <a:pt x="4500" y="3300"/>
                  <a:pt x="4500" y="3300"/>
                  <a:pt x="4500" y="3300"/>
                </a:cubicBezTo>
                <a:cubicBezTo>
                  <a:pt x="5100" y="3300"/>
                  <a:pt x="5100" y="3300"/>
                  <a:pt x="5100" y="3300"/>
                </a:cubicBezTo>
                <a:lnTo>
                  <a:pt x="5100" y="5100"/>
                </a:lnTo>
                <a:close/>
                <a:moveTo>
                  <a:pt x="4995" y="858"/>
                </a:moveTo>
                <a:cubicBezTo>
                  <a:pt x="4974" y="837"/>
                  <a:pt x="4974" y="837"/>
                  <a:pt x="4974" y="837"/>
                </a:cubicBezTo>
                <a:cubicBezTo>
                  <a:pt x="4803" y="651"/>
                  <a:pt x="4728" y="414"/>
                  <a:pt x="4773" y="177"/>
                </a:cubicBezTo>
                <a:cubicBezTo>
                  <a:pt x="4800" y="0"/>
                  <a:pt x="4800" y="0"/>
                  <a:pt x="4800" y="0"/>
                </a:cubicBezTo>
                <a:cubicBezTo>
                  <a:pt x="4233" y="0"/>
                  <a:pt x="4233" y="0"/>
                  <a:pt x="4233" y="0"/>
                </a:cubicBezTo>
                <a:cubicBezTo>
                  <a:pt x="4215" y="129"/>
                  <a:pt x="4215" y="129"/>
                  <a:pt x="4215" y="129"/>
                </a:cubicBezTo>
                <a:cubicBezTo>
                  <a:pt x="4155" y="537"/>
                  <a:pt x="4296" y="942"/>
                  <a:pt x="4605" y="1245"/>
                </a:cubicBezTo>
                <a:cubicBezTo>
                  <a:pt x="4626" y="1263"/>
                  <a:pt x="4626" y="1263"/>
                  <a:pt x="4626" y="1263"/>
                </a:cubicBezTo>
                <a:cubicBezTo>
                  <a:pt x="4797" y="1449"/>
                  <a:pt x="4872" y="1686"/>
                  <a:pt x="4827" y="1923"/>
                </a:cubicBezTo>
                <a:cubicBezTo>
                  <a:pt x="4794" y="2100"/>
                  <a:pt x="4794" y="2100"/>
                  <a:pt x="4794" y="2100"/>
                </a:cubicBezTo>
                <a:cubicBezTo>
                  <a:pt x="5367" y="2100"/>
                  <a:pt x="5367" y="2100"/>
                  <a:pt x="5367" y="2100"/>
                </a:cubicBezTo>
                <a:cubicBezTo>
                  <a:pt x="5385" y="1971"/>
                  <a:pt x="5385" y="1971"/>
                  <a:pt x="5385" y="1971"/>
                </a:cubicBezTo>
                <a:cubicBezTo>
                  <a:pt x="5448" y="1563"/>
                  <a:pt x="5304" y="1158"/>
                  <a:pt x="4995" y="858"/>
                </a:cubicBezTo>
                <a:close/>
                <a:moveTo>
                  <a:pt x="3795" y="858"/>
                </a:moveTo>
                <a:cubicBezTo>
                  <a:pt x="3774" y="837"/>
                  <a:pt x="3774" y="837"/>
                  <a:pt x="3774" y="837"/>
                </a:cubicBezTo>
                <a:cubicBezTo>
                  <a:pt x="3603" y="651"/>
                  <a:pt x="3528" y="414"/>
                  <a:pt x="3573" y="177"/>
                </a:cubicBezTo>
                <a:cubicBezTo>
                  <a:pt x="3600" y="0"/>
                  <a:pt x="3600" y="0"/>
                  <a:pt x="3600" y="0"/>
                </a:cubicBezTo>
                <a:cubicBezTo>
                  <a:pt x="3033" y="0"/>
                  <a:pt x="3033" y="0"/>
                  <a:pt x="3033" y="0"/>
                </a:cubicBezTo>
                <a:cubicBezTo>
                  <a:pt x="3015" y="129"/>
                  <a:pt x="3015" y="129"/>
                  <a:pt x="3015" y="129"/>
                </a:cubicBezTo>
                <a:cubicBezTo>
                  <a:pt x="2955" y="537"/>
                  <a:pt x="3096" y="942"/>
                  <a:pt x="3405" y="1245"/>
                </a:cubicBezTo>
                <a:cubicBezTo>
                  <a:pt x="3426" y="1263"/>
                  <a:pt x="3426" y="1263"/>
                  <a:pt x="3426" y="1263"/>
                </a:cubicBezTo>
                <a:cubicBezTo>
                  <a:pt x="3597" y="1449"/>
                  <a:pt x="3672" y="1686"/>
                  <a:pt x="3627" y="1923"/>
                </a:cubicBezTo>
                <a:cubicBezTo>
                  <a:pt x="3594" y="2100"/>
                  <a:pt x="3594" y="2100"/>
                  <a:pt x="3594" y="2100"/>
                </a:cubicBezTo>
                <a:cubicBezTo>
                  <a:pt x="4167" y="2100"/>
                  <a:pt x="4167" y="2100"/>
                  <a:pt x="4167" y="2100"/>
                </a:cubicBezTo>
                <a:cubicBezTo>
                  <a:pt x="4185" y="1971"/>
                  <a:pt x="4185" y="1971"/>
                  <a:pt x="4185" y="1971"/>
                </a:cubicBezTo>
                <a:cubicBezTo>
                  <a:pt x="4248" y="1563"/>
                  <a:pt x="4104" y="1158"/>
                  <a:pt x="3795" y="85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8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Kitche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31122" cy="914400"/>
          </a:xfrm>
          <a:custGeom>
            <a:avLst/>
            <a:gdLst>
              <a:gd name="T0" fmla="*/ 1633 w 1866"/>
              <a:gd name="T1" fmla="*/ 1 h 2334"/>
              <a:gd name="T2" fmla="*/ 233 w 1866"/>
              <a:gd name="T3" fmla="*/ 0 h 2334"/>
              <a:gd name="T4" fmla="*/ 0 w 1866"/>
              <a:gd name="T5" fmla="*/ 234 h 2334"/>
              <a:gd name="T6" fmla="*/ 0 w 1866"/>
              <a:gd name="T7" fmla="*/ 2100 h 2334"/>
              <a:gd name="T8" fmla="*/ 233 w 1866"/>
              <a:gd name="T9" fmla="*/ 2334 h 2334"/>
              <a:gd name="T10" fmla="*/ 1633 w 1866"/>
              <a:gd name="T11" fmla="*/ 2334 h 2334"/>
              <a:gd name="T12" fmla="*/ 1866 w 1866"/>
              <a:gd name="T13" fmla="*/ 2100 h 2334"/>
              <a:gd name="T14" fmla="*/ 1866 w 1866"/>
              <a:gd name="T15" fmla="*/ 234 h 2334"/>
              <a:gd name="T16" fmla="*/ 1633 w 1866"/>
              <a:gd name="T17" fmla="*/ 1 h 2334"/>
              <a:gd name="T18" fmla="*/ 1633 w 1866"/>
              <a:gd name="T19" fmla="*/ 2100 h 2334"/>
              <a:gd name="T20" fmla="*/ 233 w 1866"/>
              <a:gd name="T21" fmla="*/ 2100 h 2334"/>
              <a:gd name="T22" fmla="*/ 233 w 1866"/>
              <a:gd name="T23" fmla="*/ 1048 h 2334"/>
              <a:gd name="T24" fmla="*/ 1633 w 1866"/>
              <a:gd name="T25" fmla="*/ 1048 h 2334"/>
              <a:gd name="T26" fmla="*/ 1633 w 1866"/>
              <a:gd name="T27" fmla="*/ 2100 h 2334"/>
              <a:gd name="T28" fmla="*/ 1633 w 1866"/>
              <a:gd name="T29" fmla="*/ 817 h 2334"/>
              <a:gd name="T30" fmla="*/ 233 w 1866"/>
              <a:gd name="T31" fmla="*/ 817 h 2334"/>
              <a:gd name="T32" fmla="*/ 233 w 1866"/>
              <a:gd name="T33" fmla="*/ 234 h 2334"/>
              <a:gd name="T34" fmla="*/ 1633 w 1866"/>
              <a:gd name="T35" fmla="*/ 234 h 2334"/>
              <a:gd name="T36" fmla="*/ 1633 w 1866"/>
              <a:gd name="T37" fmla="*/ 817 h 2334"/>
              <a:gd name="T38" fmla="*/ 466 w 1866"/>
              <a:gd name="T39" fmla="*/ 350 h 2334"/>
              <a:gd name="T40" fmla="*/ 700 w 1866"/>
              <a:gd name="T41" fmla="*/ 350 h 2334"/>
              <a:gd name="T42" fmla="*/ 700 w 1866"/>
              <a:gd name="T43" fmla="*/ 700 h 2334"/>
              <a:gd name="T44" fmla="*/ 466 w 1866"/>
              <a:gd name="T45" fmla="*/ 700 h 2334"/>
              <a:gd name="T46" fmla="*/ 466 w 1866"/>
              <a:gd name="T47" fmla="*/ 350 h 2334"/>
              <a:gd name="T48" fmla="*/ 466 w 1866"/>
              <a:gd name="T49" fmla="*/ 1167 h 2334"/>
              <a:gd name="T50" fmla="*/ 700 w 1866"/>
              <a:gd name="T51" fmla="*/ 1167 h 2334"/>
              <a:gd name="T52" fmla="*/ 700 w 1866"/>
              <a:gd name="T53" fmla="*/ 1750 h 2334"/>
              <a:gd name="T54" fmla="*/ 466 w 1866"/>
              <a:gd name="T55" fmla="*/ 1750 h 2334"/>
              <a:gd name="T56" fmla="*/ 466 w 1866"/>
              <a:gd name="T57" fmla="*/ 1167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866" h="2334">
                <a:moveTo>
                  <a:pt x="1633" y="1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4"/>
                  <a:pt x="0" y="234"/>
                </a:cubicBezTo>
                <a:cubicBezTo>
                  <a:pt x="0" y="2100"/>
                  <a:pt x="0" y="2100"/>
                  <a:pt x="0" y="2100"/>
                </a:cubicBezTo>
                <a:cubicBezTo>
                  <a:pt x="0" y="2229"/>
                  <a:pt x="105" y="2334"/>
                  <a:pt x="233" y="2334"/>
                </a:cubicBezTo>
                <a:cubicBezTo>
                  <a:pt x="1633" y="2334"/>
                  <a:pt x="1633" y="2334"/>
                  <a:pt x="1633" y="2334"/>
                </a:cubicBezTo>
                <a:cubicBezTo>
                  <a:pt x="1761" y="2334"/>
                  <a:pt x="1866" y="2229"/>
                  <a:pt x="1866" y="2100"/>
                </a:cubicBezTo>
                <a:cubicBezTo>
                  <a:pt x="1866" y="234"/>
                  <a:pt x="1866" y="234"/>
                  <a:pt x="1866" y="234"/>
                </a:cubicBezTo>
                <a:cubicBezTo>
                  <a:pt x="1866" y="104"/>
                  <a:pt x="1761" y="1"/>
                  <a:pt x="1633" y="1"/>
                </a:cubicBezTo>
                <a:close/>
                <a:moveTo>
                  <a:pt x="1633" y="2100"/>
                </a:moveTo>
                <a:cubicBezTo>
                  <a:pt x="233" y="2100"/>
                  <a:pt x="233" y="2100"/>
                  <a:pt x="233" y="2100"/>
                </a:cubicBezTo>
                <a:cubicBezTo>
                  <a:pt x="233" y="1048"/>
                  <a:pt x="233" y="1048"/>
                  <a:pt x="233" y="1048"/>
                </a:cubicBezTo>
                <a:cubicBezTo>
                  <a:pt x="1633" y="1048"/>
                  <a:pt x="1633" y="1048"/>
                  <a:pt x="1633" y="1048"/>
                </a:cubicBezTo>
                <a:lnTo>
                  <a:pt x="1633" y="2100"/>
                </a:lnTo>
                <a:close/>
                <a:moveTo>
                  <a:pt x="1633" y="817"/>
                </a:moveTo>
                <a:cubicBezTo>
                  <a:pt x="233" y="817"/>
                  <a:pt x="233" y="817"/>
                  <a:pt x="233" y="817"/>
                </a:cubicBezTo>
                <a:cubicBezTo>
                  <a:pt x="233" y="234"/>
                  <a:pt x="233" y="234"/>
                  <a:pt x="233" y="234"/>
                </a:cubicBezTo>
                <a:cubicBezTo>
                  <a:pt x="1633" y="234"/>
                  <a:pt x="1633" y="234"/>
                  <a:pt x="1633" y="234"/>
                </a:cubicBezTo>
                <a:lnTo>
                  <a:pt x="1633" y="817"/>
                </a:lnTo>
                <a:close/>
                <a:moveTo>
                  <a:pt x="466" y="350"/>
                </a:moveTo>
                <a:cubicBezTo>
                  <a:pt x="700" y="350"/>
                  <a:pt x="700" y="350"/>
                  <a:pt x="700" y="350"/>
                </a:cubicBezTo>
                <a:cubicBezTo>
                  <a:pt x="700" y="700"/>
                  <a:pt x="700" y="700"/>
                  <a:pt x="700" y="700"/>
                </a:cubicBezTo>
                <a:cubicBezTo>
                  <a:pt x="466" y="700"/>
                  <a:pt x="466" y="700"/>
                  <a:pt x="466" y="700"/>
                </a:cubicBezTo>
                <a:lnTo>
                  <a:pt x="466" y="350"/>
                </a:lnTo>
                <a:close/>
                <a:moveTo>
                  <a:pt x="466" y="1167"/>
                </a:moveTo>
                <a:cubicBezTo>
                  <a:pt x="700" y="1167"/>
                  <a:pt x="700" y="1167"/>
                  <a:pt x="700" y="1167"/>
                </a:cubicBezTo>
                <a:cubicBezTo>
                  <a:pt x="700" y="1750"/>
                  <a:pt x="700" y="1750"/>
                  <a:pt x="700" y="1750"/>
                </a:cubicBezTo>
                <a:cubicBezTo>
                  <a:pt x="466" y="1750"/>
                  <a:pt x="466" y="1750"/>
                  <a:pt x="466" y="1750"/>
                </a:cubicBezTo>
                <a:lnTo>
                  <a:pt x="466" y="11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8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o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3431"/>
          </a:xfrm>
          <a:custGeom>
            <a:avLst/>
            <a:gdLst>
              <a:gd name="T0" fmla="*/ 5346 w 6000"/>
              <a:gd name="T1" fmla="*/ 5211 h 5403"/>
              <a:gd name="T2" fmla="*/ 4656 w 6000"/>
              <a:gd name="T3" fmla="*/ 5211 h 5403"/>
              <a:gd name="T4" fmla="*/ 3348 w 6000"/>
              <a:gd name="T5" fmla="*/ 5211 h 5403"/>
              <a:gd name="T6" fmla="*/ 2658 w 6000"/>
              <a:gd name="T7" fmla="*/ 5211 h 5403"/>
              <a:gd name="T8" fmla="*/ 1347 w 6000"/>
              <a:gd name="T9" fmla="*/ 5211 h 5403"/>
              <a:gd name="T10" fmla="*/ 657 w 6000"/>
              <a:gd name="T11" fmla="*/ 5211 h 5403"/>
              <a:gd name="T12" fmla="*/ 0 w 6000"/>
              <a:gd name="T13" fmla="*/ 4803 h 5403"/>
              <a:gd name="T14" fmla="*/ 1002 w 6000"/>
              <a:gd name="T15" fmla="*/ 4503 h 5403"/>
              <a:gd name="T16" fmla="*/ 2001 w 6000"/>
              <a:gd name="T17" fmla="*/ 4803 h 5403"/>
              <a:gd name="T18" fmla="*/ 3003 w 6000"/>
              <a:gd name="T19" fmla="*/ 4503 h 5403"/>
              <a:gd name="T20" fmla="*/ 4002 w 6000"/>
              <a:gd name="T21" fmla="*/ 4803 h 5403"/>
              <a:gd name="T22" fmla="*/ 5001 w 6000"/>
              <a:gd name="T23" fmla="*/ 4503 h 5403"/>
              <a:gd name="T24" fmla="*/ 6000 w 6000"/>
              <a:gd name="T25" fmla="*/ 4803 h 5403"/>
              <a:gd name="T26" fmla="*/ 6000 w 6000"/>
              <a:gd name="T27" fmla="*/ 4053 h 5403"/>
              <a:gd name="T28" fmla="*/ 5001 w 6000"/>
              <a:gd name="T29" fmla="*/ 3753 h 5403"/>
              <a:gd name="T30" fmla="*/ 4002 w 6000"/>
              <a:gd name="T31" fmla="*/ 4053 h 5403"/>
              <a:gd name="T32" fmla="*/ 3003 w 6000"/>
              <a:gd name="T33" fmla="*/ 3753 h 5403"/>
              <a:gd name="T34" fmla="*/ 2004 w 6000"/>
              <a:gd name="T35" fmla="*/ 4053 h 5403"/>
              <a:gd name="T36" fmla="*/ 1005 w 6000"/>
              <a:gd name="T37" fmla="*/ 3753 h 5403"/>
              <a:gd name="T38" fmla="*/ 0 w 6000"/>
              <a:gd name="T39" fmla="*/ 4053 h 5403"/>
              <a:gd name="T40" fmla="*/ 345 w 6000"/>
              <a:gd name="T41" fmla="*/ 3345 h 5403"/>
              <a:gd name="T42" fmla="*/ 1653 w 6000"/>
              <a:gd name="T43" fmla="*/ 3345 h 5403"/>
              <a:gd name="T44" fmla="*/ 2343 w 6000"/>
              <a:gd name="T45" fmla="*/ 3345 h 5403"/>
              <a:gd name="T46" fmla="*/ 3651 w 6000"/>
              <a:gd name="T47" fmla="*/ 3345 h 5403"/>
              <a:gd name="T48" fmla="*/ 4341 w 6000"/>
              <a:gd name="T49" fmla="*/ 3345 h 5403"/>
              <a:gd name="T50" fmla="*/ 5649 w 6000"/>
              <a:gd name="T51" fmla="*/ 3345 h 5403"/>
              <a:gd name="T52" fmla="*/ 5994 w 6000"/>
              <a:gd name="T53" fmla="*/ 4053 h 5403"/>
              <a:gd name="T54" fmla="*/ 2001 w 6000"/>
              <a:gd name="T55" fmla="*/ 2703 h 5403"/>
              <a:gd name="T56" fmla="*/ 3003 w 6000"/>
              <a:gd name="T57" fmla="*/ 2403 h 5403"/>
              <a:gd name="T58" fmla="*/ 4002 w 6000"/>
              <a:gd name="T59" fmla="*/ 2703 h 5403"/>
              <a:gd name="T60" fmla="*/ 4470 w 6000"/>
              <a:gd name="T61" fmla="*/ 2526 h 5403"/>
              <a:gd name="T62" fmla="*/ 900 w 6000"/>
              <a:gd name="T63" fmla="*/ 3 h 5403"/>
              <a:gd name="T64" fmla="*/ 2100 w 6000"/>
              <a:gd name="T65" fmla="*/ 1203 h 5403"/>
              <a:gd name="T66" fmla="*/ 1425 w 6000"/>
              <a:gd name="T67" fmla="*/ 2478 h 5403"/>
              <a:gd name="T68" fmla="*/ 2001 w 6000"/>
              <a:gd name="T69" fmla="*/ 2703 h 5403"/>
              <a:gd name="T70" fmla="*/ 5100 w 6000"/>
              <a:gd name="T71" fmla="*/ 753 h 5403"/>
              <a:gd name="T72" fmla="*/ 3600 w 6000"/>
              <a:gd name="T73" fmla="*/ 753 h 5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6000" h="5403">
                <a:moveTo>
                  <a:pt x="6000" y="5403"/>
                </a:moveTo>
                <a:cubicBezTo>
                  <a:pt x="5667" y="5403"/>
                  <a:pt x="5481" y="5292"/>
                  <a:pt x="5346" y="5211"/>
                </a:cubicBezTo>
                <a:cubicBezTo>
                  <a:pt x="5235" y="5145"/>
                  <a:pt x="5166" y="5103"/>
                  <a:pt x="5001" y="5103"/>
                </a:cubicBezTo>
                <a:cubicBezTo>
                  <a:pt x="4833" y="5103"/>
                  <a:pt x="4767" y="5142"/>
                  <a:pt x="4656" y="5211"/>
                </a:cubicBezTo>
                <a:cubicBezTo>
                  <a:pt x="4518" y="5292"/>
                  <a:pt x="4335" y="5403"/>
                  <a:pt x="4002" y="5403"/>
                </a:cubicBezTo>
                <a:cubicBezTo>
                  <a:pt x="3669" y="5403"/>
                  <a:pt x="3483" y="5292"/>
                  <a:pt x="3348" y="5211"/>
                </a:cubicBezTo>
                <a:cubicBezTo>
                  <a:pt x="3237" y="5145"/>
                  <a:pt x="3168" y="5103"/>
                  <a:pt x="3003" y="5103"/>
                </a:cubicBezTo>
                <a:cubicBezTo>
                  <a:pt x="2835" y="5103"/>
                  <a:pt x="2769" y="5142"/>
                  <a:pt x="2658" y="5211"/>
                </a:cubicBezTo>
                <a:cubicBezTo>
                  <a:pt x="2520" y="5292"/>
                  <a:pt x="2334" y="5403"/>
                  <a:pt x="2001" y="5403"/>
                </a:cubicBezTo>
                <a:cubicBezTo>
                  <a:pt x="1668" y="5403"/>
                  <a:pt x="1482" y="5292"/>
                  <a:pt x="1347" y="5211"/>
                </a:cubicBezTo>
                <a:cubicBezTo>
                  <a:pt x="1236" y="5142"/>
                  <a:pt x="1167" y="5103"/>
                  <a:pt x="1002" y="5103"/>
                </a:cubicBezTo>
                <a:cubicBezTo>
                  <a:pt x="837" y="5103"/>
                  <a:pt x="768" y="5142"/>
                  <a:pt x="657" y="5211"/>
                </a:cubicBezTo>
                <a:cubicBezTo>
                  <a:pt x="519" y="5292"/>
                  <a:pt x="333" y="5403"/>
                  <a:pt x="0" y="5403"/>
                </a:cubicBezTo>
                <a:cubicBezTo>
                  <a:pt x="0" y="4803"/>
                  <a:pt x="0" y="4803"/>
                  <a:pt x="0" y="4803"/>
                </a:cubicBezTo>
                <a:cubicBezTo>
                  <a:pt x="168" y="4803"/>
                  <a:pt x="234" y="4764"/>
                  <a:pt x="345" y="4695"/>
                </a:cubicBezTo>
                <a:cubicBezTo>
                  <a:pt x="483" y="4614"/>
                  <a:pt x="669" y="4503"/>
                  <a:pt x="1002" y="4503"/>
                </a:cubicBezTo>
                <a:cubicBezTo>
                  <a:pt x="1335" y="4503"/>
                  <a:pt x="1521" y="4614"/>
                  <a:pt x="1656" y="4695"/>
                </a:cubicBezTo>
                <a:cubicBezTo>
                  <a:pt x="1767" y="4764"/>
                  <a:pt x="1833" y="4803"/>
                  <a:pt x="2001" y="4803"/>
                </a:cubicBezTo>
                <a:cubicBezTo>
                  <a:pt x="2169" y="4803"/>
                  <a:pt x="2235" y="4764"/>
                  <a:pt x="2346" y="4695"/>
                </a:cubicBezTo>
                <a:cubicBezTo>
                  <a:pt x="2484" y="4614"/>
                  <a:pt x="2670" y="4503"/>
                  <a:pt x="3003" y="4503"/>
                </a:cubicBezTo>
                <a:cubicBezTo>
                  <a:pt x="3336" y="4503"/>
                  <a:pt x="3522" y="4614"/>
                  <a:pt x="3657" y="4695"/>
                </a:cubicBezTo>
                <a:cubicBezTo>
                  <a:pt x="3768" y="4761"/>
                  <a:pt x="3837" y="4803"/>
                  <a:pt x="4002" y="4803"/>
                </a:cubicBezTo>
                <a:cubicBezTo>
                  <a:pt x="4167" y="4803"/>
                  <a:pt x="4236" y="4764"/>
                  <a:pt x="4347" y="4695"/>
                </a:cubicBezTo>
                <a:cubicBezTo>
                  <a:pt x="4482" y="4614"/>
                  <a:pt x="4668" y="4503"/>
                  <a:pt x="5001" y="4503"/>
                </a:cubicBezTo>
                <a:cubicBezTo>
                  <a:pt x="5334" y="4503"/>
                  <a:pt x="5520" y="4614"/>
                  <a:pt x="5655" y="4695"/>
                </a:cubicBezTo>
                <a:cubicBezTo>
                  <a:pt x="5766" y="4764"/>
                  <a:pt x="5832" y="4803"/>
                  <a:pt x="6000" y="4803"/>
                </a:cubicBezTo>
                <a:lnTo>
                  <a:pt x="6000" y="5403"/>
                </a:lnTo>
                <a:close/>
                <a:moveTo>
                  <a:pt x="6000" y="4053"/>
                </a:moveTo>
                <a:cubicBezTo>
                  <a:pt x="5667" y="4053"/>
                  <a:pt x="5481" y="3942"/>
                  <a:pt x="5346" y="3861"/>
                </a:cubicBezTo>
                <a:cubicBezTo>
                  <a:pt x="5235" y="3795"/>
                  <a:pt x="5166" y="3753"/>
                  <a:pt x="5001" y="3753"/>
                </a:cubicBezTo>
                <a:cubicBezTo>
                  <a:pt x="4833" y="3753"/>
                  <a:pt x="4767" y="3792"/>
                  <a:pt x="4656" y="3861"/>
                </a:cubicBezTo>
                <a:cubicBezTo>
                  <a:pt x="4521" y="3942"/>
                  <a:pt x="4335" y="4053"/>
                  <a:pt x="4002" y="4053"/>
                </a:cubicBezTo>
                <a:cubicBezTo>
                  <a:pt x="3669" y="4053"/>
                  <a:pt x="3483" y="3942"/>
                  <a:pt x="3348" y="3861"/>
                </a:cubicBezTo>
                <a:cubicBezTo>
                  <a:pt x="3237" y="3795"/>
                  <a:pt x="3168" y="3753"/>
                  <a:pt x="3003" y="3753"/>
                </a:cubicBezTo>
                <a:cubicBezTo>
                  <a:pt x="2835" y="3753"/>
                  <a:pt x="2769" y="3792"/>
                  <a:pt x="2658" y="3861"/>
                </a:cubicBezTo>
                <a:cubicBezTo>
                  <a:pt x="2523" y="3942"/>
                  <a:pt x="2337" y="4053"/>
                  <a:pt x="2004" y="4053"/>
                </a:cubicBezTo>
                <a:cubicBezTo>
                  <a:pt x="1671" y="4053"/>
                  <a:pt x="1485" y="3942"/>
                  <a:pt x="1350" y="3861"/>
                </a:cubicBezTo>
                <a:cubicBezTo>
                  <a:pt x="1239" y="3795"/>
                  <a:pt x="1170" y="3753"/>
                  <a:pt x="1005" y="3753"/>
                </a:cubicBezTo>
                <a:cubicBezTo>
                  <a:pt x="840" y="3753"/>
                  <a:pt x="771" y="3792"/>
                  <a:pt x="660" y="3861"/>
                </a:cubicBezTo>
                <a:cubicBezTo>
                  <a:pt x="519" y="3942"/>
                  <a:pt x="333" y="4053"/>
                  <a:pt x="0" y="4053"/>
                </a:cubicBezTo>
                <a:cubicBezTo>
                  <a:pt x="0" y="3453"/>
                  <a:pt x="0" y="3453"/>
                  <a:pt x="0" y="3453"/>
                </a:cubicBezTo>
                <a:cubicBezTo>
                  <a:pt x="168" y="3453"/>
                  <a:pt x="234" y="3414"/>
                  <a:pt x="345" y="3345"/>
                </a:cubicBezTo>
                <a:cubicBezTo>
                  <a:pt x="480" y="3264"/>
                  <a:pt x="666" y="3153"/>
                  <a:pt x="999" y="3153"/>
                </a:cubicBezTo>
                <a:cubicBezTo>
                  <a:pt x="1332" y="3153"/>
                  <a:pt x="1518" y="3264"/>
                  <a:pt x="1653" y="3345"/>
                </a:cubicBezTo>
                <a:cubicBezTo>
                  <a:pt x="1764" y="3411"/>
                  <a:pt x="1833" y="3453"/>
                  <a:pt x="1998" y="3453"/>
                </a:cubicBezTo>
                <a:cubicBezTo>
                  <a:pt x="2166" y="3453"/>
                  <a:pt x="2232" y="3414"/>
                  <a:pt x="2343" y="3345"/>
                </a:cubicBezTo>
                <a:cubicBezTo>
                  <a:pt x="2478" y="3264"/>
                  <a:pt x="2664" y="3153"/>
                  <a:pt x="2997" y="3153"/>
                </a:cubicBezTo>
                <a:cubicBezTo>
                  <a:pt x="3330" y="3153"/>
                  <a:pt x="3516" y="3264"/>
                  <a:pt x="3651" y="3345"/>
                </a:cubicBezTo>
                <a:cubicBezTo>
                  <a:pt x="3762" y="3411"/>
                  <a:pt x="3831" y="3453"/>
                  <a:pt x="3996" y="3453"/>
                </a:cubicBezTo>
                <a:cubicBezTo>
                  <a:pt x="4161" y="3453"/>
                  <a:pt x="4230" y="3414"/>
                  <a:pt x="4341" y="3345"/>
                </a:cubicBezTo>
                <a:cubicBezTo>
                  <a:pt x="4476" y="3264"/>
                  <a:pt x="4662" y="3153"/>
                  <a:pt x="4995" y="3153"/>
                </a:cubicBezTo>
                <a:cubicBezTo>
                  <a:pt x="5328" y="3153"/>
                  <a:pt x="5514" y="3264"/>
                  <a:pt x="5649" y="3345"/>
                </a:cubicBezTo>
                <a:cubicBezTo>
                  <a:pt x="5760" y="3411"/>
                  <a:pt x="5829" y="3453"/>
                  <a:pt x="5994" y="3453"/>
                </a:cubicBezTo>
                <a:cubicBezTo>
                  <a:pt x="5994" y="4053"/>
                  <a:pt x="5994" y="4053"/>
                  <a:pt x="5994" y="4053"/>
                </a:cubicBezTo>
                <a:lnTo>
                  <a:pt x="6000" y="4053"/>
                </a:lnTo>
                <a:close/>
                <a:moveTo>
                  <a:pt x="2001" y="2703"/>
                </a:moveTo>
                <a:cubicBezTo>
                  <a:pt x="2169" y="2703"/>
                  <a:pt x="2235" y="2664"/>
                  <a:pt x="2346" y="2595"/>
                </a:cubicBezTo>
                <a:cubicBezTo>
                  <a:pt x="2484" y="2514"/>
                  <a:pt x="2670" y="2403"/>
                  <a:pt x="3003" y="2403"/>
                </a:cubicBezTo>
                <a:cubicBezTo>
                  <a:pt x="3336" y="2403"/>
                  <a:pt x="3522" y="2514"/>
                  <a:pt x="3657" y="2595"/>
                </a:cubicBezTo>
                <a:cubicBezTo>
                  <a:pt x="3768" y="2661"/>
                  <a:pt x="3837" y="2703"/>
                  <a:pt x="4002" y="2703"/>
                </a:cubicBezTo>
                <a:cubicBezTo>
                  <a:pt x="4167" y="2703"/>
                  <a:pt x="4236" y="2664"/>
                  <a:pt x="4347" y="2595"/>
                </a:cubicBezTo>
                <a:cubicBezTo>
                  <a:pt x="4383" y="2574"/>
                  <a:pt x="4425" y="2550"/>
                  <a:pt x="4470" y="2526"/>
                </a:cubicBezTo>
                <a:cubicBezTo>
                  <a:pt x="2544" y="603"/>
                  <a:pt x="2544" y="603"/>
                  <a:pt x="2544" y="603"/>
                </a:cubicBezTo>
                <a:cubicBezTo>
                  <a:pt x="2079" y="138"/>
                  <a:pt x="1650" y="0"/>
                  <a:pt x="900" y="3"/>
                </a:cubicBezTo>
                <a:cubicBezTo>
                  <a:pt x="900" y="753"/>
                  <a:pt x="900" y="753"/>
                  <a:pt x="900" y="753"/>
                </a:cubicBezTo>
                <a:cubicBezTo>
                  <a:pt x="1446" y="750"/>
                  <a:pt x="1767" y="870"/>
                  <a:pt x="2100" y="1203"/>
                </a:cubicBezTo>
                <a:cubicBezTo>
                  <a:pt x="2400" y="1503"/>
                  <a:pt x="2400" y="1503"/>
                  <a:pt x="2400" y="1503"/>
                </a:cubicBezTo>
                <a:cubicBezTo>
                  <a:pt x="1425" y="2478"/>
                  <a:pt x="1425" y="2478"/>
                  <a:pt x="1425" y="2478"/>
                </a:cubicBezTo>
                <a:cubicBezTo>
                  <a:pt x="1518" y="2514"/>
                  <a:pt x="1593" y="2559"/>
                  <a:pt x="1656" y="2595"/>
                </a:cubicBezTo>
                <a:cubicBezTo>
                  <a:pt x="1767" y="2664"/>
                  <a:pt x="1833" y="2703"/>
                  <a:pt x="2001" y="2703"/>
                </a:cubicBezTo>
                <a:close/>
                <a:moveTo>
                  <a:pt x="4350" y="3"/>
                </a:moveTo>
                <a:cubicBezTo>
                  <a:pt x="4764" y="3"/>
                  <a:pt x="5100" y="339"/>
                  <a:pt x="5100" y="753"/>
                </a:cubicBezTo>
                <a:cubicBezTo>
                  <a:pt x="5100" y="1167"/>
                  <a:pt x="4764" y="1503"/>
                  <a:pt x="4350" y="1503"/>
                </a:cubicBezTo>
                <a:cubicBezTo>
                  <a:pt x="3936" y="1503"/>
                  <a:pt x="3600" y="1167"/>
                  <a:pt x="3600" y="753"/>
                </a:cubicBezTo>
                <a:cubicBezTo>
                  <a:pt x="3600" y="339"/>
                  <a:pt x="3936" y="3"/>
                  <a:pt x="4350" y="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8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om Servic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640113"/>
          </a:xfrm>
          <a:custGeom>
            <a:avLst/>
            <a:gdLst>
              <a:gd name="T0" fmla="*/ 0 w 2334"/>
              <a:gd name="T1" fmla="*/ 1400 h 1634"/>
              <a:gd name="T2" fmla="*/ 2334 w 2334"/>
              <a:gd name="T3" fmla="*/ 1400 h 1634"/>
              <a:gd name="T4" fmla="*/ 2334 w 2334"/>
              <a:gd name="T5" fmla="*/ 1634 h 1634"/>
              <a:gd name="T6" fmla="*/ 0 w 2334"/>
              <a:gd name="T7" fmla="*/ 1634 h 1634"/>
              <a:gd name="T8" fmla="*/ 0 w 2334"/>
              <a:gd name="T9" fmla="*/ 1400 h 1634"/>
              <a:gd name="T10" fmla="*/ 1382 w 2334"/>
              <a:gd name="T11" fmla="*/ 326 h 1634"/>
              <a:gd name="T12" fmla="*/ 1400 w 2334"/>
              <a:gd name="T13" fmla="*/ 234 h 1634"/>
              <a:gd name="T14" fmla="*/ 1167 w 2334"/>
              <a:gd name="T15" fmla="*/ 0 h 1634"/>
              <a:gd name="T16" fmla="*/ 934 w 2334"/>
              <a:gd name="T17" fmla="*/ 234 h 1634"/>
              <a:gd name="T18" fmla="*/ 952 w 2334"/>
              <a:gd name="T19" fmla="*/ 326 h 1634"/>
              <a:gd name="T20" fmla="*/ 117 w 2334"/>
              <a:gd name="T21" fmla="*/ 1284 h 1634"/>
              <a:gd name="T22" fmla="*/ 2217 w 2334"/>
              <a:gd name="T23" fmla="*/ 1284 h 1634"/>
              <a:gd name="T24" fmla="*/ 1382 w 2334"/>
              <a:gd name="T25" fmla="*/ 326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34" h="1634">
                <a:moveTo>
                  <a:pt x="0" y="1400"/>
                </a:moveTo>
                <a:cubicBezTo>
                  <a:pt x="2334" y="1400"/>
                  <a:pt x="2334" y="1400"/>
                  <a:pt x="2334" y="1400"/>
                </a:cubicBezTo>
                <a:cubicBezTo>
                  <a:pt x="2334" y="1634"/>
                  <a:pt x="2334" y="1634"/>
                  <a:pt x="2334" y="1634"/>
                </a:cubicBezTo>
                <a:cubicBezTo>
                  <a:pt x="0" y="1634"/>
                  <a:pt x="0" y="1634"/>
                  <a:pt x="0" y="1634"/>
                </a:cubicBezTo>
                <a:lnTo>
                  <a:pt x="0" y="1400"/>
                </a:lnTo>
                <a:close/>
                <a:moveTo>
                  <a:pt x="1382" y="326"/>
                </a:moveTo>
                <a:cubicBezTo>
                  <a:pt x="1393" y="298"/>
                  <a:pt x="1400" y="266"/>
                  <a:pt x="1400" y="234"/>
                </a:cubicBezTo>
                <a:cubicBezTo>
                  <a:pt x="1400" y="105"/>
                  <a:pt x="1295" y="0"/>
                  <a:pt x="1167" y="0"/>
                </a:cubicBezTo>
                <a:cubicBezTo>
                  <a:pt x="1039" y="0"/>
                  <a:pt x="934" y="105"/>
                  <a:pt x="934" y="234"/>
                </a:cubicBezTo>
                <a:cubicBezTo>
                  <a:pt x="934" y="266"/>
                  <a:pt x="941" y="298"/>
                  <a:pt x="952" y="326"/>
                </a:cubicBezTo>
                <a:cubicBezTo>
                  <a:pt x="496" y="420"/>
                  <a:pt x="149" y="809"/>
                  <a:pt x="117" y="1284"/>
                </a:cubicBezTo>
                <a:cubicBezTo>
                  <a:pt x="2217" y="1284"/>
                  <a:pt x="2217" y="1284"/>
                  <a:pt x="2217" y="1284"/>
                </a:cubicBezTo>
                <a:cubicBezTo>
                  <a:pt x="2186" y="809"/>
                  <a:pt x="1838" y="420"/>
                  <a:pt x="1382" y="3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8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oke Fre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71263" cy="914400"/>
          </a:xfrm>
          <a:custGeom>
            <a:avLst/>
            <a:gdLst>
              <a:gd name="T0" fmla="*/ 0 w 2334"/>
              <a:gd name="T1" fmla="*/ 467 h 2450"/>
              <a:gd name="T2" fmla="*/ 816 w 2334"/>
              <a:gd name="T3" fmla="*/ 1284 h 2450"/>
              <a:gd name="T4" fmla="*/ 0 w 2334"/>
              <a:gd name="T5" fmla="*/ 1284 h 2450"/>
              <a:gd name="T6" fmla="*/ 0 w 2334"/>
              <a:gd name="T7" fmla="*/ 1634 h 2450"/>
              <a:gd name="T8" fmla="*/ 1166 w 2334"/>
              <a:gd name="T9" fmla="*/ 1634 h 2450"/>
              <a:gd name="T10" fmla="*/ 1983 w 2334"/>
              <a:gd name="T11" fmla="*/ 2450 h 2450"/>
              <a:gd name="T12" fmla="*/ 2130 w 2334"/>
              <a:gd name="T13" fmla="*/ 2304 h 2450"/>
              <a:gd name="T14" fmla="*/ 146 w 2334"/>
              <a:gd name="T15" fmla="*/ 321 h 2450"/>
              <a:gd name="T16" fmla="*/ 0 w 2334"/>
              <a:gd name="T17" fmla="*/ 467 h 2450"/>
              <a:gd name="T18" fmla="*/ 2159 w 2334"/>
              <a:gd name="T19" fmla="*/ 1284 h 2450"/>
              <a:gd name="T20" fmla="*/ 2334 w 2334"/>
              <a:gd name="T21" fmla="*/ 1284 h 2450"/>
              <a:gd name="T22" fmla="*/ 2334 w 2334"/>
              <a:gd name="T23" fmla="*/ 1634 h 2450"/>
              <a:gd name="T24" fmla="*/ 2159 w 2334"/>
              <a:gd name="T25" fmla="*/ 1634 h 2450"/>
              <a:gd name="T26" fmla="*/ 2159 w 2334"/>
              <a:gd name="T27" fmla="*/ 1284 h 2450"/>
              <a:gd name="T28" fmla="*/ 1867 w 2334"/>
              <a:gd name="T29" fmla="*/ 1284 h 2450"/>
              <a:gd name="T30" fmla="*/ 2042 w 2334"/>
              <a:gd name="T31" fmla="*/ 1284 h 2450"/>
              <a:gd name="T32" fmla="*/ 2042 w 2334"/>
              <a:gd name="T33" fmla="*/ 1634 h 2450"/>
              <a:gd name="T34" fmla="*/ 1867 w 2334"/>
              <a:gd name="T35" fmla="*/ 1634 h 2450"/>
              <a:gd name="T36" fmla="*/ 1867 w 2334"/>
              <a:gd name="T37" fmla="*/ 1284 h 2450"/>
              <a:gd name="T38" fmla="*/ 1966 w 2334"/>
              <a:gd name="T39" fmla="*/ 336 h 2450"/>
              <a:gd name="T40" fmla="*/ 2083 w 2334"/>
              <a:gd name="T41" fmla="*/ 59 h 2450"/>
              <a:gd name="T42" fmla="*/ 1908 w 2334"/>
              <a:gd name="T43" fmla="*/ 59 h 2450"/>
              <a:gd name="T44" fmla="*/ 1692 w 2334"/>
              <a:gd name="T45" fmla="*/ 275 h 2450"/>
              <a:gd name="T46" fmla="*/ 1692 w 2334"/>
              <a:gd name="T47" fmla="*/ 450 h 2450"/>
              <a:gd name="T48" fmla="*/ 2159 w 2334"/>
              <a:gd name="T49" fmla="*/ 924 h 2450"/>
              <a:gd name="T50" fmla="*/ 2159 w 2334"/>
              <a:gd name="T51" fmla="*/ 1167 h 2450"/>
              <a:gd name="T52" fmla="*/ 2334 w 2334"/>
              <a:gd name="T53" fmla="*/ 1167 h 2450"/>
              <a:gd name="T54" fmla="*/ 2334 w 2334"/>
              <a:gd name="T55" fmla="*/ 924 h 2450"/>
              <a:gd name="T56" fmla="*/ 1966 w 2334"/>
              <a:gd name="T57" fmla="*/ 336 h 2450"/>
              <a:gd name="T58" fmla="*/ 1459 w 2334"/>
              <a:gd name="T59" fmla="*/ 782 h 2450"/>
              <a:gd name="T60" fmla="*/ 1637 w 2334"/>
              <a:gd name="T61" fmla="*/ 782 h 2450"/>
              <a:gd name="T62" fmla="*/ 1867 w 2334"/>
              <a:gd name="T63" fmla="*/ 1021 h 2450"/>
              <a:gd name="T64" fmla="*/ 1867 w 2334"/>
              <a:gd name="T65" fmla="*/ 1167 h 2450"/>
              <a:gd name="T66" fmla="*/ 2042 w 2334"/>
              <a:gd name="T67" fmla="*/ 1167 h 2450"/>
              <a:gd name="T68" fmla="*/ 2042 w 2334"/>
              <a:gd name="T69" fmla="*/ 982 h 2450"/>
              <a:gd name="T70" fmla="*/ 1637 w 2334"/>
              <a:gd name="T71" fmla="*/ 613 h 2450"/>
              <a:gd name="T72" fmla="*/ 1459 w 2334"/>
              <a:gd name="T73" fmla="*/ 613 h 2450"/>
              <a:gd name="T74" fmla="*/ 1243 w 2334"/>
              <a:gd name="T75" fmla="*/ 379 h 2450"/>
              <a:gd name="T76" fmla="*/ 1459 w 2334"/>
              <a:gd name="T77" fmla="*/ 175 h 2450"/>
              <a:gd name="T78" fmla="*/ 1459 w 2334"/>
              <a:gd name="T79" fmla="*/ 0 h 2450"/>
              <a:gd name="T80" fmla="*/ 1068 w 2334"/>
              <a:gd name="T81" fmla="*/ 391 h 2450"/>
              <a:gd name="T82" fmla="*/ 1459 w 2334"/>
              <a:gd name="T83" fmla="*/ 782 h 2450"/>
              <a:gd name="T84" fmla="*/ 1750 w 2334"/>
              <a:gd name="T85" fmla="*/ 1625 h 2450"/>
              <a:gd name="T86" fmla="*/ 1750 w 2334"/>
              <a:gd name="T87" fmla="*/ 1284 h 2450"/>
              <a:gd name="T88" fmla="*/ 1409 w 2334"/>
              <a:gd name="T89" fmla="*/ 1284 h 2450"/>
              <a:gd name="T90" fmla="*/ 1750 w 2334"/>
              <a:gd name="T91" fmla="*/ 1625 h 2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334" h="2450">
                <a:moveTo>
                  <a:pt x="0" y="467"/>
                </a:moveTo>
                <a:cubicBezTo>
                  <a:pt x="816" y="1284"/>
                  <a:pt x="816" y="1284"/>
                  <a:pt x="816" y="1284"/>
                </a:cubicBezTo>
                <a:cubicBezTo>
                  <a:pt x="0" y="1284"/>
                  <a:pt x="0" y="1284"/>
                  <a:pt x="0" y="1284"/>
                </a:cubicBezTo>
                <a:cubicBezTo>
                  <a:pt x="0" y="1634"/>
                  <a:pt x="0" y="1634"/>
                  <a:pt x="0" y="1634"/>
                </a:cubicBezTo>
                <a:cubicBezTo>
                  <a:pt x="1166" y="1634"/>
                  <a:pt x="1166" y="1634"/>
                  <a:pt x="1166" y="1634"/>
                </a:cubicBezTo>
                <a:cubicBezTo>
                  <a:pt x="1983" y="2450"/>
                  <a:pt x="1983" y="2450"/>
                  <a:pt x="1983" y="2450"/>
                </a:cubicBezTo>
                <a:cubicBezTo>
                  <a:pt x="2130" y="2304"/>
                  <a:pt x="2130" y="2304"/>
                  <a:pt x="2130" y="2304"/>
                </a:cubicBezTo>
                <a:cubicBezTo>
                  <a:pt x="146" y="321"/>
                  <a:pt x="146" y="321"/>
                  <a:pt x="146" y="321"/>
                </a:cubicBezTo>
                <a:lnTo>
                  <a:pt x="0" y="467"/>
                </a:lnTo>
                <a:close/>
                <a:moveTo>
                  <a:pt x="2159" y="1284"/>
                </a:moveTo>
                <a:cubicBezTo>
                  <a:pt x="2334" y="1284"/>
                  <a:pt x="2334" y="1284"/>
                  <a:pt x="2334" y="1284"/>
                </a:cubicBezTo>
                <a:cubicBezTo>
                  <a:pt x="2334" y="1634"/>
                  <a:pt x="2334" y="1634"/>
                  <a:pt x="2334" y="1634"/>
                </a:cubicBezTo>
                <a:cubicBezTo>
                  <a:pt x="2159" y="1634"/>
                  <a:pt x="2159" y="1634"/>
                  <a:pt x="2159" y="1634"/>
                </a:cubicBezTo>
                <a:lnTo>
                  <a:pt x="2159" y="1284"/>
                </a:lnTo>
                <a:close/>
                <a:moveTo>
                  <a:pt x="1867" y="1284"/>
                </a:moveTo>
                <a:cubicBezTo>
                  <a:pt x="2042" y="1284"/>
                  <a:pt x="2042" y="1284"/>
                  <a:pt x="2042" y="1284"/>
                </a:cubicBezTo>
                <a:cubicBezTo>
                  <a:pt x="2042" y="1634"/>
                  <a:pt x="2042" y="1634"/>
                  <a:pt x="2042" y="1634"/>
                </a:cubicBezTo>
                <a:cubicBezTo>
                  <a:pt x="1867" y="1634"/>
                  <a:pt x="1867" y="1634"/>
                  <a:pt x="1867" y="1634"/>
                </a:cubicBezTo>
                <a:lnTo>
                  <a:pt x="1867" y="1284"/>
                </a:lnTo>
                <a:close/>
                <a:moveTo>
                  <a:pt x="1966" y="336"/>
                </a:moveTo>
                <a:cubicBezTo>
                  <a:pt x="2039" y="265"/>
                  <a:pt x="2083" y="167"/>
                  <a:pt x="2083" y="59"/>
                </a:cubicBezTo>
                <a:cubicBezTo>
                  <a:pt x="1908" y="59"/>
                  <a:pt x="1908" y="59"/>
                  <a:pt x="1908" y="59"/>
                </a:cubicBezTo>
                <a:cubicBezTo>
                  <a:pt x="1908" y="178"/>
                  <a:pt x="1811" y="275"/>
                  <a:pt x="1692" y="275"/>
                </a:cubicBezTo>
                <a:cubicBezTo>
                  <a:pt x="1692" y="450"/>
                  <a:pt x="1692" y="450"/>
                  <a:pt x="1692" y="450"/>
                </a:cubicBezTo>
                <a:cubicBezTo>
                  <a:pt x="1953" y="450"/>
                  <a:pt x="2159" y="663"/>
                  <a:pt x="2159" y="924"/>
                </a:cubicBezTo>
                <a:cubicBezTo>
                  <a:pt x="2159" y="1167"/>
                  <a:pt x="2159" y="1167"/>
                  <a:pt x="2159" y="1167"/>
                </a:cubicBezTo>
                <a:cubicBezTo>
                  <a:pt x="2334" y="1167"/>
                  <a:pt x="2334" y="1167"/>
                  <a:pt x="2334" y="1167"/>
                </a:cubicBezTo>
                <a:cubicBezTo>
                  <a:pt x="2334" y="924"/>
                  <a:pt x="2334" y="924"/>
                  <a:pt x="2334" y="924"/>
                </a:cubicBezTo>
                <a:cubicBezTo>
                  <a:pt x="2334" y="664"/>
                  <a:pt x="2184" y="440"/>
                  <a:pt x="1966" y="336"/>
                </a:cubicBezTo>
                <a:close/>
                <a:moveTo>
                  <a:pt x="1459" y="782"/>
                </a:moveTo>
                <a:cubicBezTo>
                  <a:pt x="1637" y="782"/>
                  <a:pt x="1637" y="782"/>
                  <a:pt x="1637" y="782"/>
                </a:cubicBezTo>
                <a:cubicBezTo>
                  <a:pt x="1760" y="782"/>
                  <a:pt x="1867" y="868"/>
                  <a:pt x="1867" y="1021"/>
                </a:cubicBezTo>
                <a:cubicBezTo>
                  <a:pt x="1867" y="1167"/>
                  <a:pt x="1867" y="1167"/>
                  <a:pt x="1867" y="1167"/>
                </a:cubicBezTo>
                <a:cubicBezTo>
                  <a:pt x="2042" y="1167"/>
                  <a:pt x="2042" y="1167"/>
                  <a:pt x="2042" y="1167"/>
                </a:cubicBezTo>
                <a:cubicBezTo>
                  <a:pt x="2042" y="982"/>
                  <a:pt x="2042" y="982"/>
                  <a:pt x="2042" y="982"/>
                </a:cubicBezTo>
                <a:cubicBezTo>
                  <a:pt x="2042" y="771"/>
                  <a:pt x="1855" y="613"/>
                  <a:pt x="1637" y="613"/>
                </a:cubicBezTo>
                <a:cubicBezTo>
                  <a:pt x="1459" y="613"/>
                  <a:pt x="1459" y="613"/>
                  <a:pt x="1459" y="613"/>
                </a:cubicBezTo>
                <a:cubicBezTo>
                  <a:pt x="1340" y="613"/>
                  <a:pt x="1243" y="498"/>
                  <a:pt x="1243" y="379"/>
                </a:cubicBezTo>
                <a:cubicBezTo>
                  <a:pt x="1243" y="260"/>
                  <a:pt x="1340" y="175"/>
                  <a:pt x="1459" y="175"/>
                </a:cubicBezTo>
                <a:cubicBezTo>
                  <a:pt x="1459" y="0"/>
                  <a:pt x="1459" y="0"/>
                  <a:pt x="1459" y="0"/>
                </a:cubicBezTo>
                <a:cubicBezTo>
                  <a:pt x="1243" y="0"/>
                  <a:pt x="1068" y="175"/>
                  <a:pt x="1068" y="391"/>
                </a:cubicBezTo>
                <a:cubicBezTo>
                  <a:pt x="1068" y="607"/>
                  <a:pt x="1243" y="782"/>
                  <a:pt x="1459" y="782"/>
                </a:cubicBezTo>
                <a:close/>
                <a:moveTo>
                  <a:pt x="1750" y="1625"/>
                </a:moveTo>
                <a:cubicBezTo>
                  <a:pt x="1750" y="1284"/>
                  <a:pt x="1750" y="1284"/>
                  <a:pt x="1750" y="1284"/>
                </a:cubicBezTo>
                <a:cubicBezTo>
                  <a:pt x="1409" y="1284"/>
                  <a:pt x="1409" y="1284"/>
                  <a:pt x="1409" y="1284"/>
                </a:cubicBezTo>
                <a:lnTo>
                  <a:pt x="1750" y="162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8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oking Room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77091"/>
          </a:xfrm>
          <a:custGeom>
            <a:avLst/>
            <a:gdLst>
              <a:gd name="T0" fmla="*/ 0 w 2334"/>
              <a:gd name="T1" fmla="*/ 1634 h 1984"/>
              <a:gd name="T2" fmla="*/ 1750 w 2334"/>
              <a:gd name="T3" fmla="*/ 1634 h 1984"/>
              <a:gd name="T4" fmla="*/ 1750 w 2334"/>
              <a:gd name="T5" fmla="*/ 1984 h 1984"/>
              <a:gd name="T6" fmla="*/ 0 w 2334"/>
              <a:gd name="T7" fmla="*/ 1984 h 1984"/>
              <a:gd name="T8" fmla="*/ 0 w 2334"/>
              <a:gd name="T9" fmla="*/ 1634 h 1984"/>
              <a:gd name="T10" fmla="*/ 2159 w 2334"/>
              <a:gd name="T11" fmla="*/ 1634 h 1984"/>
              <a:gd name="T12" fmla="*/ 2334 w 2334"/>
              <a:gd name="T13" fmla="*/ 1634 h 1984"/>
              <a:gd name="T14" fmla="*/ 2334 w 2334"/>
              <a:gd name="T15" fmla="*/ 1984 h 1984"/>
              <a:gd name="T16" fmla="*/ 2159 w 2334"/>
              <a:gd name="T17" fmla="*/ 1984 h 1984"/>
              <a:gd name="T18" fmla="*/ 2159 w 2334"/>
              <a:gd name="T19" fmla="*/ 1634 h 1984"/>
              <a:gd name="T20" fmla="*/ 1867 w 2334"/>
              <a:gd name="T21" fmla="*/ 1634 h 1984"/>
              <a:gd name="T22" fmla="*/ 2042 w 2334"/>
              <a:gd name="T23" fmla="*/ 1634 h 1984"/>
              <a:gd name="T24" fmla="*/ 2042 w 2334"/>
              <a:gd name="T25" fmla="*/ 1984 h 1984"/>
              <a:gd name="T26" fmla="*/ 1867 w 2334"/>
              <a:gd name="T27" fmla="*/ 1984 h 1984"/>
              <a:gd name="T28" fmla="*/ 1867 w 2334"/>
              <a:gd name="T29" fmla="*/ 1634 h 1984"/>
              <a:gd name="T30" fmla="*/ 1966 w 2334"/>
              <a:gd name="T31" fmla="*/ 669 h 1984"/>
              <a:gd name="T32" fmla="*/ 2083 w 2334"/>
              <a:gd name="T33" fmla="*/ 391 h 1984"/>
              <a:gd name="T34" fmla="*/ 1692 w 2334"/>
              <a:gd name="T35" fmla="*/ 0 h 1984"/>
              <a:gd name="T36" fmla="*/ 1692 w 2334"/>
              <a:gd name="T37" fmla="*/ 175 h 1984"/>
              <a:gd name="T38" fmla="*/ 1908 w 2334"/>
              <a:gd name="T39" fmla="*/ 391 h 1984"/>
              <a:gd name="T40" fmla="*/ 1692 w 2334"/>
              <a:gd name="T41" fmla="*/ 607 h 1984"/>
              <a:gd name="T42" fmla="*/ 1692 w 2334"/>
              <a:gd name="T43" fmla="*/ 782 h 1984"/>
              <a:gd name="T44" fmla="*/ 2159 w 2334"/>
              <a:gd name="T45" fmla="*/ 1257 h 1984"/>
              <a:gd name="T46" fmla="*/ 2159 w 2334"/>
              <a:gd name="T47" fmla="*/ 1517 h 1984"/>
              <a:gd name="T48" fmla="*/ 2334 w 2334"/>
              <a:gd name="T49" fmla="*/ 1517 h 1984"/>
              <a:gd name="T50" fmla="*/ 2334 w 2334"/>
              <a:gd name="T51" fmla="*/ 1256 h 1984"/>
              <a:gd name="T52" fmla="*/ 1966 w 2334"/>
              <a:gd name="T53" fmla="*/ 669 h 1984"/>
              <a:gd name="T54" fmla="*/ 1637 w 2334"/>
              <a:gd name="T55" fmla="*/ 957 h 1984"/>
              <a:gd name="T56" fmla="*/ 1459 w 2334"/>
              <a:gd name="T57" fmla="*/ 957 h 1984"/>
              <a:gd name="T58" fmla="*/ 1243 w 2334"/>
              <a:gd name="T59" fmla="*/ 724 h 1984"/>
              <a:gd name="T60" fmla="*/ 1459 w 2334"/>
              <a:gd name="T61" fmla="*/ 520 h 1984"/>
              <a:gd name="T62" fmla="*/ 1459 w 2334"/>
              <a:gd name="T63" fmla="*/ 345 h 1984"/>
              <a:gd name="T64" fmla="*/ 1068 w 2334"/>
              <a:gd name="T65" fmla="*/ 735 h 1984"/>
              <a:gd name="T66" fmla="*/ 1459 w 2334"/>
              <a:gd name="T67" fmla="*/ 1126 h 1984"/>
              <a:gd name="T68" fmla="*/ 1637 w 2334"/>
              <a:gd name="T69" fmla="*/ 1126 h 1984"/>
              <a:gd name="T70" fmla="*/ 1867 w 2334"/>
              <a:gd name="T71" fmla="*/ 1365 h 1984"/>
              <a:gd name="T72" fmla="*/ 1867 w 2334"/>
              <a:gd name="T73" fmla="*/ 1517 h 1984"/>
              <a:gd name="T74" fmla="*/ 2042 w 2334"/>
              <a:gd name="T75" fmla="*/ 1517 h 1984"/>
              <a:gd name="T76" fmla="*/ 2042 w 2334"/>
              <a:gd name="T77" fmla="*/ 1326 h 1984"/>
              <a:gd name="T78" fmla="*/ 1637 w 2334"/>
              <a:gd name="T79" fmla="*/ 957 h 19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334" h="1984">
                <a:moveTo>
                  <a:pt x="0" y="1634"/>
                </a:moveTo>
                <a:cubicBezTo>
                  <a:pt x="1750" y="1634"/>
                  <a:pt x="1750" y="1634"/>
                  <a:pt x="1750" y="1634"/>
                </a:cubicBezTo>
                <a:cubicBezTo>
                  <a:pt x="1750" y="1984"/>
                  <a:pt x="1750" y="1984"/>
                  <a:pt x="1750" y="1984"/>
                </a:cubicBezTo>
                <a:cubicBezTo>
                  <a:pt x="0" y="1984"/>
                  <a:pt x="0" y="1984"/>
                  <a:pt x="0" y="1984"/>
                </a:cubicBezTo>
                <a:lnTo>
                  <a:pt x="0" y="1634"/>
                </a:lnTo>
                <a:close/>
                <a:moveTo>
                  <a:pt x="2159" y="1634"/>
                </a:moveTo>
                <a:cubicBezTo>
                  <a:pt x="2334" y="1634"/>
                  <a:pt x="2334" y="1634"/>
                  <a:pt x="2334" y="1634"/>
                </a:cubicBezTo>
                <a:cubicBezTo>
                  <a:pt x="2334" y="1984"/>
                  <a:pt x="2334" y="1984"/>
                  <a:pt x="2334" y="1984"/>
                </a:cubicBezTo>
                <a:cubicBezTo>
                  <a:pt x="2159" y="1984"/>
                  <a:pt x="2159" y="1984"/>
                  <a:pt x="2159" y="1984"/>
                </a:cubicBezTo>
                <a:lnTo>
                  <a:pt x="2159" y="1634"/>
                </a:lnTo>
                <a:close/>
                <a:moveTo>
                  <a:pt x="1867" y="1634"/>
                </a:moveTo>
                <a:cubicBezTo>
                  <a:pt x="2042" y="1634"/>
                  <a:pt x="2042" y="1634"/>
                  <a:pt x="2042" y="1634"/>
                </a:cubicBezTo>
                <a:cubicBezTo>
                  <a:pt x="2042" y="1984"/>
                  <a:pt x="2042" y="1984"/>
                  <a:pt x="2042" y="1984"/>
                </a:cubicBezTo>
                <a:cubicBezTo>
                  <a:pt x="1867" y="1984"/>
                  <a:pt x="1867" y="1984"/>
                  <a:pt x="1867" y="1984"/>
                </a:cubicBezTo>
                <a:lnTo>
                  <a:pt x="1867" y="1634"/>
                </a:lnTo>
                <a:close/>
                <a:moveTo>
                  <a:pt x="1966" y="669"/>
                </a:moveTo>
                <a:cubicBezTo>
                  <a:pt x="2039" y="598"/>
                  <a:pt x="2083" y="500"/>
                  <a:pt x="2083" y="391"/>
                </a:cubicBezTo>
                <a:cubicBezTo>
                  <a:pt x="2083" y="175"/>
                  <a:pt x="1908" y="0"/>
                  <a:pt x="1692" y="0"/>
                </a:cubicBezTo>
                <a:cubicBezTo>
                  <a:pt x="1692" y="175"/>
                  <a:pt x="1692" y="175"/>
                  <a:pt x="1692" y="175"/>
                </a:cubicBezTo>
                <a:cubicBezTo>
                  <a:pt x="1811" y="175"/>
                  <a:pt x="1908" y="272"/>
                  <a:pt x="1908" y="391"/>
                </a:cubicBezTo>
                <a:cubicBezTo>
                  <a:pt x="1908" y="510"/>
                  <a:pt x="1811" y="607"/>
                  <a:pt x="1692" y="607"/>
                </a:cubicBezTo>
                <a:cubicBezTo>
                  <a:pt x="1692" y="782"/>
                  <a:pt x="1692" y="782"/>
                  <a:pt x="1692" y="782"/>
                </a:cubicBezTo>
                <a:cubicBezTo>
                  <a:pt x="1953" y="782"/>
                  <a:pt x="2159" y="996"/>
                  <a:pt x="2159" y="1257"/>
                </a:cubicBezTo>
                <a:cubicBezTo>
                  <a:pt x="2159" y="1517"/>
                  <a:pt x="2159" y="1517"/>
                  <a:pt x="2159" y="1517"/>
                </a:cubicBezTo>
                <a:cubicBezTo>
                  <a:pt x="2334" y="1517"/>
                  <a:pt x="2334" y="1517"/>
                  <a:pt x="2334" y="1517"/>
                </a:cubicBezTo>
                <a:cubicBezTo>
                  <a:pt x="2334" y="1256"/>
                  <a:pt x="2334" y="1256"/>
                  <a:pt x="2334" y="1256"/>
                </a:cubicBezTo>
                <a:cubicBezTo>
                  <a:pt x="2334" y="997"/>
                  <a:pt x="2184" y="773"/>
                  <a:pt x="1966" y="669"/>
                </a:cubicBezTo>
                <a:close/>
                <a:moveTo>
                  <a:pt x="1637" y="957"/>
                </a:moveTo>
                <a:cubicBezTo>
                  <a:pt x="1459" y="957"/>
                  <a:pt x="1459" y="957"/>
                  <a:pt x="1459" y="957"/>
                </a:cubicBezTo>
                <a:cubicBezTo>
                  <a:pt x="1340" y="957"/>
                  <a:pt x="1243" y="843"/>
                  <a:pt x="1243" y="724"/>
                </a:cubicBezTo>
                <a:cubicBezTo>
                  <a:pt x="1243" y="605"/>
                  <a:pt x="1340" y="520"/>
                  <a:pt x="1459" y="520"/>
                </a:cubicBezTo>
                <a:cubicBezTo>
                  <a:pt x="1459" y="345"/>
                  <a:pt x="1459" y="345"/>
                  <a:pt x="1459" y="345"/>
                </a:cubicBezTo>
                <a:cubicBezTo>
                  <a:pt x="1243" y="345"/>
                  <a:pt x="1068" y="520"/>
                  <a:pt x="1068" y="735"/>
                </a:cubicBezTo>
                <a:cubicBezTo>
                  <a:pt x="1068" y="951"/>
                  <a:pt x="1243" y="1126"/>
                  <a:pt x="1459" y="1126"/>
                </a:cubicBezTo>
                <a:cubicBezTo>
                  <a:pt x="1637" y="1126"/>
                  <a:pt x="1637" y="1126"/>
                  <a:pt x="1637" y="1126"/>
                </a:cubicBezTo>
                <a:cubicBezTo>
                  <a:pt x="1760" y="1126"/>
                  <a:pt x="1867" y="1213"/>
                  <a:pt x="1867" y="1365"/>
                </a:cubicBezTo>
                <a:cubicBezTo>
                  <a:pt x="1867" y="1517"/>
                  <a:pt x="1867" y="1517"/>
                  <a:pt x="1867" y="1517"/>
                </a:cubicBezTo>
                <a:cubicBezTo>
                  <a:pt x="2042" y="1517"/>
                  <a:pt x="2042" y="1517"/>
                  <a:pt x="2042" y="1517"/>
                </a:cubicBezTo>
                <a:cubicBezTo>
                  <a:pt x="2042" y="1326"/>
                  <a:pt x="2042" y="1326"/>
                  <a:pt x="2042" y="1326"/>
                </a:cubicBezTo>
                <a:cubicBezTo>
                  <a:pt x="2042" y="1114"/>
                  <a:pt x="1855" y="957"/>
                  <a:pt x="1637" y="95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8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pa"/>
          <p:cNvSpPr>
            <a:spLocks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1574 w 2334"/>
              <a:gd name="T1" fmla="*/ 890 h 2334"/>
              <a:gd name="T2" fmla="*/ 1174 w 2334"/>
              <a:gd name="T3" fmla="*/ 0 h 2334"/>
              <a:gd name="T4" fmla="*/ 760 w 2334"/>
              <a:gd name="T5" fmla="*/ 890 h 2334"/>
              <a:gd name="T6" fmla="*/ 1167 w 2334"/>
              <a:gd name="T7" fmla="*/ 1197 h 2334"/>
              <a:gd name="T8" fmla="*/ 1574 w 2334"/>
              <a:gd name="T9" fmla="*/ 890 h 2334"/>
              <a:gd name="T10" fmla="*/ 816 w 2334"/>
              <a:gd name="T11" fmla="*/ 1200 h 2334"/>
              <a:gd name="T12" fmla="*/ 763 w 2334"/>
              <a:gd name="T13" fmla="*/ 1166 h 2334"/>
              <a:gd name="T14" fmla="*/ 816 w 2334"/>
              <a:gd name="T15" fmla="*/ 1200 h 2334"/>
              <a:gd name="T16" fmla="*/ 1565 w 2334"/>
              <a:gd name="T17" fmla="*/ 1171 h 2334"/>
              <a:gd name="T18" fmla="*/ 1518 w 2334"/>
              <a:gd name="T19" fmla="*/ 1201 h 2334"/>
              <a:gd name="T20" fmla="*/ 1565 w 2334"/>
              <a:gd name="T21" fmla="*/ 1171 h 2334"/>
              <a:gd name="T22" fmla="*/ 1167 w 2334"/>
              <a:gd name="T23" fmla="*/ 1570 h 2334"/>
              <a:gd name="T24" fmla="*/ 0 w 2334"/>
              <a:gd name="T25" fmla="*/ 934 h 2334"/>
              <a:gd name="T26" fmla="*/ 937 w 2334"/>
              <a:gd name="T27" fmla="*/ 2274 h 2334"/>
              <a:gd name="T28" fmla="*/ 1167 w 2334"/>
              <a:gd name="T29" fmla="*/ 2334 h 2334"/>
              <a:gd name="T30" fmla="*/ 1397 w 2334"/>
              <a:gd name="T31" fmla="*/ 2274 h 2334"/>
              <a:gd name="T32" fmla="*/ 2334 w 2334"/>
              <a:gd name="T33" fmla="*/ 934 h 2334"/>
              <a:gd name="T34" fmla="*/ 1167 w 2334"/>
              <a:gd name="T35" fmla="*/ 157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334" h="2334">
                <a:moveTo>
                  <a:pt x="1574" y="890"/>
                </a:moveTo>
                <a:cubicBezTo>
                  <a:pt x="1553" y="565"/>
                  <a:pt x="1421" y="248"/>
                  <a:pt x="1174" y="0"/>
                </a:cubicBezTo>
                <a:cubicBezTo>
                  <a:pt x="924" y="250"/>
                  <a:pt x="787" y="567"/>
                  <a:pt x="760" y="890"/>
                </a:cubicBezTo>
                <a:cubicBezTo>
                  <a:pt x="909" y="970"/>
                  <a:pt x="1047" y="1072"/>
                  <a:pt x="1167" y="1197"/>
                </a:cubicBezTo>
                <a:cubicBezTo>
                  <a:pt x="1287" y="1074"/>
                  <a:pt x="1425" y="971"/>
                  <a:pt x="1574" y="890"/>
                </a:cubicBezTo>
                <a:close/>
                <a:moveTo>
                  <a:pt x="816" y="1200"/>
                </a:moveTo>
                <a:cubicBezTo>
                  <a:pt x="800" y="1188"/>
                  <a:pt x="781" y="1177"/>
                  <a:pt x="763" y="1166"/>
                </a:cubicBezTo>
                <a:cubicBezTo>
                  <a:pt x="781" y="1179"/>
                  <a:pt x="800" y="1188"/>
                  <a:pt x="816" y="1200"/>
                </a:cubicBezTo>
                <a:close/>
                <a:moveTo>
                  <a:pt x="1565" y="1171"/>
                </a:moveTo>
                <a:cubicBezTo>
                  <a:pt x="1550" y="1181"/>
                  <a:pt x="1533" y="1189"/>
                  <a:pt x="1518" y="1201"/>
                </a:cubicBezTo>
                <a:cubicBezTo>
                  <a:pt x="1533" y="1189"/>
                  <a:pt x="1550" y="1181"/>
                  <a:pt x="1565" y="1171"/>
                </a:cubicBezTo>
                <a:close/>
                <a:moveTo>
                  <a:pt x="1167" y="1570"/>
                </a:moveTo>
                <a:cubicBezTo>
                  <a:pt x="916" y="1187"/>
                  <a:pt x="488" y="934"/>
                  <a:pt x="0" y="934"/>
                </a:cubicBezTo>
                <a:cubicBezTo>
                  <a:pt x="0" y="1554"/>
                  <a:pt x="392" y="2079"/>
                  <a:pt x="937" y="2274"/>
                </a:cubicBezTo>
                <a:cubicBezTo>
                  <a:pt x="1011" y="2301"/>
                  <a:pt x="1088" y="2321"/>
                  <a:pt x="1167" y="2334"/>
                </a:cubicBezTo>
                <a:cubicBezTo>
                  <a:pt x="1246" y="2320"/>
                  <a:pt x="1322" y="2300"/>
                  <a:pt x="1397" y="2274"/>
                </a:cubicBezTo>
                <a:cubicBezTo>
                  <a:pt x="1942" y="2079"/>
                  <a:pt x="2334" y="1554"/>
                  <a:pt x="2334" y="934"/>
                </a:cubicBezTo>
                <a:cubicBezTo>
                  <a:pt x="1846" y="934"/>
                  <a:pt x="1418" y="1187"/>
                  <a:pt x="1167" y="157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8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k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48077" cy="914400"/>
          </a:xfrm>
          <a:custGeom>
            <a:avLst/>
            <a:gdLst>
              <a:gd name="T0" fmla="*/ 1050 w 2100"/>
              <a:gd name="T1" fmla="*/ 700 h 2567"/>
              <a:gd name="T2" fmla="*/ 1283 w 2100"/>
              <a:gd name="T3" fmla="*/ 467 h 2567"/>
              <a:gd name="T4" fmla="*/ 1249 w 2100"/>
              <a:gd name="T5" fmla="*/ 346 h 2567"/>
              <a:gd name="T6" fmla="*/ 1050 w 2100"/>
              <a:gd name="T7" fmla="*/ 0 h 2567"/>
              <a:gd name="T8" fmla="*/ 851 w 2100"/>
              <a:gd name="T9" fmla="*/ 346 h 2567"/>
              <a:gd name="T10" fmla="*/ 817 w 2100"/>
              <a:gd name="T11" fmla="*/ 467 h 2567"/>
              <a:gd name="T12" fmla="*/ 1050 w 2100"/>
              <a:gd name="T13" fmla="*/ 700 h 2567"/>
              <a:gd name="T14" fmla="*/ 1587 w 2100"/>
              <a:gd name="T15" fmla="*/ 1866 h 2567"/>
              <a:gd name="T16" fmla="*/ 1462 w 2100"/>
              <a:gd name="T17" fmla="*/ 1741 h 2567"/>
              <a:gd name="T18" fmla="*/ 1336 w 2100"/>
              <a:gd name="T19" fmla="*/ 1866 h 2567"/>
              <a:gd name="T20" fmla="*/ 765 w 2100"/>
              <a:gd name="T21" fmla="*/ 1866 h 2567"/>
              <a:gd name="T22" fmla="*/ 641 w 2100"/>
              <a:gd name="T23" fmla="*/ 1741 h 2567"/>
              <a:gd name="T24" fmla="*/ 513 w 2100"/>
              <a:gd name="T25" fmla="*/ 1866 h 2567"/>
              <a:gd name="T26" fmla="*/ 229 w 2100"/>
              <a:gd name="T27" fmla="*/ 1983 h 2567"/>
              <a:gd name="T28" fmla="*/ 0 w 2100"/>
              <a:gd name="T29" fmla="*/ 1912 h 2567"/>
              <a:gd name="T30" fmla="*/ 0 w 2100"/>
              <a:gd name="T31" fmla="*/ 2450 h 2567"/>
              <a:gd name="T32" fmla="*/ 117 w 2100"/>
              <a:gd name="T33" fmla="*/ 2567 h 2567"/>
              <a:gd name="T34" fmla="*/ 1983 w 2100"/>
              <a:gd name="T35" fmla="*/ 2567 h 2567"/>
              <a:gd name="T36" fmla="*/ 2100 w 2100"/>
              <a:gd name="T37" fmla="*/ 2450 h 2567"/>
              <a:gd name="T38" fmla="*/ 2100 w 2100"/>
              <a:gd name="T39" fmla="*/ 1912 h 2567"/>
              <a:gd name="T40" fmla="*/ 1871 w 2100"/>
              <a:gd name="T41" fmla="*/ 1983 h 2567"/>
              <a:gd name="T42" fmla="*/ 1587 w 2100"/>
              <a:gd name="T43" fmla="*/ 1866 h 2567"/>
              <a:gd name="T44" fmla="*/ 1750 w 2100"/>
              <a:gd name="T45" fmla="*/ 1050 h 2567"/>
              <a:gd name="T46" fmla="*/ 1167 w 2100"/>
              <a:gd name="T47" fmla="*/ 1050 h 2567"/>
              <a:gd name="T48" fmla="*/ 1167 w 2100"/>
              <a:gd name="T49" fmla="*/ 817 h 2567"/>
              <a:gd name="T50" fmla="*/ 933 w 2100"/>
              <a:gd name="T51" fmla="*/ 817 h 2567"/>
              <a:gd name="T52" fmla="*/ 933 w 2100"/>
              <a:gd name="T53" fmla="*/ 1050 h 2567"/>
              <a:gd name="T54" fmla="*/ 350 w 2100"/>
              <a:gd name="T55" fmla="*/ 1050 h 2567"/>
              <a:gd name="T56" fmla="*/ 0 w 2100"/>
              <a:gd name="T57" fmla="*/ 1400 h 2567"/>
              <a:gd name="T58" fmla="*/ 0 w 2100"/>
              <a:gd name="T59" fmla="*/ 1580 h 2567"/>
              <a:gd name="T60" fmla="*/ 229 w 2100"/>
              <a:gd name="T61" fmla="*/ 1808 h 2567"/>
              <a:gd name="T62" fmla="*/ 390 w 2100"/>
              <a:gd name="T63" fmla="*/ 1742 h 2567"/>
              <a:gd name="T64" fmla="*/ 639 w 2100"/>
              <a:gd name="T65" fmla="*/ 1493 h 2567"/>
              <a:gd name="T66" fmla="*/ 888 w 2100"/>
              <a:gd name="T67" fmla="*/ 1742 h 2567"/>
              <a:gd name="T68" fmla="*/ 1211 w 2100"/>
              <a:gd name="T69" fmla="*/ 1742 h 2567"/>
              <a:gd name="T70" fmla="*/ 1461 w 2100"/>
              <a:gd name="T71" fmla="*/ 1493 h 2567"/>
              <a:gd name="T72" fmla="*/ 1709 w 2100"/>
              <a:gd name="T73" fmla="*/ 1742 h 2567"/>
              <a:gd name="T74" fmla="*/ 1870 w 2100"/>
              <a:gd name="T75" fmla="*/ 1808 h 2567"/>
              <a:gd name="T76" fmla="*/ 2099 w 2100"/>
              <a:gd name="T77" fmla="*/ 1580 h 2567"/>
              <a:gd name="T78" fmla="*/ 2099 w 2100"/>
              <a:gd name="T79" fmla="*/ 1400 h 2567"/>
              <a:gd name="T80" fmla="*/ 1750 w 2100"/>
              <a:gd name="T81" fmla="*/ 1050 h 25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100" h="2567">
                <a:moveTo>
                  <a:pt x="1050" y="700"/>
                </a:moveTo>
                <a:cubicBezTo>
                  <a:pt x="1179" y="700"/>
                  <a:pt x="1283" y="595"/>
                  <a:pt x="1283" y="467"/>
                </a:cubicBezTo>
                <a:cubicBezTo>
                  <a:pt x="1283" y="422"/>
                  <a:pt x="1272" y="381"/>
                  <a:pt x="1249" y="346"/>
                </a:cubicBezTo>
                <a:cubicBezTo>
                  <a:pt x="1050" y="0"/>
                  <a:pt x="1050" y="0"/>
                  <a:pt x="1050" y="0"/>
                </a:cubicBezTo>
                <a:cubicBezTo>
                  <a:pt x="851" y="346"/>
                  <a:pt x="851" y="346"/>
                  <a:pt x="851" y="346"/>
                </a:cubicBezTo>
                <a:cubicBezTo>
                  <a:pt x="828" y="381"/>
                  <a:pt x="817" y="422"/>
                  <a:pt x="817" y="467"/>
                </a:cubicBezTo>
                <a:cubicBezTo>
                  <a:pt x="817" y="595"/>
                  <a:pt x="922" y="700"/>
                  <a:pt x="1050" y="700"/>
                </a:cubicBezTo>
                <a:close/>
                <a:moveTo>
                  <a:pt x="1587" y="1866"/>
                </a:moveTo>
                <a:cubicBezTo>
                  <a:pt x="1462" y="1741"/>
                  <a:pt x="1462" y="1741"/>
                  <a:pt x="1462" y="1741"/>
                </a:cubicBezTo>
                <a:cubicBezTo>
                  <a:pt x="1336" y="1866"/>
                  <a:pt x="1336" y="1866"/>
                  <a:pt x="1336" y="1866"/>
                </a:cubicBezTo>
                <a:cubicBezTo>
                  <a:pt x="1184" y="2017"/>
                  <a:pt x="918" y="2018"/>
                  <a:pt x="765" y="1866"/>
                </a:cubicBezTo>
                <a:cubicBezTo>
                  <a:pt x="641" y="1741"/>
                  <a:pt x="641" y="1741"/>
                  <a:pt x="641" y="1741"/>
                </a:cubicBezTo>
                <a:cubicBezTo>
                  <a:pt x="513" y="1866"/>
                  <a:pt x="513" y="1866"/>
                  <a:pt x="513" y="1866"/>
                </a:cubicBezTo>
                <a:cubicBezTo>
                  <a:pt x="438" y="1941"/>
                  <a:pt x="336" y="1983"/>
                  <a:pt x="229" y="1983"/>
                </a:cubicBezTo>
                <a:cubicBezTo>
                  <a:pt x="144" y="1983"/>
                  <a:pt x="65" y="1956"/>
                  <a:pt x="0" y="1912"/>
                </a:cubicBezTo>
                <a:cubicBezTo>
                  <a:pt x="0" y="2450"/>
                  <a:pt x="0" y="2450"/>
                  <a:pt x="0" y="2450"/>
                </a:cubicBezTo>
                <a:cubicBezTo>
                  <a:pt x="0" y="2514"/>
                  <a:pt x="53" y="2567"/>
                  <a:pt x="117" y="2567"/>
                </a:cubicBezTo>
                <a:cubicBezTo>
                  <a:pt x="1983" y="2567"/>
                  <a:pt x="1983" y="2567"/>
                  <a:pt x="1983" y="2567"/>
                </a:cubicBezTo>
                <a:cubicBezTo>
                  <a:pt x="2047" y="2567"/>
                  <a:pt x="2100" y="2514"/>
                  <a:pt x="2100" y="2450"/>
                </a:cubicBezTo>
                <a:cubicBezTo>
                  <a:pt x="2100" y="1912"/>
                  <a:pt x="2100" y="1912"/>
                  <a:pt x="2100" y="1912"/>
                </a:cubicBezTo>
                <a:cubicBezTo>
                  <a:pt x="2035" y="1956"/>
                  <a:pt x="1956" y="1983"/>
                  <a:pt x="1871" y="1983"/>
                </a:cubicBezTo>
                <a:cubicBezTo>
                  <a:pt x="1764" y="1983"/>
                  <a:pt x="1663" y="1941"/>
                  <a:pt x="1587" y="1866"/>
                </a:cubicBezTo>
                <a:close/>
                <a:moveTo>
                  <a:pt x="1750" y="1050"/>
                </a:moveTo>
                <a:cubicBezTo>
                  <a:pt x="1167" y="1050"/>
                  <a:pt x="1167" y="1050"/>
                  <a:pt x="1167" y="1050"/>
                </a:cubicBezTo>
                <a:cubicBezTo>
                  <a:pt x="1167" y="817"/>
                  <a:pt x="1167" y="817"/>
                  <a:pt x="1167" y="817"/>
                </a:cubicBezTo>
                <a:cubicBezTo>
                  <a:pt x="933" y="817"/>
                  <a:pt x="933" y="817"/>
                  <a:pt x="933" y="817"/>
                </a:cubicBezTo>
                <a:cubicBezTo>
                  <a:pt x="933" y="1050"/>
                  <a:pt x="933" y="1050"/>
                  <a:pt x="933" y="1050"/>
                </a:cubicBezTo>
                <a:cubicBezTo>
                  <a:pt x="350" y="1050"/>
                  <a:pt x="350" y="1050"/>
                  <a:pt x="350" y="1050"/>
                </a:cubicBezTo>
                <a:cubicBezTo>
                  <a:pt x="156" y="1050"/>
                  <a:pt x="0" y="1206"/>
                  <a:pt x="0" y="1400"/>
                </a:cubicBezTo>
                <a:cubicBezTo>
                  <a:pt x="0" y="1580"/>
                  <a:pt x="0" y="1580"/>
                  <a:pt x="0" y="1580"/>
                </a:cubicBezTo>
                <a:cubicBezTo>
                  <a:pt x="0" y="1706"/>
                  <a:pt x="103" y="1808"/>
                  <a:pt x="229" y="1808"/>
                </a:cubicBezTo>
                <a:cubicBezTo>
                  <a:pt x="289" y="1808"/>
                  <a:pt x="348" y="1785"/>
                  <a:pt x="390" y="1742"/>
                </a:cubicBezTo>
                <a:cubicBezTo>
                  <a:pt x="639" y="1493"/>
                  <a:pt x="639" y="1493"/>
                  <a:pt x="639" y="1493"/>
                </a:cubicBezTo>
                <a:cubicBezTo>
                  <a:pt x="888" y="1742"/>
                  <a:pt x="888" y="1742"/>
                  <a:pt x="888" y="1742"/>
                </a:cubicBezTo>
                <a:cubicBezTo>
                  <a:pt x="974" y="1828"/>
                  <a:pt x="1125" y="1828"/>
                  <a:pt x="1211" y="1742"/>
                </a:cubicBezTo>
                <a:cubicBezTo>
                  <a:pt x="1461" y="1493"/>
                  <a:pt x="1461" y="1493"/>
                  <a:pt x="1461" y="1493"/>
                </a:cubicBezTo>
                <a:cubicBezTo>
                  <a:pt x="1709" y="1742"/>
                  <a:pt x="1709" y="1742"/>
                  <a:pt x="1709" y="1742"/>
                </a:cubicBezTo>
                <a:cubicBezTo>
                  <a:pt x="1752" y="1785"/>
                  <a:pt x="1809" y="1808"/>
                  <a:pt x="1870" y="1808"/>
                </a:cubicBezTo>
                <a:cubicBezTo>
                  <a:pt x="1996" y="1808"/>
                  <a:pt x="2099" y="1706"/>
                  <a:pt x="2099" y="1580"/>
                </a:cubicBezTo>
                <a:cubicBezTo>
                  <a:pt x="2099" y="1400"/>
                  <a:pt x="2099" y="1400"/>
                  <a:pt x="2099" y="1400"/>
                </a:cubicBezTo>
                <a:cubicBezTo>
                  <a:pt x="2100" y="1206"/>
                  <a:pt x="1944" y="1050"/>
                  <a:pt x="1750" y="10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8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mai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00508"/>
          </a:xfrm>
          <a:custGeom>
            <a:avLst/>
            <a:gdLst>
              <a:gd name="T0" fmla="*/ 4408 w 5877"/>
              <a:gd name="T1" fmla="*/ 2204 h 5145"/>
              <a:gd name="T2" fmla="*/ 4777 w 5877"/>
              <a:gd name="T3" fmla="*/ 2572 h 5145"/>
              <a:gd name="T4" fmla="*/ 2939 w 5877"/>
              <a:gd name="T5" fmla="*/ 1103 h 5145"/>
              <a:gd name="T6" fmla="*/ 0 w 5877"/>
              <a:gd name="T7" fmla="*/ 0 h 5145"/>
              <a:gd name="T8" fmla="*/ 5877 w 5877"/>
              <a:gd name="T9" fmla="*/ 5145 h 5145"/>
              <a:gd name="T10" fmla="*/ 2939 w 5877"/>
              <a:gd name="T11" fmla="*/ 1103 h 5145"/>
              <a:gd name="T12" fmla="*/ 735 w 5877"/>
              <a:gd name="T13" fmla="*/ 4410 h 5145"/>
              <a:gd name="T14" fmla="*/ 1101 w 5877"/>
              <a:gd name="T15" fmla="*/ 4042 h 5145"/>
              <a:gd name="T16" fmla="*/ 1101 w 5877"/>
              <a:gd name="T17" fmla="*/ 3307 h 5145"/>
              <a:gd name="T18" fmla="*/ 735 w 5877"/>
              <a:gd name="T19" fmla="*/ 2941 h 5145"/>
              <a:gd name="T20" fmla="*/ 1101 w 5877"/>
              <a:gd name="T21" fmla="*/ 3307 h 5145"/>
              <a:gd name="T22" fmla="*/ 735 w 5877"/>
              <a:gd name="T23" fmla="*/ 2204 h 5145"/>
              <a:gd name="T24" fmla="*/ 1101 w 5877"/>
              <a:gd name="T25" fmla="*/ 1838 h 5145"/>
              <a:gd name="T26" fmla="*/ 1101 w 5877"/>
              <a:gd name="T27" fmla="*/ 1103 h 5145"/>
              <a:gd name="T28" fmla="*/ 735 w 5877"/>
              <a:gd name="T29" fmla="*/ 734 h 5145"/>
              <a:gd name="T30" fmla="*/ 1101 w 5877"/>
              <a:gd name="T31" fmla="*/ 1103 h 5145"/>
              <a:gd name="T32" fmla="*/ 1836 w 5877"/>
              <a:gd name="T33" fmla="*/ 4410 h 5145"/>
              <a:gd name="T34" fmla="*/ 2204 w 5877"/>
              <a:gd name="T35" fmla="*/ 4042 h 5145"/>
              <a:gd name="T36" fmla="*/ 2204 w 5877"/>
              <a:gd name="T37" fmla="*/ 3307 h 5145"/>
              <a:gd name="T38" fmla="*/ 1836 w 5877"/>
              <a:gd name="T39" fmla="*/ 2941 h 5145"/>
              <a:gd name="T40" fmla="*/ 2204 w 5877"/>
              <a:gd name="T41" fmla="*/ 3307 h 5145"/>
              <a:gd name="T42" fmla="*/ 1836 w 5877"/>
              <a:gd name="T43" fmla="*/ 2204 h 5145"/>
              <a:gd name="T44" fmla="*/ 2204 w 5877"/>
              <a:gd name="T45" fmla="*/ 1838 h 5145"/>
              <a:gd name="T46" fmla="*/ 2204 w 5877"/>
              <a:gd name="T47" fmla="*/ 1103 h 5145"/>
              <a:gd name="T48" fmla="*/ 1836 w 5877"/>
              <a:gd name="T49" fmla="*/ 734 h 5145"/>
              <a:gd name="T50" fmla="*/ 2204 w 5877"/>
              <a:gd name="T51" fmla="*/ 1103 h 5145"/>
              <a:gd name="T52" fmla="*/ 2939 w 5877"/>
              <a:gd name="T53" fmla="*/ 4410 h 5145"/>
              <a:gd name="T54" fmla="*/ 5143 w 5877"/>
              <a:gd name="T55" fmla="*/ 1838 h 5145"/>
              <a:gd name="T56" fmla="*/ 3673 w 5877"/>
              <a:gd name="T57" fmla="*/ 2204 h 5145"/>
              <a:gd name="T58" fmla="*/ 3307 w 5877"/>
              <a:gd name="T59" fmla="*/ 2572 h 5145"/>
              <a:gd name="T60" fmla="*/ 3673 w 5877"/>
              <a:gd name="T61" fmla="*/ 2204 h 5145"/>
              <a:gd name="T62" fmla="*/ 4408 w 5877"/>
              <a:gd name="T63" fmla="*/ 3675 h 5145"/>
              <a:gd name="T64" fmla="*/ 4777 w 5877"/>
              <a:gd name="T65" fmla="*/ 4042 h 5145"/>
              <a:gd name="T66" fmla="*/ 3673 w 5877"/>
              <a:gd name="T67" fmla="*/ 3675 h 5145"/>
              <a:gd name="T68" fmla="*/ 3307 w 5877"/>
              <a:gd name="T69" fmla="*/ 4042 h 5145"/>
              <a:gd name="T70" fmla="*/ 3673 w 5877"/>
              <a:gd name="T71" fmla="*/ 3675 h 51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5877" h="5145">
                <a:moveTo>
                  <a:pt x="4777" y="2204"/>
                </a:moveTo>
                <a:lnTo>
                  <a:pt x="4408" y="2204"/>
                </a:lnTo>
                <a:lnTo>
                  <a:pt x="4408" y="2572"/>
                </a:lnTo>
                <a:lnTo>
                  <a:pt x="4777" y="2572"/>
                </a:lnTo>
                <a:lnTo>
                  <a:pt x="4777" y="2204"/>
                </a:lnTo>
                <a:close/>
                <a:moveTo>
                  <a:pt x="2939" y="1103"/>
                </a:moveTo>
                <a:lnTo>
                  <a:pt x="2939" y="0"/>
                </a:lnTo>
                <a:lnTo>
                  <a:pt x="0" y="0"/>
                </a:lnTo>
                <a:lnTo>
                  <a:pt x="0" y="5145"/>
                </a:lnTo>
                <a:lnTo>
                  <a:pt x="5877" y="5145"/>
                </a:lnTo>
                <a:lnTo>
                  <a:pt x="5877" y="1103"/>
                </a:lnTo>
                <a:lnTo>
                  <a:pt x="2939" y="1103"/>
                </a:lnTo>
                <a:close/>
                <a:moveTo>
                  <a:pt x="1101" y="4410"/>
                </a:moveTo>
                <a:lnTo>
                  <a:pt x="735" y="4410"/>
                </a:lnTo>
                <a:lnTo>
                  <a:pt x="735" y="4042"/>
                </a:lnTo>
                <a:lnTo>
                  <a:pt x="1101" y="4042"/>
                </a:lnTo>
                <a:lnTo>
                  <a:pt x="1101" y="4410"/>
                </a:lnTo>
                <a:close/>
                <a:moveTo>
                  <a:pt x="1101" y="3307"/>
                </a:moveTo>
                <a:lnTo>
                  <a:pt x="735" y="3307"/>
                </a:lnTo>
                <a:lnTo>
                  <a:pt x="735" y="2941"/>
                </a:lnTo>
                <a:lnTo>
                  <a:pt x="1101" y="2941"/>
                </a:lnTo>
                <a:lnTo>
                  <a:pt x="1101" y="3307"/>
                </a:lnTo>
                <a:close/>
                <a:moveTo>
                  <a:pt x="1101" y="2204"/>
                </a:moveTo>
                <a:lnTo>
                  <a:pt x="735" y="2204"/>
                </a:lnTo>
                <a:lnTo>
                  <a:pt x="735" y="1838"/>
                </a:lnTo>
                <a:lnTo>
                  <a:pt x="1101" y="1838"/>
                </a:lnTo>
                <a:lnTo>
                  <a:pt x="1101" y="2204"/>
                </a:lnTo>
                <a:close/>
                <a:moveTo>
                  <a:pt x="1101" y="1103"/>
                </a:moveTo>
                <a:lnTo>
                  <a:pt x="735" y="1103"/>
                </a:lnTo>
                <a:lnTo>
                  <a:pt x="735" y="734"/>
                </a:lnTo>
                <a:lnTo>
                  <a:pt x="1101" y="734"/>
                </a:lnTo>
                <a:lnTo>
                  <a:pt x="1101" y="1103"/>
                </a:lnTo>
                <a:close/>
                <a:moveTo>
                  <a:pt x="2204" y="4410"/>
                </a:moveTo>
                <a:lnTo>
                  <a:pt x="1836" y="4410"/>
                </a:lnTo>
                <a:lnTo>
                  <a:pt x="1836" y="4042"/>
                </a:lnTo>
                <a:lnTo>
                  <a:pt x="2204" y="4042"/>
                </a:lnTo>
                <a:lnTo>
                  <a:pt x="2204" y="4410"/>
                </a:lnTo>
                <a:close/>
                <a:moveTo>
                  <a:pt x="2204" y="3307"/>
                </a:moveTo>
                <a:lnTo>
                  <a:pt x="1836" y="3307"/>
                </a:lnTo>
                <a:lnTo>
                  <a:pt x="1836" y="2941"/>
                </a:lnTo>
                <a:lnTo>
                  <a:pt x="2204" y="2941"/>
                </a:lnTo>
                <a:lnTo>
                  <a:pt x="2204" y="3307"/>
                </a:lnTo>
                <a:close/>
                <a:moveTo>
                  <a:pt x="2204" y="2204"/>
                </a:moveTo>
                <a:lnTo>
                  <a:pt x="1836" y="2204"/>
                </a:lnTo>
                <a:lnTo>
                  <a:pt x="1836" y="1838"/>
                </a:lnTo>
                <a:lnTo>
                  <a:pt x="2204" y="1838"/>
                </a:lnTo>
                <a:lnTo>
                  <a:pt x="2204" y="2204"/>
                </a:lnTo>
                <a:close/>
                <a:moveTo>
                  <a:pt x="2204" y="1103"/>
                </a:moveTo>
                <a:lnTo>
                  <a:pt x="1836" y="1103"/>
                </a:lnTo>
                <a:lnTo>
                  <a:pt x="1836" y="734"/>
                </a:lnTo>
                <a:lnTo>
                  <a:pt x="2204" y="734"/>
                </a:lnTo>
                <a:lnTo>
                  <a:pt x="2204" y="1103"/>
                </a:lnTo>
                <a:close/>
                <a:moveTo>
                  <a:pt x="5143" y="4410"/>
                </a:moveTo>
                <a:lnTo>
                  <a:pt x="2939" y="4410"/>
                </a:lnTo>
                <a:lnTo>
                  <a:pt x="2939" y="1838"/>
                </a:lnTo>
                <a:lnTo>
                  <a:pt x="5143" y="1838"/>
                </a:lnTo>
                <a:lnTo>
                  <a:pt x="5143" y="4410"/>
                </a:lnTo>
                <a:close/>
                <a:moveTo>
                  <a:pt x="3673" y="2204"/>
                </a:moveTo>
                <a:lnTo>
                  <a:pt x="3307" y="2204"/>
                </a:lnTo>
                <a:lnTo>
                  <a:pt x="3307" y="2572"/>
                </a:lnTo>
                <a:lnTo>
                  <a:pt x="3673" y="2572"/>
                </a:lnTo>
                <a:lnTo>
                  <a:pt x="3673" y="2204"/>
                </a:lnTo>
                <a:close/>
                <a:moveTo>
                  <a:pt x="4777" y="3675"/>
                </a:moveTo>
                <a:lnTo>
                  <a:pt x="4408" y="3675"/>
                </a:lnTo>
                <a:lnTo>
                  <a:pt x="4408" y="4042"/>
                </a:lnTo>
                <a:lnTo>
                  <a:pt x="4777" y="4042"/>
                </a:lnTo>
                <a:lnTo>
                  <a:pt x="4777" y="3675"/>
                </a:lnTo>
                <a:close/>
                <a:moveTo>
                  <a:pt x="3673" y="3675"/>
                </a:moveTo>
                <a:lnTo>
                  <a:pt x="3307" y="3675"/>
                </a:lnTo>
                <a:lnTo>
                  <a:pt x="3307" y="4042"/>
                </a:lnTo>
                <a:lnTo>
                  <a:pt x="3673" y="4042"/>
                </a:lnTo>
                <a:lnTo>
                  <a:pt x="3673" y="3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8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oup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14690"/>
          </a:xfrm>
          <a:custGeom>
            <a:avLst/>
            <a:gdLst>
              <a:gd name="T0" fmla="*/ 777 w 2488"/>
              <a:gd name="T1" fmla="*/ 622 h 1400"/>
              <a:gd name="T2" fmla="*/ 1088 w 2488"/>
              <a:gd name="T3" fmla="*/ 311 h 1400"/>
              <a:gd name="T4" fmla="*/ 777 w 2488"/>
              <a:gd name="T5" fmla="*/ 0 h 1400"/>
              <a:gd name="T6" fmla="*/ 466 w 2488"/>
              <a:gd name="T7" fmla="*/ 311 h 1400"/>
              <a:gd name="T8" fmla="*/ 777 w 2488"/>
              <a:gd name="T9" fmla="*/ 622 h 1400"/>
              <a:gd name="T10" fmla="*/ 1711 w 2488"/>
              <a:gd name="T11" fmla="*/ 622 h 1400"/>
              <a:gd name="T12" fmla="*/ 2022 w 2488"/>
              <a:gd name="T13" fmla="*/ 311 h 1400"/>
              <a:gd name="T14" fmla="*/ 1711 w 2488"/>
              <a:gd name="T15" fmla="*/ 0 h 1400"/>
              <a:gd name="T16" fmla="*/ 1400 w 2488"/>
              <a:gd name="T17" fmla="*/ 311 h 1400"/>
              <a:gd name="T18" fmla="*/ 1711 w 2488"/>
              <a:gd name="T19" fmla="*/ 622 h 1400"/>
              <a:gd name="T20" fmla="*/ 777 w 2488"/>
              <a:gd name="T21" fmla="*/ 809 h 1400"/>
              <a:gd name="T22" fmla="*/ 0 w 2488"/>
              <a:gd name="T23" fmla="*/ 1198 h 1400"/>
              <a:gd name="T24" fmla="*/ 0 w 2488"/>
              <a:gd name="T25" fmla="*/ 1400 h 1400"/>
              <a:gd name="T26" fmla="*/ 1555 w 2488"/>
              <a:gd name="T27" fmla="*/ 1400 h 1400"/>
              <a:gd name="T28" fmla="*/ 1555 w 2488"/>
              <a:gd name="T29" fmla="*/ 1198 h 1400"/>
              <a:gd name="T30" fmla="*/ 777 w 2488"/>
              <a:gd name="T31" fmla="*/ 809 h 1400"/>
              <a:gd name="T32" fmla="*/ 1711 w 2488"/>
              <a:gd name="T33" fmla="*/ 809 h 1400"/>
              <a:gd name="T34" fmla="*/ 1580 w 2488"/>
              <a:gd name="T35" fmla="*/ 818 h 1400"/>
              <a:gd name="T36" fmla="*/ 1788 w 2488"/>
              <a:gd name="T37" fmla="*/ 1198 h 1400"/>
              <a:gd name="T38" fmla="*/ 1788 w 2488"/>
              <a:gd name="T39" fmla="*/ 1400 h 1400"/>
              <a:gd name="T40" fmla="*/ 2488 w 2488"/>
              <a:gd name="T41" fmla="*/ 1400 h 1400"/>
              <a:gd name="T42" fmla="*/ 2488 w 2488"/>
              <a:gd name="T43" fmla="*/ 1198 h 1400"/>
              <a:gd name="T44" fmla="*/ 1711 w 2488"/>
              <a:gd name="T45" fmla="*/ 809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488" h="1400">
                <a:moveTo>
                  <a:pt x="777" y="622"/>
                </a:moveTo>
                <a:cubicBezTo>
                  <a:pt x="950" y="622"/>
                  <a:pt x="1088" y="482"/>
                  <a:pt x="1088" y="311"/>
                </a:cubicBezTo>
                <a:cubicBezTo>
                  <a:pt x="1088" y="140"/>
                  <a:pt x="950" y="0"/>
                  <a:pt x="777" y="0"/>
                </a:cubicBezTo>
                <a:cubicBezTo>
                  <a:pt x="606" y="0"/>
                  <a:pt x="466" y="140"/>
                  <a:pt x="466" y="311"/>
                </a:cubicBezTo>
                <a:cubicBezTo>
                  <a:pt x="466" y="482"/>
                  <a:pt x="606" y="622"/>
                  <a:pt x="777" y="622"/>
                </a:cubicBezTo>
                <a:close/>
                <a:moveTo>
                  <a:pt x="1711" y="622"/>
                </a:moveTo>
                <a:cubicBezTo>
                  <a:pt x="1883" y="622"/>
                  <a:pt x="2022" y="482"/>
                  <a:pt x="2022" y="311"/>
                </a:cubicBezTo>
                <a:cubicBezTo>
                  <a:pt x="2022" y="140"/>
                  <a:pt x="1883" y="0"/>
                  <a:pt x="1711" y="0"/>
                </a:cubicBezTo>
                <a:cubicBezTo>
                  <a:pt x="1538" y="0"/>
                  <a:pt x="1400" y="140"/>
                  <a:pt x="1400" y="311"/>
                </a:cubicBezTo>
                <a:cubicBezTo>
                  <a:pt x="1400" y="482"/>
                  <a:pt x="1540" y="622"/>
                  <a:pt x="1711" y="622"/>
                </a:cubicBezTo>
                <a:close/>
                <a:moveTo>
                  <a:pt x="777" y="809"/>
                </a:moveTo>
                <a:cubicBezTo>
                  <a:pt x="518" y="809"/>
                  <a:pt x="0" y="938"/>
                  <a:pt x="0" y="1198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1555" y="1400"/>
                  <a:pt x="1555" y="1400"/>
                  <a:pt x="1555" y="1400"/>
                </a:cubicBezTo>
                <a:cubicBezTo>
                  <a:pt x="1555" y="1198"/>
                  <a:pt x="1555" y="1198"/>
                  <a:pt x="1555" y="1198"/>
                </a:cubicBezTo>
                <a:cubicBezTo>
                  <a:pt x="1555" y="938"/>
                  <a:pt x="1037" y="809"/>
                  <a:pt x="777" y="809"/>
                </a:cubicBezTo>
                <a:close/>
                <a:moveTo>
                  <a:pt x="1711" y="809"/>
                </a:moveTo>
                <a:cubicBezTo>
                  <a:pt x="1672" y="809"/>
                  <a:pt x="1627" y="812"/>
                  <a:pt x="1580" y="818"/>
                </a:cubicBezTo>
                <a:cubicBezTo>
                  <a:pt x="1703" y="912"/>
                  <a:pt x="1788" y="1036"/>
                  <a:pt x="1788" y="1198"/>
                </a:cubicBezTo>
                <a:cubicBezTo>
                  <a:pt x="1788" y="1400"/>
                  <a:pt x="1788" y="1400"/>
                  <a:pt x="1788" y="1400"/>
                </a:cubicBezTo>
                <a:cubicBezTo>
                  <a:pt x="2488" y="1400"/>
                  <a:pt x="2488" y="1400"/>
                  <a:pt x="2488" y="1400"/>
                </a:cubicBezTo>
                <a:cubicBezTo>
                  <a:pt x="2488" y="1198"/>
                  <a:pt x="2488" y="1198"/>
                  <a:pt x="2488" y="1198"/>
                </a:cubicBezTo>
                <a:cubicBezTo>
                  <a:pt x="2488" y="938"/>
                  <a:pt x="1970" y="809"/>
                  <a:pt x="1711" y="8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8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oup Ad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457338"/>
          </a:xfrm>
          <a:custGeom>
            <a:avLst/>
            <a:gdLst>
              <a:gd name="T0" fmla="*/ 1400 w 2800"/>
              <a:gd name="T1" fmla="*/ 622 h 1400"/>
              <a:gd name="T2" fmla="*/ 1711 w 2800"/>
              <a:gd name="T3" fmla="*/ 311 h 1400"/>
              <a:gd name="T4" fmla="*/ 1400 w 2800"/>
              <a:gd name="T5" fmla="*/ 0 h 1400"/>
              <a:gd name="T6" fmla="*/ 1089 w 2800"/>
              <a:gd name="T7" fmla="*/ 311 h 1400"/>
              <a:gd name="T8" fmla="*/ 1400 w 2800"/>
              <a:gd name="T9" fmla="*/ 622 h 1400"/>
              <a:gd name="T10" fmla="*/ 2022 w 2800"/>
              <a:gd name="T11" fmla="*/ 622 h 1400"/>
              <a:gd name="T12" fmla="*/ 2333 w 2800"/>
              <a:gd name="T13" fmla="*/ 311 h 1400"/>
              <a:gd name="T14" fmla="*/ 2022 w 2800"/>
              <a:gd name="T15" fmla="*/ 0 h 1400"/>
              <a:gd name="T16" fmla="*/ 1870 w 2800"/>
              <a:gd name="T17" fmla="*/ 42 h 1400"/>
              <a:gd name="T18" fmla="*/ 1944 w 2800"/>
              <a:gd name="T19" fmla="*/ 311 h 1400"/>
              <a:gd name="T20" fmla="*/ 1870 w 2800"/>
              <a:gd name="T21" fmla="*/ 580 h 1400"/>
              <a:gd name="T22" fmla="*/ 2022 w 2800"/>
              <a:gd name="T23" fmla="*/ 622 h 1400"/>
              <a:gd name="T24" fmla="*/ 1400 w 2800"/>
              <a:gd name="T25" fmla="*/ 809 h 1400"/>
              <a:gd name="T26" fmla="*/ 622 w 2800"/>
              <a:gd name="T27" fmla="*/ 1198 h 1400"/>
              <a:gd name="T28" fmla="*/ 622 w 2800"/>
              <a:gd name="T29" fmla="*/ 1400 h 1400"/>
              <a:gd name="T30" fmla="*/ 2178 w 2800"/>
              <a:gd name="T31" fmla="*/ 1400 h 1400"/>
              <a:gd name="T32" fmla="*/ 2178 w 2800"/>
              <a:gd name="T33" fmla="*/ 1198 h 1400"/>
              <a:gd name="T34" fmla="*/ 1400 w 2800"/>
              <a:gd name="T35" fmla="*/ 809 h 1400"/>
              <a:gd name="T36" fmla="*/ 778 w 2800"/>
              <a:gd name="T37" fmla="*/ 467 h 1400"/>
              <a:gd name="T38" fmla="*/ 467 w 2800"/>
              <a:gd name="T39" fmla="*/ 467 h 1400"/>
              <a:gd name="T40" fmla="*/ 467 w 2800"/>
              <a:gd name="T41" fmla="*/ 156 h 1400"/>
              <a:gd name="T42" fmla="*/ 311 w 2800"/>
              <a:gd name="T43" fmla="*/ 156 h 1400"/>
              <a:gd name="T44" fmla="*/ 311 w 2800"/>
              <a:gd name="T45" fmla="*/ 467 h 1400"/>
              <a:gd name="T46" fmla="*/ 0 w 2800"/>
              <a:gd name="T47" fmla="*/ 467 h 1400"/>
              <a:gd name="T48" fmla="*/ 0 w 2800"/>
              <a:gd name="T49" fmla="*/ 622 h 1400"/>
              <a:gd name="T50" fmla="*/ 311 w 2800"/>
              <a:gd name="T51" fmla="*/ 622 h 1400"/>
              <a:gd name="T52" fmla="*/ 311 w 2800"/>
              <a:gd name="T53" fmla="*/ 934 h 1400"/>
              <a:gd name="T54" fmla="*/ 467 w 2800"/>
              <a:gd name="T55" fmla="*/ 934 h 1400"/>
              <a:gd name="T56" fmla="*/ 467 w 2800"/>
              <a:gd name="T57" fmla="*/ 622 h 1400"/>
              <a:gd name="T58" fmla="*/ 778 w 2800"/>
              <a:gd name="T59" fmla="*/ 622 h 1400"/>
              <a:gd name="T60" fmla="*/ 778 w 2800"/>
              <a:gd name="T61" fmla="*/ 467 h 1400"/>
              <a:gd name="T62" fmla="*/ 2214 w 2800"/>
              <a:gd name="T63" fmla="*/ 826 h 1400"/>
              <a:gd name="T64" fmla="*/ 2411 w 2800"/>
              <a:gd name="T65" fmla="*/ 1198 h 1400"/>
              <a:gd name="T66" fmla="*/ 2411 w 2800"/>
              <a:gd name="T67" fmla="*/ 1400 h 1400"/>
              <a:gd name="T68" fmla="*/ 2800 w 2800"/>
              <a:gd name="T69" fmla="*/ 1400 h 1400"/>
              <a:gd name="T70" fmla="*/ 2800 w 2800"/>
              <a:gd name="T71" fmla="*/ 1198 h 1400"/>
              <a:gd name="T72" fmla="*/ 2214 w 2800"/>
              <a:gd name="T73" fmla="*/ 826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800" h="1400">
                <a:moveTo>
                  <a:pt x="1400" y="622"/>
                </a:moveTo>
                <a:cubicBezTo>
                  <a:pt x="1573" y="622"/>
                  <a:pt x="1711" y="482"/>
                  <a:pt x="1711" y="311"/>
                </a:cubicBezTo>
                <a:cubicBezTo>
                  <a:pt x="1711" y="140"/>
                  <a:pt x="1573" y="0"/>
                  <a:pt x="1400" y="0"/>
                </a:cubicBezTo>
                <a:cubicBezTo>
                  <a:pt x="1229" y="0"/>
                  <a:pt x="1089" y="140"/>
                  <a:pt x="1089" y="311"/>
                </a:cubicBezTo>
                <a:cubicBezTo>
                  <a:pt x="1089" y="482"/>
                  <a:pt x="1229" y="622"/>
                  <a:pt x="1400" y="622"/>
                </a:cubicBezTo>
                <a:close/>
                <a:moveTo>
                  <a:pt x="2022" y="622"/>
                </a:moveTo>
                <a:cubicBezTo>
                  <a:pt x="2195" y="622"/>
                  <a:pt x="2333" y="482"/>
                  <a:pt x="2333" y="311"/>
                </a:cubicBezTo>
                <a:cubicBezTo>
                  <a:pt x="2333" y="140"/>
                  <a:pt x="2195" y="0"/>
                  <a:pt x="2022" y="0"/>
                </a:cubicBezTo>
                <a:cubicBezTo>
                  <a:pt x="1966" y="0"/>
                  <a:pt x="1915" y="16"/>
                  <a:pt x="1870" y="42"/>
                </a:cubicBezTo>
                <a:cubicBezTo>
                  <a:pt x="1916" y="122"/>
                  <a:pt x="1944" y="213"/>
                  <a:pt x="1944" y="311"/>
                </a:cubicBezTo>
                <a:cubicBezTo>
                  <a:pt x="1944" y="409"/>
                  <a:pt x="1916" y="501"/>
                  <a:pt x="1870" y="580"/>
                </a:cubicBezTo>
                <a:cubicBezTo>
                  <a:pt x="1915" y="607"/>
                  <a:pt x="1968" y="622"/>
                  <a:pt x="2022" y="622"/>
                </a:cubicBezTo>
                <a:close/>
                <a:moveTo>
                  <a:pt x="1400" y="809"/>
                </a:moveTo>
                <a:cubicBezTo>
                  <a:pt x="1140" y="809"/>
                  <a:pt x="622" y="938"/>
                  <a:pt x="622" y="1198"/>
                </a:cubicBezTo>
                <a:cubicBezTo>
                  <a:pt x="622" y="1400"/>
                  <a:pt x="622" y="1400"/>
                  <a:pt x="622" y="1400"/>
                </a:cubicBezTo>
                <a:cubicBezTo>
                  <a:pt x="2178" y="1400"/>
                  <a:pt x="2178" y="1400"/>
                  <a:pt x="2178" y="1400"/>
                </a:cubicBezTo>
                <a:cubicBezTo>
                  <a:pt x="2178" y="1198"/>
                  <a:pt x="2178" y="1198"/>
                  <a:pt x="2178" y="1198"/>
                </a:cubicBezTo>
                <a:cubicBezTo>
                  <a:pt x="2178" y="938"/>
                  <a:pt x="1660" y="809"/>
                  <a:pt x="1400" y="809"/>
                </a:cubicBezTo>
                <a:close/>
                <a:moveTo>
                  <a:pt x="778" y="467"/>
                </a:moveTo>
                <a:cubicBezTo>
                  <a:pt x="467" y="467"/>
                  <a:pt x="467" y="467"/>
                  <a:pt x="467" y="467"/>
                </a:cubicBezTo>
                <a:cubicBezTo>
                  <a:pt x="467" y="156"/>
                  <a:pt x="467" y="156"/>
                  <a:pt x="467" y="156"/>
                </a:cubicBezTo>
                <a:cubicBezTo>
                  <a:pt x="311" y="156"/>
                  <a:pt x="311" y="156"/>
                  <a:pt x="311" y="156"/>
                </a:cubicBezTo>
                <a:cubicBezTo>
                  <a:pt x="311" y="467"/>
                  <a:pt x="311" y="467"/>
                  <a:pt x="311" y="467"/>
                </a:cubicBezTo>
                <a:cubicBezTo>
                  <a:pt x="0" y="467"/>
                  <a:pt x="0" y="467"/>
                  <a:pt x="0" y="467"/>
                </a:cubicBezTo>
                <a:cubicBezTo>
                  <a:pt x="0" y="622"/>
                  <a:pt x="0" y="622"/>
                  <a:pt x="0" y="622"/>
                </a:cubicBezTo>
                <a:cubicBezTo>
                  <a:pt x="311" y="622"/>
                  <a:pt x="311" y="622"/>
                  <a:pt x="311" y="622"/>
                </a:cubicBezTo>
                <a:cubicBezTo>
                  <a:pt x="311" y="934"/>
                  <a:pt x="311" y="934"/>
                  <a:pt x="311" y="934"/>
                </a:cubicBezTo>
                <a:cubicBezTo>
                  <a:pt x="467" y="934"/>
                  <a:pt x="467" y="934"/>
                  <a:pt x="467" y="934"/>
                </a:cubicBezTo>
                <a:cubicBezTo>
                  <a:pt x="467" y="622"/>
                  <a:pt x="467" y="622"/>
                  <a:pt x="467" y="622"/>
                </a:cubicBezTo>
                <a:cubicBezTo>
                  <a:pt x="778" y="622"/>
                  <a:pt x="778" y="622"/>
                  <a:pt x="778" y="622"/>
                </a:cubicBezTo>
                <a:lnTo>
                  <a:pt x="778" y="467"/>
                </a:lnTo>
                <a:close/>
                <a:moveTo>
                  <a:pt x="2214" y="826"/>
                </a:moveTo>
                <a:cubicBezTo>
                  <a:pt x="2330" y="920"/>
                  <a:pt x="2411" y="1041"/>
                  <a:pt x="2411" y="1198"/>
                </a:cubicBezTo>
                <a:cubicBezTo>
                  <a:pt x="2411" y="1400"/>
                  <a:pt x="2411" y="1400"/>
                  <a:pt x="2411" y="1400"/>
                </a:cubicBezTo>
                <a:cubicBezTo>
                  <a:pt x="2800" y="1400"/>
                  <a:pt x="2800" y="1400"/>
                  <a:pt x="2800" y="1400"/>
                </a:cubicBezTo>
                <a:cubicBezTo>
                  <a:pt x="2800" y="1198"/>
                  <a:pt x="2800" y="1198"/>
                  <a:pt x="2800" y="1198"/>
                </a:cubicBezTo>
                <a:cubicBezTo>
                  <a:pt x="2800" y="994"/>
                  <a:pt x="2478" y="870"/>
                  <a:pt x="2214" y="8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8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ocation City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3676 w 5511"/>
              <a:gd name="T1" fmla="*/ 2570 h 5511"/>
              <a:gd name="T2" fmla="*/ 3676 w 5511"/>
              <a:gd name="T3" fmla="*/ 916 h 5511"/>
              <a:gd name="T4" fmla="*/ 2757 w 5511"/>
              <a:gd name="T5" fmla="*/ 0 h 5511"/>
              <a:gd name="T6" fmla="*/ 1838 w 5511"/>
              <a:gd name="T7" fmla="*/ 916 h 5511"/>
              <a:gd name="T8" fmla="*/ 1838 w 5511"/>
              <a:gd name="T9" fmla="*/ 1469 h 5511"/>
              <a:gd name="T10" fmla="*/ 0 w 5511"/>
              <a:gd name="T11" fmla="*/ 1469 h 5511"/>
              <a:gd name="T12" fmla="*/ 0 w 5511"/>
              <a:gd name="T13" fmla="*/ 5511 h 5511"/>
              <a:gd name="T14" fmla="*/ 5511 w 5511"/>
              <a:gd name="T15" fmla="*/ 5511 h 5511"/>
              <a:gd name="T16" fmla="*/ 5511 w 5511"/>
              <a:gd name="T17" fmla="*/ 2570 h 5511"/>
              <a:gd name="T18" fmla="*/ 3676 w 5511"/>
              <a:gd name="T19" fmla="*/ 2570 h 5511"/>
              <a:gd name="T20" fmla="*/ 1104 w 5511"/>
              <a:gd name="T21" fmla="*/ 4776 h 5511"/>
              <a:gd name="T22" fmla="*/ 735 w 5511"/>
              <a:gd name="T23" fmla="*/ 4776 h 5511"/>
              <a:gd name="T24" fmla="*/ 735 w 5511"/>
              <a:gd name="T25" fmla="*/ 4408 h 5511"/>
              <a:gd name="T26" fmla="*/ 1104 w 5511"/>
              <a:gd name="T27" fmla="*/ 4408 h 5511"/>
              <a:gd name="T28" fmla="*/ 1104 w 5511"/>
              <a:gd name="T29" fmla="*/ 4776 h 5511"/>
              <a:gd name="T30" fmla="*/ 1104 w 5511"/>
              <a:gd name="T31" fmla="*/ 3673 h 5511"/>
              <a:gd name="T32" fmla="*/ 735 w 5511"/>
              <a:gd name="T33" fmla="*/ 3673 h 5511"/>
              <a:gd name="T34" fmla="*/ 735 w 5511"/>
              <a:gd name="T35" fmla="*/ 3307 h 5511"/>
              <a:gd name="T36" fmla="*/ 1104 w 5511"/>
              <a:gd name="T37" fmla="*/ 3307 h 5511"/>
              <a:gd name="T38" fmla="*/ 1104 w 5511"/>
              <a:gd name="T39" fmla="*/ 3673 h 5511"/>
              <a:gd name="T40" fmla="*/ 1104 w 5511"/>
              <a:gd name="T41" fmla="*/ 2570 h 5511"/>
              <a:gd name="T42" fmla="*/ 735 w 5511"/>
              <a:gd name="T43" fmla="*/ 2570 h 5511"/>
              <a:gd name="T44" fmla="*/ 735 w 5511"/>
              <a:gd name="T45" fmla="*/ 2204 h 5511"/>
              <a:gd name="T46" fmla="*/ 1104 w 5511"/>
              <a:gd name="T47" fmla="*/ 2204 h 5511"/>
              <a:gd name="T48" fmla="*/ 1104 w 5511"/>
              <a:gd name="T49" fmla="*/ 2570 h 5511"/>
              <a:gd name="T50" fmla="*/ 2941 w 5511"/>
              <a:gd name="T51" fmla="*/ 4776 h 5511"/>
              <a:gd name="T52" fmla="*/ 2573 w 5511"/>
              <a:gd name="T53" fmla="*/ 4776 h 5511"/>
              <a:gd name="T54" fmla="*/ 2573 w 5511"/>
              <a:gd name="T55" fmla="*/ 4408 h 5511"/>
              <a:gd name="T56" fmla="*/ 2941 w 5511"/>
              <a:gd name="T57" fmla="*/ 4408 h 5511"/>
              <a:gd name="T58" fmla="*/ 2941 w 5511"/>
              <a:gd name="T59" fmla="*/ 4776 h 5511"/>
              <a:gd name="T60" fmla="*/ 2941 w 5511"/>
              <a:gd name="T61" fmla="*/ 3673 h 5511"/>
              <a:gd name="T62" fmla="*/ 2573 w 5511"/>
              <a:gd name="T63" fmla="*/ 3673 h 5511"/>
              <a:gd name="T64" fmla="*/ 2573 w 5511"/>
              <a:gd name="T65" fmla="*/ 3307 h 5511"/>
              <a:gd name="T66" fmla="*/ 2941 w 5511"/>
              <a:gd name="T67" fmla="*/ 3307 h 5511"/>
              <a:gd name="T68" fmla="*/ 2941 w 5511"/>
              <a:gd name="T69" fmla="*/ 3673 h 5511"/>
              <a:gd name="T70" fmla="*/ 2941 w 5511"/>
              <a:gd name="T71" fmla="*/ 2570 h 5511"/>
              <a:gd name="T72" fmla="*/ 2573 w 5511"/>
              <a:gd name="T73" fmla="*/ 2570 h 5511"/>
              <a:gd name="T74" fmla="*/ 2573 w 5511"/>
              <a:gd name="T75" fmla="*/ 2204 h 5511"/>
              <a:gd name="T76" fmla="*/ 2941 w 5511"/>
              <a:gd name="T77" fmla="*/ 2204 h 5511"/>
              <a:gd name="T78" fmla="*/ 2941 w 5511"/>
              <a:gd name="T79" fmla="*/ 2570 h 5511"/>
              <a:gd name="T80" fmla="*/ 2941 w 5511"/>
              <a:gd name="T81" fmla="*/ 1469 h 5511"/>
              <a:gd name="T82" fmla="*/ 2573 w 5511"/>
              <a:gd name="T83" fmla="*/ 1469 h 5511"/>
              <a:gd name="T84" fmla="*/ 2573 w 5511"/>
              <a:gd name="T85" fmla="*/ 1100 h 5511"/>
              <a:gd name="T86" fmla="*/ 2941 w 5511"/>
              <a:gd name="T87" fmla="*/ 1100 h 5511"/>
              <a:gd name="T88" fmla="*/ 2941 w 5511"/>
              <a:gd name="T89" fmla="*/ 1469 h 5511"/>
              <a:gd name="T90" fmla="*/ 4777 w 5511"/>
              <a:gd name="T91" fmla="*/ 4776 h 5511"/>
              <a:gd name="T92" fmla="*/ 4411 w 5511"/>
              <a:gd name="T93" fmla="*/ 4776 h 5511"/>
              <a:gd name="T94" fmla="*/ 4411 w 5511"/>
              <a:gd name="T95" fmla="*/ 4408 h 5511"/>
              <a:gd name="T96" fmla="*/ 4777 w 5511"/>
              <a:gd name="T97" fmla="*/ 4408 h 5511"/>
              <a:gd name="T98" fmla="*/ 4777 w 5511"/>
              <a:gd name="T99" fmla="*/ 4776 h 5511"/>
              <a:gd name="T100" fmla="*/ 4777 w 5511"/>
              <a:gd name="T101" fmla="*/ 3673 h 5511"/>
              <a:gd name="T102" fmla="*/ 4411 w 5511"/>
              <a:gd name="T103" fmla="*/ 3673 h 5511"/>
              <a:gd name="T104" fmla="*/ 4411 w 5511"/>
              <a:gd name="T105" fmla="*/ 3307 h 5511"/>
              <a:gd name="T106" fmla="*/ 4777 w 5511"/>
              <a:gd name="T107" fmla="*/ 3307 h 5511"/>
              <a:gd name="T108" fmla="*/ 4777 w 5511"/>
              <a:gd name="T109" fmla="*/ 3673 h 5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5511" h="5511">
                <a:moveTo>
                  <a:pt x="3676" y="2570"/>
                </a:moveTo>
                <a:lnTo>
                  <a:pt x="3676" y="916"/>
                </a:lnTo>
                <a:lnTo>
                  <a:pt x="2757" y="0"/>
                </a:lnTo>
                <a:lnTo>
                  <a:pt x="1838" y="916"/>
                </a:lnTo>
                <a:lnTo>
                  <a:pt x="1838" y="1469"/>
                </a:lnTo>
                <a:lnTo>
                  <a:pt x="0" y="1469"/>
                </a:lnTo>
                <a:lnTo>
                  <a:pt x="0" y="5511"/>
                </a:lnTo>
                <a:lnTo>
                  <a:pt x="5511" y="5511"/>
                </a:lnTo>
                <a:lnTo>
                  <a:pt x="5511" y="2570"/>
                </a:lnTo>
                <a:lnTo>
                  <a:pt x="3676" y="2570"/>
                </a:lnTo>
                <a:close/>
                <a:moveTo>
                  <a:pt x="1104" y="4776"/>
                </a:moveTo>
                <a:lnTo>
                  <a:pt x="735" y="4776"/>
                </a:lnTo>
                <a:lnTo>
                  <a:pt x="735" y="4408"/>
                </a:lnTo>
                <a:lnTo>
                  <a:pt x="1104" y="4408"/>
                </a:lnTo>
                <a:lnTo>
                  <a:pt x="1104" y="4776"/>
                </a:lnTo>
                <a:close/>
                <a:moveTo>
                  <a:pt x="1104" y="3673"/>
                </a:moveTo>
                <a:lnTo>
                  <a:pt x="735" y="3673"/>
                </a:lnTo>
                <a:lnTo>
                  <a:pt x="735" y="3307"/>
                </a:lnTo>
                <a:lnTo>
                  <a:pt x="1104" y="3307"/>
                </a:lnTo>
                <a:lnTo>
                  <a:pt x="1104" y="3673"/>
                </a:lnTo>
                <a:close/>
                <a:moveTo>
                  <a:pt x="1104" y="2570"/>
                </a:moveTo>
                <a:lnTo>
                  <a:pt x="735" y="2570"/>
                </a:lnTo>
                <a:lnTo>
                  <a:pt x="735" y="2204"/>
                </a:lnTo>
                <a:lnTo>
                  <a:pt x="1104" y="2204"/>
                </a:lnTo>
                <a:lnTo>
                  <a:pt x="1104" y="2570"/>
                </a:lnTo>
                <a:close/>
                <a:moveTo>
                  <a:pt x="2941" y="4776"/>
                </a:moveTo>
                <a:lnTo>
                  <a:pt x="2573" y="4776"/>
                </a:lnTo>
                <a:lnTo>
                  <a:pt x="2573" y="4408"/>
                </a:lnTo>
                <a:lnTo>
                  <a:pt x="2941" y="4408"/>
                </a:lnTo>
                <a:lnTo>
                  <a:pt x="2941" y="4776"/>
                </a:lnTo>
                <a:close/>
                <a:moveTo>
                  <a:pt x="2941" y="3673"/>
                </a:moveTo>
                <a:lnTo>
                  <a:pt x="2573" y="3673"/>
                </a:lnTo>
                <a:lnTo>
                  <a:pt x="2573" y="3307"/>
                </a:lnTo>
                <a:lnTo>
                  <a:pt x="2941" y="3307"/>
                </a:lnTo>
                <a:lnTo>
                  <a:pt x="2941" y="3673"/>
                </a:lnTo>
                <a:close/>
                <a:moveTo>
                  <a:pt x="2941" y="2570"/>
                </a:moveTo>
                <a:lnTo>
                  <a:pt x="2573" y="2570"/>
                </a:lnTo>
                <a:lnTo>
                  <a:pt x="2573" y="2204"/>
                </a:lnTo>
                <a:lnTo>
                  <a:pt x="2941" y="2204"/>
                </a:lnTo>
                <a:lnTo>
                  <a:pt x="2941" y="2570"/>
                </a:lnTo>
                <a:close/>
                <a:moveTo>
                  <a:pt x="2941" y="1469"/>
                </a:moveTo>
                <a:lnTo>
                  <a:pt x="2573" y="1469"/>
                </a:lnTo>
                <a:lnTo>
                  <a:pt x="2573" y="1100"/>
                </a:lnTo>
                <a:lnTo>
                  <a:pt x="2941" y="1100"/>
                </a:lnTo>
                <a:lnTo>
                  <a:pt x="2941" y="1469"/>
                </a:lnTo>
                <a:close/>
                <a:moveTo>
                  <a:pt x="4777" y="4776"/>
                </a:moveTo>
                <a:lnTo>
                  <a:pt x="4411" y="4776"/>
                </a:lnTo>
                <a:lnTo>
                  <a:pt x="4411" y="4408"/>
                </a:lnTo>
                <a:lnTo>
                  <a:pt x="4777" y="4408"/>
                </a:lnTo>
                <a:lnTo>
                  <a:pt x="4777" y="4776"/>
                </a:lnTo>
                <a:close/>
                <a:moveTo>
                  <a:pt x="4777" y="3673"/>
                </a:moveTo>
                <a:lnTo>
                  <a:pt x="4411" y="3673"/>
                </a:lnTo>
                <a:lnTo>
                  <a:pt x="4411" y="3307"/>
                </a:lnTo>
                <a:lnTo>
                  <a:pt x="4777" y="3307"/>
                </a:lnTo>
                <a:lnTo>
                  <a:pt x="4777" y="367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8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o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777 w 2488"/>
              <a:gd name="T1" fmla="*/ 1088 h 2488"/>
              <a:gd name="T2" fmla="*/ 933 w 2488"/>
              <a:gd name="T3" fmla="*/ 933 h 2488"/>
              <a:gd name="T4" fmla="*/ 777 w 2488"/>
              <a:gd name="T5" fmla="*/ 777 h 2488"/>
              <a:gd name="T6" fmla="*/ 622 w 2488"/>
              <a:gd name="T7" fmla="*/ 933 h 2488"/>
              <a:gd name="T8" fmla="*/ 777 w 2488"/>
              <a:gd name="T9" fmla="*/ 1088 h 2488"/>
              <a:gd name="T10" fmla="*/ 1711 w 2488"/>
              <a:gd name="T11" fmla="*/ 1088 h 2488"/>
              <a:gd name="T12" fmla="*/ 1866 w 2488"/>
              <a:gd name="T13" fmla="*/ 933 h 2488"/>
              <a:gd name="T14" fmla="*/ 1711 w 2488"/>
              <a:gd name="T15" fmla="*/ 777 h 2488"/>
              <a:gd name="T16" fmla="*/ 1555 w 2488"/>
              <a:gd name="T17" fmla="*/ 933 h 2488"/>
              <a:gd name="T18" fmla="*/ 1711 w 2488"/>
              <a:gd name="T19" fmla="*/ 1088 h 2488"/>
              <a:gd name="T20" fmla="*/ 1244 w 2488"/>
              <a:gd name="T21" fmla="*/ 1944 h 2488"/>
              <a:gd name="T22" fmla="*/ 1925 w 2488"/>
              <a:gd name="T23" fmla="*/ 1400 h 2488"/>
              <a:gd name="T24" fmla="*/ 563 w 2488"/>
              <a:gd name="T25" fmla="*/ 1400 h 2488"/>
              <a:gd name="T26" fmla="*/ 1244 w 2488"/>
              <a:gd name="T27" fmla="*/ 1944 h 2488"/>
              <a:gd name="T28" fmla="*/ 1244 w 2488"/>
              <a:gd name="T29" fmla="*/ 0 h 2488"/>
              <a:gd name="T30" fmla="*/ 0 w 2488"/>
              <a:gd name="T31" fmla="*/ 1244 h 2488"/>
              <a:gd name="T32" fmla="*/ 1244 w 2488"/>
              <a:gd name="T33" fmla="*/ 2488 h 2488"/>
              <a:gd name="T34" fmla="*/ 2488 w 2488"/>
              <a:gd name="T35" fmla="*/ 1244 h 2488"/>
              <a:gd name="T36" fmla="*/ 1244 w 2488"/>
              <a:gd name="T37" fmla="*/ 0 h 2488"/>
              <a:gd name="T38" fmla="*/ 1244 w 2488"/>
              <a:gd name="T39" fmla="*/ 2255 h 2488"/>
              <a:gd name="T40" fmla="*/ 233 w 2488"/>
              <a:gd name="T41" fmla="*/ 1244 h 2488"/>
              <a:gd name="T42" fmla="*/ 1244 w 2488"/>
              <a:gd name="T43" fmla="*/ 233 h 2488"/>
              <a:gd name="T44" fmla="*/ 2255 w 2488"/>
              <a:gd name="T45" fmla="*/ 1244 h 2488"/>
              <a:gd name="T46" fmla="*/ 1244 w 2488"/>
              <a:gd name="T47" fmla="*/ 2255 h 2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488" h="2488">
                <a:moveTo>
                  <a:pt x="777" y="1088"/>
                </a:moveTo>
                <a:cubicBezTo>
                  <a:pt x="863" y="1088"/>
                  <a:pt x="933" y="1018"/>
                  <a:pt x="933" y="933"/>
                </a:cubicBezTo>
                <a:cubicBezTo>
                  <a:pt x="933" y="847"/>
                  <a:pt x="863" y="777"/>
                  <a:pt x="777" y="777"/>
                </a:cubicBezTo>
                <a:cubicBezTo>
                  <a:pt x="692" y="777"/>
                  <a:pt x="622" y="847"/>
                  <a:pt x="622" y="933"/>
                </a:cubicBezTo>
                <a:cubicBezTo>
                  <a:pt x="622" y="1018"/>
                  <a:pt x="692" y="1088"/>
                  <a:pt x="777" y="1088"/>
                </a:cubicBezTo>
                <a:close/>
                <a:moveTo>
                  <a:pt x="1711" y="1088"/>
                </a:moveTo>
                <a:cubicBezTo>
                  <a:pt x="1796" y="1088"/>
                  <a:pt x="1866" y="1018"/>
                  <a:pt x="1866" y="933"/>
                </a:cubicBezTo>
                <a:cubicBezTo>
                  <a:pt x="1866" y="847"/>
                  <a:pt x="1796" y="777"/>
                  <a:pt x="1711" y="777"/>
                </a:cubicBezTo>
                <a:cubicBezTo>
                  <a:pt x="1625" y="777"/>
                  <a:pt x="1555" y="847"/>
                  <a:pt x="1555" y="933"/>
                </a:cubicBezTo>
                <a:cubicBezTo>
                  <a:pt x="1555" y="1018"/>
                  <a:pt x="1625" y="1088"/>
                  <a:pt x="1711" y="1088"/>
                </a:cubicBezTo>
                <a:close/>
                <a:moveTo>
                  <a:pt x="1244" y="1944"/>
                </a:moveTo>
                <a:cubicBezTo>
                  <a:pt x="1577" y="1944"/>
                  <a:pt x="1854" y="1711"/>
                  <a:pt x="1925" y="1400"/>
                </a:cubicBezTo>
                <a:cubicBezTo>
                  <a:pt x="563" y="1400"/>
                  <a:pt x="563" y="1400"/>
                  <a:pt x="563" y="1400"/>
                </a:cubicBezTo>
                <a:cubicBezTo>
                  <a:pt x="634" y="1711"/>
                  <a:pt x="911" y="1944"/>
                  <a:pt x="1244" y="1944"/>
                </a:cubicBezTo>
                <a:close/>
                <a:moveTo>
                  <a:pt x="1244" y="0"/>
                </a:moveTo>
                <a:cubicBezTo>
                  <a:pt x="555" y="0"/>
                  <a:pt x="0" y="556"/>
                  <a:pt x="0" y="1244"/>
                </a:cubicBezTo>
                <a:cubicBezTo>
                  <a:pt x="0" y="1932"/>
                  <a:pt x="555" y="2488"/>
                  <a:pt x="1244" y="2488"/>
                </a:cubicBezTo>
                <a:cubicBezTo>
                  <a:pt x="1933" y="2488"/>
                  <a:pt x="2488" y="1932"/>
                  <a:pt x="2488" y="1244"/>
                </a:cubicBezTo>
                <a:cubicBezTo>
                  <a:pt x="2488" y="556"/>
                  <a:pt x="1932" y="0"/>
                  <a:pt x="1244" y="0"/>
                </a:cubicBezTo>
                <a:close/>
                <a:moveTo>
                  <a:pt x="1244" y="2255"/>
                </a:moveTo>
                <a:cubicBezTo>
                  <a:pt x="686" y="2255"/>
                  <a:pt x="233" y="1802"/>
                  <a:pt x="233" y="1244"/>
                </a:cubicBezTo>
                <a:cubicBezTo>
                  <a:pt x="233" y="686"/>
                  <a:pt x="686" y="233"/>
                  <a:pt x="1244" y="233"/>
                </a:cubicBezTo>
                <a:cubicBezTo>
                  <a:pt x="1802" y="233"/>
                  <a:pt x="2255" y="686"/>
                  <a:pt x="2255" y="1244"/>
                </a:cubicBezTo>
                <a:cubicBezTo>
                  <a:pt x="2255" y="1802"/>
                  <a:pt x="1802" y="2255"/>
                  <a:pt x="1244" y="225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8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ood Ba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166 w 2334"/>
              <a:gd name="T1" fmla="*/ 0 h 2334"/>
              <a:gd name="T2" fmla="*/ 0 w 2334"/>
              <a:gd name="T3" fmla="*/ 1167 h 2334"/>
              <a:gd name="T4" fmla="*/ 1166 w 2334"/>
              <a:gd name="T5" fmla="*/ 2334 h 2334"/>
              <a:gd name="T6" fmla="*/ 2334 w 2334"/>
              <a:gd name="T7" fmla="*/ 1167 h 2334"/>
              <a:gd name="T8" fmla="*/ 1166 w 2334"/>
              <a:gd name="T9" fmla="*/ 0 h 2334"/>
              <a:gd name="T10" fmla="*/ 1167 w 2334"/>
              <a:gd name="T11" fmla="*/ 2100 h 2334"/>
              <a:gd name="T12" fmla="*/ 234 w 2334"/>
              <a:gd name="T13" fmla="*/ 1167 h 2334"/>
              <a:gd name="T14" fmla="*/ 1167 w 2334"/>
              <a:gd name="T15" fmla="*/ 234 h 2334"/>
              <a:gd name="T16" fmla="*/ 2100 w 2334"/>
              <a:gd name="T17" fmla="*/ 1167 h 2334"/>
              <a:gd name="T18" fmla="*/ 1167 w 2334"/>
              <a:gd name="T19" fmla="*/ 2100 h 2334"/>
              <a:gd name="T20" fmla="*/ 1575 w 2334"/>
              <a:gd name="T21" fmla="*/ 1050 h 2334"/>
              <a:gd name="T22" fmla="*/ 1750 w 2334"/>
              <a:gd name="T23" fmla="*/ 875 h 2334"/>
              <a:gd name="T24" fmla="*/ 1575 w 2334"/>
              <a:gd name="T25" fmla="*/ 700 h 2334"/>
              <a:gd name="T26" fmla="*/ 1400 w 2334"/>
              <a:gd name="T27" fmla="*/ 875 h 2334"/>
              <a:gd name="T28" fmla="*/ 1575 w 2334"/>
              <a:gd name="T29" fmla="*/ 1050 h 2334"/>
              <a:gd name="T30" fmla="*/ 759 w 2334"/>
              <a:gd name="T31" fmla="*/ 1050 h 2334"/>
              <a:gd name="T32" fmla="*/ 934 w 2334"/>
              <a:gd name="T33" fmla="*/ 875 h 2334"/>
              <a:gd name="T34" fmla="*/ 759 w 2334"/>
              <a:gd name="T35" fmla="*/ 700 h 2334"/>
              <a:gd name="T36" fmla="*/ 584 w 2334"/>
              <a:gd name="T37" fmla="*/ 875 h 2334"/>
              <a:gd name="T38" fmla="*/ 759 w 2334"/>
              <a:gd name="T39" fmla="*/ 1050 h 2334"/>
              <a:gd name="T40" fmla="*/ 1167 w 2334"/>
              <a:gd name="T41" fmla="*/ 1400 h 2334"/>
              <a:gd name="T42" fmla="*/ 571 w 2334"/>
              <a:gd name="T43" fmla="*/ 1809 h 2334"/>
              <a:gd name="T44" fmla="*/ 1763 w 2334"/>
              <a:gd name="T45" fmla="*/ 1809 h 2334"/>
              <a:gd name="T46" fmla="*/ 1167 w 2334"/>
              <a:gd name="T47" fmla="*/ 14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334" h="2334">
                <a:moveTo>
                  <a:pt x="1166" y="0"/>
                </a:moveTo>
                <a:cubicBezTo>
                  <a:pt x="522" y="0"/>
                  <a:pt x="0" y="523"/>
                  <a:pt x="0" y="1167"/>
                </a:cubicBezTo>
                <a:cubicBezTo>
                  <a:pt x="0" y="1811"/>
                  <a:pt x="522" y="2334"/>
                  <a:pt x="1166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6" y="0"/>
                </a:cubicBezTo>
                <a:close/>
                <a:moveTo>
                  <a:pt x="1167" y="2100"/>
                </a:moveTo>
                <a:cubicBezTo>
                  <a:pt x="651" y="2100"/>
                  <a:pt x="234" y="1683"/>
                  <a:pt x="234" y="1167"/>
                </a:cubicBezTo>
                <a:cubicBezTo>
                  <a:pt x="234" y="651"/>
                  <a:pt x="651" y="234"/>
                  <a:pt x="1167" y="234"/>
                </a:cubicBezTo>
                <a:cubicBezTo>
                  <a:pt x="1683" y="234"/>
                  <a:pt x="2100" y="651"/>
                  <a:pt x="2100" y="1167"/>
                </a:cubicBezTo>
                <a:cubicBezTo>
                  <a:pt x="2100" y="1683"/>
                  <a:pt x="1683" y="2100"/>
                  <a:pt x="1167" y="2100"/>
                </a:cubicBezTo>
                <a:close/>
                <a:moveTo>
                  <a:pt x="1575" y="1050"/>
                </a:moveTo>
                <a:cubicBezTo>
                  <a:pt x="1672" y="1050"/>
                  <a:pt x="1750" y="972"/>
                  <a:pt x="1750" y="875"/>
                </a:cubicBezTo>
                <a:cubicBezTo>
                  <a:pt x="1750" y="778"/>
                  <a:pt x="1672" y="700"/>
                  <a:pt x="1575" y="700"/>
                </a:cubicBezTo>
                <a:cubicBezTo>
                  <a:pt x="1478" y="700"/>
                  <a:pt x="1400" y="778"/>
                  <a:pt x="1400" y="875"/>
                </a:cubicBezTo>
                <a:cubicBezTo>
                  <a:pt x="1400" y="972"/>
                  <a:pt x="1478" y="1050"/>
                  <a:pt x="1575" y="1050"/>
                </a:cubicBezTo>
                <a:close/>
                <a:moveTo>
                  <a:pt x="759" y="1050"/>
                </a:moveTo>
                <a:cubicBezTo>
                  <a:pt x="856" y="1050"/>
                  <a:pt x="934" y="972"/>
                  <a:pt x="934" y="875"/>
                </a:cubicBezTo>
                <a:cubicBezTo>
                  <a:pt x="934" y="778"/>
                  <a:pt x="856" y="700"/>
                  <a:pt x="759" y="700"/>
                </a:cubicBezTo>
                <a:cubicBezTo>
                  <a:pt x="662" y="700"/>
                  <a:pt x="584" y="778"/>
                  <a:pt x="584" y="875"/>
                </a:cubicBezTo>
                <a:cubicBezTo>
                  <a:pt x="584" y="972"/>
                  <a:pt x="662" y="1050"/>
                  <a:pt x="759" y="1050"/>
                </a:cubicBezTo>
                <a:close/>
                <a:moveTo>
                  <a:pt x="1167" y="1400"/>
                </a:moveTo>
                <a:cubicBezTo>
                  <a:pt x="895" y="1400"/>
                  <a:pt x="664" y="1571"/>
                  <a:pt x="571" y="1809"/>
                </a:cubicBezTo>
                <a:cubicBezTo>
                  <a:pt x="1763" y="1809"/>
                  <a:pt x="1763" y="1809"/>
                  <a:pt x="1763" y="1809"/>
                </a:cubicBezTo>
                <a:cubicBezTo>
                  <a:pt x="1670" y="1571"/>
                  <a:pt x="1439" y="1400"/>
                  <a:pt x="1167" y="14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8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ification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50259" cy="914400"/>
          </a:xfrm>
          <a:custGeom>
            <a:avLst/>
            <a:gdLst>
              <a:gd name="T0" fmla="*/ 1400 w 2800"/>
              <a:gd name="T1" fmla="*/ 3412 h 3412"/>
              <a:gd name="T2" fmla="*/ 1750 w 2800"/>
              <a:gd name="T3" fmla="*/ 3062 h 3412"/>
              <a:gd name="T4" fmla="*/ 1050 w 2800"/>
              <a:gd name="T5" fmla="*/ 3062 h 3412"/>
              <a:gd name="T6" fmla="*/ 1400 w 2800"/>
              <a:gd name="T7" fmla="*/ 3412 h 3412"/>
              <a:gd name="T8" fmla="*/ 2450 w 2800"/>
              <a:gd name="T9" fmla="*/ 2362 h 3412"/>
              <a:gd name="T10" fmla="*/ 2450 w 2800"/>
              <a:gd name="T11" fmla="*/ 1487 h 3412"/>
              <a:gd name="T12" fmla="*/ 1663 w 2800"/>
              <a:gd name="T13" fmla="*/ 381 h 3412"/>
              <a:gd name="T14" fmla="*/ 1663 w 2800"/>
              <a:gd name="T15" fmla="*/ 262 h 3412"/>
              <a:gd name="T16" fmla="*/ 1400 w 2800"/>
              <a:gd name="T17" fmla="*/ 0 h 3412"/>
              <a:gd name="T18" fmla="*/ 1138 w 2800"/>
              <a:gd name="T19" fmla="*/ 262 h 3412"/>
              <a:gd name="T20" fmla="*/ 1138 w 2800"/>
              <a:gd name="T21" fmla="*/ 381 h 3412"/>
              <a:gd name="T22" fmla="*/ 350 w 2800"/>
              <a:gd name="T23" fmla="*/ 1487 h 3412"/>
              <a:gd name="T24" fmla="*/ 350 w 2800"/>
              <a:gd name="T25" fmla="*/ 2362 h 3412"/>
              <a:gd name="T26" fmla="*/ 0 w 2800"/>
              <a:gd name="T27" fmla="*/ 2712 h 3412"/>
              <a:gd name="T28" fmla="*/ 0 w 2800"/>
              <a:gd name="T29" fmla="*/ 2887 h 3412"/>
              <a:gd name="T30" fmla="*/ 2800 w 2800"/>
              <a:gd name="T31" fmla="*/ 2887 h 3412"/>
              <a:gd name="T32" fmla="*/ 2800 w 2800"/>
              <a:gd name="T33" fmla="*/ 2712 h 3412"/>
              <a:gd name="T34" fmla="*/ 2450 w 2800"/>
              <a:gd name="T35" fmla="*/ 2362 h 34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2800" h="3412">
                <a:moveTo>
                  <a:pt x="1400" y="3412"/>
                </a:moveTo>
                <a:cubicBezTo>
                  <a:pt x="1592" y="3412"/>
                  <a:pt x="1750" y="3255"/>
                  <a:pt x="1750" y="3062"/>
                </a:cubicBezTo>
                <a:cubicBezTo>
                  <a:pt x="1050" y="3062"/>
                  <a:pt x="1050" y="3062"/>
                  <a:pt x="1050" y="3062"/>
                </a:cubicBezTo>
                <a:cubicBezTo>
                  <a:pt x="1050" y="3255"/>
                  <a:pt x="1206" y="3412"/>
                  <a:pt x="1400" y="3412"/>
                </a:cubicBezTo>
                <a:close/>
                <a:moveTo>
                  <a:pt x="2450" y="2362"/>
                </a:moveTo>
                <a:cubicBezTo>
                  <a:pt x="2450" y="1487"/>
                  <a:pt x="2450" y="1487"/>
                  <a:pt x="2450" y="1487"/>
                </a:cubicBezTo>
                <a:cubicBezTo>
                  <a:pt x="2450" y="950"/>
                  <a:pt x="2163" y="500"/>
                  <a:pt x="1663" y="381"/>
                </a:cubicBezTo>
                <a:cubicBezTo>
                  <a:pt x="1663" y="262"/>
                  <a:pt x="1663" y="262"/>
                  <a:pt x="1663" y="262"/>
                </a:cubicBezTo>
                <a:cubicBezTo>
                  <a:pt x="1663" y="117"/>
                  <a:pt x="1545" y="0"/>
                  <a:pt x="1400" y="0"/>
                </a:cubicBezTo>
                <a:cubicBezTo>
                  <a:pt x="1255" y="0"/>
                  <a:pt x="1138" y="117"/>
                  <a:pt x="1138" y="262"/>
                </a:cubicBezTo>
                <a:cubicBezTo>
                  <a:pt x="1138" y="381"/>
                  <a:pt x="1138" y="381"/>
                  <a:pt x="1138" y="381"/>
                </a:cubicBezTo>
                <a:cubicBezTo>
                  <a:pt x="635" y="500"/>
                  <a:pt x="350" y="948"/>
                  <a:pt x="350" y="1487"/>
                </a:cubicBezTo>
                <a:cubicBezTo>
                  <a:pt x="350" y="2362"/>
                  <a:pt x="350" y="2362"/>
                  <a:pt x="350" y="2362"/>
                </a:cubicBezTo>
                <a:cubicBezTo>
                  <a:pt x="0" y="2712"/>
                  <a:pt x="0" y="2712"/>
                  <a:pt x="0" y="2712"/>
                </a:cubicBezTo>
                <a:cubicBezTo>
                  <a:pt x="0" y="2887"/>
                  <a:pt x="0" y="2887"/>
                  <a:pt x="0" y="2887"/>
                </a:cubicBezTo>
                <a:cubicBezTo>
                  <a:pt x="2800" y="2887"/>
                  <a:pt x="2800" y="2887"/>
                  <a:pt x="2800" y="2887"/>
                </a:cubicBezTo>
                <a:cubicBezTo>
                  <a:pt x="2800" y="2712"/>
                  <a:pt x="2800" y="2712"/>
                  <a:pt x="2800" y="2712"/>
                </a:cubicBezTo>
                <a:lnTo>
                  <a:pt x="2450" y="236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8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ifications Activ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94428"/>
          </a:xfrm>
          <a:custGeom>
            <a:avLst/>
            <a:gdLst>
              <a:gd name="T0" fmla="*/ 647 w 2326"/>
              <a:gd name="T1" fmla="*/ 184 h 2275"/>
              <a:gd name="T2" fmla="*/ 480 w 2326"/>
              <a:gd name="T3" fmla="*/ 17 h 2275"/>
              <a:gd name="T4" fmla="*/ 0 w 2326"/>
              <a:gd name="T5" fmla="*/ 933 h 2275"/>
              <a:gd name="T6" fmla="*/ 233 w 2326"/>
              <a:gd name="T7" fmla="*/ 933 h 2275"/>
              <a:gd name="T8" fmla="*/ 647 w 2326"/>
              <a:gd name="T9" fmla="*/ 184 h 2275"/>
              <a:gd name="T10" fmla="*/ 2093 w 2326"/>
              <a:gd name="T11" fmla="*/ 933 h 2275"/>
              <a:gd name="T12" fmla="*/ 2326 w 2326"/>
              <a:gd name="T13" fmla="*/ 933 h 2275"/>
              <a:gd name="T14" fmla="*/ 1845 w 2326"/>
              <a:gd name="T15" fmla="*/ 17 h 2275"/>
              <a:gd name="T16" fmla="*/ 1680 w 2326"/>
              <a:gd name="T17" fmla="*/ 184 h 2275"/>
              <a:gd name="T18" fmla="*/ 2093 w 2326"/>
              <a:gd name="T19" fmla="*/ 933 h 2275"/>
              <a:gd name="T20" fmla="*/ 1863 w 2326"/>
              <a:gd name="T21" fmla="*/ 991 h 2275"/>
              <a:gd name="T22" fmla="*/ 1338 w 2326"/>
              <a:gd name="T23" fmla="*/ 254 h 2275"/>
              <a:gd name="T24" fmla="*/ 1338 w 2326"/>
              <a:gd name="T25" fmla="*/ 175 h 2275"/>
              <a:gd name="T26" fmla="*/ 1163 w 2326"/>
              <a:gd name="T27" fmla="*/ 0 h 2275"/>
              <a:gd name="T28" fmla="*/ 988 w 2326"/>
              <a:gd name="T29" fmla="*/ 175 h 2275"/>
              <a:gd name="T30" fmla="*/ 988 w 2326"/>
              <a:gd name="T31" fmla="*/ 254 h 2275"/>
              <a:gd name="T32" fmla="*/ 463 w 2326"/>
              <a:gd name="T33" fmla="*/ 991 h 2275"/>
              <a:gd name="T34" fmla="*/ 463 w 2326"/>
              <a:gd name="T35" fmla="*/ 1575 h 2275"/>
              <a:gd name="T36" fmla="*/ 230 w 2326"/>
              <a:gd name="T37" fmla="*/ 1808 h 2275"/>
              <a:gd name="T38" fmla="*/ 230 w 2326"/>
              <a:gd name="T39" fmla="*/ 1925 h 2275"/>
              <a:gd name="T40" fmla="*/ 2096 w 2326"/>
              <a:gd name="T41" fmla="*/ 1925 h 2275"/>
              <a:gd name="T42" fmla="*/ 2096 w 2326"/>
              <a:gd name="T43" fmla="*/ 1808 h 2275"/>
              <a:gd name="T44" fmla="*/ 1863 w 2326"/>
              <a:gd name="T45" fmla="*/ 1575 h 2275"/>
              <a:gd name="T46" fmla="*/ 1863 w 2326"/>
              <a:gd name="T47" fmla="*/ 991 h 2275"/>
              <a:gd name="T48" fmla="*/ 1163 w 2326"/>
              <a:gd name="T49" fmla="*/ 2275 h 2275"/>
              <a:gd name="T50" fmla="*/ 1210 w 2326"/>
              <a:gd name="T51" fmla="*/ 2270 h 2275"/>
              <a:gd name="T52" fmla="*/ 1378 w 2326"/>
              <a:gd name="T53" fmla="*/ 2132 h 2275"/>
              <a:gd name="T54" fmla="*/ 1395 w 2326"/>
              <a:gd name="T55" fmla="*/ 2041 h 2275"/>
              <a:gd name="T56" fmla="*/ 929 w 2326"/>
              <a:gd name="T57" fmla="*/ 2041 h 2275"/>
              <a:gd name="T58" fmla="*/ 1163 w 2326"/>
              <a:gd name="T59" fmla="*/ 2275 h 2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2326" h="2275">
                <a:moveTo>
                  <a:pt x="647" y="184"/>
                </a:moveTo>
                <a:cubicBezTo>
                  <a:pt x="480" y="17"/>
                  <a:pt x="480" y="17"/>
                  <a:pt x="480" y="17"/>
                </a:cubicBezTo>
                <a:cubicBezTo>
                  <a:pt x="201" y="231"/>
                  <a:pt x="16" y="560"/>
                  <a:pt x="0" y="933"/>
                </a:cubicBezTo>
                <a:cubicBezTo>
                  <a:pt x="233" y="933"/>
                  <a:pt x="233" y="933"/>
                  <a:pt x="233" y="933"/>
                </a:cubicBezTo>
                <a:cubicBezTo>
                  <a:pt x="251" y="624"/>
                  <a:pt x="409" y="353"/>
                  <a:pt x="647" y="184"/>
                </a:cubicBezTo>
                <a:close/>
                <a:moveTo>
                  <a:pt x="2093" y="933"/>
                </a:moveTo>
                <a:cubicBezTo>
                  <a:pt x="2326" y="933"/>
                  <a:pt x="2326" y="933"/>
                  <a:pt x="2326" y="933"/>
                </a:cubicBezTo>
                <a:cubicBezTo>
                  <a:pt x="2309" y="560"/>
                  <a:pt x="2124" y="231"/>
                  <a:pt x="1845" y="17"/>
                </a:cubicBezTo>
                <a:cubicBezTo>
                  <a:pt x="1680" y="184"/>
                  <a:pt x="1680" y="184"/>
                  <a:pt x="1680" y="184"/>
                </a:cubicBezTo>
                <a:cubicBezTo>
                  <a:pt x="1916" y="353"/>
                  <a:pt x="2075" y="624"/>
                  <a:pt x="2093" y="933"/>
                </a:cubicBezTo>
                <a:close/>
                <a:moveTo>
                  <a:pt x="1863" y="991"/>
                </a:moveTo>
                <a:cubicBezTo>
                  <a:pt x="1863" y="633"/>
                  <a:pt x="1672" y="333"/>
                  <a:pt x="1338" y="254"/>
                </a:cubicBezTo>
                <a:cubicBezTo>
                  <a:pt x="1338" y="175"/>
                  <a:pt x="1338" y="175"/>
                  <a:pt x="1338" y="175"/>
                </a:cubicBezTo>
                <a:cubicBezTo>
                  <a:pt x="1338" y="78"/>
                  <a:pt x="1260" y="0"/>
                  <a:pt x="1163" y="0"/>
                </a:cubicBezTo>
                <a:cubicBezTo>
                  <a:pt x="1066" y="0"/>
                  <a:pt x="988" y="78"/>
                  <a:pt x="988" y="175"/>
                </a:cubicBezTo>
                <a:cubicBezTo>
                  <a:pt x="988" y="254"/>
                  <a:pt x="988" y="254"/>
                  <a:pt x="988" y="254"/>
                </a:cubicBezTo>
                <a:cubicBezTo>
                  <a:pt x="653" y="333"/>
                  <a:pt x="463" y="632"/>
                  <a:pt x="463" y="991"/>
                </a:cubicBezTo>
                <a:cubicBezTo>
                  <a:pt x="463" y="1575"/>
                  <a:pt x="463" y="1575"/>
                  <a:pt x="463" y="1575"/>
                </a:cubicBezTo>
                <a:cubicBezTo>
                  <a:pt x="230" y="1808"/>
                  <a:pt x="230" y="1808"/>
                  <a:pt x="230" y="1808"/>
                </a:cubicBezTo>
                <a:cubicBezTo>
                  <a:pt x="230" y="1925"/>
                  <a:pt x="230" y="1925"/>
                  <a:pt x="230" y="1925"/>
                </a:cubicBezTo>
                <a:cubicBezTo>
                  <a:pt x="2096" y="1925"/>
                  <a:pt x="2096" y="1925"/>
                  <a:pt x="2096" y="1925"/>
                </a:cubicBezTo>
                <a:cubicBezTo>
                  <a:pt x="2096" y="1808"/>
                  <a:pt x="2096" y="1808"/>
                  <a:pt x="2096" y="1808"/>
                </a:cubicBezTo>
                <a:cubicBezTo>
                  <a:pt x="1863" y="1575"/>
                  <a:pt x="1863" y="1575"/>
                  <a:pt x="1863" y="1575"/>
                </a:cubicBezTo>
                <a:lnTo>
                  <a:pt x="1863" y="991"/>
                </a:lnTo>
                <a:close/>
                <a:moveTo>
                  <a:pt x="1163" y="2275"/>
                </a:moveTo>
                <a:cubicBezTo>
                  <a:pt x="1179" y="2275"/>
                  <a:pt x="1195" y="2274"/>
                  <a:pt x="1210" y="2270"/>
                </a:cubicBezTo>
                <a:cubicBezTo>
                  <a:pt x="1285" y="2254"/>
                  <a:pt x="1347" y="2202"/>
                  <a:pt x="1378" y="2132"/>
                </a:cubicBezTo>
                <a:cubicBezTo>
                  <a:pt x="1389" y="2104"/>
                  <a:pt x="1395" y="2074"/>
                  <a:pt x="1395" y="2041"/>
                </a:cubicBezTo>
                <a:cubicBezTo>
                  <a:pt x="929" y="2041"/>
                  <a:pt x="929" y="2041"/>
                  <a:pt x="929" y="2041"/>
                </a:cubicBezTo>
                <a:cubicBezTo>
                  <a:pt x="930" y="2170"/>
                  <a:pt x="1034" y="2275"/>
                  <a:pt x="1163" y="22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8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ifications No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50033" cy="914400"/>
          </a:xfrm>
          <a:custGeom>
            <a:avLst/>
            <a:gdLst>
              <a:gd name="T0" fmla="*/ 933 w 1866"/>
              <a:gd name="T1" fmla="*/ 2275 h 2275"/>
              <a:gd name="T2" fmla="*/ 1166 w 1866"/>
              <a:gd name="T3" fmla="*/ 2041 h 2275"/>
              <a:gd name="T4" fmla="*/ 700 w 1866"/>
              <a:gd name="T5" fmla="*/ 2041 h 2275"/>
              <a:gd name="T6" fmla="*/ 933 w 1866"/>
              <a:gd name="T7" fmla="*/ 2275 h 2275"/>
              <a:gd name="T8" fmla="*/ 1633 w 1866"/>
              <a:gd name="T9" fmla="*/ 1575 h 2275"/>
              <a:gd name="T10" fmla="*/ 1633 w 1866"/>
              <a:gd name="T11" fmla="*/ 991 h 2275"/>
              <a:gd name="T12" fmla="*/ 1108 w 1866"/>
              <a:gd name="T13" fmla="*/ 254 h 2275"/>
              <a:gd name="T14" fmla="*/ 1108 w 1866"/>
              <a:gd name="T15" fmla="*/ 175 h 2275"/>
              <a:gd name="T16" fmla="*/ 933 w 1866"/>
              <a:gd name="T17" fmla="*/ 0 h 2275"/>
              <a:gd name="T18" fmla="*/ 758 w 1866"/>
              <a:gd name="T19" fmla="*/ 175 h 2275"/>
              <a:gd name="T20" fmla="*/ 758 w 1866"/>
              <a:gd name="T21" fmla="*/ 254 h 2275"/>
              <a:gd name="T22" fmla="*/ 233 w 1866"/>
              <a:gd name="T23" fmla="*/ 991 h 2275"/>
              <a:gd name="T24" fmla="*/ 233 w 1866"/>
              <a:gd name="T25" fmla="*/ 1575 h 2275"/>
              <a:gd name="T26" fmla="*/ 0 w 1866"/>
              <a:gd name="T27" fmla="*/ 1808 h 2275"/>
              <a:gd name="T28" fmla="*/ 0 w 1866"/>
              <a:gd name="T29" fmla="*/ 1925 h 2275"/>
              <a:gd name="T30" fmla="*/ 1866 w 1866"/>
              <a:gd name="T31" fmla="*/ 1925 h 2275"/>
              <a:gd name="T32" fmla="*/ 1866 w 1866"/>
              <a:gd name="T33" fmla="*/ 1808 h 2275"/>
              <a:gd name="T34" fmla="*/ 1633 w 1866"/>
              <a:gd name="T35" fmla="*/ 1575 h 2275"/>
              <a:gd name="T36" fmla="*/ 1400 w 1866"/>
              <a:gd name="T37" fmla="*/ 1691 h 2275"/>
              <a:gd name="T38" fmla="*/ 466 w 1866"/>
              <a:gd name="T39" fmla="*/ 1691 h 2275"/>
              <a:gd name="T40" fmla="*/ 466 w 1866"/>
              <a:gd name="T41" fmla="*/ 991 h 2275"/>
              <a:gd name="T42" fmla="*/ 933 w 1866"/>
              <a:gd name="T43" fmla="*/ 466 h 2275"/>
              <a:gd name="T44" fmla="*/ 1400 w 1866"/>
              <a:gd name="T45" fmla="*/ 991 h 2275"/>
              <a:gd name="T46" fmla="*/ 1400 w 1866"/>
              <a:gd name="T47" fmla="*/ 1691 h 2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866" h="2275">
                <a:moveTo>
                  <a:pt x="933" y="2275"/>
                </a:moveTo>
                <a:cubicBezTo>
                  <a:pt x="1061" y="2275"/>
                  <a:pt x="1166" y="2170"/>
                  <a:pt x="1166" y="2041"/>
                </a:cubicBezTo>
                <a:cubicBezTo>
                  <a:pt x="700" y="2041"/>
                  <a:pt x="700" y="2041"/>
                  <a:pt x="700" y="2041"/>
                </a:cubicBezTo>
                <a:cubicBezTo>
                  <a:pt x="700" y="2170"/>
                  <a:pt x="805" y="2275"/>
                  <a:pt x="933" y="2275"/>
                </a:cubicBezTo>
                <a:close/>
                <a:moveTo>
                  <a:pt x="1633" y="1575"/>
                </a:moveTo>
                <a:cubicBezTo>
                  <a:pt x="1633" y="991"/>
                  <a:pt x="1633" y="991"/>
                  <a:pt x="1633" y="991"/>
                </a:cubicBezTo>
                <a:cubicBezTo>
                  <a:pt x="1633" y="633"/>
                  <a:pt x="1443" y="333"/>
                  <a:pt x="1108" y="254"/>
                </a:cubicBezTo>
                <a:cubicBezTo>
                  <a:pt x="1108" y="175"/>
                  <a:pt x="1108" y="175"/>
                  <a:pt x="1108" y="175"/>
                </a:cubicBezTo>
                <a:cubicBezTo>
                  <a:pt x="1108" y="78"/>
                  <a:pt x="1030" y="0"/>
                  <a:pt x="933" y="0"/>
                </a:cubicBezTo>
                <a:cubicBezTo>
                  <a:pt x="836" y="0"/>
                  <a:pt x="758" y="78"/>
                  <a:pt x="758" y="175"/>
                </a:cubicBezTo>
                <a:cubicBezTo>
                  <a:pt x="758" y="254"/>
                  <a:pt x="758" y="254"/>
                  <a:pt x="758" y="254"/>
                </a:cubicBezTo>
                <a:cubicBezTo>
                  <a:pt x="424" y="333"/>
                  <a:pt x="233" y="632"/>
                  <a:pt x="233" y="991"/>
                </a:cubicBezTo>
                <a:cubicBezTo>
                  <a:pt x="233" y="1575"/>
                  <a:pt x="233" y="1575"/>
                  <a:pt x="233" y="1575"/>
                </a:cubicBezTo>
                <a:cubicBezTo>
                  <a:pt x="0" y="1808"/>
                  <a:pt x="0" y="1808"/>
                  <a:pt x="0" y="1808"/>
                </a:cubicBezTo>
                <a:cubicBezTo>
                  <a:pt x="0" y="1925"/>
                  <a:pt x="0" y="1925"/>
                  <a:pt x="0" y="1925"/>
                </a:cubicBezTo>
                <a:cubicBezTo>
                  <a:pt x="1866" y="1925"/>
                  <a:pt x="1866" y="1925"/>
                  <a:pt x="1866" y="1925"/>
                </a:cubicBezTo>
                <a:cubicBezTo>
                  <a:pt x="1866" y="1808"/>
                  <a:pt x="1866" y="1808"/>
                  <a:pt x="1866" y="1808"/>
                </a:cubicBezTo>
                <a:lnTo>
                  <a:pt x="1633" y="1575"/>
                </a:lnTo>
                <a:close/>
                <a:moveTo>
                  <a:pt x="1400" y="1691"/>
                </a:moveTo>
                <a:cubicBezTo>
                  <a:pt x="466" y="1691"/>
                  <a:pt x="466" y="1691"/>
                  <a:pt x="466" y="1691"/>
                </a:cubicBezTo>
                <a:cubicBezTo>
                  <a:pt x="466" y="991"/>
                  <a:pt x="466" y="991"/>
                  <a:pt x="466" y="991"/>
                </a:cubicBezTo>
                <a:cubicBezTo>
                  <a:pt x="466" y="702"/>
                  <a:pt x="642" y="466"/>
                  <a:pt x="933" y="466"/>
                </a:cubicBezTo>
                <a:cubicBezTo>
                  <a:pt x="1224" y="466"/>
                  <a:pt x="1400" y="702"/>
                  <a:pt x="1400" y="991"/>
                </a:cubicBezTo>
                <a:lnTo>
                  <a:pt x="1400" y="169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8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ifications Of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96995" cy="914400"/>
          </a:xfrm>
          <a:custGeom>
            <a:avLst/>
            <a:gdLst>
              <a:gd name="T0" fmla="*/ 1866 w 1983"/>
              <a:gd name="T1" fmla="*/ 1888 h 2275"/>
              <a:gd name="T2" fmla="*/ 448 w 1983"/>
              <a:gd name="T3" fmla="*/ 424 h 2275"/>
              <a:gd name="T4" fmla="*/ 148 w 1983"/>
              <a:gd name="T5" fmla="*/ 115 h 2275"/>
              <a:gd name="T6" fmla="*/ 0 w 1983"/>
              <a:gd name="T7" fmla="*/ 263 h 2275"/>
              <a:gd name="T8" fmla="*/ 326 w 1983"/>
              <a:gd name="T9" fmla="*/ 590 h 2275"/>
              <a:gd name="T10" fmla="*/ 326 w 1983"/>
              <a:gd name="T11" fmla="*/ 591 h 2275"/>
              <a:gd name="T12" fmla="*/ 233 w 1983"/>
              <a:gd name="T13" fmla="*/ 990 h 2275"/>
              <a:gd name="T14" fmla="*/ 233 w 1983"/>
              <a:gd name="T15" fmla="*/ 1574 h 2275"/>
              <a:gd name="T16" fmla="*/ 0 w 1983"/>
              <a:gd name="T17" fmla="*/ 1807 h 2275"/>
              <a:gd name="T18" fmla="*/ 0 w 1983"/>
              <a:gd name="T19" fmla="*/ 1924 h 2275"/>
              <a:gd name="T20" fmla="*/ 1602 w 1983"/>
              <a:gd name="T21" fmla="*/ 1924 h 2275"/>
              <a:gd name="T22" fmla="*/ 1835 w 1983"/>
              <a:gd name="T23" fmla="*/ 2157 h 2275"/>
              <a:gd name="T24" fmla="*/ 1983 w 1983"/>
              <a:gd name="T25" fmla="*/ 2009 h 2275"/>
              <a:gd name="T26" fmla="*/ 1866 w 1983"/>
              <a:gd name="T27" fmla="*/ 1888 h 2275"/>
              <a:gd name="T28" fmla="*/ 933 w 1983"/>
              <a:gd name="T29" fmla="*/ 2275 h 2275"/>
              <a:gd name="T30" fmla="*/ 1166 w 1983"/>
              <a:gd name="T31" fmla="*/ 2041 h 2275"/>
              <a:gd name="T32" fmla="*/ 700 w 1983"/>
              <a:gd name="T33" fmla="*/ 2041 h 2275"/>
              <a:gd name="T34" fmla="*/ 933 w 1983"/>
              <a:gd name="T35" fmla="*/ 2275 h 2275"/>
              <a:gd name="T36" fmla="*/ 1633 w 1983"/>
              <a:gd name="T37" fmla="*/ 1421 h 2275"/>
              <a:gd name="T38" fmla="*/ 1633 w 1983"/>
              <a:gd name="T39" fmla="*/ 991 h 2275"/>
              <a:gd name="T40" fmla="*/ 1108 w 1983"/>
              <a:gd name="T41" fmla="*/ 254 h 2275"/>
              <a:gd name="T42" fmla="*/ 1108 w 1983"/>
              <a:gd name="T43" fmla="*/ 175 h 2275"/>
              <a:gd name="T44" fmla="*/ 933 w 1983"/>
              <a:gd name="T45" fmla="*/ 0 h 2275"/>
              <a:gd name="T46" fmla="*/ 758 w 1983"/>
              <a:gd name="T47" fmla="*/ 175 h 2275"/>
              <a:gd name="T48" fmla="*/ 758 w 1983"/>
              <a:gd name="T49" fmla="*/ 254 h 2275"/>
              <a:gd name="T50" fmla="*/ 709 w 1983"/>
              <a:gd name="T51" fmla="*/ 268 h 2275"/>
              <a:gd name="T52" fmla="*/ 674 w 1983"/>
              <a:gd name="T53" fmla="*/ 281 h 2275"/>
              <a:gd name="T54" fmla="*/ 673 w 1983"/>
              <a:gd name="T55" fmla="*/ 281 h 2275"/>
              <a:gd name="T56" fmla="*/ 671 w 1983"/>
              <a:gd name="T57" fmla="*/ 282 h 2275"/>
              <a:gd name="T58" fmla="*/ 591 w 1983"/>
              <a:gd name="T59" fmla="*/ 318 h 2275"/>
              <a:gd name="T60" fmla="*/ 590 w 1983"/>
              <a:gd name="T61" fmla="*/ 319 h 2275"/>
              <a:gd name="T62" fmla="*/ 1633 w 1983"/>
              <a:gd name="T63" fmla="*/ 1421 h 2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983" h="2275">
                <a:moveTo>
                  <a:pt x="1866" y="1888"/>
                </a:moveTo>
                <a:cubicBezTo>
                  <a:pt x="448" y="424"/>
                  <a:pt x="448" y="424"/>
                  <a:pt x="448" y="424"/>
                </a:cubicBezTo>
                <a:cubicBezTo>
                  <a:pt x="148" y="115"/>
                  <a:pt x="148" y="115"/>
                  <a:pt x="148" y="115"/>
                </a:cubicBezTo>
                <a:cubicBezTo>
                  <a:pt x="0" y="263"/>
                  <a:pt x="0" y="263"/>
                  <a:pt x="0" y="263"/>
                </a:cubicBezTo>
                <a:cubicBezTo>
                  <a:pt x="326" y="590"/>
                  <a:pt x="326" y="590"/>
                  <a:pt x="326" y="590"/>
                </a:cubicBezTo>
                <a:cubicBezTo>
                  <a:pt x="326" y="591"/>
                  <a:pt x="326" y="591"/>
                  <a:pt x="326" y="591"/>
                </a:cubicBezTo>
                <a:cubicBezTo>
                  <a:pt x="266" y="707"/>
                  <a:pt x="233" y="843"/>
                  <a:pt x="233" y="990"/>
                </a:cubicBezTo>
                <a:cubicBezTo>
                  <a:pt x="233" y="1574"/>
                  <a:pt x="233" y="1574"/>
                  <a:pt x="233" y="1574"/>
                </a:cubicBezTo>
                <a:cubicBezTo>
                  <a:pt x="0" y="1807"/>
                  <a:pt x="0" y="1807"/>
                  <a:pt x="0" y="1807"/>
                </a:cubicBezTo>
                <a:cubicBezTo>
                  <a:pt x="0" y="1924"/>
                  <a:pt x="0" y="1924"/>
                  <a:pt x="0" y="1924"/>
                </a:cubicBezTo>
                <a:cubicBezTo>
                  <a:pt x="1602" y="1924"/>
                  <a:pt x="1602" y="1924"/>
                  <a:pt x="1602" y="1924"/>
                </a:cubicBezTo>
                <a:cubicBezTo>
                  <a:pt x="1835" y="2157"/>
                  <a:pt x="1835" y="2157"/>
                  <a:pt x="1835" y="2157"/>
                </a:cubicBezTo>
                <a:cubicBezTo>
                  <a:pt x="1983" y="2009"/>
                  <a:pt x="1983" y="2009"/>
                  <a:pt x="1983" y="2009"/>
                </a:cubicBezTo>
                <a:lnTo>
                  <a:pt x="1866" y="1888"/>
                </a:lnTo>
                <a:close/>
                <a:moveTo>
                  <a:pt x="933" y="2275"/>
                </a:moveTo>
                <a:cubicBezTo>
                  <a:pt x="1062" y="2275"/>
                  <a:pt x="1166" y="2171"/>
                  <a:pt x="1166" y="2041"/>
                </a:cubicBezTo>
                <a:cubicBezTo>
                  <a:pt x="700" y="2041"/>
                  <a:pt x="700" y="2041"/>
                  <a:pt x="700" y="2041"/>
                </a:cubicBezTo>
                <a:cubicBezTo>
                  <a:pt x="700" y="2171"/>
                  <a:pt x="804" y="2275"/>
                  <a:pt x="933" y="2275"/>
                </a:cubicBezTo>
                <a:close/>
                <a:moveTo>
                  <a:pt x="1633" y="1421"/>
                </a:moveTo>
                <a:cubicBezTo>
                  <a:pt x="1633" y="991"/>
                  <a:pt x="1633" y="991"/>
                  <a:pt x="1633" y="991"/>
                </a:cubicBezTo>
                <a:cubicBezTo>
                  <a:pt x="1633" y="632"/>
                  <a:pt x="1442" y="333"/>
                  <a:pt x="1108" y="254"/>
                </a:cubicBezTo>
                <a:cubicBezTo>
                  <a:pt x="1108" y="175"/>
                  <a:pt x="1108" y="175"/>
                  <a:pt x="1108" y="175"/>
                </a:cubicBezTo>
                <a:cubicBezTo>
                  <a:pt x="1108" y="78"/>
                  <a:pt x="1030" y="0"/>
                  <a:pt x="933" y="0"/>
                </a:cubicBezTo>
                <a:cubicBezTo>
                  <a:pt x="836" y="0"/>
                  <a:pt x="758" y="78"/>
                  <a:pt x="758" y="175"/>
                </a:cubicBezTo>
                <a:cubicBezTo>
                  <a:pt x="758" y="254"/>
                  <a:pt x="758" y="254"/>
                  <a:pt x="758" y="254"/>
                </a:cubicBezTo>
                <a:cubicBezTo>
                  <a:pt x="741" y="257"/>
                  <a:pt x="724" y="263"/>
                  <a:pt x="709" y="268"/>
                </a:cubicBezTo>
                <a:cubicBezTo>
                  <a:pt x="697" y="272"/>
                  <a:pt x="686" y="276"/>
                  <a:pt x="674" y="281"/>
                </a:cubicBezTo>
                <a:cubicBezTo>
                  <a:pt x="673" y="281"/>
                  <a:pt x="673" y="281"/>
                  <a:pt x="673" y="281"/>
                </a:cubicBezTo>
                <a:cubicBezTo>
                  <a:pt x="672" y="281"/>
                  <a:pt x="672" y="281"/>
                  <a:pt x="671" y="282"/>
                </a:cubicBezTo>
                <a:cubicBezTo>
                  <a:pt x="644" y="292"/>
                  <a:pt x="617" y="305"/>
                  <a:pt x="591" y="318"/>
                </a:cubicBezTo>
                <a:cubicBezTo>
                  <a:pt x="591" y="318"/>
                  <a:pt x="590" y="318"/>
                  <a:pt x="590" y="319"/>
                </a:cubicBezTo>
                <a:lnTo>
                  <a:pt x="1633" y="142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8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ifications Paus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750033" cy="914400"/>
          </a:xfrm>
          <a:custGeom>
            <a:avLst/>
            <a:gdLst>
              <a:gd name="T0" fmla="*/ 933 w 1866"/>
              <a:gd name="T1" fmla="*/ 2275 h 2275"/>
              <a:gd name="T2" fmla="*/ 1166 w 1866"/>
              <a:gd name="T3" fmla="*/ 2041 h 2275"/>
              <a:gd name="T4" fmla="*/ 700 w 1866"/>
              <a:gd name="T5" fmla="*/ 2041 h 2275"/>
              <a:gd name="T6" fmla="*/ 933 w 1866"/>
              <a:gd name="T7" fmla="*/ 2275 h 2275"/>
              <a:gd name="T8" fmla="*/ 1633 w 1866"/>
              <a:gd name="T9" fmla="*/ 1575 h 2275"/>
              <a:gd name="T10" fmla="*/ 1633 w 1866"/>
              <a:gd name="T11" fmla="*/ 991 h 2275"/>
              <a:gd name="T12" fmla="*/ 1108 w 1866"/>
              <a:gd name="T13" fmla="*/ 254 h 2275"/>
              <a:gd name="T14" fmla="*/ 1108 w 1866"/>
              <a:gd name="T15" fmla="*/ 175 h 2275"/>
              <a:gd name="T16" fmla="*/ 933 w 1866"/>
              <a:gd name="T17" fmla="*/ 0 h 2275"/>
              <a:gd name="T18" fmla="*/ 758 w 1866"/>
              <a:gd name="T19" fmla="*/ 175 h 2275"/>
              <a:gd name="T20" fmla="*/ 758 w 1866"/>
              <a:gd name="T21" fmla="*/ 254 h 2275"/>
              <a:gd name="T22" fmla="*/ 233 w 1866"/>
              <a:gd name="T23" fmla="*/ 991 h 2275"/>
              <a:gd name="T24" fmla="*/ 233 w 1866"/>
              <a:gd name="T25" fmla="*/ 1575 h 2275"/>
              <a:gd name="T26" fmla="*/ 0 w 1866"/>
              <a:gd name="T27" fmla="*/ 1808 h 2275"/>
              <a:gd name="T28" fmla="*/ 0 w 1866"/>
              <a:gd name="T29" fmla="*/ 1925 h 2275"/>
              <a:gd name="T30" fmla="*/ 1866 w 1866"/>
              <a:gd name="T31" fmla="*/ 1925 h 2275"/>
              <a:gd name="T32" fmla="*/ 1866 w 1866"/>
              <a:gd name="T33" fmla="*/ 1808 h 2275"/>
              <a:gd name="T34" fmla="*/ 1633 w 1866"/>
              <a:gd name="T35" fmla="*/ 1575 h 2275"/>
              <a:gd name="T36" fmla="*/ 1225 w 1866"/>
              <a:gd name="T37" fmla="*/ 851 h 2275"/>
              <a:gd name="T38" fmla="*/ 898 w 1866"/>
              <a:gd name="T39" fmla="*/ 1248 h 2275"/>
              <a:gd name="T40" fmla="*/ 1225 w 1866"/>
              <a:gd name="T41" fmla="*/ 1248 h 2275"/>
              <a:gd name="T42" fmla="*/ 1225 w 1866"/>
              <a:gd name="T43" fmla="*/ 1458 h 2275"/>
              <a:gd name="T44" fmla="*/ 641 w 1866"/>
              <a:gd name="T45" fmla="*/ 1458 h 2275"/>
              <a:gd name="T46" fmla="*/ 641 w 1866"/>
              <a:gd name="T47" fmla="*/ 1248 h 2275"/>
              <a:gd name="T48" fmla="*/ 968 w 1866"/>
              <a:gd name="T49" fmla="*/ 851 h 2275"/>
              <a:gd name="T50" fmla="*/ 641 w 1866"/>
              <a:gd name="T51" fmla="*/ 851 h 2275"/>
              <a:gd name="T52" fmla="*/ 641 w 1866"/>
              <a:gd name="T53" fmla="*/ 641 h 2275"/>
              <a:gd name="T54" fmla="*/ 1225 w 1866"/>
              <a:gd name="T55" fmla="*/ 641 h 2275"/>
              <a:gd name="T56" fmla="*/ 1225 w 1866"/>
              <a:gd name="T57" fmla="*/ 851 h 22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866" h="2275">
                <a:moveTo>
                  <a:pt x="933" y="2275"/>
                </a:moveTo>
                <a:cubicBezTo>
                  <a:pt x="1061" y="2275"/>
                  <a:pt x="1166" y="2170"/>
                  <a:pt x="1166" y="2041"/>
                </a:cubicBezTo>
                <a:cubicBezTo>
                  <a:pt x="700" y="2041"/>
                  <a:pt x="700" y="2041"/>
                  <a:pt x="700" y="2041"/>
                </a:cubicBezTo>
                <a:cubicBezTo>
                  <a:pt x="700" y="2170"/>
                  <a:pt x="804" y="2275"/>
                  <a:pt x="933" y="2275"/>
                </a:cubicBezTo>
                <a:close/>
                <a:moveTo>
                  <a:pt x="1633" y="1575"/>
                </a:moveTo>
                <a:cubicBezTo>
                  <a:pt x="1633" y="991"/>
                  <a:pt x="1633" y="991"/>
                  <a:pt x="1633" y="991"/>
                </a:cubicBezTo>
                <a:cubicBezTo>
                  <a:pt x="1633" y="633"/>
                  <a:pt x="1442" y="333"/>
                  <a:pt x="1108" y="254"/>
                </a:cubicBezTo>
                <a:cubicBezTo>
                  <a:pt x="1108" y="175"/>
                  <a:pt x="1108" y="175"/>
                  <a:pt x="1108" y="175"/>
                </a:cubicBezTo>
                <a:cubicBezTo>
                  <a:pt x="1108" y="78"/>
                  <a:pt x="1030" y="0"/>
                  <a:pt x="933" y="0"/>
                </a:cubicBezTo>
                <a:cubicBezTo>
                  <a:pt x="836" y="0"/>
                  <a:pt x="758" y="78"/>
                  <a:pt x="758" y="175"/>
                </a:cubicBezTo>
                <a:cubicBezTo>
                  <a:pt x="758" y="254"/>
                  <a:pt x="758" y="254"/>
                  <a:pt x="758" y="254"/>
                </a:cubicBezTo>
                <a:cubicBezTo>
                  <a:pt x="423" y="333"/>
                  <a:pt x="233" y="633"/>
                  <a:pt x="233" y="991"/>
                </a:cubicBezTo>
                <a:cubicBezTo>
                  <a:pt x="233" y="1575"/>
                  <a:pt x="233" y="1575"/>
                  <a:pt x="233" y="1575"/>
                </a:cubicBezTo>
                <a:cubicBezTo>
                  <a:pt x="0" y="1808"/>
                  <a:pt x="0" y="1808"/>
                  <a:pt x="0" y="1808"/>
                </a:cubicBezTo>
                <a:cubicBezTo>
                  <a:pt x="0" y="1925"/>
                  <a:pt x="0" y="1925"/>
                  <a:pt x="0" y="1925"/>
                </a:cubicBezTo>
                <a:cubicBezTo>
                  <a:pt x="1866" y="1925"/>
                  <a:pt x="1866" y="1925"/>
                  <a:pt x="1866" y="1925"/>
                </a:cubicBezTo>
                <a:cubicBezTo>
                  <a:pt x="1866" y="1808"/>
                  <a:pt x="1866" y="1808"/>
                  <a:pt x="1866" y="1808"/>
                </a:cubicBezTo>
                <a:lnTo>
                  <a:pt x="1633" y="1575"/>
                </a:lnTo>
                <a:close/>
                <a:moveTo>
                  <a:pt x="1225" y="851"/>
                </a:moveTo>
                <a:cubicBezTo>
                  <a:pt x="898" y="1248"/>
                  <a:pt x="898" y="1248"/>
                  <a:pt x="898" y="1248"/>
                </a:cubicBezTo>
                <a:cubicBezTo>
                  <a:pt x="1225" y="1248"/>
                  <a:pt x="1225" y="1248"/>
                  <a:pt x="1225" y="1248"/>
                </a:cubicBezTo>
                <a:cubicBezTo>
                  <a:pt x="1225" y="1458"/>
                  <a:pt x="1225" y="1458"/>
                  <a:pt x="1225" y="1458"/>
                </a:cubicBezTo>
                <a:cubicBezTo>
                  <a:pt x="641" y="1458"/>
                  <a:pt x="641" y="1458"/>
                  <a:pt x="641" y="1458"/>
                </a:cubicBezTo>
                <a:cubicBezTo>
                  <a:pt x="641" y="1248"/>
                  <a:pt x="641" y="1248"/>
                  <a:pt x="641" y="1248"/>
                </a:cubicBezTo>
                <a:cubicBezTo>
                  <a:pt x="968" y="851"/>
                  <a:pt x="968" y="851"/>
                  <a:pt x="968" y="851"/>
                </a:cubicBezTo>
                <a:cubicBezTo>
                  <a:pt x="641" y="851"/>
                  <a:pt x="641" y="851"/>
                  <a:pt x="641" y="851"/>
                </a:cubicBezTo>
                <a:cubicBezTo>
                  <a:pt x="641" y="641"/>
                  <a:pt x="641" y="641"/>
                  <a:pt x="641" y="641"/>
                </a:cubicBezTo>
                <a:cubicBezTo>
                  <a:pt x="1225" y="641"/>
                  <a:pt x="1225" y="641"/>
                  <a:pt x="1225" y="641"/>
                </a:cubicBezTo>
                <a:lnTo>
                  <a:pt x="1225" y="8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8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ges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545 w 2178"/>
              <a:gd name="T1" fmla="*/ 1245 h 2178"/>
              <a:gd name="T2" fmla="*/ 0 w 2178"/>
              <a:gd name="T3" fmla="*/ 1245 h 2178"/>
              <a:gd name="T4" fmla="*/ 0 w 2178"/>
              <a:gd name="T5" fmla="*/ 2022 h 2178"/>
              <a:gd name="T6" fmla="*/ 156 w 2178"/>
              <a:gd name="T7" fmla="*/ 2178 h 2178"/>
              <a:gd name="T8" fmla="*/ 933 w 2178"/>
              <a:gd name="T9" fmla="*/ 2178 h 2178"/>
              <a:gd name="T10" fmla="*/ 933 w 2178"/>
              <a:gd name="T11" fmla="*/ 1633 h 2178"/>
              <a:gd name="T12" fmla="*/ 389 w 2178"/>
              <a:gd name="T13" fmla="*/ 1789 h 2178"/>
              <a:gd name="T14" fmla="*/ 545 w 2178"/>
              <a:gd name="T15" fmla="*/ 1245 h 2178"/>
              <a:gd name="T16" fmla="*/ 0 w 2178"/>
              <a:gd name="T17" fmla="*/ 156 h 2178"/>
              <a:gd name="T18" fmla="*/ 0 w 2178"/>
              <a:gd name="T19" fmla="*/ 933 h 2178"/>
              <a:gd name="T20" fmla="*/ 545 w 2178"/>
              <a:gd name="T21" fmla="*/ 933 h 2178"/>
              <a:gd name="T22" fmla="*/ 389 w 2178"/>
              <a:gd name="T23" fmla="*/ 389 h 2178"/>
              <a:gd name="T24" fmla="*/ 933 w 2178"/>
              <a:gd name="T25" fmla="*/ 545 h 2178"/>
              <a:gd name="T26" fmla="*/ 933 w 2178"/>
              <a:gd name="T27" fmla="*/ 0 h 2178"/>
              <a:gd name="T28" fmla="*/ 156 w 2178"/>
              <a:gd name="T29" fmla="*/ 0 h 2178"/>
              <a:gd name="T30" fmla="*/ 0 w 2178"/>
              <a:gd name="T31" fmla="*/ 156 h 2178"/>
              <a:gd name="T32" fmla="*/ 2022 w 2178"/>
              <a:gd name="T33" fmla="*/ 0 h 2178"/>
              <a:gd name="T34" fmla="*/ 1245 w 2178"/>
              <a:gd name="T35" fmla="*/ 0 h 2178"/>
              <a:gd name="T36" fmla="*/ 1245 w 2178"/>
              <a:gd name="T37" fmla="*/ 545 h 2178"/>
              <a:gd name="T38" fmla="*/ 1789 w 2178"/>
              <a:gd name="T39" fmla="*/ 389 h 2178"/>
              <a:gd name="T40" fmla="*/ 1633 w 2178"/>
              <a:gd name="T41" fmla="*/ 933 h 2178"/>
              <a:gd name="T42" fmla="*/ 2178 w 2178"/>
              <a:gd name="T43" fmla="*/ 933 h 2178"/>
              <a:gd name="T44" fmla="*/ 2178 w 2178"/>
              <a:gd name="T45" fmla="*/ 156 h 2178"/>
              <a:gd name="T46" fmla="*/ 2022 w 2178"/>
              <a:gd name="T47" fmla="*/ 0 h 2178"/>
              <a:gd name="T48" fmla="*/ 1789 w 2178"/>
              <a:gd name="T49" fmla="*/ 1789 h 2178"/>
              <a:gd name="T50" fmla="*/ 1245 w 2178"/>
              <a:gd name="T51" fmla="*/ 1633 h 2178"/>
              <a:gd name="T52" fmla="*/ 1245 w 2178"/>
              <a:gd name="T53" fmla="*/ 2178 h 2178"/>
              <a:gd name="T54" fmla="*/ 2022 w 2178"/>
              <a:gd name="T55" fmla="*/ 2178 h 2178"/>
              <a:gd name="T56" fmla="*/ 2178 w 2178"/>
              <a:gd name="T57" fmla="*/ 2022 h 2178"/>
              <a:gd name="T58" fmla="*/ 2178 w 2178"/>
              <a:gd name="T59" fmla="*/ 1245 h 2178"/>
              <a:gd name="T60" fmla="*/ 1633 w 2178"/>
              <a:gd name="T61" fmla="*/ 1245 h 2178"/>
              <a:gd name="T62" fmla="*/ 1789 w 2178"/>
              <a:gd name="T63" fmla="*/ 1789 h 2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2178" h="2178">
                <a:moveTo>
                  <a:pt x="545" y="1245"/>
                </a:moveTo>
                <a:cubicBezTo>
                  <a:pt x="0" y="1245"/>
                  <a:pt x="0" y="1245"/>
                  <a:pt x="0" y="1245"/>
                </a:cubicBezTo>
                <a:cubicBezTo>
                  <a:pt x="0" y="2022"/>
                  <a:pt x="0" y="2022"/>
                  <a:pt x="0" y="2022"/>
                </a:cubicBezTo>
                <a:cubicBezTo>
                  <a:pt x="0" y="2108"/>
                  <a:pt x="70" y="2178"/>
                  <a:pt x="156" y="2178"/>
                </a:cubicBezTo>
                <a:cubicBezTo>
                  <a:pt x="933" y="2178"/>
                  <a:pt x="933" y="2178"/>
                  <a:pt x="933" y="2178"/>
                </a:cubicBezTo>
                <a:cubicBezTo>
                  <a:pt x="933" y="1633"/>
                  <a:pt x="933" y="1633"/>
                  <a:pt x="933" y="1633"/>
                </a:cubicBezTo>
                <a:cubicBezTo>
                  <a:pt x="389" y="1789"/>
                  <a:pt x="389" y="1789"/>
                  <a:pt x="389" y="1789"/>
                </a:cubicBezTo>
                <a:lnTo>
                  <a:pt x="545" y="1245"/>
                </a:lnTo>
                <a:close/>
                <a:moveTo>
                  <a:pt x="0" y="156"/>
                </a:moveTo>
                <a:cubicBezTo>
                  <a:pt x="0" y="933"/>
                  <a:pt x="0" y="933"/>
                  <a:pt x="0" y="933"/>
                </a:cubicBezTo>
                <a:cubicBezTo>
                  <a:pt x="545" y="933"/>
                  <a:pt x="545" y="933"/>
                  <a:pt x="545" y="933"/>
                </a:cubicBezTo>
                <a:cubicBezTo>
                  <a:pt x="389" y="389"/>
                  <a:pt x="389" y="389"/>
                  <a:pt x="389" y="389"/>
                </a:cubicBezTo>
                <a:cubicBezTo>
                  <a:pt x="933" y="545"/>
                  <a:pt x="933" y="545"/>
                  <a:pt x="933" y="545"/>
                </a:cubicBezTo>
                <a:cubicBezTo>
                  <a:pt x="933" y="0"/>
                  <a:pt x="933" y="0"/>
                  <a:pt x="933" y="0"/>
                </a:cubicBezTo>
                <a:cubicBezTo>
                  <a:pt x="156" y="0"/>
                  <a:pt x="156" y="0"/>
                  <a:pt x="156" y="0"/>
                </a:cubicBezTo>
                <a:cubicBezTo>
                  <a:pt x="70" y="0"/>
                  <a:pt x="0" y="70"/>
                  <a:pt x="0" y="156"/>
                </a:cubicBezTo>
                <a:close/>
                <a:moveTo>
                  <a:pt x="2022" y="0"/>
                </a:moveTo>
                <a:cubicBezTo>
                  <a:pt x="1245" y="0"/>
                  <a:pt x="1245" y="0"/>
                  <a:pt x="1245" y="0"/>
                </a:cubicBezTo>
                <a:cubicBezTo>
                  <a:pt x="1245" y="545"/>
                  <a:pt x="1245" y="545"/>
                  <a:pt x="1245" y="545"/>
                </a:cubicBezTo>
                <a:cubicBezTo>
                  <a:pt x="1789" y="389"/>
                  <a:pt x="1789" y="389"/>
                  <a:pt x="1789" y="389"/>
                </a:cubicBezTo>
                <a:cubicBezTo>
                  <a:pt x="1633" y="933"/>
                  <a:pt x="1633" y="933"/>
                  <a:pt x="1633" y="933"/>
                </a:cubicBezTo>
                <a:cubicBezTo>
                  <a:pt x="2178" y="933"/>
                  <a:pt x="2178" y="933"/>
                  <a:pt x="2178" y="933"/>
                </a:cubicBezTo>
                <a:cubicBezTo>
                  <a:pt x="2178" y="156"/>
                  <a:pt x="2178" y="156"/>
                  <a:pt x="2178" y="156"/>
                </a:cubicBezTo>
                <a:cubicBezTo>
                  <a:pt x="2178" y="70"/>
                  <a:pt x="2108" y="0"/>
                  <a:pt x="2022" y="0"/>
                </a:cubicBezTo>
                <a:close/>
                <a:moveTo>
                  <a:pt x="1789" y="1789"/>
                </a:moveTo>
                <a:cubicBezTo>
                  <a:pt x="1245" y="1633"/>
                  <a:pt x="1245" y="1633"/>
                  <a:pt x="1245" y="1633"/>
                </a:cubicBezTo>
                <a:cubicBezTo>
                  <a:pt x="1245" y="2178"/>
                  <a:pt x="1245" y="2178"/>
                  <a:pt x="1245" y="2178"/>
                </a:cubicBezTo>
                <a:cubicBezTo>
                  <a:pt x="2022" y="2178"/>
                  <a:pt x="2022" y="2178"/>
                  <a:pt x="2022" y="2178"/>
                </a:cubicBezTo>
                <a:cubicBezTo>
                  <a:pt x="2108" y="2178"/>
                  <a:pt x="2178" y="2108"/>
                  <a:pt x="2178" y="2022"/>
                </a:cubicBezTo>
                <a:cubicBezTo>
                  <a:pt x="2178" y="1245"/>
                  <a:pt x="2178" y="1245"/>
                  <a:pt x="2178" y="1245"/>
                </a:cubicBezTo>
                <a:cubicBezTo>
                  <a:pt x="1633" y="1245"/>
                  <a:pt x="1633" y="1245"/>
                  <a:pt x="1633" y="1245"/>
                </a:cubicBezTo>
                <a:lnTo>
                  <a:pt x="1789" y="178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8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ty Mod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22529"/>
          </a:xfrm>
          <a:custGeom>
            <a:avLst/>
            <a:gdLst>
              <a:gd name="T0" fmla="*/ 2100 w 2334"/>
              <a:gd name="T1" fmla="*/ 234 h 2100"/>
              <a:gd name="T2" fmla="*/ 1731 w 2334"/>
              <a:gd name="T3" fmla="*/ 234 h 2100"/>
              <a:gd name="T4" fmla="*/ 1517 w 2334"/>
              <a:gd name="T5" fmla="*/ 0 h 2100"/>
              <a:gd name="T6" fmla="*/ 817 w 2334"/>
              <a:gd name="T7" fmla="*/ 0 h 2100"/>
              <a:gd name="T8" fmla="*/ 603 w 2334"/>
              <a:gd name="T9" fmla="*/ 234 h 2100"/>
              <a:gd name="T10" fmla="*/ 234 w 2334"/>
              <a:gd name="T11" fmla="*/ 234 h 2100"/>
              <a:gd name="T12" fmla="*/ 0 w 2334"/>
              <a:gd name="T13" fmla="*/ 467 h 2100"/>
              <a:gd name="T14" fmla="*/ 0 w 2334"/>
              <a:gd name="T15" fmla="*/ 1867 h 2100"/>
              <a:gd name="T16" fmla="*/ 234 w 2334"/>
              <a:gd name="T17" fmla="*/ 2100 h 2100"/>
              <a:gd name="T18" fmla="*/ 2100 w 2334"/>
              <a:gd name="T19" fmla="*/ 2100 h 2100"/>
              <a:gd name="T20" fmla="*/ 2334 w 2334"/>
              <a:gd name="T21" fmla="*/ 1867 h 2100"/>
              <a:gd name="T22" fmla="*/ 2334 w 2334"/>
              <a:gd name="T23" fmla="*/ 467 h 2100"/>
              <a:gd name="T24" fmla="*/ 2100 w 2334"/>
              <a:gd name="T25" fmla="*/ 234 h 2100"/>
              <a:gd name="T26" fmla="*/ 1167 w 2334"/>
              <a:gd name="T27" fmla="*/ 584 h 2100"/>
              <a:gd name="T28" fmla="*/ 1631 w 2334"/>
              <a:gd name="T29" fmla="*/ 817 h 2100"/>
              <a:gd name="T30" fmla="*/ 1167 w 2334"/>
              <a:gd name="T31" fmla="*/ 817 h 2100"/>
              <a:gd name="T32" fmla="*/ 817 w 2334"/>
              <a:gd name="T33" fmla="*/ 1167 h 2100"/>
              <a:gd name="T34" fmla="*/ 838 w 2334"/>
              <a:gd name="T35" fmla="*/ 1284 h 2100"/>
              <a:gd name="T36" fmla="*/ 595 w 2334"/>
              <a:gd name="T37" fmla="*/ 1284 h 2100"/>
              <a:gd name="T38" fmla="*/ 584 w 2334"/>
              <a:gd name="T39" fmla="*/ 1167 h 2100"/>
              <a:gd name="T40" fmla="*/ 1167 w 2334"/>
              <a:gd name="T41" fmla="*/ 584 h 2100"/>
              <a:gd name="T42" fmla="*/ 1167 w 2334"/>
              <a:gd name="T43" fmla="*/ 1750 h 2100"/>
              <a:gd name="T44" fmla="*/ 703 w 2334"/>
              <a:gd name="T45" fmla="*/ 1517 h 2100"/>
              <a:gd name="T46" fmla="*/ 1167 w 2334"/>
              <a:gd name="T47" fmla="*/ 1517 h 2100"/>
              <a:gd name="T48" fmla="*/ 1517 w 2334"/>
              <a:gd name="T49" fmla="*/ 1167 h 2100"/>
              <a:gd name="T50" fmla="*/ 1496 w 2334"/>
              <a:gd name="T51" fmla="*/ 1050 h 2100"/>
              <a:gd name="T52" fmla="*/ 1739 w 2334"/>
              <a:gd name="T53" fmla="*/ 1050 h 2100"/>
              <a:gd name="T54" fmla="*/ 1750 w 2334"/>
              <a:gd name="T55" fmla="*/ 1167 h 2100"/>
              <a:gd name="T56" fmla="*/ 1167 w 2334"/>
              <a:gd name="T57" fmla="*/ 175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2334" h="2100">
                <a:moveTo>
                  <a:pt x="2100" y="234"/>
                </a:moveTo>
                <a:cubicBezTo>
                  <a:pt x="1731" y="234"/>
                  <a:pt x="1731" y="234"/>
                  <a:pt x="1731" y="234"/>
                </a:cubicBezTo>
                <a:cubicBezTo>
                  <a:pt x="1517" y="0"/>
                  <a:pt x="1517" y="0"/>
                  <a:pt x="1517" y="0"/>
                </a:cubicBezTo>
                <a:cubicBezTo>
                  <a:pt x="817" y="0"/>
                  <a:pt x="817" y="0"/>
                  <a:pt x="817" y="0"/>
                </a:cubicBezTo>
                <a:cubicBezTo>
                  <a:pt x="603" y="234"/>
                  <a:pt x="603" y="234"/>
                  <a:pt x="603" y="234"/>
                </a:cubicBezTo>
                <a:cubicBezTo>
                  <a:pt x="234" y="234"/>
                  <a:pt x="234" y="234"/>
                  <a:pt x="234" y="234"/>
                </a:cubicBezTo>
                <a:cubicBezTo>
                  <a:pt x="105" y="234"/>
                  <a:pt x="0" y="339"/>
                  <a:pt x="0" y="467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4" y="2100"/>
                </a:cubicBezTo>
                <a:cubicBezTo>
                  <a:pt x="2100" y="2100"/>
                  <a:pt x="2100" y="2100"/>
                  <a:pt x="2100" y="2100"/>
                </a:cubicBezTo>
                <a:cubicBezTo>
                  <a:pt x="2229" y="2100"/>
                  <a:pt x="2334" y="1995"/>
                  <a:pt x="2334" y="1867"/>
                </a:cubicBezTo>
                <a:cubicBezTo>
                  <a:pt x="2334" y="467"/>
                  <a:pt x="2334" y="467"/>
                  <a:pt x="2334" y="467"/>
                </a:cubicBezTo>
                <a:cubicBezTo>
                  <a:pt x="2334" y="339"/>
                  <a:pt x="2229" y="234"/>
                  <a:pt x="2100" y="234"/>
                </a:cubicBezTo>
                <a:close/>
                <a:moveTo>
                  <a:pt x="1167" y="584"/>
                </a:moveTo>
                <a:cubicBezTo>
                  <a:pt x="1357" y="584"/>
                  <a:pt x="1524" y="676"/>
                  <a:pt x="1631" y="817"/>
                </a:cubicBezTo>
                <a:cubicBezTo>
                  <a:pt x="1167" y="817"/>
                  <a:pt x="1167" y="817"/>
                  <a:pt x="1167" y="817"/>
                </a:cubicBezTo>
                <a:cubicBezTo>
                  <a:pt x="973" y="817"/>
                  <a:pt x="817" y="973"/>
                  <a:pt x="817" y="1167"/>
                </a:cubicBezTo>
                <a:cubicBezTo>
                  <a:pt x="817" y="1208"/>
                  <a:pt x="825" y="1247"/>
                  <a:pt x="838" y="1284"/>
                </a:cubicBezTo>
                <a:cubicBezTo>
                  <a:pt x="595" y="1284"/>
                  <a:pt x="595" y="1284"/>
                  <a:pt x="595" y="1284"/>
                </a:cubicBezTo>
                <a:cubicBezTo>
                  <a:pt x="588" y="1246"/>
                  <a:pt x="584" y="1207"/>
                  <a:pt x="584" y="1167"/>
                </a:cubicBezTo>
                <a:cubicBezTo>
                  <a:pt x="584" y="845"/>
                  <a:pt x="845" y="584"/>
                  <a:pt x="1167" y="584"/>
                </a:cubicBezTo>
                <a:close/>
                <a:moveTo>
                  <a:pt x="1167" y="1750"/>
                </a:moveTo>
                <a:cubicBezTo>
                  <a:pt x="977" y="1750"/>
                  <a:pt x="810" y="1658"/>
                  <a:pt x="703" y="1517"/>
                </a:cubicBezTo>
                <a:cubicBezTo>
                  <a:pt x="1167" y="1517"/>
                  <a:pt x="1167" y="1517"/>
                  <a:pt x="1167" y="1517"/>
                </a:cubicBezTo>
                <a:cubicBezTo>
                  <a:pt x="1361" y="1517"/>
                  <a:pt x="1517" y="1361"/>
                  <a:pt x="1517" y="1167"/>
                </a:cubicBezTo>
                <a:cubicBezTo>
                  <a:pt x="1517" y="1126"/>
                  <a:pt x="1509" y="1087"/>
                  <a:pt x="1496" y="1050"/>
                </a:cubicBezTo>
                <a:cubicBezTo>
                  <a:pt x="1739" y="1050"/>
                  <a:pt x="1739" y="1050"/>
                  <a:pt x="1739" y="1050"/>
                </a:cubicBezTo>
                <a:cubicBezTo>
                  <a:pt x="1747" y="1088"/>
                  <a:pt x="1750" y="1127"/>
                  <a:pt x="1750" y="1167"/>
                </a:cubicBezTo>
                <a:cubicBezTo>
                  <a:pt x="1750" y="1489"/>
                  <a:pt x="1489" y="1750"/>
                  <a:pt x="1167" y="17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8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opl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14690"/>
          </a:xfrm>
          <a:custGeom>
            <a:avLst/>
            <a:gdLst>
              <a:gd name="T0" fmla="*/ 777 w 2488"/>
              <a:gd name="T1" fmla="*/ 622 h 1400"/>
              <a:gd name="T2" fmla="*/ 1088 w 2488"/>
              <a:gd name="T3" fmla="*/ 311 h 1400"/>
              <a:gd name="T4" fmla="*/ 777 w 2488"/>
              <a:gd name="T5" fmla="*/ 0 h 1400"/>
              <a:gd name="T6" fmla="*/ 466 w 2488"/>
              <a:gd name="T7" fmla="*/ 311 h 1400"/>
              <a:gd name="T8" fmla="*/ 777 w 2488"/>
              <a:gd name="T9" fmla="*/ 622 h 1400"/>
              <a:gd name="T10" fmla="*/ 1711 w 2488"/>
              <a:gd name="T11" fmla="*/ 622 h 1400"/>
              <a:gd name="T12" fmla="*/ 2022 w 2488"/>
              <a:gd name="T13" fmla="*/ 311 h 1400"/>
              <a:gd name="T14" fmla="*/ 1711 w 2488"/>
              <a:gd name="T15" fmla="*/ 0 h 1400"/>
              <a:gd name="T16" fmla="*/ 1400 w 2488"/>
              <a:gd name="T17" fmla="*/ 311 h 1400"/>
              <a:gd name="T18" fmla="*/ 1711 w 2488"/>
              <a:gd name="T19" fmla="*/ 622 h 1400"/>
              <a:gd name="T20" fmla="*/ 777 w 2488"/>
              <a:gd name="T21" fmla="*/ 809 h 1400"/>
              <a:gd name="T22" fmla="*/ 0 w 2488"/>
              <a:gd name="T23" fmla="*/ 1198 h 1400"/>
              <a:gd name="T24" fmla="*/ 0 w 2488"/>
              <a:gd name="T25" fmla="*/ 1400 h 1400"/>
              <a:gd name="T26" fmla="*/ 1555 w 2488"/>
              <a:gd name="T27" fmla="*/ 1400 h 1400"/>
              <a:gd name="T28" fmla="*/ 1555 w 2488"/>
              <a:gd name="T29" fmla="*/ 1198 h 1400"/>
              <a:gd name="T30" fmla="*/ 777 w 2488"/>
              <a:gd name="T31" fmla="*/ 809 h 1400"/>
              <a:gd name="T32" fmla="*/ 1711 w 2488"/>
              <a:gd name="T33" fmla="*/ 809 h 1400"/>
              <a:gd name="T34" fmla="*/ 1580 w 2488"/>
              <a:gd name="T35" fmla="*/ 818 h 1400"/>
              <a:gd name="T36" fmla="*/ 1788 w 2488"/>
              <a:gd name="T37" fmla="*/ 1198 h 1400"/>
              <a:gd name="T38" fmla="*/ 1788 w 2488"/>
              <a:gd name="T39" fmla="*/ 1400 h 1400"/>
              <a:gd name="T40" fmla="*/ 2488 w 2488"/>
              <a:gd name="T41" fmla="*/ 1400 h 1400"/>
              <a:gd name="T42" fmla="*/ 2488 w 2488"/>
              <a:gd name="T43" fmla="*/ 1198 h 1400"/>
              <a:gd name="T44" fmla="*/ 1711 w 2488"/>
              <a:gd name="T45" fmla="*/ 809 h 14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2488" h="1400">
                <a:moveTo>
                  <a:pt x="777" y="622"/>
                </a:moveTo>
                <a:cubicBezTo>
                  <a:pt x="950" y="622"/>
                  <a:pt x="1088" y="482"/>
                  <a:pt x="1088" y="311"/>
                </a:cubicBezTo>
                <a:cubicBezTo>
                  <a:pt x="1088" y="140"/>
                  <a:pt x="950" y="0"/>
                  <a:pt x="777" y="0"/>
                </a:cubicBezTo>
                <a:cubicBezTo>
                  <a:pt x="606" y="0"/>
                  <a:pt x="466" y="140"/>
                  <a:pt x="466" y="311"/>
                </a:cubicBezTo>
                <a:cubicBezTo>
                  <a:pt x="466" y="482"/>
                  <a:pt x="606" y="622"/>
                  <a:pt x="777" y="622"/>
                </a:cubicBezTo>
                <a:close/>
                <a:moveTo>
                  <a:pt x="1711" y="622"/>
                </a:moveTo>
                <a:cubicBezTo>
                  <a:pt x="1883" y="622"/>
                  <a:pt x="2022" y="482"/>
                  <a:pt x="2022" y="311"/>
                </a:cubicBezTo>
                <a:cubicBezTo>
                  <a:pt x="2022" y="140"/>
                  <a:pt x="1883" y="0"/>
                  <a:pt x="1711" y="0"/>
                </a:cubicBezTo>
                <a:cubicBezTo>
                  <a:pt x="1538" y="0"/>
                  <a:pt x="1400" y="140"/>
                  <a:pt x="1400" y="311"/>
                </a:cubicBezTo>
                <a:cubicBezTo>
                  <a:pt x="1400" y="482"/>
                  <a:pt x="1540" y="622"/>
                  <a:pt x="1711" y="622"/>
                </a:cubicBezTo>
                <a:close/>
                <a:moveTo>
                  <a:pt x="777" y="809"/>
                </a:moveTo>
                <a:cubicBezTo>
                  <a:pt x="518" y="809"/>
                  <a:pt x="0" y="938"/>
                  <a:pt x="0" y="1198"/>
                </a:cubicBezTo>
                <a:cubicBezTo>
                  <a:pt x="0" y="1400"/>
                  <a:pt x="0" y="1400"/>
                  <a:pt x="0" y="1400"/>
                </a:cubicBezTo>
                <a:cubicBezTo>
                  <a:pt x="1555" y="1400"/>
                  <a:pt x="1555" y="1400"/>
                  <a:pt x="1555" y="1400"/>
                </a:cubicBezTo>
                <a:cubicBezTo>
                  <a:pt x="1555" y="1198"/>
                  <a:pt x="1555" y="1198"/>
                  <a:pt x="1555" y="1198"/>
                </a:cubicBezTo>
                <a:cubicBezTo>
                  <a:pt x="1555" y="938"/>
                  <a:pt x="1037" y="809"/>
                  <a:pt x="777" y="809"/>
                </a:cubicBezTo>
                <a:close/>
                <a:moveTo>
                  <a:pt x="1711" y="809"/>
                </a:moveTo>
                <a:cubicBezTo>
                  <a:pt x="1672" y="809"/>
                  <a:pt x="1627" y="812"/>
                  <a:pt x="1580" y="818"/>
                </a:cubicBezTo>
                <a:cubicBezTo>
                  <a:pt x="1703" y="912"/>
                  <a:pt x="1788" y="1036"/>
                  <a:pt x="1788" y="1198"/>
                </a:cubicBezTo>
                <a:cubicBezTo>
                  <a:pt x="1788" y="1400"/>
                  <a:pt x="1788" y="1400"/>
                  <a:pt x="1788" y="1400"/>
                </a:cubicBezTo>
                <a:cubicBezTo>
                  <a:pt x="2488" y="1400"/>
                  <a:pt x="2488" y="1400"/>
                  <a:pt x="2488" y="1400"/>
                </a:cubicBezTo>
                <a:cubicBezTo>
                  <a:pt x="2488" y="1198"/>
                  <a:pt x="2488" y="1198"/>
                  <a:pt x="2488" y="1198"/>
                </a:cubicBezTo>
                <a:cubicBezTo>
                  <a:pt x="2488" y="938"/>
                  <a:pt x="1970" y="809"/>
                  <a:pt x="1711" y="8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8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ople Out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582247"/>
          </a:xfrm>
          <a:custGeom>
            <a:avLst/>
            <a:gdLst>
              <a:gd name="T0" fmla="*/ 1808 w 2566"/>
              <a:gd name="T1" fmla="*/ 934 h 1634"/>
              <a:gd name="T2" fmla="*/ 1283 w 2566"/>
              <a:gd name="T3" fmla="*/ 1050 h 1634"/>
              <a:gd name="T4" fmla="*/ 758 w 2566"/>
              <a:gd name="T5" fmla="*/ 934 h 1634"/>
              <a:gd name="T6" fmla="*/ 0 w 2566"/>
              <a:gd name="T7" fmla="*/ 1313 h 1634"/>
              <a:gd name="T8" fmla="*/ 0 w 2566"/>
              <a:gd name="T9" fmla="*/ 1634 h 1634"/>
              <a:gd name="T10" fmla="*/ 2566 w 2566"/>
              <a:gd name="T11" fmla="*/ 1634 h 1634"/>
              <a:gd name="T12" fmla="*/ 2566 w 2566"/>
              <a:gd name="T13" fmla="*/ 1313 h 1634"/>
              <a:gd name="T14" fmla="*/ 1808 w 2566"/>
              <a:gd name="T15" fmla="*/ 934 h 1634"/>
              <a:gd name="T16" fmla="*/ 1341 w 2566"/>
              <a:gd name="T17" fmla="*/ 1459 h 1634"/>
              <a:gd name="T18" fmla="*/ 175 w 2566"/>
              <a:gd name="T19" fmla="*/ 1459 h 1634"/>
              <a:gd name="T20" fmla="*/ 175 w 2566"/>
              <a:gd name="T21" fmla="*/ 1313 h 1634"/>
              <a:gd name="T22" fmla="*/ 758 w 2566"/>
              <a:gd name="T23" fmla="*/ 1109 h 1634"/>
              <a:gd name="T24" fmla="*/ 1341 w 2566"/>
              <a:gd name="T25" fmla="*/ 1313 h 1634"/>
              <a:gd name="T26" fmla="*/ 1341 w 2566"/>
              <a:gd name="T27" fmla="*/ 1459 h 1634"/>
              <a:gd name="T28" fmla="*/ 2391 w 2566"/>
              <a:gd name="T29" fmla="*/ 1459 h 1634"/>
              <a:gd name="T30" fmla="*/ 1516 w 2566"/>
              <a:gd name="T31" fmla="*/ 1459 h 1634"/>
              <a:gd name="T32" fmla="*/ 1516 w 2566"/>
              <a:gd name="T33" fmla="*/ 1313 h 1634"/>
              <a:gd name="T34" fmla="*/ 1456 w 2566"/>
              <a:gd name="T35" fmla="*/ 1171 h 1634"/>
              <a:gd name="T36" fmla="*/ 1808 w 2566"/>
              <a:gd name="T37" fmla="*/ 1109 h 1634"/>
              <a:gd name="T38" fmla="*/ 2391 w 2566"/>
              <a:gd name="T39" fmla="*/ 1313 h 1634"/>
              <a:gd name="T40" fmla="*/ 2391 w 2566"/>
              <a:gd name="T41" fmla="*/ 1459 h 1634"/>
              <a:gd name="T42" fmla="*/ 758 w 2566"/>
              <a:gd name="T43" fmla="*/ 817 h 1634"/>
              <a:gd name="T44" fmla="*/ 1166 w 2566"/>
              <a:gd name="T45" fmla="*/ 409 h 1634"/>
              <a:gd name="T46" fmla="*/ 758 w 2566"/>
              <a:gd name="T47" fmla="*/ 0 h 1634"/>
              <a:gd name="T48" fmla="*/ 350 w 2566"/>
              <a:gd name="T49" fmla="*/ 409 h 1634"/>
              <a:gd name="T50" fmla="*/ 758 w 2566"/>
              <a:gd name="T51" fmla="*/ 817 h 1634"/>
              <a:gd name="T52" fmla="*/ 758 w 2566"/>
              <a:gd name="T53" fmla="*/ 175 h 1634"/>
              <a:gd name="T54" fmla="*/ 991 w 2566"/>
              <a:gd name="T55" fmla="*/ 409 h 1634"/>
              <a:gd name="T56" fmla="*/ 758 w 2566"/>
              <a:gd name="T57" fmla="*/ 642 h 1634"/>
              <a:gd name="T58" fmla="*/ 525 w 2566"/>
              <a:gd name="T59" fmla="*/ 409 h 1634"/>
              <a:gd name="T60" fmla="*/ 758 w 2566"/>
              <a:gd name="T61" fmla="*/ 175 h 1634"/>
              <a:gd name="T62" fmla="*/ 1808 w 2566"/>
              <a:gd name="T63" fmla="*/ 817 h 1634"/>
              <a:gd name="T64" fmla="*/ 2216 w 2566"/>
              <a:gd name="T65" fmla="*/ 409 h 1634"/>
              <a:gd name="T66" fmla="*/ 1808 w 2566"/>
              <a:gd name="T67" fmla="*/ 0 h 1634"/>
              <a:gd name="T68" fmla="*/ 1400 w 2566"/>
              <a:gd name="T69" fmla="*/ 409 h 1634"/>
              <a:gd name="T70" fmla="*/ 1808 w 2566"/>
              <a:gd name="T71" fmla="*/ 817 h 1634"/>
              <a:gd name="T72" fmla="*/ 1808 w 2566"/>
              <a:gd name="T73" fmla="*/ 175 h 1634"/>
              <a:gd name="T74" fmla="*/ 2041 w 2566"/>
              <a:gd name="T75" fmla="*/ 409 h 1634"/>
              <a:gd name="T76" fmla="*/ 1808 w 2566"/>
              <a:gd name="T77" fmla="*/ 642 h 1634"/>
              <a:gd name="T78" fmla="*/ 1575 w 2566"/>
              <a:gd name="T79" fmla="*/ 409 h 1634"/>
              <a:gd name="T80" fmla="*/ 1808 w 2566"/>
              <a:gd name="T81" fmla="*/ 175 h 16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66" h="1634">
                <a:moveTo>
                  <a:pt x="1808" y="934"/>
                </a:moveTo>
                <a:cubicBezTo>
                  <a:pt x="1668" y="934"/>
                  <a:pt x="1450" y="973"/>
                  <a:pt x="1283" y="1050"/>
                </a:cubicBezTo>
                <a:cubicBezTo>
                  <a:pt x="1116" y="972"/>
                  <a:pt x="898" y="934"/>
                  <a:pt x="758" y="934"/>
                </a:cubicBezTo>
                <a:cubicBezTo>
                  <a:pt x="505" y="934"/>
                  <a:pt x="0" y="1060"/>
                  <a:pt x="0" y="1313"/>
                </a:cubicBezTo>
                <a:cubicBezTo>
                  <a:pt x="0" y="1634"/>
                  <a:pt x="0" y="1634"/>
                  <a:pt x="0" y="1634"/>
                </a:cubicBezTo>
                <a:cubicBezTo>
                  <a:pt x="2566" y="1634"/>
                  <a:pt x="2566" y="1634"/>
                  <a:pt x="2566" y="1634"/>
                </a:cubicBezTo>
                <a:cubicBezTo>
                  <a:pt x="2566" y="1313"/>
                  <a:pt x="2566" y="1313"/>
                  <a:pt x="2566" y="1313"/>
                </a:cubicBezTo>
                <a:cubicBezTo>
                  <a:pt x="2566" y="1060"/>
                  <a:pt x="2061" y="934"/>
                  <a:pt x="1808" y="934"/>
                </a:cubicBezTo>
                <a:close/>
                <a:moveTo>
                  <a:pt x="1341" y="1459"/>
                </a:moveTo>
                <a:cubicBezTo>
                  <a:pt x="175" y="1459"/>
                  <a:pt x="175" y="1459"/>
                  <a:pt x="175" y="1459"/>
                </a:cubicBezTo>
                <a:cubicBezTo>
                  <a:pt x="175" y="1313"/>
                  <a:pt x="175" y="1313"/>
                  <a:pt x="175" y="1313"/>
                </a:cubicBezTo>
                <a:cubicBezTo>
                  <a:pt x="175" y="1250"/>
                  <a:pt x="473" y="1109"/>
                  <a:pt x="758" y="1109"/>
                </a:cubicBezTo>
                <a:cubicBezTo>
                  <a:pt x="1043" y="1109"/>
                  <a:pt x="1341" y="1250"/>
                  <a:pt x="1341" y="1313"/>
                </a:cubicBezTo>
                <a:lnTo>
                  <a:pt x="1341" y="1459"/>
                </a:lnTo>
                <a:close/>
                <a:moveTo>
                  <a:pt x="2391" y="1459"/>
                </a:moveTo>
                <a:cubicBezTo>
                  <a:pt x="1516" y="1459"/>
                  <a:pt x="1516" y="1459"/>
                  <a:pt x="1516" y="1459"/>
                </a:cubicBezTo>
                <a:cubicBezTo>
                  <a:pt x="1516" y="1313"/>
                  <a:pt x="1516" y="1313"/>
                  <a:pt x="1516" y="1313"/>
                </a:cubicBezTo>
                <a:cubicBezTo>
                  <a:pt x="1516" y="1259"/>
                  <a:pt x="1493" y="1213"/>
                  <a:pt x="1456" y="1171"/>
                </a:cubicBezTo>
                <a:cubicBezTo>
                  <a:pt x="1558" y="1136"/>
                  <a:pt x="1684" y="1109"/>
                  <a:pt x="1808" y="1109"/>
                </a:cubicBezTo>
                <a:cubicBezTo>
                  <a:pt x="2093" y="1109"/>
                  <a:pt x="2391" y="1250"/>
                  <a:pt x="2391" y="1313"/>
                </a:cubicBezTo>
                <a:lnTo>
                  <a:pt x="2391" y="1459"/>
                </a:lnTo>
                <a:close/>
                <a:moveTo>
                  <a:pt x="758" y="817"/>
                </a:moveTo>
                <a:cubicBezTo>
                  <a:pt x="983" y="817"/>
                  <a:pt x="1166" y="634"/>
                  <a:pt x="1166" y="409"/>
                </a:cubicBezTo>
                <a:cubicBezTo>
                  <a:pt x="1166" y="183"/>
                  <a:pt x="983" y="0"/>
                  <a:pt x="758" y="0"/>
                </a:cubicBezTo>
                <a:cubicBezTo>
                  <a:pt x="533" y="0"/>
                  <a:pt x="350" y="183"/>
                  <a:pt x="350" y="409"/>
                </a:cubicBezTo>
                <a:cubicBezTo>
                  <a:pt x="350" y="634"/>
                  <a:pt x="533" y="817"/>
                  <a:pt x="758" y="817"/>
                </a:cubicBezTo>
                <a:close/>
                <a:moveTo>
                  <a:pt x="758" y="175"/>
                </a:moveTo>
                <a:cubicBezTo>
                  <a:pt x="886" y="175"/>
                  <a:pt x="991" y="280"/>
                  <a:pt x="991" y="409"/>
                </a:cubicBezTo>
                <a:cubicBezTo>
                  <a:pt x="991" y="537"/>
                  <a:pt x="886" y="642"/>
                  <a:pt x="758" y="642"/>
                </a:cubicBezTo>
                <a:cubicBezTo>
                  <a:pt x="630" y="642"/>
                  <a:pt x="525" y="537"/>
                  <a:pt x="525" y="409"/>
                </a:cubicBezTo>
                <a:cubicBezTo>
                  <a:pt x="525" y="280"/>
                  <a:pt x="630" y="175"/>
                  <a:pt x="758" y="175"/>
                </a:cubicBezTo>
                <a:close/>
                <a:moveTo>
                  <a:pt x="1808" y="817"/>
                </a:moveTo>
                <a:cubicBezTo>
                  <a:pt x="2033" y="817"/>
                  <a:pt x="2216" y="634"/>
                  <a:pt x="2216" y="409"/>
                </a:cubicBezTo>
                <a:cubicBezTo>
                  <a:pt x="2216" y="183"/>
                  <a:pt x="2033" y="0"/>
                  <a:pt x="1808" y="0"/>
                </a:cubicBezTo>
                <a:cubicBezTo>
                  <a:pt x="1583" y="0"/>
                  <a:pt x="1400" y="183"/>
                  <a:pt x="1400" y="409"/>
                </a:cubicBezTo>
                <a:cubicBezTo>
                  <a:pt x="1400" y="634"/>
                  <a:pt x="1583" y="817"/>
                  <a:pt x="1808" y="817"/>
                </a:cubicBezTo>
                <a:close/>
                <a:moveTo>
                  <a:pt x="1808" y="175"/>
                </a:moveTo>
                <a:cubicBezTo>
                  <a:pt x="1936" y="175"/>
                  <a:pt x="2041" y="280"/>
                  <a:pt x="2041" y="409"/>
                </a:cubicBezTo>
                <a:cubicBezTo>
                  <a:pt x="2041" y="537"/>
                  <a:pt x="1936" y="642"/>
                  <a:pt x="1808" y="642"/>
                </a:cubicBezTo>
                <a:cubicBezTo>
                  <a:pt x="1680" y="642"/>
                  <a:pt x="1575" y="537"/>
                  <a:pt x="1575" y="409"/>
                </a:cubicBezTo>
                <a:cubicBezTo>
                  <a:pt x="1575" y="280"/>
                  <a:pt x="1680" y="175"/>
                  <a:pt x="1808" y="17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8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son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089 w 2178"/>
              <a:gd name="T1" fmla="*/ 933 h 2178"/>
              <a:gd name="T2" fmla="*/ 1554 w 2178"/>
              <a:gd name="T3" fmla="*/ 467 h 2178"/>
              <a:gd name="T4" fmla="*/ 1089 w 2178"/>
              <a:gd name="T5" fmla="*/ 0 h 2178"/>
              <a:gd name="T6" fmla="*/ 622 w 2178"/>
              <a:gd name="T7" fmla="*/ 467 h 2178"/>
              <a:gd name="T8" fmla="*/ 1089 w 2178"/>
              <a:gd name="T9" fmla="*/ 933 h 2178"/>
              <a:gd name="T10" fmla="*/ 1089 w 2178"/>
              <a:gd name="T11" fmla="*/ 1245 h 2178"/>
              <a:gd name="T12" fmla="*/ 0 w 2178"/>
              <a:gd name="T13" fmla="*/ 1789 h 2178"/>
              <a:gd name="T14" fmla="*/ 0 w 2178"/>
              <a:gd name="T15" fmla="*/ 2178 h 2178"/>
              <a:gd name="T16" fmla="*/ 2178 w 2178"/>
              <a:gd name="T17" fmla="*/ 2178 h 2178"/>
              <a:gd name="T18" fmla="*/ 2178 w 2178"/>
              <a:gd name="T19" fmla="*/ 1789 h 2178"/>
              <a:gd name="T20" fmla="*/ 1089 w 2178"/>
              <a:gd name="T21" fmla="*/ 1245 h 2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178" h="2178">
                <a:moveTo>
                  <a:pt x="1089" y="933"/>
                </a:moveTo>
                <a:cubicBezTo>
                  <a:pt x="1347" y="933"/>
                  <a:pt x="1554" y="725"/>
                  <a:pt x="1554" y="467"/>
                </a:cubicBezTo>
                <a:cubicBezTo>
                  <a:pt x="1554" y="209"/>
                  <a:pt x="1347" y="0"/>
                  <a:pt x="1089" y="0"/>
                </a:cubicBezTo>
                <a:cubicBezTo>
                  <a:pt x="831" y="0"/>
                  <a:pt x="622" y="209"/>
                  <a:pt x="622" y="467"/>
                </a:cubicBezTo>
                <a:cubicBezTo>
                  <a:pt x="622" y="725"/>
                  <a:pt x="831" y="933"/>
                  <a:pt x="1089" y="933"/>
                </a:cubicBezTo>
                <a:close/>
                <a:moveTo>
                  <a:pt x="1089" y="1245"/>
                </a:moveTo>
                <a:cubicBezTo>
                  <a:pt x="727" y="1245"/>
                  <a:pt x="0" y="1427"/>
                  <a:pt x="0" y="1789"/>
                </a:cubicBezTo>
                <a:cubicBezTo>
                  <a:pt x="0" y="2178"/>
                  <a:pt x="0" y="2178"/>
                  <a:pt x="0" y="2178"/>
                </a:cubicBezTo>
                <a:cubicBezTo>
                  <a:pt x="2178" y="2178"/>
                  <a:pt x="2178" y="2178"/>
                  <a:pt x="2178" y="2178"/>
                </a:cubicBezTo>
                <a:cubicBezTo>
                  <a:pt x="2178" y="1789"/>
                  <a:pt x="2178" y="1789"/>
                  <a:pt x="2178" y="1789"/>
                </a:cubicBezTo>
                <a:cubicBezTo>
                  <a:pt x="2178" y="1427"/>
                  <a:pt x="1451" y="1245"/>
                  <a:pt x="1089" y="12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slides/slide8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son Ad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53337"/>
          </a:xfrm>
          <a:custGeom>
            <a:avLst/>
            <a:gdLst>
              <a:gd name="T0" fmla="*/ 1556 w 2644"/>
              <a:gd name="T1" fmla="*/ 933 h 2178"/>
              <a:gd name="T2" fmla="*/ 2021 w 2644"/>
              <a:gd name="T3" fmla="*/ 467 h 2178"/>
              <a:gd name="T4" fmla="*/ 1556 w 2644"/>
              <a:gd name="T5" fmla="*/ 0 h 2178"/>
              <a:gd name="T6" fmla="*/ 1089 w 2644"/>
              <a:gd name="T7" fmla="*/ 467 h 2178"/>
              <a:gd name="T8" fmla="*/ 1556 w 2644"/>
              <a:gd name="T9" fmla="*/ 933 h 2178"/>
              <a:gd name="T10" fmla="*/ 622 w 2644"/>
              <a:gd name="T11" fmla="*/ 1245 h 2178"/>
              <a:gd name="T12" fmla="*/ 622 w 2644"/>
              <a:gd name="T13" fmla="*/ 933 h 2178"/>
              <a:gd name="T14" fmla="*/ 933 w 2644"/>
              <a:gd name="T15" fmla="*/ 933 h 2178"/>
              <a:gd name="T16" fmla="*/ 933 w 2644"/>
              <a:gd name="T17" fmla="*/ 622 h 2178"/>
              <a:gd name="T18" fmla="*/ 622 w 2644"/>
              <a:gd name="T19" fmla="*/ 622 h 2178"/>
              <a:gd name="T20" fmla="*/ 622 w 2644"/>
              <a:gd name="T21" fmla="*/ 311 h 2178"/>
              <a:gd name="T22" fmla="*/ 311 w 2644"/>
              <a:gd name="T23" fmla="*/ 311 h 2178"/>
              <a:gd name="T24" fmla="*/ 311 w 2644"/>
              <a:gd name="T25" fmla="*/ 622 h 2178"/>
              <a:gd name="T26" fmla="*/ 0 w 2644"/>
              <a:gd name="T27" fmla="*/ 622 h 2178"/>
              <a:gd name="T28" fmla="*/ 0 w 2644"/>
              <a:gd name="T29" fmla="*/ 933 h 2178"/>
              <a:gd name="T30" fmla="*/ 311 w 2644"/>
              <a:gd name="T31" fmla="*/ 933 h 2178"/>
              <a:gd name="T32" fmla="*/ 311 w 2644"/>
              <a:gd name="T33" fmla="*/ 1245 h 2178"/>
              <a:gd name="T34" fmla="*/ 622 w 2644"/>
              <a:gd name="T35" fmla="*/ 1245 h 2178"/>
              <a:gd name="T36" fmla="*/ 1556 w 2644"/>
              <a:gd name="T37" fmla="*/ 1245 h 2178"/>
              <a:gd name="T38" fmla="*/ 467 w 2644"/>
              <a:gd name="T39" fmla="*/ 1789 h 2178"/>
              <a:gd name="T40" fmla="*/ 467 w 2644"/>
              <a:gd name="T41" fmla="*/ 2178 h 2178"/>
              <a:gd name="T42" fmla="*/ 2644 w 2644"/>
              <a:gd name="T43" fmla="*/ 2178 h 2178"/>
              <a:gd name="T44" fmla="*/ 2644 w 2644"/>
              <a:gd name="T45" fmla="*/ 1789 h 2178"/>
              <a:gd name="T46" fmla="*/ 1556 w 2644"/>
              <a:gd name="T47" fmla="*/ 1245 h 2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644" h="2178">
                <a:moveTo>
                  <a:pt x="1556" y="933"/>
                </a:moveTo>
                <a:cubicBezTo>
                  <a:pt x="1814" y="933"/>
                  <a:pt x="2021" y="725"/>
                  <a:pt x="2021" y="467"/>
                </a:cubicBezTo>
                <a:cubicBezTo>
                  <a:pt x="2021" y="209"/>
                  <a:pt x="1814" y="0"/>
                  <a:pt x="1556" y="0"/>
                </a:cubicBezTo>
                <a:cubicBezTo>
                  <a:pt x="1297" y="0"/>
                  <a:pt x="1089" y="209"/>
                  <a:pt x="1089" y="467"/>
                </a:cubicBezTo>
                <a:cubicBezTo>
                  <a:pt x="1089" y="725"/>
                  <a:pt x="1297" y="933"/>
                  <a:pt x="1556" y="933"/>
                </a:cubicBezTo>
                <a:close/>
                <a:moveTo>
                  <a:pt x="622" y="1245"/>
                </a:moveTo>
                <a:cubicBezTo>
                  <a:pt x="622" y="933"/>
                  <a:pt x="622" y="933"/>
                  <a:pt x="622" y="933"/>
                </a:cubicBezTo>
                <a:cubicBezTo>
                  <a:pt x="933" y="933"/>
                  <a:pt x="933" y="933"/>
                  <a:pt x="933" y="933"/>
                </a:cubicBezTo>
                <a:cubicBezTo>
                  <a:pt x="933" y="622"/>
                  <a:pt x="933" y="622"/>
                  <a:pt x="933" y="622"/>
                </a:cubicBezTo>
                <a:cubicBezTo>
                  <a:pt x="622" y="622"/>
                  <a:pt x="622" y="622"/>
                  <a:pt x="622" y="622"/>
                </a:cubicBezTo>
                <a:cubicBezTo>
                  <a:pt x="622" y="311"/>
                  <a:pt x="622" y="311"/>
                  <a:pt x="622" y="311"/>
                </a:cubicBezTo>
                <a:cubicBezTo>
                  <a:pt x="311" y="311"/>
                  <a:pt x="311" y="311"/>
                  <a:pt x="311" y="311"/>
                </a:cubicBezTo>
                <a:cubicBezTo>
                  <a:pt x="311" y="622"/>
                  <a:pt x="311" y="622"/>
                  <a:pt x="311" y="622"/>
                </a:cubicBezTo>
                <a:cubicBezTo>
                  <a:pt x="0" y="622"/>
                  <a:pt x="0" y="622"/>
                  <a:pt x="0" y="622"/>
                </a:cubicBezTo>
                <a:cubicBezTo>
                  <a:pt x="0" y="933"/>
                  <a:pt x="0" y="933"/>
                  <a:pt x="0" y="933"/>
                </a:cubicBezTo>
                <a:cubicBezTo>
                  <a:pt x="311" y="933"/>
                  <a:pt x="311" y="933"/>
                  <a:pt x="311" y="933"/>
                </a:cubicBezTo>
                <a:cubicBezTo>
                  <a:pt x="311" y="1245"/>
                  <a:pt x="311" y="1245"/>
                  <a:pt x="311" y="1245"/>
                </a:cubicBezTo>
                <a:lnTo>
                  <a:pt x="622" y="1245"/>
                </a:lnTo>
                <a:close/>
                <a:moveTo>
                  <a:pt x="1556" y="1245"/>
                </a:moveTo>
                <a:cubicBezTo>
                  <a:pt x="1193" y="1245"/>
                  <a:pt x="467" y="1427"/>
                  <a:pt x="467" y="1789"/>
                </a:cubicBezTo>
                <a:cubicBezTo>
                  <a:pt x="467" y="2178"/>
                  <a:pt x="467" y="2178"/>
                  <a:pt x="467" y="2178"/>
                </a:cubicBezTo>
                <a:cubicBezTo>
                  <a:pt x="2644" y="2178"/>
                  <a:pt x="2644" y="2178"/>
                  <a:pt x="2644" y="2178"/>
                </a:cubicBezTo>
                <a:cubicBezTo>
                  <a:pt x="2644" y="1789"/>
                  <a:pt x="2644" y="1789"/>
                  <a:pt x="2644" y="1789"/>
                </a:cubicBezTo>
                <a:cubicBezTo>
                  <a:pt x="2644" y="1427"/>
                  <a:pt x="1918" y="1245"/>
                  <a:pt x="1556" y="124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081948"/>
      </p:ext>
    </p:extLst>
  </p:cSld>
  <p:clrMapOvr>
    <a:masterClrMapping/>
  </p:clrMapOvr>
</p:sld>
</file>

<file path=ppt/slides/slide8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erson Outli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53672" cy="914400"/>
          </a:xfrm>
          <a:custGeom>
            <a:avLst/>
            <a:gdLst>
              <a:gd name="T0" fmla="*/ 1089 w 2178"/>
              <a:gd name="T1" fmla="*/ 1400 h 2333"/>
              <a:gd name="T2" fmla="*/ 0 w 2178"/>
              <a:gd name="T3" fmla="*/ 1944 h 2333"/>
              <a:gd name="T4" fmla="*/ 0 w 2178"/>
              <a:gd name="T5" fmla="*/ 2333 h 2333"/>
              <a:gd name="T6" fmla="*/ 2178 w 2178"/>
              <a:gd name="T7" fmla="*/ 2333 h 2333"/>
              <a:gd name="T8" fmla="*/ 2178 w 2178"/>
              <a:gd name="T9" fmla="*/ 1944 h 2333"/>
              <a:gd name="T10" fmla="*/ 1089 w 2178"/>
              <a:gd name="T11" fmla="*/ 1400 h 2333"/>
              <a:gd name="T12" fmla="*/ 1912 w 2178"/>
              <a:gd name="T13" fmla="*/ 2067 h 2333"/>
              <a:gd name="T14" fmla="*/ 266 w 2178"/>
              <a:gd name="T15" fmla="*/ 2067 h 2333"/>
              <a:gd name="T16" fmla="*/ 266 w 2178"/>
              <a:gd name="T17" fmla="*/ 1944 h 2333"/>
              <a:gd name="T18" fmla="*/ 1089 w 2178"/>
              <a:gd name="T19" fmla="*/ 1666 h 2333"/>
              <a:gd name="T20" fmla="*/ 1912 w 2178"/>
              <a:gd name="T21" fmla="*/ 1944 h 2333"/>
              <a:gd name="T22" fmla="*/ 1912 w 2178"/>
              <a:gd name="T23" fmla="*/ 2067 h 2333"/>
              <a:gd name="T24" fmla="*/ 1089 w 2178"/>
              <a:gd name="T25" fmla="*/ 1244 h 2333"/>
              <a:gd name="T26" fmla="*/ 1711 w 2178"/>
              <a:gd name="T27" fmla="*/ 622 h 2333"/>
              <a:gd name="T28" fmla="*/ 1089 w 2178"/>
              <a:gd name="T29" fmla="*/ 0 h 2333"/>
              <a:gd name="T30" fmla="*/ 468 w 2178"/>
              <a:gd name="T31" fmla="*/ 622 h 2333"/>
              <a:gd name="T32" fmla="*/ 1089 w 2178"/>
              <a:gd name="T33" fmla="*/ 1244 h 2333"/>
              <a:gd name="T34" fmla="*/ 1089 w 2178"/>
              <a:gd name="T35" fmla="*/ 266 h 2333"/>
              <a:gd name="T36" fmla="*/ 1444 w 2178"/>
              <a:gd name="T37" fmla="*/ 622 h 2333"/>
              <a:gd name="T38" fmla="*/ 1089 w 2178"/>
              <a:gd name="T39" fmla="*/ 978 h 2333"/>
              <a:gd name="T40" fmla="*/ 734 w 2178"/>
              <a:gd name="T41" fmla="*/ 622 h 2333"/>
              <a:gd name="T42" fmla="*/ 1089 w 2178"/>
              <a:gd name="T43" fmla="*/ 266 h 23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178" h="2333">
                <a:moveTo>
                  <a:pt x="1089" y="1400"/>
                </a:moveTo>
                <a:cubicBezTo>
                  <a:pt x="727" y="1400"/>
                  <a:pt x="0" y="1582"/>
                  <a:pt x="0" y="1944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2178" y="2333"/>
                  <a:pt x="2178" y="2333"/>
                  <a:pt x="2178" y="2333"/>
                </a:cubicBezTo>
                <a:cubicBezTo>
                  <a:pt x="2178" y="1944"/>
                  <a:pt x="2178" y="1944"/>
                  <a:pt x="2178" y="1944"/>
                </a:cubicBezTo>
                <a:cubicBezTo>
                  <a:pt x="2178" y="1582"/>
                  <a:pt x="1451" y="1400"/>
                  <a:pt x="1089" y="1400"/>
                </a:cubicBezTo>
                <a:close/>
                <a:moveTo>
                  <a:pt x="1912" y="2067"/>
                </a:moveTo>
                <a:cubicBezTo>
                  <a:pt x="266" y="2067"/>
                  <a:pt x="266" y="2067"/>
                  <a:pt x="266" y="2067"/>
                </a:cubicBezTo>
                <a:cubicBezTo>
                  <a:pt x="266" y="1944"/>
                  <a:pt x="266" y="1944"/>
                  <a:pt x="266" y="1944"/>
                </a:cubicBezTo>
                <a:cubicBezTo>
                  <a:pt x="282" y="1868"/>
                  <a:pt x="669" y="1666"/>
                  <a:pt x="1089" y="1666"/>
                </a:cubicBezTo>
                <a:cubicBezTo>
                  <a:pt x="1509" y="1666"/>
                  <a:pt x="1896" y="1868"/>
                  <a:pt x="1912" y="1944"/>
                </a:cubicBezTo>
                <a:lnTo>
                  <a:pt x="1912" y="2067"/>
                </a:lnTo>
                <a:close/>
                <a:moveTo>
                  <a:pt x="1089" y="1244"/>
                </a:moveTo>
                <a:cubicBezTo>
                  <a:pt x="1434" y="1244"/>
                  <a:pt x="1711" y="966"/>
                  <a:pt x="1711" y="622"/>
                </a:cubicBezTo>
                <a:cubicBezTo>
                  <a:pt x="1711" y="278"/>
                  <a:pt x="1434" y="0"/>
                  <a:pt x="1089" y="0"/>
                </a:cubicBezTo>
                <a:cubicBezTo>
                  <a:pt x="745" y="0"/>
                  <a:pt x="468" y="278"/>
                  <a:pt x="468" y="622"/>
                </a:cubicBezTo>
                <a:cubicBezTo>
                  <a:pt x="468" y="966"/>
                  <a:pt x="745" y="1244"/>
                  <a:pt x="1089" y="1244"/>
                </a:cubicBezTo>
                <a:close/>
                <a:moveTo>
                  <a:pt x="1089" y="266"/>
                </a:moveTo>
                <a:cubicBezTo>
                  <a:pt x="1285" y="266"/>
                  <a:pt x="1444" y="426"/>
                  <a:pt x="1444" y="622"/>
                </a:cubicBezTo>
                <a:cubicBezTo>
                  <a:pt x="1444" y="818"/>
                  <a:pt x="1285" y="978"/>
                  <a:pt x="1089" y="978"/>
                </a:cubicBezTo>
                <a:cubicBezTo>
                  <a:pt x="895" y="978"/>
                  <a:pt x="734" y="818"/>
                  <a:pt x="734" y="622"/>
                </a:cubicBezTo>
                <a:cubicBezTo>
                  <a:pt x="734" y="426"/>
                  <a:pt x="895" y="266"/>
                  <a:pt x="1089" y="2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8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us One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92745"/>
          </a:xfrm>
          <a:custGeom>
            <a:avLst/>
            <a:gdLst>
              <a:gd name="T0" fmla="*/ 1653 w 4134"/>
              <a:gd name="T1" fmla="*/ 827 h 3584"/>
              <a:gd name="T2" fmla="*/ 1101 w 4134"/>
              <a:gd name="T3" fmla="*/ 827 h 3584"/>
              <a:gd name="T4" fmla="*/ 1101 w 4134"/>
              <a:gd name="T5" fmla="*/ 1930 h 3584"/>
              <a:gd name="T6" fmla="*/ 0 w 4134"/>
              <a:gd name="T7" fmla="*/ 1930 h 3584"/>
              <a:gd name="T8" fmla="*/ 0 w 4134"/>
              <a:gd name="T9" fmla="*/ 2481 h 3584"/>
              <a:gd name="T10" fmla="*/ 1101 w 4134"/>
              <a:gd name="T11" fmla="*/ 2481 h 3584"/>
              <a:gd name="T12" fmla="*/ 1101 w 4134"/>
              <a:gd name="T13" fmla="*/ 3584 h 3584"/>
              <a:gd name="T14" fmla="*/ 1653 w 4134"/>
              <a:gd name="T15" fmla="*/ 3584 h 3584"/>
              <a:gd name="T16" fmla="*/ 1653 w 4134"/>
              <a:gd name="T17" fmla="*/ 2481 h 3584"/>
              <a:gd name="T18" fmla="*/ 2754 w 4134"/>
              <a:gd name="T19" fmla="*/ 2481 h 3584"/>
              <a:gd name="T20" fmla="*/ 2754 w 4134"/>
              <a:gd name="T21" fmla="*/ 1930 h 3584"/>
              <a:gd name="T22" fmla="*/ 1653 w 4134"/>
              <a:gd name="T23" fmla="*/ 1930 h 3584"/>
              <a:gd name="T24" fmla="*/ 1653 w 4134"/>
              <a:gd name="T25" fmla="*/ 827 h 3584"/>
              <a:gd name="T26" fmla="*/ 2894 w 4134"/>
              <a:gd name="T27" fmla="*/ 298 h 3584"/>
              <a:gd name="T28" fmla="*/ 2894 w 4134"/>
              <a:gd name="T29" fmla="*/ 801 h 3584"/>
              <a:gd name="T30" fmla="*/ 3581 w 4134"/>
              <a:gd name="T31" fmla="*/ 662 h 3584"/>
              <a:gd name="T32" fmla="*/ 3581 w 4134"/>
              <a:gd name="T33" fmla="*/ 3584 h 3584"/>
              <a:gd name="T34" fmla="*/ 4134 w 4134"/>
              <a:gd name="T35" fmla="*/ 3584 h 3584"/>
              <a:gd name="T36" fmla="*/ 4134 w 4134"/>
              <a:gd name="T37" fmla="*/ 0 h 3584"/>
              <a:gd name="T38" fmla="*/ 2894 w 4134"/>
              <a:gd name="T39" fmla="*/ 298 h 35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34" h="3584">
                <a:moveTo>
                  <a:pt x="1653" y="827"/>
                </a:moveTo>
                <a:lnTo>
                  <a:pt x="1101" y="827"/>
                </a:lnTo>
                <a:lnTo>
                  <a:pt x="1101" y="1930"/>
                </a:lnTo>
                <a:lnTo>
                  <a:pt x="0" y="1930"/>
                </a:lnTo>
                <a:lnTo>
                  <a:pt x="0" y="2481"/>
                </a:lnTo>
                <a:lnTo>
                  <a:pt x="1101" y="2481"/>
                </a:lnTo>
                <a:lnTo>
                  <a:pt x="1101" y="3584"/>
                </a:lnTo>
                <a:lnTo>
                  <a:pt x="1653" y="3584"/>
                </a:lnTo>
                <a:lnTo>
                  <a:pt x="1653" y="2481"/>
                </a:lnTo>
                <a:lnTo>
                  <a:pt x="2754" y="2481"/>
                </a:lnTo>
                <a:lnTo>
                  <a:pt x="2754" y="1930"/>
                </a:lnTo>
                <a:lnTo>
                  <a:pt x="1653" y="1930"/>
                </a:lnTo>
                <a:lnTo>
                  <a:pt x="1653" y="827"/>
                </a:lnTo>
                <a:close/>
                <a:moveTo>
                  <a:pt x="2894" y="298"/>
                </a:moveTo>
                <a:lnTo>
                  <a:pt x="2894" y="801"/>
                </a:lnTo>
                <a:lnTo>
                  <a:pt x="3581" y="662"/>
                </a:lnTo>
                <a:lnTo>
                  <a:pt x="3581" y="3584"/>
                </a:lnTo>
                <a:lnTo>
                  <a:pt x="4134" y="3584"/>
                </a:lnTo>
                <a:lnTo>
                  <a:pt x="4134" y="0"/>
                </a:lnTo>
                <a:lnTo>
                  <a:pt x="2894" y="29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8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ol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2333 w 2488"/>
              <a:gd name="T1" fmla="*/ 0 h 2488"/>
              <a:gd name="T2" fmla="*/ 155 w 2488"/>
              <a:gd name="T3" fmla="*/ 0 h 2488"/>
              <a:gd name="T4" fmla="*/ 0 w 2488"/>
              <a:gd name="T5" fmla="*/ 155 h 2488"/>
              <a:gd name="T6" fmla="*/ 0 w 2488"/>
              <a:gd name="T7" fmla="*/ 2333 h 2488"/>
              <a:gd name="T8" fmla="*/ 155 w 2488"/>
              <a:gd name="T9" fmla="*/ 2488 h 2488"/>
              <a:gd name="T10" fmla="*/ 2333 w 2488"/>
              <a:gd name="T11" fmla="*/ 2488 h 2488"/>
              <a:gd name="T12" fmla="*/ 2488 w 2488"/>
              <a:gd name="T13" fmla="*/ 2333 h 2488"/>
              <a:gd name="T14" fmla="*/ 2488 w 2488"/>
              <a:gd name="T15" fmla="*/ 155 h 2488"/>
              <a:gd name="T16" fmla="*/ 2333 w 2488"/>
              <a:gd name="T17" fmla="*/ 0 h 2488"/>
              <a:gd name="T18" fmla="*/ 933 w 2488"/>
              <a:gd name="T19" fmla="*/ 1866 h 2488"/>
              <a:gd name="T20" fmla="*/ 622 w 2488"/>
              <a:gd name="T21" fmla="*/ 1866 h 2488"/>
              <a:gd name="T22" fmla="*/ 622 w 2488"/>
              <a:gd name="T23" fmla="*/ 1088 h 2488"/>
              <a:gd name="T24" fmla="*/ 933 w 2488"/>
              <a:gd name="T25" fmla="*/ 1088 h 2488"/>
              <a:gd name="T26" fmla="*/ 933 w 2488"/>
              <a:gd name="T27" fmla="*/ 1866 h 2488"/>
              <a:gd name="T28" fmla="*/ 1400 w 2488"/>
              <a:gd name="T29" fmla="*/ 1866 h 2488"/>
              <a:gd name="T30" fmla="*/ 1088 w 2488"/>
              <a:gd name="T31" fmla="*/ 1866 h 2488"/>
              <a:gd name="T32" fmla="*/ 1088 w 2488"/>
              <a:gd name="T33" fmla="*/ 622 h 2488"/>
              <a:gd name="T34" fmla="*/ 1400 w 2488"/>
              <a:gd name="T35" fmla="*/ 622 h 2488"/>
              <a:gd name="T36" fmla="*/ 1400 w 2488"/>
              <a:gd name="T37" fmla="*/ 1866 h 2488"/>
              <a:gd name="T38" fmla="*/ 1866 w 2488"/>
              <a:gd name="T39" fmla="*/ 1866 h 2488"/>
              <a:gd name="T40" fmla="*/ 1555 w 2488"/>
              <a:gd name="T41" fmla="*/ 1866 h 2488"/>
              <a:gd name="T42" fmla="*/ 1555 w 2488"/>
              <a:gd name="T43" fmla="*/ 1244 h 2488"/>
              <a:gd name="T44" fmla="*/ 1866 w 2488"/>
              <a:gd name="T45" fmla="*/ 1244 h 2488"/>
              <a:gd name="T46" fmla="*/ 1866 w 2488"/>
              <a:gd name="T47" fmla="*/ 1866 h 2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488" h="2488">
                <a:moveTo>
                  <a:pt x="2333" y="0"/>
                </a:moveTo>
                <a:cubicBezTo>
                  <a:pt x="155" y="0"/>
                  <a:pt x="155" y="0"/>
                  <a:pt x="155" y="0"/>
                </a:cubicBezTo>
                <a:cubicBezTo>
                  <a:pt x="70" y="0"/>
                  <a:pt x="0" y="70"/>
                  <a:pt x="0" y="155"/>
                </a:cubicBezTo>
                <a:cubicBezTo>
                  <a:pt x="0" y="2333"/>
                  <a:pt x="0" y="2333"/>
                  <a:pt x="0" y="2333"/>
                </a:cubicBezTo>
                <a:cubicBezTo>
                  <a:pt x="0" y="2418"/>
                  <a:pt x="70" y="2488"/>
                  <a:pt x="155" y="2488"/>
                </a:cubicBezTo>
                <a:cubicBezTo>
                  <a:pt x="2333" y="2488"/>
                  <a:pt x="2333" y="2488"/>
                  <a:pt x="2333" y="2488"/>
                </a:cubicBezTo>
                <a:cubicBezTo>
                  <a:pt x="2418" y="2488"/>
                  <a:pt x="2488" y="2418"/>
                  <a:pt x="2488" y="2333"/>
                </a:cubicBezTo>
                <a:cubicBezTo>
                  <a:pt x="2488" y="155"/>
                  <a:pt x="2488" y="155"/>
                  <a:pt x="2488" y="155"/>
                </a:cubicBezTo>
                <a:cubicBezTo>
                  <a:pt x="2488" y="70"/>
                  <a:pt x="2418" y="0"/>
                  <a:pt x="2333" y="0"/>
                </a:cubicBezTo>
                <a:close/>
                <a:moveTo>
                  <a:pt x="933" y="1866"/>
                </a:moveTo>
                <a:cubicBezTo>
                  <a:pt x="622" y="1866"/>
                  <a:pt x="622" y="1866"/>
                  <a:pt x="622" y="1866"/>
                </a:cubicBezTo>
                <a:cubicBezTo>
                  <a:pt x="622" y="1088"/>
                  <a:pt x="622" y="1088"/>
                  <a:pt x="622" y="1088"/>
                </a:cubicBezTo>
                <a:cubicBezTo>
                  <a:pt x="933" y="1088"/>
                  <a:pt x="933" y="1088"/>
                  <a:pt x="933" y="1088"/>
                </a:cubicBezTo>
                <a:lnTo>
                  <a:pt x="933" y="1866"/>
                </a:lnTo>
                <a:close/>
                <a:moveTo>
                  <a:pt x="1400" y="1866"/>
                </a:moveTo>
                <a:cubicBezTo>
                  <a:pt x="1088" y="1866"/>
                  <a:pt x="1088" y="1866"/>
                  <a:pt x="1088" y="1866"/>
                </a:cubicBezTo>
                <a:cubicBezTo>
                  <a:pt x="1088" y="622"/>
                  <a:pt x="1088" y="622"/>
                  <a:pt x="1088" y="622"/>
                </a:cubicBezTo>
                <a:cubicBezTo>
                  <a:pt x="1400" y="622"/>
                  <a:pt x="1400" y="622"/>
                  <a:pt x="1400" y="622"/>
                </a:cubicBezTo>
                <a:lnTo>
                  <a:pt x="1400" y="1866"/>
                </a:lnTo>
                <a:close/>
                <a:moveTo>
                  <a:pt x="1866" y="1866"/>
                </a:moveTo>
                <a:cubicBezTo>
                  <a:pt x="1555" y="1866"/>
                  <a:pt x="1555" y="1866"/>
                  <a:pt x="1555" y="1866"/>
                </a:cubicBezTo>
                <a:cubicBezTo>
                  <a:pt x="1555" y="1244"/>
                  <a:pt x="1555" y="1244"/>
                  <a:pt x="1555" y="1244"/>
                </a:cubicBezTo>
                <a:cubicBezTo>
                  <a:pt x="1866" y="1244"/>
                  <a:pt x="1866" y="1244"/>
                  <a:pt x="1866" y="1244"/>
                </a:cubicBezTo>
                <a:lnTo>
                  <a:pt x="1866" y="18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8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ublic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566" cy="914400"/>
          </a:xfrm>
          <a:custGeom>
            <a:avLst/>
            <a:gdLst>
              <a:gd name="T0" fmla="*/ 1167 w 2334"/>
              <a:gd name="T1" fmla="*/ 0 h 2334"/>
              <a:gd name="T2" fmla="*/ 0 w 2334"/>
              <a:gd name="T3" fmla="*/ 1167 h 2334"/>
              <a:gd name="T4" fmla="*/ 1167 w 2334"/>
              <a:gd name="T5" fmla="*/ 2334 h 2334"/>
              <a:gd name="T6" fmla="*/ 2334 w 2334"/>
              <a:gd name="T7" fmla="*/ 1167 h 2334"/>
              <a:gd name="T8" fmla="*/ 1167 w 2334"/>
              <a:gd name="T9" fmla="*/ 0 h 2334"/>
              <a:gd name="T10" fmla="*/ 1050 w 2334"/>
              <a:gd name="T11" fmla="*/ 2092 h 2334"/>
              <a:gd name="T12" fmla="*/ 234 w 2334"/>
              <a:gd name="T13" fmla="*/ 1167 h 2334"/>
              <a:gd name="T14" fmla="*/ 258 w 2334"/>
              <a:gd name="T15" fmla="*/ 958 h 2334"/>
              <a:gd name="T16" fmla="*/ 817 w 2334"/>
              <a:gd name="T17" fmla="*/ 1517 h 2334"/>
              <a:gd name="T18" fmla="*/ 817 w 2334"/>
              <a:gd name="T19" fmla="*/ 1634 h 2334"/>
              <a:gd name="T20" fmla="*/ 1050 w 2334"/>
              <a:gd name="T21" fmla="*/ 1867 h 2334"/>
              <a:gd name="T22" fmla="*/ 1050 w 2334"/>
              <a:gd name="T23" fmla="*/ 2092 h 2334"/>
              <a:gd name="T24" fmla="*/ 1855 w 2334"/>
              <a:gd name="T25" fmla="*/ 1796 h 2334"/>
              <a:gd name="T26" fmla="*/ 1634 w 2334"/>
              <a:gd name="T27" fmla="*/ 1634 h 2334"/>
              <a:gd name="T28" fmla="*/ 1517 w 2334"/>
              <a:gd name="T29" fmla="*/ 1634 h 2334"/>
              <a:gd name="T30" fmla="*/ 1517 w 2334"/>
              <a:gd name="T31" fmla="*/ 1284 h 2334"/>
              <a:gd name="T32" fmla="*/ 1400 w 2334"/>
              <a:gd name="T33" fmla="*/ 1167 h 2334"/>
              <a:gd name="T34" fmla="*/ 700 w 2334"/>
              <a:gd name="T35" fmla="*/ 1167 h 2334"/>
              <a:gd name="T36" fmla="*/ 700 w 2334"/>
              <a:gd name="T37" fmla="*/ 934 h 2334"/>
              <a:gd name="T38" fmla="*/ 934 w 2334"/>
              <a:gd name="T39" fmla="*/ 934 h 2334"/>
              <a:gd name="T40" fmla="*/ 1050 w 2334"/>
              <a:gd name="T41" fmla="*/ 817 h 2334"/>
              <a:gd name="T42" fmla="*/ 1050 w 2334"/>
              <a:gd name="T43" fmla="*/ 584 h 2334"/>
              <a:gd name="T44" fmla="*/ 1284 w 2334"/>
              <a:gd name="T45" fmla="*/ 584 h 2334"/>
              <a:gd name="T46" fmla="*/ 1517 w 2334"/>
              <a:gd name="T47" fmla="*/ 350 h 2334"/>
              <a:gd name="T48" fmla="*/ 1517 w 2334"/>
              <a:gd name="T49" fmla="*/ 302 h 2334"/>
              <a:gd name="T50" fmla="*/ 2100 w 2334"/>
              <a:gd name="T51" fmla="*/ 1167 h 2334"/>
              <a:gd name="T52" fmla="*/ 1855 w 2334"/>
              <a:gd name="T53" fmla="*/ 1796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2334" h="2334">
                <a:moveTo>
                  <a:pt x="1167" y="0"/>
                </a:moveTo>
                <a:cubicBezTo>
                  <a:pt x="523" y="0"/>
                  <a:pt x="0" y="523"/>
                  <a:pt x="0" y="1167"/>
                </a:cubicBezTo>
                <a:cubicBezTo>
                  <a:pt x="0" y="1811"/>
                  <a:pt x="523" y="2334"/>
                  <a:pt x="1167" y="2334"/>
                </a:cubicBezTo>
                <a:cubicBezTo>
                  <a:pt x="1811" y="2334"/>
                  <a:pt x="2334" y="1811"/>
                  <a:pt x="2334" y="1167"/>
                </a:cubicBezTo>
                <a:cubicBezTo>
                  <a:pt x="2334" y="523"/>
                  <a:pt x="1811" y="0"/>
                  <a:pt x="1167" y="0"/>
                </a:cubicBezTo>
                <a:close/>
                <a:moveTo>
                  <a:pt x="1050" y="2092"/>
                </a:moveTo>
                <a:cubicBezTo>
                  <a:pt x="589" y="2035"/>
                  <a:pt x="234" y="1643"/>
                  <a:pt x="234" y="1167"/>
                </a:cubicBezTo>
                <a:cubicBezTo>
                  <a:pt x="234" y="1095"/>
                  <a:pt x="243" y="1026"/>
                  <a:pt x="258" y="958"/>
                </a:cubicBezTo>
                <a:cubicBezTo>
                  <a:pt x="817" y="1517"/>
                  <a:pt x="817" y="1517"/>
                  <a:pt x="817" y="1517"/>
                </a:cubicBezTo>
                <a:cubicBezTo>
                  <a:pt x="817" y="1634"/>
                  <a:pt x="817" y="1634"/>
                  <a:pt x="817" y="1634"/>
                </a:cubicBezTo>
                <a:cubicBezTo>
                  <a:pt x="817" y="1762"/>
                  <a:pt x="922" y="1867"/>
                  <a:pt x="1050" y="1867"/>
                </a:cubicBezTo>
                <a:lnTo>
                  <a:pt x="1050" y="2092"/>
                </a:lnTo>
                <a:close/>
                <a:moveTo>
                  <a:pt x="1855" y="1796"/>
                </a:moveTo>
                <a:cubicBezTo>
                  <a:pt x="1825" y="1701"/>
                  <a:pt x="1739" y="1634"/>
                  <a:pt x="1634" y="1634"/>
                </a:cubicBezTo>
                <a:cubicBezTo>
                  <a:pt x="1517" y="1634"/>
                  <a:pt x="1517" y="1634"/>
                  <a:pt x="1517" y="1634"/>
                </a:cubicBezTo>
                <a:cubicBezTo>
                  <a:pt x="1517" y="1284"/>
                  <a:pt x="1517" y="1284"/>
                  <a:pt x="1517" y="1284"/>
                </a:cubicBezTo>
                <a:cubicBezTo>
                  <a:pt x="1517" y="1220"/>
                  <a:pt x="1464" y="1167"/>
                  <a:pt x="1400" y="1167"/>
                </a:cubicBezTo>
                <a:cubicBezTo>
                  <a:pt x="700" y="1167"/>
                  <a:pt x="700" y="1167"/>
                  <a:pt x="700" y="1167"/>
                </a:cubicBezTo>
                <a:cubicBezTo>
                  <a:pt x="700" y="934"/>
                  <a:pt x="700" y="934"/>
                  <a:pt x="700" y="934"/>
                </a:cubicBezTo>
                <a:cubicBezTo>
                  <a:pt x="934" y="934"/>
                  <a:pt x="934" y="934"/>
                  <a:pt x="934" y="934"/>
                </a:cubicBezTo>
                <a:cubicBezTo>
                  <a:pt x="998" y="934"/>
                  <a:pt x="1050" y="881"/>
                  <a:pt x="1050" y="817"/>
                </a:cubicBezTo>
                <a:cubicBezTo>
                  <a:pt x="1050" y="584"/>
                  <a:pt x="1050" y="584"/>
                  <a:pt x="1050" y="584"/>
                </a:cubicBezTo>
                <a:cubicBezTo>
                  <a:pt x="1284" y="584"/>
                  <a:pt x="1284" y="584"/>
                  <a:pt x="1284" y="584"/>
                </a:cubicBezTo>
                <a:cubicBezTo>
                  <a:pt x="1412" y="584"/>
                  <a:pt x="1517" y="479"/>
                  <a:pt x="1517" y="350"/>
                </a:cubicBezTo>
                <a:cubicBezTo>
                  <a:pt x="1517" y="302"/>
                  <a:pt x="1517" y="302"/>
                  <a:pt x="1517" y="302"/>
                </a:cubicBezTo>
                <a:cubicBezTo>
                  <a:pt x="1859" y="441"/>
                  <a:pt x="2100" y="776"/>
                  <a:pt x="2100" y="1167"/>
                </a:cubicBezTo>
                <a:cubicBezTo>
                  <a:pt x="2100" y="1410"/>
                  <a:pt x="2007" y="1630"/>
                  <a:pt x="1855" y="17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8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hool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748324"/>
          </a:xfrm>
          <a:custGeom>
            <a:avLst/>
            <a:gdLst>
              <a:gd name="T0" fmla="*/ 1101 w 6062"/>
              <a:gd name="T1" fmla="*/ 2806 h 4961"/>
              <a:gd name="T2" fmla="*/ 1101 w 6062"/>
              <a:gd name="T3" fmla="*/ 3907 h 4961"/>
              <a:gd name="T4" fmla="*/ 3031 w 6062"/>
              <a:gd name="T5" fmla="*/ 4961 h 4961"/>
              <a:gd name="T6" fmla="*/ 4961 w 6062"/>
              <a:gd name="T7" fmla="*/ 3907 h 4961"/>
              <a:gd name="T8" fmla="*/ 4961 w 6062"/>
              <a:gd name="T9" fmla="*/ 2806 h 4961"/>
              <a:gd name="T10" fmla="*/ 3031 w 6062"/>
              <a:gd name="T11" fmla="*/ 3857 h 4961"/>
              <a:gd name="T12" fmla="*/ 1101 w 6062"/>
              <a:gd name="T13" fmla="*/ 2806 h 4961"/>
              <a:gd name="T14" fmla="*/ 3031 w 6062"/>
              <a:gd name="T15" fmla="*/ 0 h 4961"/>
              <a:gd name="T16" fmla="*/ 0 w 6062"/>
              <a:gd name="T17" fmla="*/ 1653 h 4961"/>
              <a:gd name="T18" fmla="*/ 3031 w 6062"/>
              <a:gd name="T19" fmla="*/ 3307 h 4961"/>
              <a:gd name="T20" fmla="*/ 5511 w 6062"/>
              <a:gd name="T21" fmla="*/ 1953 h 4961"/>
              <a:gd name="T22" fmla="*/ 5511 w 6062"/>
              <a:gd name="T23" fmla="*/ 3857 h 4961"/>
              <a:gd name="T24" fmla="*/ 6062 w 6062"/>
              <a:gd name="T25" fmla="*/ 3857 h 4961"/>
              <a:gd name="T26" fmla="*/ 6062 w 6062"/>
              <a:gd name="T27" fmla="*/ 1653 h 4961"/>
              <a:gd name="T28" fmla="*/ 3031 w 6062"/>
              <a:gd name="T29" fmla="*/ 0 h 49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6062" h="4961">
                <a:moveTo>
                  <a:pt x="1101" y="2806"/>
                </a:moveTo>
                <a:lnTo>
                  <a:pt x="1101" y="3907"/>
                </a:lnTo>
                <a:lnTo>
                  <a:pt x="3031" y="4961"/>
                </a:lnTo>
                <a:lnTo>
                  <a:pt x="4961" y="3907"/>
                </a:lnTo>
                <a:lnTo>
                  <a:pt x="4961" y="2806"/>
                </a:lnTo>
                <a:lnTo>
                  <a:pt x="3031" y="3857"/>
                </a:lnTo>
                <a:lnTo>
                  <a:pt x="1101" y="2806"/>
                </a:lnTo>
                <a:close/>
                <a:moveTo>
                  <a:pt x="3031" y="0"/>
                </a:moveTo>
                <a:lnTo>
                  <a:pt x="0" y="1653"/>
                </a:lnTo>
                <a:lnTo>
                  <a:pt x="3031" y="3307"/>
                </a:lnTo>
                <a:lnTo>
                  <a:pt x="5511" y="1953"/>
                </a:lnTo>
                <a:lnTo>
                  <a:pt x="5511" y="3857"/>
                </a:lnTo>
                <a:lnTo>
                  <a:pt x="6062" y="3857"/>
                </a:lnTo>
                <a:lnTo>
                  <a:pt x="6062" y="1653"/>
                </a:lnTo>
                <a:lnTo>
                  <a:pt x="30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8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re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826442" cy="914400"/>
          </a:xfrm>
          <a:custGeom>
            <a:avLst/>
            <a:gdLst>
              <a:gd name="T0" fmla="*/ 1750 w 2100"/>
              <a:gd name="T1" fmla="*/ 1643 h 2324"/>
              <a:gd name="T2" fmla="*/ 1521 w 2100"/>
              <a:gd name="T3" fmla="*/ 1733 h 2324"/>
              <a:gd name="T4" fmla="*/ 690 w 2100"/>
              <a:gd name="T5" fmla="*/ 1249 h 2324"/>
              <a:gd name="T6" fmla="*/ 700 w 2100"/>
              <a:gd name="T7" fmla="*/ 1167 h 2324"/>
              <a:gd name="T8" fmla="*/ 690 w 2100"/>
              <a:gd name="T9" fmla="*/ 1085 h 2324"/>
              <a:gd name="T10" fmla="*/ 1512 w 2100"/>
              <a:gd name="T11" fmla="*/ 606 h 2324"/>
              <a:gd name="T12" fmla="*/ 1750 w 2100"/>
              <a:gd name="T13" fmla="*/ 700 h 2324"/>
              <a:gd name="T14" fmla="*/ 2100 w 2100"/>
              <a:gd name="T15" fmla="*/ 350 h 2324"/>
              <a:gd name="T16" fmla="*/ 1750 w 2100"/>
              <a:gd name="T17" fmla="*/ 0 h 2324"/>
              <a:gd name="T18" fmla="*/ 1400 w 2100"/>
              <a:gd name="T19" fmla="*/ 350 h 2324"/>
              <a:gd name="T20" fmla="*/ 1410 w 2100"/>
              <a:gd name="T21" fmla="*/ 432 h 2324"/>
              <a:gd name="T22" fmla="*/ 588 w 2100"/>
              <a:gd name="T23" fmla="*/ 912 h 2324"/>
              <a:gd name="T24" fmla="*/ 350 w 2100"/>
              <a:gd name="T25" fmla="*/ 817 h 2324"/>
              <a:gd name="T26" fmla="*/ 0 w 2100"/>
              <a:gd name="T27" fmla="*/ 1167 h 2324"/>
              <a:gd name="T28" fmla="*/ 350 w 2100"/>
              <a:gd name="T29" fmla="*/ 1517 h 2324"/>
              <a:gd name="T30" fmla="*/ 588 w 2100"/>
              <a:gd name="T31" fmla="*/ 1422 h 2324"/>
              <a:gd name="T32" fmla="*/ 1419 w 2100"/>
              <a:gd name="T33" fmla="*/ 1908 h 2324"/>
              <a:gd name="T34" fmla="*/ 1409 w 2100"/>
              <a:gd name="T35" fmla="*/ 1984 h 2324"/>
              <a:gd name="T36" fmla="*/ 1750 w 2100"/>
              <a:gd name="T37" fmla="*/ 2324 h 2324"/>
              <a:gd name="T38" fmla="*/ 2091 w 2100"/>
              <a:gd name="T39" fmla="*/ 1984 h 2324"/>
              <a:gd name="T40" fmla="*/ 1750 w 2100"/>
              <a:gd name="T41" fmla="*/ 1643 h 2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00" h="2324">
                <a:moveTo>
                  <a:pt x="1750" y="1643"/>
                </a:moveTo>
                <a:cubicBezTo>
                  <a:pt x="1661" y="1643"/>
                  <a:pt x="1582" y="1678"/>
                  <a:pt x="1521" y="1733"/>
                </a:cubicBezTo>
                <a:cubicBezTo>
                  <a:pt x="690" y="1249"/>
                  <a:pt x="690" y="1249"/>
                  <a:pt x="690" y="1249"/>
                </a:cubicBezTo>
                <a:cubicBezTo>
                  <a:pt x="695" y="1222"/>
                  <a:pt x="700" y="1195"/>
                  <a:pt x="700" y="1167"/>
                </a:cubicBezTo>
                <a:cubicBezTo>
                  <a:pt x="700" y="1139"/>
                  <a:pt x="695" y="1112"/>
                  <a:pt x="690" y="1085"/>
                </a:cubicBezTo>
                <a:cubicBezTo>
                  <a:pt x="1512" y="606"/>
                  <a:pt x="1512" y="606"/>
                  <a:pt x="1512" y="606"/>
                </a:cubicBezTo>
                <a:cubicBezTo>
                  <a:pt x="1575" y="664"/>
                  <a:pt x="1658" y="700"/>
                  <a:pt x="1750" y="700"/>
                </a:cubicBezTo>
                <a:cubicBezTo>
                  <a:pt x="1944" y="700"/>
                  <a:pt x="2100" y="544"/>
                  <a:pt x="2100" y="350"/>
                </a:cubicBezTo>
                <a:cubicBezTo>
                  <a:pt x="2100" y="157"/>
                  <a:pt x="1944" y="0"/>
                  <a:pt x="1750" y="0"/>
                </a:cubicBezTo>
                <a:cubicBezTo>
                  <a:pt x="1556" y="0"/>
                  <a:pt x="1400" y="157"/>
                  <a:pt x="1400" y="350"/>
                </a:cubicBezTo>
                <a:cubicBezTo>
                  <a:pt x="1400" y="378"/>
                  <a:pt x="1405" y="405"/>
                  <a:pt x="1410" y="432"/>
                </a:cubicBezTo>
                <a:cubicBezTo>
                  <a:pt x="588" y="912"/>
                  <a:pt x="588" y="912"/>
                  <a:pt x="588" y="912"/>
                </a:cubicBezTo>
                <a:cubicBezTo>
                  <a:pt x="525" y="853"/>
                  <a:pt x="442" y="817"/>
                  <a:pt x="350" y="817"/>
                </a:cubicBezTo>
                <a:cubicBezTo>
                  <a:pt x="156" y="817"/>
                  <a:pt x="0" y="973"/>
                  <a:pt x="0" y="1167"/>
                </a:cubicBezTo>
                <a:cubicBezTo>
                  <a:pt x="0" y="1361"/>
                  <a:pt x="156" y="1517"/>
                  <a:pt x="350" y="1517"/>
                </a:cubicBezTo>
                <a:cubicBezTo>
                  <a:pt x="442" y="1517"/>
                  <a:pt x="525" y="1481"/>
                  <a:pt x="588" y="1422"/>
                </a:cubicBezTo>
                <a:cubicBezTo>
                  <a:pt x="1419" y="1908"/>
                  <a:pt x="1419" y="1908"/>
                  <a:pt x="1419" y="1908"/>
                </a:cubicBezTo>
                <a:cubicBezTo>
                  <a:pt x="1413" y="1932"/>
                  <a:pt x="1409" y="1958"/>
                  <a:pt x="1409" y="1984"/>
                </a:cubicBezTo>
                <a:cubicBezTo>
                  <a:pt x="1409" y="2171"/>
                  <a:pt x="1562" y="2324"/>
                  <a:pt x="1750" y="2324"/>
                </a:cubicBezTo>
                <a:cubicBezTo>
                  <a:pt x="1938" y="2324"/>
                  <a:pt x="2091" y="2171"/>
                  <a:pt x="2091" y="1984"/>
                </a:cubicBezTo>
                <a:cubicBezTo>
                  <a:pt x="2091" y="1796"/>
                  <a:pt x="1938" y="1643"/>
                  <a:pt x="1750" y="164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8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hatshot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685839" cy="914400"/>
          </a:xfrm>
          <a:custGeom>
            <a:avLst/>
            <a:gdLst>
              <a:gd name="T0" fmla="*/ 1118 w 1866"/>
              <a:gd name="T1" fmla="*/ 0 h 2488"/>
              <a:gd name="T2" fmla="*/ 1194 w 1866"/>
              <a:gd name="T3" fmla="*/ 560 h 2488"/>
              <a:gd name="T4" fmla="*/ 796 w 1866"/>
              <a:gd name="T5" fmla="*/ 995 h 2488"/>
              <a:gd name="T6" fmla="*/ 373 w 1866"/>
              <a:gd name="T7" fmla="*/ 560 h 2488"/>
              <a:gd name="T8" fmla="*/ 376 w 1866"/>
              <a:gd name="T9" fmla="*/ 518 h 2488"/>
              <a:gd name="T10" fmla="*/ 0 w 1866"/>
              <a:gd name="T11" fmla="*/ 1555 h 2488"/>
              <a:gd name="T12" fmla="*/ 933 w 1866"/>
              <a:gd name="T13" fmla="*/ 2488 h 2488"/>
              <a:gd name="T14" fmla="*/ 1866 w 1866"/>
              <a:gd name="T15" fmla="*/ 1555 h 2488"/>
              <a:gd name="T16" fmla="*/ 1118 w 1866"/>
              <a:gd name="T17" fmla="*/ 0 h 2488"/>
              <a:gd name="T18" fmla="*/ 919 w 1866"/>
              <a:gd name="T19" fmla="*/ 2100 h 2488"/>
              <a:gd name="T20" fmla="*/ 543 w 1866"/>
              <a:gd name="T21" fmla="*/ 1734 h 2488"/>
              <a:gd name="T22" fmla="*/ 871 w 1866"/>
              <a:gd name="T23" fmla="*/ 1370 h 2488"/>
              <a:gd name="T24" fmla="*/ 1409 w 1866"/>
              <a:gd name="T25" fmla="*/ 1070 h 2488"/>
              <a:gd name="T26" fmla="*/ 1479 w 1866"/>
              <a:gd name="T27" fmla="*/ 1541 h 2488"/>
              <a:gd name="T28" fmla="*/ 919 w 1866"/>
              <a:gd name="T29" fmla="*/ 2100 h 2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866" h="2488">
                <a:moveTo>
                  <a:pt x="1118" y="0"/>
                </a:moveTo>
                <a:cubicBezTo>
                  <a:pt x="1118" y="0"/>
                  <a:pt x="1194" y="309"/>
                  <a:pt x="1194" y="560"/>
                </a:cubicBezTo>
                <a:cubicBezTo>
                  <a:pt x="1194" y="801"/>
                  <a:pt x="1037" y="995"/>
                  <a:pt x="796" y="995"/>
                </a:cubicBezTo>
                <a:cubicBezTo>
                  <a:pt x="555" y="995"/>
                  <a:pt x="373" y="801"/>
                  <a:pt x="373" y="560"/>
                </a:cubicBezTo>
                <a:cubicBezTo>
                  <a:pt x="376" y="518"/>
                  <a:pt x="376" y="518"/>
                  <a:pt x="376" y="518"/>
                </a:cubicBezTo>
                <a:cubicBezTo>
                  <a:pt x="141" y="799"/>
                  <a:pt x="0" y="1160"/>
                  <a:pt x="0" y="1555"/>
                </a:cubicBezTo>
                <a:cubicBezTo>
                  <a:pt x="0" y="2070"/>
                  <a:pt x="418" y="2488"/>
                  <a:pt x="933" y="2488"/>
                </a:cubicBezTo>
                <a:cubicBezTo>
                  <a:pt x="1448" y="2488"/>
                  <a:pt x="1866" y="2070"/>
                  <a:pt x="1866" y="1555"/>
                </a:cubicBezTo>
                <a:cubicBezTo>
                  <a:pt x="1866" y="925"/>
                  <a:pt x="1574" y="365"/>
                  <a:pt x="1118" y="0"/>
                </a:cubicBezTo>
                <a:close/>
                <a:moveTo>
                  <a:pt x="919" y="2100"/>
                </a:moveTo>
                <a:cubicBezTo>
                  <a:pt x="711" y="2100"/>
                  <a:pt x="543" y="1936"/>
                  <a:pt x="543" y="1734"/>
                </a:cubicBezTo>
                <a:cubicBezTo>
                  <a:pt x="543" y="1544"/>
                  <a:pt x="664" y="1412"/>
                  <a:pt x="871" y="1370"/>
                </a:cubicBezTo>
                <a:cubicBezTo>
                  <a:pt x="1078" y="1328"/>
                  <a:pt x="1291" y="1228"/>
                  <a:pt x="1409" y="1070"/>
                </a:cubicBezTo>
                <a:cubicBezTo>
                  <a:pt x="1454" y="1221"/>
                  <a:pt x="1479" y="1379"/>
                  <a:pt x="1479" y="1541"/>
                </a:cubicBezTo>
                <a:cubicBezTo>
                  <a:pt x="1479" y="1849"/>
                  <a:pt x="1227" y="2100"/>
                  <a:pt x="919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8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ck Box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817 w 2100"/>
              <a:gd name="T19" fmla="*/ 1633 h 2100"/>
              <a:gd name="T20" fmla="*/ 233 w 2100"/>
              <a:gd name="T21" fmla="*/ 1050 h 2100"/>
              <a:gd name="T22" fmla="*/ 398 w 2100"/>
              <a:gd name="T23" fmla="*/ 885 h 2100"/>
              <a:gd name="T24" fmla="*/ 817 w 2100"/>
              <a:gd name="T25" fmla="*/ 1303 h 2100"/>
              <a:gd name="T26" fmla="*/ 1702 w 2100"/>
              <a:gd name="T27" fmla="*/ 418 h 2100"/>
              <a:gd name="T28" fmla="*/ 1867 w 2100"/>
              <a:gd name="T29" fmla="*/ 583 h 2100"/>
              <a:gd name="T30" fmla="*/ 817 w 2100"/>
              <a:gd name="T31" fmla="*/ 1633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4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4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6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6" y="0"/>
                  <a:pt x="1867" y="0"/>
                </a:cubicBezTo>
                <a:close/>
                <a:moveTo>
                  <a:pt x="817" y="1633"/>
                </a:moveTo>
                <a:cubicBezTo>
                  <a:pt x="233" y="1050"/>
                  <a:pt x="233" y="1050"/>
                  <a:pt x="233" y="1050"/>
                </a:cubicBezTo>
                <a:cubicBezTo>
                  <a:pt x="398" y="885"/>
                  <a:pt x="398" y="885"/>
                  <a:pt x="398" y="885"/>
                </a:cubicBezTo>
                <a:cubicBezTo>
                  <a:pt x="817" y="1303"/>
                  <a:pt x="817" y="1303"/>
                  <a:pt x="817" y="1303"/>
                </a:cubicBezTo>
                <a:cubicBezTo>
                  <a:pt x="1702" y="418"/>
                  <a:pt x="1702" y="418"/>
                  <a:pt x="1702" y="418"/>
                </a:cubicBezTo>
                <a:cubicBezTo>
                  <a:pt x="1867" y="583"/>
                  <a:pt x="1867" y="583"/>
                  <a:pt x="1867" y="583"/>
                </a:cubicBezTo>
                <a:lnTo>
                  <a:pt x="817" y="163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03031"/>
      </p:ext>
    </p:extLst>
  </p:cSld>
  <p:clrMapOvr>
    <a:masterClrMapping/>
  </p:clrMapOvr>
</p:sld>
</file>

<file path=ppt/slides/slide8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ck Box Outline Blank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233 h 2100"/>
              <a:gd name="T2" fmla="*/ 1867 w 2100"/>
              <a:gd name="T3" fmla="*/ 1867 h 2100"/>
              <a:gd name="T4" fmla="*/ 233 w 2100"/>
              <a:gd name="T5" fmla="*/ 1867 h 2100"/>
              <a:gd name="T6" fmla="*/ 233 w 2100"/>
              <a:gd name="T7" fmla="*/ 233 h 2100"/>
              <a:gd name="T8" fmla="*/ 1867 w 2100"/>
              <a:gd name="T9" fmla="*/ 233 h 2100"/>
              <a:gd name="T10" fmla="*/ 1867 w 2100"/>
              <a:gd name="T11" fmla="*/ 0 h 2100"/>
              <a:gd name="T12" fmla="*/ 233 w 2100"/>
              <a:gd name="T13" fmla="*/ 0 h 2100"/>
              <a:gd name="T14" fmla="*/ 0 w 2100"/>
              <a:gd name="T15" fmla="*/ 233 h 2100"/>
              <a:gd name="T16" fmla="*/ 0 w 2100"/>
              <a:gd name="T17" fmla="*/ 1867 h 2100"/>
              <a:gd name="T18" fmla="*/ 233 w 2100"/>
              <a:gd name="T19" fmla="*/ 2100 h 2100"/>
              <a:gd name="T20" fmla="*/ 1867 w 2100"/>
              <a:gd name="T21" fmla="*/ 2100 h 2100"/>
              <a:gd name="T22" fmla="*/ 2100 w 2100"/>
              <a:gd name="T23" fmla="*/ 1867 h 2100"/>
              <a:gd name="T24" fmla="*/ 2100 w 2100"/>
              <a:gd name="T25" fmla="*/ 233 h 2100"/>
              <a:gd name="T26" fmla="*/ 1867 w 2100"/>
              <a:gd name="T27" fmla="*/ 0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00" h="2100">
                <a:moveTo>
                  <a:pt x="1867" y="233"/>
                </a:moveTo>
                <a:cubicBezTo>
                  <a:pt x="1867" y="1867"/>
                  <a:pt x="1867" y="1867"/>
                  <a:pt x="1867" y="1867"/>
                </a:cubicBezTo>
                <a:cubicBezTo>
                  <a:pt x="233" y="1867"/>
                  <a:pt x="233" y="1867"/>
                  <a:pt x="233" y="1867"/>
                </a:cubicBezTo>
                <a:cubicBezTo>
                  <a:pt x="233" y="233"/>
                  <a:pt x="233" y="233"/>
                  <a:pt x="233" y="233"/>
                </a:cubicBezTo>
                <a:cubicBezTo>
                  <a:pt x="1867" y="233"/>
                  <a:pt x="1867" y="233"/>
                  <a:pt x="1867" y="233"/>
                </a:cubicBezTo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36554"/>
      </p:ext>
    </p:extLst>
  </p:cSld>
  <p:clrMapOvr>
    <a:masterClrMapping/>
  </p:clrMapOvr>
</p:sld>
</file>

<file path=ppt/slides/slide8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determinate Check Box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400"/>
          </a:xfrm>
          <a:custGeom>
            <a:avLst/>
            <a:gdLst>
              <a:gd name="T0" fmla="*/ 1867 w 2100"/>
              <a:gd name="T1" fmla="*/ 0 h 2100"/>
              <a:gd name="T2" fmla="*/ 233 w 2100"/>
              <a:gd name="T3" fmla="*/ 0 h 2100"/>
              <a:gd name="T4" fmla="*/ 0 w 2100"/>
              <a:gd name="T5" fmla="*/ 233 h 2100"/>
              <a:gd name="T6" fmla="*/ 0 w 2100"/>
              <a:gd name="T7" fmla="*/ 1867 h 2100"/>
              <a:gd name="T8" fmla="*/ 233 w 2100"/>
              <a:gd name="T9" fmla="*/ 2100 h 2100"/>
              <a:gd name="T10" fmla="*/ 1867 w 2100"/>
              <a:gd name="T11" fmla="*/ 2100 h 2100"/>
              <a:gd name="T12" fmla="*/ 2100 w 2100"/>
              <a:gd name="T13" fmla="*/ 1867 h 2100"/>
              <a:gd name="T14" fmla="*/ 2100 w 2100"/>
              <a:gd name="T15" fmla="*/ 233 h 2100"/>
              <a:gd name="T16" fmla="*/ 1867 w 2100"/>
              <a:gd name="T17" fmla="*/ 0 h 2100"/>
              <a:gd name="T18" fmla="*/ 1633 w 2100"/>
              <a:gd name="T19" fmla="*/ 1167 h 2100"/>
              <a:gd name="T20" fmla="*/ 467 w 2100"/>
              <a:gd name="T21" fmla="*/ 1167 h 2100"/>
              <a:gd name="T22" fmla="*/ 467 w 2100"/>
              <a:gd name="T23" fmla="*/ 933 h 2100"/>
              <a:gd name="T24" fmla="*/ 1633 w 2100"/>
              <a:gd name="T25" fmla="*/ 933 h 2100"/>
              <a:gd name="T26" fmla="*/ 1633 w 2100"/>
              <a:gd name="T27" fmla="*/ 1167 h 21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100" h="2100">
                <a:moveTo>
                  <a:pt x="1867" y="0"/>
                </a:moveTo>
                <a:cubicBezTo>
                  <a:pt x="233" y="0"/>
                  <a:pt x="233" y="0"/>
                  <a:pt x="233" y="0"/>
                </a:cubicBezTo>
                <a:cubicBezTo>
                  <a:pt x="105" y="0"/>
                  <a:pt x="0" y="105"/>
                  <a:pt x="0" y="233"/>
                </a:cubicBezTo>
                <a:cubicBezTo>
                  <a:pt x="0" y="1867"/>
                  <a:pt x="0" y="1867"/>
                  <a:pt x="0" y="1867"/>
                </a:cubicBezTo>
                <a:cubicBezTo>
                  <a:pt x="0" y="1995"/>
                  <a:pt x="105" y="2100"/>
                  <a:pt x="233" y="2100"/>
                </a:cubicBezTo>
                <a:cubicBezTo>
                  <a:pt x="1867" y="2100"/>
                  <a:pt x="1867" y="2100"/>
                  <a:pt x="1867" y="2100"/>
                </a:cubicBezTo>
                <a:cubicBezTo>
                  <a:pt x="1995" y="2100"/>
                  <a:pt x="2100" y="1995"/>
                  <a:pt x="2100" y="1867"/>
                </a:cubicBezTo>
                <a:cubicBezTo>
                  <a:pt x="2100" y="233"/>
                  <a:pt x="2100" y="233"/>
                  <a:pt x="2100" y="233"/>
                </a:cubicBezTo>
                <a:cubicBezTo>
                  <a:pt x="2100" y="105"/>
                  <a:pt x="1995" y="0"/>
                  <a:pt x="1867" y="0"/>
                </a:cubicBezTo>
                <a:close/>
                <a:moveTo>
                  <a:pt x="1633" y="1167"/>
                </a:moveTo>
                <a:cubicBezTo>
                  <a:pt x="467" y="1167"/>
                  <a:pt x="467" y="1167"/>
                  <a:pt x="467" y="1167"/>
                </a:cubicBezTo>
                <a:cubicBezTo>
                  <a:pt x="467" y="933"/>
                  <a:pt x="467" y="933"/>
                  <a:pt x="467" y="933"/>
                </a:cubicBezTo>
                <a:cubicBezTo>
                  <a:pt x="1633" y="933"/>
                  <a:pt x="1633" y="933"/>
                  <a:pt x="1633" y="933"/>
                </a:cubicBezTo>
                <a:lnTo>
                  <a:pt x="1633" y="116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34886"/>
      </p:ext>
    </p:extLst>
  </p:cSld>
  <p:clrMapOvr>
    <a:masterClrMapping/>
  </p:clrMapOvr>
</p:sld>
</file>

<file path=ppt/slides/slide8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o Buttons Check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1167 w 2334"/>
              <a:gd name="T1" fmla="*/ 584 h 2334"/>
              <a:gd name="T2" fmla="*/ 584 w 2334"/>
              <a:gd name="T3" fmla="*/ 1167 h 2334"/>
              <a:gd name="T4" fmla="*/ 1167 w 2334"/>
              <a:gd name="T5" fmla="*/ 1750 h 2334"/>
              <a:gd name="T6" fmla="*/ 1750 w 2334"/>
              <a:gd name="T7" fmla="*/ 1167 h 2334"/>
              <a:gd name="T8" fmla="*/ 1167 w 2334"/>
              <a:gd name="T9" fmla="*/ 584 h 2334"/>
              <a:gd name="T10" fmla="*/ 1167 w 2334"/>
              <a:gd name="T11" fmla="*/ 0 h 2334"/>
              <a:gd name="T12" fmla="*/ 0 w 2334"/>
              <a:gd name="T13" fmla="*/ 1167 h 2334"/>
              <a:gd name="T14" fmla="*/ 1167 w 2334"/>
              <a:gd name="T15" fmla="*/ 2334 h 2334"/>
              <a:gd name="T16" fmla="*/ 2334 w 2334"/>
              <a:gd name="T17" fmla="*/ 1167 h 2334"/>
              <a:gd name="T18" fmla="*/ 1167 w 2334"/>
              <a:gd name="T19" fmla="*/ 0 h 2334"/>
              <a:gd name="T20" fmla="*/ 1167 w 2334"/>
              <a:gd name="T21" fmla="*/ 2100 h 2334"/>
              <a:gd name="T22" fmla="*/ 234 w 2334"/>
              <a:gd name="T23" fmla="*/ 1167 h 2334"/>
              <a:gd name="T24" fmla="*/ 1167 w 2334"/>
              <a:gd name="T25" fmla="*/ 234 h 2334"/>
              <a:gd name="T26" fmla="*/ 2100 w 2334"/>
              <a:gd name="T27" fmla="*/ 1167 h 2334"/>
              <a:gd name="T28" fmla="*/ 1167 w 2334"/>
              <a:gd name="T29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334" h="2334">
                <a:moveTo>
                  <a:pt x="1167" y="584"/>
                </a:moveTo>
                <a:cubicBezTo>
                  <a:pt x="845" y="584"/>
                  <a:pt x="584" y="845"/>
                  <a:pt x="584" y="1167"/>
                </a:cubicBezTo>
                <a:cubicBezTo>
                  <a:pt x="584" y="1489"/>
                  <a:pt x="845" y="1750"/>
                  <a:pt x="1167" y="1750"/>
                </a:cubicBezTo>
                <a:cubicBezTo>
                  <a:pt x="1489" y="1750"/>
                  <a:pt x="1750" y="1489"/>
                  <a:pt x="1750" y="1167"/>
                </a:cubicBezTo>
                <a:cubicBezTo>
                  <a:pt x="1750" y="845"/>
                  <a:pt x="1489" y="584"/>
                  <a:pt x="1167" y="584"/>
                </a:cubicBezTo>
                <a:close/>
                <a:moveTo>
                  <a:pt x="1167" y="0"/>
                </a:moveTo>
                <a:cubicBezTo>
                  <a:pt x="522" y="0"/>
                  <a:pt x="0" y="522"/>
                  <a:pt x="0" y="1167"/>
                </a:cubicBezTo>
                <a:cubicBezTo>
                  <a:pt x="0" y="1812"/>
                  <a:pt x="522" y="2334"/>
                  <a:pt x="1167" y="2334"/>
                </a:cubicBezTo>
                <a:cubicBezTo>
                  <a:pt x="1812" y="2334"/>
                  <a:pt x="2334" y="1812"/>
                  <a:pt x="2334" y="1167"/>
                </a:cubicBezTo>
                <a:cubicBezTo>
                  <a:pt x="2334" y="522"/>
                  <a:pt x="1812" y="0"/>
                  <a:pt x="1167" y="0"/>
                </a:cubicBezTo>
                <a:close/>
                <a:moveTo>
                  <a:pt x="1167" y="2100"/>
                </a:moveTo>
                <a:cubicBezTo>
                  <a:pt x="651" y="2100"/>
                  <a:pt x="234" y="1683"/>
                  <a:pt x="234" y="1167"/>
                </a:cubicBezTo>
                <a:cubicBezTo>
                  <a:pt x="234" y="651"/>
                  <a:pt x="651" y="234"/>
                  <a:pt x="1167" y="234"/>
                </a:cubicBezTo>
                <a:cubicBezTo>
                  <a:pt x="1683" y="234"/>
                  <a:pt x="2100" y="651"/>
                  <a:pt x="2100" y="1167"/>
                </a:cubicBezTo>
                <a:cubicBezTo>
                  <a:pt x="2100" y="1683"/>
                  <a:pt x="1683" y="2100"/>
                  <a:pt x="1167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55714"/>
      </p:ext>
    </p:extLst>
  </p:cSld>
  <p:clrMapOvr>
    <a:masterClrMapping/>
  </p:clrMapOvr>
</p:sld>
</file>

<file path=ppt/slides/slide8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adio Button Unchecked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914234"/>
          </a:xfrm>
          <a:custGeom>
            <a:avLst/>
            <a:gdLst>
              <a:gd name="T0" fmla="*/ 1167 w 2334"/>
              <a:gd name="T1" fmla="*/ 0 h 2334"/>
              <a:gd name="T2" fmla="*/ 0 w 2334"/>
              <a:gd name="T3" fmla="*/ 1167 h 2334"/>
              <a:gd name="T4" fmla="*/ 1167 w 2334"/>
              <a:gd name="T5" fmla="*/ 2334 h 2334"/>
              <a:gd name="T6" fmla="*/ 2334 w 2334"/>
              <a:gd name="T7" fmla="*/ 1167 h 2334"/>
              <a:gd name="T8" fmla="*/ 1167 w 2334"/>
              <a:gd name="T9" fmla="*/ 0 h 2334"/>
              <a:gd name="T10" fmla="*/ 1167 w 2334"/>
              <a:gd name="T11" fmla="*/ 2100 h 2334"/>
              <a:gd name="T12" fmla="*/ 234 w 2334"/>
              <a:gd name="T13" fmla="*/ 1167 h 2334"/>
              <a:gd name="T14" fmla="*/ 1167 w 2334"/>
              <a:gd name="T15" fmla="*/ 234 h 2334"/>
              <a:gd name="T16" fmla="*/ 2100 w 2334"/>
              <a:gd name="T17" fmla="*/ 1167 h 2334"/>
              <a:gd name="T18" fmla="*/ 1167 w 2334"/>
              <a:gd name="T19" fmla="*/ 2100 h 2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334" h="2334">
                <a:moveTo>
                  <a:pt x="1167" y="0"/>
                </a:moveTo>
                <a:cubicBezTo>
                  <a:pt x="522" y="0"/>
                  <a:pt x="0" y="522"/>
                  <a:pt x="0" y="1167"/>
                </a:cubicBezTo>
                <a:cubicBezTo>
                  <a:pt x="0" y="1812"/>
                  <a:pt x="522" y="2334"/>
                  <a:pt x="1167" y="2334"/>
                </a:cubicBezTo>
                <a:cubicBezTo>
                  <a:pt x="1812" y="2334"/>
                  <a:pt x="2334" y="1812"/>
                  <a:pt x="2334" y="1167"/>
                </a:cubicBezTo>
                <a:cubicBezTo>
                  <a:pt x="2334" y="522"/>
                  <a:pt x="1812" y="0"/>
                  <a:pt x="1167" y="0"/>
                </a:cubicBezTo>
                <a:close/>
                <a:moveTo>
                  <a:pt x="1167" y="2100"/>
                </a:moveTo>
                <a:cubicBezTo>
                  <a:pt x="651" y="2100"/>
                  <a:pt x="234" y="1683"/>
                  <a:pt x="234" y="1167"/>
                </a:cubicBezTo>
                <a:cubicBezTo>
                  <a:pt x="234" y="651"/>
                  <a:pt x="651" y="234"/>
                  <a:pt x="1167" y="234"/>
                </a:cubicBezTo>
                <a:cubicBezTo>
                  <a:pt x="1683" y="234"/>
                  <a:pt x="2100" y="651"/>
                  <a:pt x="2100" y="1167"/>
                </a:cubicBezTo>
                <a:cubicBezTo>
                  <a:pt x="2100" y="1683"/>
                  <a:pt x="1683" y="2100"/>
                  <a:pt x="1167" y="210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06991"/>
      </p:ext>
    </p:extLst>
  </p:cSld>
  <p:clrMapOvr>
    <a:masterClrMapping/>
  </p:clrMapOvr>
</p:sld>
</file>

<file path=ppt/slides/slide8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r"/>
          <p:cNvSpPr>
            <a:spLocks noChangeAspect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8464"/>
          </a:xfrm>
          <a:custGeom>
            <a:avLst/>
            <a:gdLst>
              <a:gd name="T0" fmla="*/ 2757 w 5514"/>
              <a:gd name="T1" fmla="*/ 4209 h 5237"/>
              <a:gd name="T2" fmla="*/ 4460 w 5514"/>
              <a:gd name="T3" fmla="*/ 5237 h 5237"/>
              <a:gd name="T4" fmla="*/ 4009 w 5514"/>
              <a:gd name="T5" fmla="*/ 3300 h 5237"/>
              <a:gd name="T6" fmla="*/ 5514 w 5514"/>
              <a:gd name="T7" fmla="*/ 1996 h 5237"/>
              <a:gd name="T8" fmla="*/ 3532 w 5514"/>
              <a:gd name="T9" fmla="*/ 1828 h 5237"/>
              <a:gd name="T10" fmla="*/ 2757 w 5514"/>
              <a:gd name="T11" fmla="*/ 0 h 5237"/>
              <a:gd name="T12" fmla="*/ 1982 w 5514"/>
              <a:gd name="T13" fmla="*/ 1828 h 5237"/>
              <a:gd name="T14" fmla="*/ 0 w 5514"/>
              <a:gd name="T15" fmla="*/ 1996 h 5237"/>
              <a:gd name="T16" fmla="*/ 1505 w 5514"/>
              <a:gd name="T17" fmla="*/ 3300 h 5237"/>
              <a:gd name="T18" fmla="*/ 1054 w 5514"/>
              <a:gd name="T19" fmla="*/ 5237 h 5237"/>
              <a:gd name="T20" fmla="*/ 2757 w 5514"/>
              <a:gd name="T21" fmla="*/ 4209 h 5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514" h="5237">
                <a:moveTo>
                  <a:pt x="2757" y="4209"/>
                </a:moveTo>
                <a:lnTo>
                  <a:pt x="4460" y="5237"/>
                </a:lnTo>
                <a:lnTo>
                  <a:pt x="4009" y="3300"/>
                </a:lnTo>
                <a:lnTo>
                  <a:pt x="5514" y="1996"/>
                </a:lnTo>
                <a:lnTo>
                  <a:pt x="3532" y="1828"/>
                </a:lnTo>
                <a:lnTo>
                  <a:pt x="2757" y="0"/>
                </a:lnTo>
                <a:lnTo>
                  <a:pt x="1982" y="1828"/>
                </a:lnTo>
                <a:lnTo>
                  <a:pt x="0" y="1996"/>
                </a:lnTo>
                <a:lnTo>
                  <a:pt x="1505" y="3300"/>
                </a:lnTo>
                <a:lnTo>
                  <a:pt x="1054" y="5237"/>
                </a:lnTo>
                <a:lnTo>
                  <a:pt x="2757" y="42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939012"/>
      </p:ext>
    </p:extLst>
  </p:cSld>
  <p:clrMapOvr>
    <a:masterClrMapping/>
  </p:clrMapOvr>
</p:sld>
</file>

<file path=ppt/slides/slide8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r Border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8464"/>
          </a:xfrm>
          <a:custGeom>
            <a:avLst/>
            <a:gdLst>
              <a:gd name="T0" fmla="*/ 5514 w 5514"/>
              <a:gd name="T1" fmla="*/ 1996 h 5237"/>
              <a:gd name="T2" fmla="*/ 3532 w 5514"/>
              <a:gd name="T3" fmla="*/ 1826 h 5237"/>
              <a:gd name="T4" fmla="*/ 2757 w 5514"/>
              <a:gd name="T5" fmla="*/ 0 h 5237"/>
              <a:gd name="T6" fmla="*/ 1982 w 5514"/>
              <a:gd name="T7" fmla="*/ 1828 h 5237"/>
              <a:gd name="T8" fmla="*/ 0 w 5514"/>
              <a:gd name="T9" fmla="*/ 1996 h 5237"/>
              <a:gd name="T10" fmla="*/ 1505 w 5514"/>
              <a:gd name="T11" fmla="*/ 3300 h 5237"/>
              <a:gd name="T12" fmla="*/ 1054 w 5514"/>
              <a:gd name="T13" fmla="*/ 5237 h 5237"/>
              <a:gd name="T14" fmla="*/ 2757 w 5514"/>
              <a:gd name="T15" fmla="*/ 4209 h 5237"/>
              <a:gd name="T16" fmla="*/ 4460 w 5514"/>
              <a:gd name="T17" fmla="*/ 5237 h 5237"/>
              <a:gd name="T18" fmla="*/ 4011 w 5514"/>
              <a:gd name="T19" fmla="*/ 3300 h 5237"/>
              <a:gd name="T20" fmla="*/ 5514 w 5514"/>
              <a:gd name="T21" fmla="*/ 1996 h 5237"/>
              <a:gd name="T22" fmla="*/ 2757 w 5514"/>
              <a:gd name="T23" fmla="*/ 3694 h 5237"/>
              <a:gd name="T24" fmla="*/ 1720 w 5514"/>
              <a:gd name="T25" fmla="*/ 4318 h 5237"/>
              <a:gd name="T26" fmla="*/ 1996 w 5514"/>
              <a:gd name="T27" fmla="*/ 3139 h 5237"/>
              <a:gd name="T28" fmla="*/ 1082 w 5514"/>
              <a:gd name="T29" fmla="*/ 2345 h 5237"/>
              <a:gd name="T30" fmla="*/ 2289 w 5514"/>
              <a:gd name="T31" fmla="*/ 2241 h 5237"/>
              <a:gd name="T32" fmla="*/ 2757 w 5514"/>
              <a:gd name="T33" fmla="*/ 1131 h 5237"/>
              <a:gd name="T34" fmla="*/ 3227 w 5514"/>
              <a:gd name="T35" fmla="*/ 2244 h 5237"/>
              <a:gd name="T36" fmla="*/ 4434 w 5514"/>
              <a:gd name="T37" fmla="*/ 2348 h 5237"/>
              <a:gd name="T38" fmla="*/ 3520 w 5514"/>
              <a:gd name="T39" fmla="*/ 3141 h 5237"/>
              <a:gd name="T40" fmla="*/ 3796 w 5514"/>
              <a:gd name="T41" fmla="*/ 4322 h 5237"/>
              <a:gd name="T42" fmla="*/ 2757 w 5514"/>
              <a:gd name="T43" fmla="*/ 3694 h 5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5514" h="5237">
                <a:moveTo>
                  <a:pt x="5514" y="1996"/>
                </a:moveTo>
                <a:lnTo>
                  <a:pt x="3532" y="1826"/>
                </a:lnTo>
                <a:lnTo>
                  <a:pt x="2757" y="0"/>
                </a:lnTo>
                <a:lnTo>
                  <a:pt x="1982" y="1828"/>
                </a:lnTo>
                <a:lnTo>
                  <a:pt x="0" y="1996"/>
                </a:lnTo>
                <a:lnTo>
                  <a:pt x="1505" y="3300"/>
                </a:lnTo>
                <a:lnTo>
                  <a:pt x="1054" y="5237"/>
                </a:lnTo>
                <a:lnTo>
                  <a:pt x="2757" y="4209"/>
                </a:lnTo>
                <a:lnTo>
                  <a:pt x="4460" y="5237"/>
                </a:lnTo>
                <a:lnTo>
                  <a:pt x="4011" y="3300"/>
                </a:lnTo>
                <a:lnTo>
                  <a:pt x="5514" y="1996"/>
                </a:lnTo>
                <a:close/>
                <a:moveTo>
                  <a:pt x="2757" y="3694"/>
                </a:moveTo>
                <a:lnTo>
                  <a:pt x="1720" y="4318"/>
                </a:lnTo>
                <a:lnTo>
                  <a:pt x="1996" y="3139"/>
                </a:lnTo>
                <a:lnTo>
                  <a:pt x="1082" y="2345"/>
                </a:lnTo>
                <a:lnTo>
                  <a:pt x="2289" y="2241"/>
                </a:lnTo>
                <a:lnTo>
                  <a:pt x="2757" y="1131"/>
                </a:lnTo>
                <a:lnTo>
                  <a:pt x="3227" y="2244"/>
                </a:lnTo>
                <a:lnTo>
                  <a:pt x="4434" y="2348"/>
                </a:lnTo>
                <a:lnTo>
                  <a:pt x="3520" y="3141"/>
                </a:lnTo>
                <a:lnTo>
                  <a:pt x="3796" y="4322"/>
                </a:lnTo>
                <a:lnTo>
                  <a:pt x="2757" y="3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9599"/>
      </p:ext>
    </p:extLst>
  </p:cSld>
  <p:clrMapOvr>
    <a:masterClrMapping/>
  </p:clrMapOvr>
</p:sld>
</file>

<file path=ppt/slides/slide8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tar Half"/>
          <p:cNvSpPr>
            <a:spLocks noChangeAspect="1" noEditPoint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914400" cy="868464"/>
          </a:xfrm>
          <a:custGeom>
            <a:avLst/>
            <a:gdLst>
              <a:gd name="T0" fmla="*/ 5514 w 5514"/>
              <a:gd name="T1" fmla="*/ 1996 h 5237"/>
              <a:gd name="T2" fmla="*/ 3532 w 5514"/>
              <a:gd name="T3" fmla="*/ 1826 h 5237"/>
              <a:gd name="T4" fmla="*/ 2757 w 5514"/>
              <a:gd name="T5" fmla="*/ 0 h 5237"/>
              <a:gd name="T6" fmla="*/ 1982 w 5514"/>
              <a:gd name="T7" fmla="*/ 1828 h 5237"/>
              <a:gd name="T8" fmla="*/ 0 w 5514"/>
              <a:gd name="T9" fmla="*/ 1996 h 5237"/>
              <a:gd name="T10" fmla="*/ 1505 w 5514"/>
              <a:gd name="T11" fmla="*/ 3300 h 5237"/>
              <a:gd name="T12" fmla="*/ 1054 w 5514"/>
              <a:gd name="T13" fmla="*/ 5237 h 5237"/>
              <a:gd name="T14" fmla="*/ 2757 w 5514"/>
              <a:gd name="T15" fmla="*/ 4209 h 5237"/>
              <a:gd name="T16" fmla="*/ 4460 w 5514"/>
              <a:gd name="T17" fmla="*/ 5237 h 5237"/>
              <a:gd name="T18" fmla="*/ 4011 w 5514"/>
              <a:gd name="T19" fmla="*/ 3300 h 5237"/>
              <a:gd name="T20" fmla="*/ 5514 w 5514"/>
              <a:gd name="T21" fmla="*/ 1996 h 5237"/>
              <a:gd name="T22" fmla="*/ 2757 w 5514"/>
              <a:gd name="T23" fmla="*/ 3694 h 5237"/>
              <a:gd name="T24" fmla="*/ 2757 w 5514"/>
              <a:gd name="T25" fmla="*/ 1131 h 5237"/>
              <a:gd name="T26" fmla="*/ 3227 w 5514"/>
              <a:gd name="T27" fmla="*/ 2244 h 5237"/>
              <a:gd name="T28" fmla="*/ 4434 w 5514"/>
              <a:gd name="T29" fmla="*/ 2348 h 5237"/>
              <a:gd name="T30" fmla="*/ 3520 w 5514"/>
              <a:gd name="T31" fmla="*/ 3141 h 5237"/>
              <a:gd name="T32" fmla="*/ 3796 w 5514"/>
              <a:gd name="T33" fmla="*/ 4322 h 5237"/>
              <a:gd name="T34" fmla="*/ 2757 w 5514"/>
              <a:gd name="T35" fmla="*/ 3694 h 52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514" h="5237">
                <a:moveTo>
                  <a:pt x="5514" y="1996"/>
                </a:moveTo>
                <a:lnTo>
                  <a:pt x="3532" y="1826"/>
                </a:lnTo>
                <a:lnTo>
                  <a:pt x="2757" y="0"/>
                </a:lnTo>
                <a:lnTo>
                  <a:pt x="1982" y="1828"/>
                </a:lnTo>
                <a:lnTo>
                  <a:pt x="0" y="1996"/>
                </a:lnTo>
                <a:lnTo>
                  <a:pt x="1505" y="3300"/>
                </a:lnTo>
                <a:lnTo>
                  <a:pt x="1054" y="5237"/>
                </a:lnTo>
                <a:lnTo>
                  <a:pt x="2757" y="4209"/>
                </a:lnTo>
                <a:lnTo>
                  <a:pt x="4460" y="5237"/>
                </a:lnTo>
                <a:lnTo>
                  <a:pt x="4011" y="3300"/>
                </a:lnTo>
                <a:lnTo>
                  <a:pt x="5514" y="1996"/>
                </a:lnTo>
                <a:close/>
                <a:moveTo>
                  <a:pt x="2757" y="3694"/>
                </a:moveTo>
                <a:lnTo>
                  <a:pt x="2757" y="1131"/>
                </a:lnTo>
                <a:lnTo>
                  <a:pt x="3227" y="2244"/>
                </a:lnTo>
                <a:lnTo>
                  <a:pt x="4434" y="2348"/>
                </a:lnTo>
                <a:lnTo>
                  <a:pt x="3520" y="3141"/>
                </a:lnTo>
                <a:lnTo>
                  <a:pt x="3796" y="4322"/>
                </a:lnTo>
                <a:lnTo>
                  <a:pt x="2757" y="369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334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1d6b7d7221a4cc59fb34e20820deafb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6c5284abb404f7a99e397240a9000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c2767cad54f426abe0b554c667195c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12016affd9c427099b8bb846faefe4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01b8e66218c4156aa3bd738202bf3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1d0913f876042d884a03410d032c08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4ba2a3e81034824828db4f8ebdb98b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8da28ceff8f445a954f5fbfe0a63c6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4dc2ac31336405ba8ad0fce2e1af5cf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f8244e50f754881bb87045168ef8bfb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0cb5a4e541f44de9cd0204c552ce53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65626de57f94e81b17658bee669aeac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85f547ec2544c8d8ee75c9b177b45a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9c10c0aaea54d42a73c6a251d32f11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1c43ad799bb44af8b863dbebb931c2f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fd600bcb03047dda55371b4503e4a5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9ee4ce7f63f43d2a238d06a2b8b6b4f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feace9897594b6ea14b96821a7376f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7d2fc056e1d4d2b8b56ed914cb92ef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9d07b95e8d644d5aee46bcaff86b32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12f345b8e0e4824a098990d195d595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ea9ff36beed43ee930ede0ed302adf8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12328ca9a8a446dad57af8f88388bf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d76d3011ab24bc6b1a61b5746ae0d5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86f18942a08423ab5194cc9fbbc836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585fc5cc3ad45f4afeb606c56e85b0c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dc655533c184e888c2f8eebc928e48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4eaa5f8c88249e399d657c2fd9e57d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23aeb093c104f79b0c3dc7e7ea43a6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58097c9dde14818be514ca65e567ed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71aee20b4ba4f46b0e8fd66bb02c46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814b7789bae42749e7885b616722e8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0f469a0d9ed43f9869b5d95db888038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c7d5d3cddfa4080b313bbc1822a1af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b50f0a25b17468eac27d6129638aaeb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828fa44788348e6bddc6e3b23dbff1b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b2eac80f80b4eb1817905788584901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195c562983049d9a820f5bb3a87de0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c53da096e3a40fa901a47beb0b4bdf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5ebb15c30734be6838efc3144cb3bf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181bcfbfb714c8facf604f03fdd8ac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575218b7b1a4d5cb21bee24c0c56a0b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0686e4299c54f60bb363aab79fc0d0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cb18aed943341bd8f4ee0a62d32dfc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6ca26b6d9c5450f94c658c01e342f9d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75048af47a741088bae1de8b3efd34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433e4f338c44273bbd53adc5439036f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f2e05fd509149368055b6b17a310aa2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6094107ac5a4d879055eba5725e53e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a4c075cb53c444c95f9aaa66466eaf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f6a1bf8abe742568a227f82ab55e01f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6f144c07d7b4eaebaf321e9f822286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4b5388685a44d52ab7ac71647894b9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9c3f8fb6c3b4b7b984faca23cffd71f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123ffe13c284659a51776ba41ce8ad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ecdea6cbaf1446786e89d701a31b9f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8af46a92b1945b4a754a40e1d7f976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7b10fd76536498b81a8318fc7f64304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b9915cd13dc47f5a076b9a4659220f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b507691a67c41049c32646679510379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3d3cba9eaff43c9bf0f3ff4f7e11bbd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4699d2585bc4e3ea8533cedd55d398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adde500ede84573bd8acee9009c02af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1e032b4251345d5b50f1c5345fbf2e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2f8368f354b4d81bc3b72a5c850923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0669dbe8f994d05b0a258d18802389d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4cded6234f347249c0c50b15cec64bb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7aee90e1ea64c90a9e9699f3f126c0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741ef78e71f4037afe65c27c8bcc0d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c1c715695d2456dbaebacf642bc999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dd486b79dff429599e7ce4225a4905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51dbf4adcd14a3aab60587bf11de8f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1573be60c864aa5ab7bbaf09ac0c25f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d77de4ef6394e5ea6dbcea740e97a3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4cca7328c1247cd84c95affd752ee4f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955d869a4c542a1ae4beb5f57d3d70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b6b89f6cbb44ddebbc9d01af8420a0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02d3b0bd52044b3af2d0c15404efe93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83dd6c66afe4670b08bf332111190e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d83e9466237481c80a9a218ac5ca17b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4cd66dd2d9e4914a679ddc7a5580dec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c5ebbaeef96405cac43cfb6643d81c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1431e0f1651416abf07575c8d74f00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296a5bc71df4e95a917fa12ef1fb1e9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bc9b5c9c150454ea54f5a95450d8bfc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f0e1722298f4b6a98a69e33aa8c230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00bfc86a3574c59a819972f03dcadf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de95cf790234e6081bc7844e65ea80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9d03e0c24f146a094eaeb8b68eff5fc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28484d2aebf4bc8861233c5430bb7d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814b41be5f04c609e6165d316696e0f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a5830b8d37d49e79ee26e95a6ca73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c48e4680e8e4c889db07b1e4a8c684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ddd9878756c4f97801565c1a5459b2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f73439f48c74011991d2db3b5f67409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115285113c64c5b84c5ea2c2174fc49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598ebe4d5494cf59ba961124d97f6bd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86485fb43b5484b8f9c7586c396a60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7fa303eff6e485aa147c7acd9d73d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8f98c79b86a4d439e0b0a9e824a1d85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4d35ae55b324bd3a871877b56e2407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fbe58cc5dfe45f68605df22a45050ef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022816a771f479fa8edc28325bd4cc9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aa4a0a62f5d4ddebf3e1b7d6a5a8a65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1d55577fbc84c8b8d9f03cdbc3c3a4b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e42916075544dfd8756dd3866cea01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674b64b6b24440189b99df2b9e964bb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a9f30da351b496fb31bc78a61f071df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56269b8f26f46848fd226ccf3835e5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7914d4ac916464d98d75c8da241983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ee8ed2b452c49a89f8a93c182650ed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0963764b8884bfd9a8cda5e954de1e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01ce2abe5de4947b1b3ae554fbd4fe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2c2e1cbad284f4d99d8cadd48c9bcb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cb170bd6da74c7ca181f56079055798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a37aaa1639d44d78090c0bf5b39586d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9c88ed08ede4cc489b1a3dd0a7c0379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d31e66f9c69463eb656b758aa8145b8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08353952d3e4b20bad5913bf13b3e4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6f598c80bd14ec980e1bf956e3ef3a9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49144d01fa74659a74c38d4a9a02c2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c5cd015e095475e921421f0be9f7fdc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44564d3381e48e5a6dd3d48294180b6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067851b0c2246ba9226f2a45bdc6443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b216775f05943d4b7350d0b270bdd35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a1b4af837fc48d6ad4fc0f2a7dabe68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ffe59016e5443ecac97879c591a126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5a3faa6449049c487cc543ff4fdae6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5b452b74d0e4d3ba7564bda7786a62f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72c0d41b7b341e5a560c1b20dc21c8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5f7998bc8cb475788e93100ad7c4dd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6374614dd8149d0bfa93374224547b6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3272976e31e4fb6bf9da37c691db618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8406d603dd544e889164a3382b78d25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f3fcec558b24233be12042f1d8c761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d7c4bdaa2764e49baa6dda5db634ee3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740af9e4e7f487a82fd92ed03e6921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45d079d12c04d86b118490cefba1bcb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9beb25bf0c44feca3b12a6480e2f05a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b724ba2a12945f78a3d861e45a3c1ef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cc6b57893e5425d8a91651d3175ee87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ad2ad0e1dbd43c18d4a0025e36ae98b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b671f21c3b8418e914924903ba7731f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4eec0636b4f40c2894c03903f47bd0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cb440363a584ed8b56f4ebeaf82d91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7a81c0bd17e445a8f6308b0e0e33a0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38a62fc77334c62ab6492d9de6c3ff2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907a5f7f13a435a99037996d61db65d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6edae88088b47ebaf45b1d23d2afcc9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6ae64dc5e034857a05bf3ded42b374f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b27d4e1e89d4c2d8a965ea5c5429f06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9784f8c83654e829611e002a5060085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313e561103d4718a2391a710344644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68f5ecb622e46e4aea63c1339f92b48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597287c55bf4942ba56bb91e59f337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0438a00efab4c1fb51bc978869ee646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1a9e277d8a34d20832ab530c70afc6b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43bee424bd14d7a8c17ea5b2ab4e849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22e42e5b65940f19a5b4b42bdb1fc09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b694c1a345047359568ff9752514b99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3714d38bf1e4f909fd7dd5e62d78b37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34abb92095846d4962808c3f6a5244d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1610b6416344affae812084661d0b6c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c9cbff5830d4d58b7b146b42ee0c419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7055b7b65ec47aa819fdebeee76d3fc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39705f0190a4a80a0493d953aefb5b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a6600efb9714d1ca670120f5492efdc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2b9df3c4f9344d5b2ddc49dbe5f367d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5e40d1b1e294fdead3ee6db00bdc037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7a8f02751f54b83bb5feff06cb853b5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c98a93bbad140fea9e574443fc816cc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1ba03bc73da4c1388889639b4ddb682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0a088ec797c4361a231ca00109efd5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8175f5c822e4b9083a0b73e817b522d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f433c185ca64b46aae8b34905f1ae2a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35583912efd4070ad7fd6abb05359f0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cfc4ad4a7c24a1b89c4ded66ed5a116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b99f0b47a424ee3a10e7e5482313c48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0b4a203b59543e298727ca5a190f105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a825e048d5045b7abba34412bbb6f74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5b33a77e5ae48bebf3c4d4e25841776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ecdd77e29bf4ed59190aa4dd516d8b2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07bdd00e94b4b92ac9cdafd6e1312c3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396a2840f164c929c3126c552d60a2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f1910f036b544eaabee10e7d30b834b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b3a875b739f4c12b340cabf5264ac2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9452031fe534f56b77077ea1c46d27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0b98be29fba42af834fe73596bb3f8b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c5fa59aebfa4d22b4c0237fffbaec87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30e1044d5ca4e2f8e56f61f420e4b4b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d7ef7ebbf334a1a823f70b188fa995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99d2ef769514baeafbe1773c4c9fa8b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0573d75126f477086fda3cf24dbbc58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101186b620a4d9a89eb0bd27c5a2ae9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5f9078c08d147fdb489171f33b12c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67acadecf2c41d29cf4d8aa951977c1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cae82626d2441388779c8e866865106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fa5642502fe40299a1724eabaab70ab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7fa58979ffa4e90ac4613caf5549d5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ceec521a1184793bbf110480dca3368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d159986a3964b119c61d4903dd5229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1cadab1a4234466a01967cc8a42e8a3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696bcbb6619418a80dd3e138bd28ba9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eae144411b64e0ea99453fa47b4ae1d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809829aa019453e9707eef21d0eb893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4cd30492c6648c9b810ac6c69ac85a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f56464756714122a80296568c44723a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4b2a06592ac420b9ca6c5942f7d914c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f8d0925b69646f2a969dc1b5f367c1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0f68eafff47425bb51eb6da5d346027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bdc30f726d145839cbcfdf9f5ae344f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6c921556936456eae7614b19961e055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bac5229e9cf43d3aae5a008ebacf196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7caa3b333d640b6afb51f491653fad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f9ceb5e85d34c1a9e7546a64d8bca3f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6b4e280c2744f62987d04ece8382317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ce1e57dd3544c2fb58a607902e3f070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3421a74a2834eda85cfcb071dbf6fb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d50fd6804674a88ab830bbc1ad68f55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a38b4ff0b304fab911c4938fc7e3dd6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f135418c37a4c7f995a4e24afb793c4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4e3f9e1378f4b608a3be689fd87de65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cc9305a293b4b79bf7bdcc23c28f5b6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909ab7155bd43b0abd9a651db4323c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23f2c95669f499697d39640d376d75d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7f029cd04874bc2ac85002159a33ff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232e7ac054e46cb8315677b0e060a1b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e453e4ce6324aeea73bc8e4824c442b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040d316695648edbff9d6b7c177659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b8fcf609efb42cfad2af3ac9835b78b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101891d4d04486cb575b3e9f3cabdc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82053c13f90494f954def1e70900ee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7e3b9f50120471da6ad10e642a97a46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bce8123177f4967a6e761c331d7bf16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dd3379f35c846f98fe82beabfaabdc6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4524cb9ee87495fa99f5dec13215d2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63438e27ae64ec2889ec8bff062f45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27a78381f384b6c94ca30917cc8931a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6cd5a23b1bb46a5860eb08f2e71c75d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f0e61c86fb848fd849e804a8528226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7c3e3f5439a4641bd0e6e79977c1098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a60174969d84e7199be7997c722d76b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53141c7008d4db3904aa4ef76df7e3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daf99e2da304c6ebf0df891a3502c5d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65564d5da9e4956a0161c90b0a28b7d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78e689817d34c39bbde3566182cd069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7d023776ed04b02ac52173f45cf6ec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79380f8569949c2ba59dca099cdc0a5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c3d6390ae594eff886b60d1fac7ed1f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e5c61e2260248b3bba78a4f647cdc1b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d19149b2622448aa575480b6af10886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e15590ff69b430aa71e2fcdd89ffab8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1a66190a7f54bc1badc471624ef5e90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47d34e4409f4e6fac1ba10715262ee3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cc216156ed84b98a8bfb3e712b18f4f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f8b013e5a1246f2bb12520676d30c9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2ef3e8616804aab849bf2f7597e575b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6704a0b780b4ebe9ae9253d5c5589b2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faa53f33a14449386f9a4a62219f18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d350248bdca425396f98b8a8ffa3cfc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ae838b696a94b148bac9801699743eb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8d8cda7e68041fb99abb12dd0d1caea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7135349fb3b489c936bf7ba55ea7614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ad983ac568f4a04a6f5d622b8fd701b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45c3f8de0d045ef9e362c674396080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4a985cf14d8475bb0815856f5dabc6b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67058d4a01444fcb87ff5f0fcbdc009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8021ee4afa94ce7825a33720fdcd5f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a9cb3ff27f24bd091bdea2c9376ef24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613a75bbc5e4ab4a014cfd148bfa3d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77ac90f1d2f47f7bdbb95549744af13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ce5c7a5d21344259bc49325ee10302b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2eed4ed84764368856020e1ad16f368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d2a43a06e8b42b79d87bfb181dea1bd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50d171c4afe44edaf28da4eb9a36bca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e85f79d3920437e9e45f61665b0e35a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9c3cb730db642328a3b838dde6f6b84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3319dfba1984b749e3931d2f01eba2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dc9f7b672dc430b88c86a40823565df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2fd490c5fb94cf8b6be5c3cc128309d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29cfae54ead46ec91410a2854cae576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777e8a437b64718a50c6fe4460ceadc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3a0f0483bbe43b4a31c437bec3aff6a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256c857d49c4e2fac8af1da79141369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dea066df55d4b1f852e664ecb9b597b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54e838480514ea38a7baa88747918c4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7671e9aa1b04405837f4697746077d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adbe4f66b5543c897989f95413ee5c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a3fcc390eab4d02b797881aae944804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ce737635e1d43f393fbc4409e0b9a23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f653535ae7c4ced989a26d9ffcebbd6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8eda5c0a10b4b4595c10562a8c1baa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9b19052ad604a65bc78f7a6dd8f774d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b31bcaf967e4b3b9af05dab55b22e37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16d9b6e4d43492a8311016a939789ca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944d37ee7ea4815a04ef3f477225b1a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bcff97a828a45d9a7a643c6893091d3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820e8e2297e4488a590ae224250ccb5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52c8efdffeb4976820c4907a64ebe58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6053fdf8577489c962262d2e9f314e8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d69849c327a4e51acddc1afad58d70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4925e93dbb44dfc9daf14de2f7aec74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1c900940c9e42958efa0316ca5998e0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fe1e3203b2d46fd8e61a0719e894f63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638b81e083c4c81b4b2405459b5f5a7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80f8b9904a94f09969396c3fad21b1a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70ec5d5422d43c5bc8aa667464dffa8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1acd564a5b44b5c8b0c9dde69c4848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de12a11e60b40a7bae0dd788a17bfeb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6c4e8b52b23437f84711773eec8cb7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007362bac7d434d9790cabcab7ccf7c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d51bdb584b94621a62e202fb3866656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cbca415f1f6437fba565a8dd01ffd6f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4dc83eabb7c4380aa3b50433d830916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9a60152f5ea41afbeafb79a7bcbcf5a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2835a9fa1f6404f860e337255bcb90f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e3000fcfd5c43ba84423e3f0d32229f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6b74b5794a4482b8a791cf934db6eed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be994845ba44491869f2500722119d5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60c80d5ec8640afae2f4333480fd140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d17b4440aee457ba276cd165d2c304c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d84fb55bb994235b8af15f3f496343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19052e4191448ddb5b867e38c8286d2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f075793e2a449988ea17b121b70e92b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5020cc285ca453ca22c621f7c86d37d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ec4002866d641e798a10e45aa6d3303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3b3461a6d084a429eab789e29cf9321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9c3cbb30b2e4e0b89919d6fa8523b89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0da861c0d454014b7ae8982b4c18a11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07de314c5524898955c850742d858f0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069622d6f9a44b68f7c48799bf44670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e263f99c51a4febb5813b851a38805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cd9017b65b94bb3bb06deaabb940d07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f3296d957eb410eb23bcb60ce1bfd8d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228a2f67fca414c879612905634d16d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c58c8e90fde4468a4cc581657830263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cde849db3fe4480ba8b05d089e12f4f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79c40c90eab4bc2a3bd0fd613caae57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4f4ea91373a4689a3eb5b3c0440701b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2814e45dc0443a9bfecdd3edea59590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ca1cf81a4f34a3ebbdd99f0e4994ee1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6851af2f06c47e4afd75aacdc50e9a4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e385e6d4e4446ed8488c0e6fd5511e9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b49226a36244ea198d79f22c00a0bb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fc2f5dc33e94ec08a29caa13bd02ecc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5b3ea7727d94b58ba7ed5429c823786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36f1fe0d525420fb4aff0a46eee652b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657991701a34c108c2529d6b887f6a8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677e71026f54e05b2bc478a597037c5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a688e65877c4e0ab1110e40c7db65a5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f211e5349414aaf8ccb8426ed95474c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ef59b9777f749deab30c89437b2c340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9f15f29dd4f4bb9834a9d48fe59c8dc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f6a4c71ffbe46b180d0e5c23c50e49c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40a52362e1b4446b094cc45b87eed12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527643812a74e9da70ed145d79c7684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5b59a7dd08740bcb6b784fdb3bac2d0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7349330e9c34c4b9e6019d7f9458bf4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87c17cbbcf944cda91a9c699edc7914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4ba61811cc2457c9d79eb4e376bd291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3c23148f5994a4dbf787642a8be6009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b6f69c1f9f44c89bff202f2f8d12334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592fdb4016e49ea96bd6093534b82f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28e08a5c299400cb005284ecd6a1eb8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0a3d9590faa497890ad922d63c1c0ab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4e29b81d20f4419813adf5f5c3db6a4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12b0c23e43e4a679a432be74dd4cfed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d77ceba596c4a3c8f897995247ce96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16df42d316145a399c8f917c60824f9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7c65e93443d447bbd468d4898ff3fc9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f432dc15aec4b5d8486f06be6fa3bc3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00746b5ed9840fb813280411d202aa3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9b87951b8284efbb5debe9af5e40b42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3eecdba29d341f88a41872cf2b8ae30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0d76d547b474619b4131190d9f4a3c5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cc4412cdb5e41f9bd48bdba9884fb69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602d6954f1c4decbb2455b89908684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9fa909752004e158e836ca2509cfcd8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b962f2a41394e81971b6075c3261ad4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71fc4b9b2044b63b9d0627ab73aee07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1539c8f10224956ab5f44b10c78e58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861e58618af427dae28b94cfa396606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0f3ada33ca646c3b21b82138952d780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8bf9cb0b4004089b935a8d6de7e6083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ca8acb0ac9e494a83d85400a32d3306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d5093d5c9d34b8aa5b18c4bb4b63725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2d7e51b6e9b433e84283be080456cb5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7deffd97b764101a7d12d748c07a13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ea2a559d78645018014f2991fd29ee2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a028b305db2409b9f02f7dbec30da7f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adae1cc40ad48ad8087457e3e90ca77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1df914929ce4687b3a9e06b855daa0c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6061b622d034c41b881244b2656bfcd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d59c811c70642edb2d3455c8076c33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8d40ccded064a42b72f874e1210ace0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e57ee08730943eba3a9a43054dd361c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aaf1a45a4e24fab9ee7452e17dbceb4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cc24e9f88cd4e1691268573faddf760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7211901ecc94f0789c6352054be94d5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a0ebdbf146a4245b328f185fcc14b09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2258fa776d246288bce3ad6d04c682d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ff2511c9a014b99badadfbb10d685f6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caf56f392f44108aeb9742c02979add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0886555a726455fae737443850ed464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ae7e1b7c7984c6391ffb40132c78dd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fd269fffa444be0b4b9ff7e77f31b9c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afefe6e190e4f928049c07883035594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e81291fda824f7e900b89bc6f4cb4a2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7ebd1a7315442c9bb6851f95d920470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d716cbf35ac44099b449ae57519ea76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507e30a2024492dbc51596a468248a7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c68ee5d9d554891870d3022aac1dd22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d374c43f1994ca7b6d2678989aa0837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4705d912c524cbeaab38fe4cc06c145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6d7c43f25d942d88aa5bc964df25378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5c00800632446319fae218be86df95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eb10a269a3f456aa20a6cdadf9969a4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7a789eab91a4806be0bb15d14119671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ea994954cb548ba9a520efb03694a43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7f24cd231a84112a864e2c2cd292244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6124a0f63e343ec9dd27719629b6b1f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568feba698e4e8f8c58bcc97680a89d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462da2c2639442da09a3704272642a2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a3f9a0b2b2e471a8923f98e212ba30a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55f49cce65648839eda1ca728c36c8d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20b73d425ea4007be3e49f3b7f7076b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4682c76e5c44232b31f46a117a97147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06f76617a2e4094b20dfd6e10bc8d0b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0c49f4ccab844f48789359c53a67004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50ce06e5a854ef6b9b1673409a875ac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3fc598ffc924520a91c18c60dc6910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8fed80228a749d8988c499225e06b6a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f3f221e502f42b498148b5aaaf6f330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e1df95bc48e41a9bd7ffac71350eb5f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b1fd2d31ca04226a83e89392dca7313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3bfbfdebf1a47a7852e30745fbad288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a4be7d48d1c41bd95e2c796acf1338c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267c3ddbf0649c1b48c53269ec6f359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01ab09ec80043b9ae365a958f90932b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ff6e8af7a2d4e1f884856fd6c35b070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9be9c8b31c74ba59cbf4a635ce5628c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dcb6b9e859e413f9f97366be0b4d403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0dc1c27ddb44f47bc58ce4c257be728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18efc46edbf4d90801790f8236ba573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adff7160a82422ca7bb9e4f101291f7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ffa9582e6b74b79b4a757b9b268bcd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4a3ab1b0eca42b688415e8fd37a83d5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1c4c1c656e74c9c84e92cf42ecd1ed7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0aa32a1432d42cf81fb0e42f1906cb3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4069b2cfb8f40a5a0998b719bc82386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93dbff88d9f495b95c6ccd151aad8bc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ea149d98cc344df9d2bd6911aa3d199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141fe6c50474031abbbe469e00dbf7f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8e08ce0f4424209aee8d3ccfa29e1e0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33aa6d33251426cbbcb752ac8c7761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635fe51291b4ce4b79a3873f0a7cbf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f5235c12c664dfd9533a0230f4fdadd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68bc91636004604868c456b1ab58339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b52c4f225c84ba6bd18d0ab065d8bd4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cb55c4b67cc47108b5007fb1e5de945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9d38115e4aa4be2bfce699c1cf28f8c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b98ed92f4e245b793954439aa64e1b0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6c8f96a30c047d39f983508c98764bd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8dd71cced5a4eb982be4cc7ad97da0f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ff73791df9e4367a9dbd047ebbdbc59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17b0166da894b7f9be334dbfd97ca42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60593553faa431c856fd79783e3d27f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41bdd15cc1045adb78828c748c7076d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295fdcd5905493b92640110606bf699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a57554e9d26464d85b08b54f2709539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a64120f208d495f8c8040b33530edc5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4c779338d374b32920e657688d61d05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eb3d8d688df44dcb209180beb7a224a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e8488f2b256463f94279ba3d3320024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708848bc9244fafb4adacff77e8fe2b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40db2c322404dbaab15e7dd814b4de8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3866c63bf294edb83285080cb7cadd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3e21cb7d4954b37b71eee81443494e2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520bc17290e47b3a88239e7b234d787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e2da951b6da4213ace2e5461b7565ea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5f92b1ecf074765b502a7328a36de72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9e0dd13e01a4cbba11d3b1219919f06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3238dc8b123486abf0afcc6b2c18d21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dfc2ca2a0c74fc2b572f974b719a5e7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221c2131cf14a75b1cd818abb5eb448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e118c2034464173ba9c75cd0e63f7df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252d57fbfad427c986e9fd81f06fb24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3bb245dd1d94af1a9450ff984b18a90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fabb1b495d34293935894bb139b0052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f2c6dcadaea4eeb8d75f56c41ab0e4c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2541d4cd36a468e9e47609d12ed7f86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7019167f31e4a48a4ebc9cd84f8d292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6c66c61081c4eca8ff8e731b5489f4f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e90ad87f69a4abe9938902f81eb9589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07f3596631042d697f863c36497102b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6c7b87402e64bc4ae9bb3dbefbd3132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74e493116054a26af19ec3b13aa007a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7fa048d250f48b6b87b1cf749a3a556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a9c7fb8257248cb8bf890d2153e1cde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637d83a9609433c85bbfa8fdd5d0e0f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4c2102e14dd4fb5bf4c9100a3290ae8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fd156c688e84fa3ae8b57f2ca3e4bea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53c4ae28a694eaeaa40beeae0a3fc00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fe1c45abe8a47d892529866c29f98a9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07714289ad7423b834755553535e570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bd54068cc3c4395b9b6aca7813e29cf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68a0f47de264ae4b5e0ddb048385188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535de3a793f437fbcafbaac564aedb4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77e99f37f2b40a5a6b94c6994dc2a5f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608c3d3b0b94aa794515f5b65e14b0d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da8eb24511b47dea044652e2cda4ce6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5312fc101ae4782a6fbec90893f1b50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001ec5ff2574a249f1ba5f13a1033da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ae6da76cf33491995cd8ca7fc047298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3dc7351043b4bbf908cbe8a10c9c2bc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a905a37104d4c29a6597282465d8bec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c56bc0a288746658f8e1628aca69590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5b059a6f014488b964d91e4eb7982d2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581e828421247d28096b939d395b5bc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6d747826ff344acbc95b4b1000b42c1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6a860b09f1e45f3847cdf3962f7462d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dc8022ceced4074ba66c75d094dd7ff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bea793812224dd6afe13c7adde6490b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ed3dfa58c924672b69410aa996be472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1f7c0d424f04e3ca5a2e25cb634d3be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207ca2bd69a4911a1dbf8b9e114662a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7caf2e96b0440348db6ef478ec57518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d4741cf783f4a5f8f2b9f4570b8271b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868a1f07a4644db9fa4a04c0d71bd34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f98d5396f4c4aedb21d31bdf1f96f38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f571977a86f4a7e9cbde79b8a545588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4634355621d4a9a9d2cae25830383c0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cda9a1119d24ffcae21efae2b167552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78908db09aa41eebfed3a3f8f1c163d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4257737e8a84262aa2ff2a57c904b5e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d9b1c688d0a451a805c42bee193f023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8104c825e2740f0b69718d29a910f30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9be1feefe814eb5977f3da4c6859ff5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482c28b024844e2941d70176e77af25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4302e94ad2947c38e05eed8272198e8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c105bba3f224e2588467068fa390bb9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f2308e01fef451db7dfcde792385dd3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821737740b94d399928111474b92e92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330afc19aac4d61af5ebeaf5dfd81f3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3b49144341d4b29b713b21a6f814646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7fb1064fa79477b92c51835791e8f05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e653358f6cc4ed6ad13a556a6c28b0c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81be9b2701e437baddf02b639b90420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dd5c3d107ac4a2a91bb0267fc714b47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ef00c6e7ea34c4baedc49bd667c76b0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aa667adc1c844b6bb84f58cdb9ccaf7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03e23c9a72847e7a2f0656e79e4f504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5ef9d2319e2443e80b54f5223ae4bc0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89fefba2bd3410badf871464b703f01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cf21142d7e748208344cc7924b06c90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4b59467b44d44bca13ac3574c09cbfd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54a3dff95fc40f7a7ee1b15992b2a1b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7ab0a3a68034a0d8c285375f7635dec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4c048bd5d14452abe09b9d81ed5113b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a14f5c3ed2e43f199817be877798b2f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61e0c40758145f9812d2476c898e064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a43ec6c7e8f4a119a6d52768a8b6d02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0752d2d1ac14cecb1faa1b927694343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06a42ec17ac4b979a8345939e7a90c0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1aaac71a15642ec8cae974af0b3fdf9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a56ea03c8c541bab1daff2d04f6495b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049ac0349834f0fa17ab3b382cd4fc7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2cbaba247e340f2ac76205ba0d84807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e1869ba2d444abe90d04afad55ba450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92ffeaf7d944da5bd9d692778abc1b7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1283db47f384150a22daead2b53c5e6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f1cf05df35a414e9d1ca6c32b66ebbe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dab45cc8f2347e69cd5b1378e5a7bc2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4d940fb7c764311a6f710c4b88e0a32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2fd3058f7f040669b80a769b9b953f0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fce21ce4dc641f68a759f36514d56b6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89df616624d4259a2b39a60505ba19d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96f6ecdfcb840688a3b89f188390513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0645a6b363146888c27d620033104f8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901b9dae0bb453aaa4f786b6da0a016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73f4f0952114de99a2b16d55a625027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f9273b305ad4eb3850387780706787b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a84e75bd7874524b49e060926a75b00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f9caae3cd664676b83b1694414a3dfe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8960a632fee4a9894d502ecc0ac187d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8c20e2f8a8745cb9e22aeaab92cd214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4a704e09a754458959f75695524067c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63362c0027c451494c9353ea87c6464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ba15fed96c74af8bee064e7a1da038a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09abbc813ab47f4877caba39d94ca3b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62aeca29ae34c8f86a3b69287a80edd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2ff64a8de8a459fb07b388731b5d561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a3340ce3c6942e9ad0b750db6e9849a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e47a1a5960d4f42b07eb582bd845434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85d1bbc8a7340c4b083e1fdd437ef45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a58f8c37f794377b754ca23649b03a8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fc920f109974d9b95dcfb4bbd6986ac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b5d070803eb45a88b5a140ca72aeecb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8f7f4f3ff1b46dc8d5b45b0a039fcf6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c62fba1babd46eca0578fd0f7c024d3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bf2e2cb4f864996bf1518802dd8087e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e1eb233eff043818148660def26a00b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7e6dc4e2f72439baf0a9af5c0cc5581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f73fe49ea7041659171cc8fe6d72e22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41dc711108b4bd9a630d5863bf45448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2d0eef202ee49c89a5733e1e041b625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1d1e51c3cf34906ac4fd01dcbd8df74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ddd6d2e894c4432b0881eac6fa3de46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50dd53bbb224bf899549da3e547f5a2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5c7b16398dd402781539240cb179ed9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d1fdc72300d4b4b86e66e5d2d49d6a6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3e42cad250d460baa2d182ed9495eda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d3640550cf44c3ea77957dbe5646172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1213a77dc784193b12aaf74ab262843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85319390d1e424dbca14bfc5a74eb66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c9249be9b6047dfabdbdedee2f0988e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1dbaecd36154fc3a0c7900386cc8a98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0f85aee2cda4531a2b6b335cbf735cb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b850ba3efcb418fa580640ff5997342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09ad62d3ad748f094f01f27e310deea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9cc37074b094c96a4ffbe3efaf9dc79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3b484fb235144abb417c4ee2e39bc76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3e705284d6d456f98d9868aba77b1c8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9040d2d56994f5b8e1457fcd8018795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225860f8c3e46f99260613e3e947397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1780078d8a0435c94ff7c49a17facdc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970d6bd0164477aa5283aac29a9e592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62fc278973f4942958bf59bbcd88900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db57a676a0744ea9aa215709db4a09a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cec4b170ed54938a3a5d3cf421d4739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0a8d78ab37543b2924b12fb1c2ffe11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7e11af5078d45fcbf21cfc541bcb6d2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f7c314e1d5b47cfa33eeddeea0c8718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204976d8874413e8616095dd68b8764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e91f1a4f05d456f8a87ca8441386f1d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36571a1f6c94e148c00b804609e6950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d0b6c918d0941ef85f6d52aafc28397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3f073289119437c809dbbe3ad8d6629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a4d9a91839845d1bae2169d59401e86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b6cc64a9170486180caaeea95b0e2e0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9dc072dc93b496a9d83f17d1efa5dfd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51620b4cc7e4d4faf325a84acf638e5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c0c3513257443c3b71f048aeeac2b04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b3a9a1d53824056a09681a5c8e5449a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9b85b8ed6994c68bb7f02bb9761f3f7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9a6b4a43c004dd999bbec9714f44114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882f2c4a5d843a8baa610e2b0103a3e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439a843e4c64984a9a06d734bb42dd7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a55fbc736444efe9de39ed52dc81242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6c6bd62490d4e18a13489fa9c0a98f2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79aa1edb4954073b42baf65e473dedd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a4c396b1ecd45b5ba0bf85aa079262a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297e1733a9e43378fa2954b05ccd0a8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e6347765b8a47acae673e58997ce814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393dc9006114fb981b112dbf7f5f200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7d7cd3c0df2431884396a957ec75e76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7c8edbf065149248a2204ef58bcbee4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c84145f5982447a95ba907cea6e6e98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303d7fb26dc456eb3852a0ebc8d0d32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f15ab9b209a47fe87e008aefddd6c8d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3103f0b217849c095efb61666334c2f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c46229e3bf74a8c9c5a650163e1d37b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3eaa44925984744ba33baca145e19c1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57d17814fea4535b66d8bccd1c768fa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004938942834999833f7cd6aa202d6e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31f28670c4946c9b14d76122da04f22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486a30c1bd64460b5b2fe2d2ccf71b1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b931c9f6598487093271d51404c5aa6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634a12d31894ab2b028b3d02014581c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ef050e2710344d7acd8c030829687e5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55addfd72dd40cfb4f957265bcc8af3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d5d0037afc24803825af77581012440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4a790f0d6ce4cd58d2e85bbab59e633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af8a5a20cfd4d1d8fe6ce16c9b418b1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ef899fa7aa546a6a971b6a612967143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951e715755948b3a8fedd4644420485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5c8536042ed43f6a572099612b17f41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e9a1cf8cdf6482db4cb4dc579955ec7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6c6cf72a6504ad9a475d561760dd525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81144e1a91c49be89889796b1d13a56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5955c3b8d4c40fd94e15879047018f6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160af20616d4b7b8b55b18d115fbc80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1cf5ab1258e4f8b9768e20905343b9e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e41796372f0450196558ca59e0cfec3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949aa91e4d34f04a28330865471eb95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8e7678cbcbe40eb949e2abe175c8054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044ff0c53c0424baea2c82ff490687b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99577a526fb4ff0971e8b0ae399e5dd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71b58ae6a1d4e9495d30d93c6f3ca32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a42bd8ba29b45e39a4be3bdadbdd671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e1e70ff9f994f0cbbc802cd03412279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6dda9afc3544a88903333e6364f9f7b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dd2697033d2421bb7a6f39e3197363c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7f80ff9a61e41e9811337eb73557204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d0b65aff81445088a94fd93a33306ce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93e6258cc9140aea174d0a1417ebbe6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826aff72e5c4014b229adb15fe0652d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95e58e717564dd6b90062e1c00f9f7d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a330433a4bc4fa693d97c267682ac13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30f45fc345a4879959e8b9ed9cab91a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930e58cd1c840838ba0599a37f24b99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5f88de69ec6484ea2dac9682bc2d2be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a588d0e5eb040e2adbc75b5a248b83f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8c9699ee44046fca4f460c706a8eb1f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0c78e5ca083401a98ab305366799e2a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c372d0c0f7c43ac88259e3a6a80c83a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9c5916da2644fa9afc1540f401faa5f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d955cb809434b7985e97d8ab3e7f09b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457e2933f5a4d60ab3dc218e0f1795c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691d44f4a72411c8144d346628d37fa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17d1c3ff3e44681826261dd09f2b843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da62fcb681647f991a7d4a3d6c2bd99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f89c4c1101a4f5aba20beef29755c3a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90a4938d771465d896271b9b5630501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a0ce3450d564accbdf021f1316e7b8b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589e6730bd24c80beddfb5401805a72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a329d5707414420b288675eca56c16a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fa353cf6a5f47b0830f486bd690b8c9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d92f5d2757d4bb086a5030b77660b42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7ba62ed6f3e4c34a32dbc427fc67d4a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98bc8c10be44306a822592b7e3cbde4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cc20698755b42e986557d8a1dc54ed6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9511331bb324ecea281d875630805d6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74d399d09a94d2bad3ecec9200c1bb5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10f58d7639a434994be6030c1a7a27a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2ad3b2ac35242b4848ca9b05c335f1b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25b43c5418946d1809ba9fad0f768a1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9d20a75d634489abfd91f6cc5070f02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3fb266969334e8ab5fb603e139aed85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b8fdd40c17242e98d120daaed0f390a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58e5d0df4ea40f0a49ecb244a71e7ec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e5860fced4c49a099347c874dbc04b3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547e83c1b1d4d368ef4fefdeae8748a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dad1c892c4b4b57b46abe1e112f0260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6e7e4ec952448e89c427150137a0a40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3a34ed73bde4959a7168c050c8a6c76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116e2cebb8346efbb70797c02e58ce4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e6fb1adc8374bffba929607385c263b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937ba42456344808ce82db468e919f9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170cbb31287404e82a80cf2f1abc966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7001a25af954f4981fa73cc6aab2c3b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6a9e1fe5c124ec88971791597dccaf5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8ff5d2512a84a02b05e1a63d1b7a835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532d21752644c9684d56be4ea835fd5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d42bcb85a994fb3a3ed46c4d6c690c7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55da0d80eb74229a04a468409f2a41b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2dbccc7a2b44872b8556a76b169adf0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dffb5ed251742218ffc1010bd87e5a8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930fda32c6c46b3baf6ea7da29e5948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d8f2b35f671434ead5ef66c625e3c9b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73c1073deaf4fd8a42e54efcc7f731e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c2a0d884aa142bb9210ebb804efced0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b473855293c4b7c85a892919b15bc3c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f84c70d6dca48e98f2c00418e83bf6c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05be70be39c4ed5b5e1a2a4e013a092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4049d0490da4e288165287e87d65679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7ace9e0bfc140d6b268d73271ceaac3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77d3a632e0246d2b7441a1a873d969a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2fb59ee6c8a4f4cbc6c1fd98c945d58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1f0e335fae74edeb36f5e71733c0262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806cd755f6a42f3ab41ca3c27eb7146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27ccc4dd8b74ecba8bef91ca933c10d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c899c390f5a43e191f59c0a0c89c74a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b7874f1e649439180abfe7e277d48c5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a972f5bce7348a4ae50370365b3e0bf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5d4c86f9cbb43f68f5b130ba5826d0c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0b0689f7edf460ea532b253402dbf75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f1867109fdb4088b3b039ed76c5f2a2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d11f7c616094621a154653e7d011bf5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80ad3f04891469d8180b46578fe9020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45b5f3fa94b4dc586e2210c4550f597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00a55e0a932489d922742d511ac196f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09a45e30c62414e801fc57f93428fa5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fcd5b978ecc4a00a59cce74c032498b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5a9360bd6244599adb8e5d253e975b2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da2b0bb8ffe4890ba1b7e6c4d7ca41c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f1626090944455da5a71151d8b593a3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cce4e28b23f4d5babb5f349be53a686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cd3a8caab5c4f85990fe356e7a93e75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7efe5672fda4b82b4609117292c1ffd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0638f86c1bc44e5a9d558b9400c1efd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af66d76962441ed93880a9f088b19f0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90ccc6963a54089b635f0c74536c3ff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33724dd4bf743a1a843d6546f9275c1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ee7c2899e984a5690b34fb9f3e466e7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abfd316319f47a19348b80d2c9dd84b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b4d636b463947bfb2a85e935bac7412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22ef4fccfcc4123b035907534379aee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f9ba4b9a58846f3a71b79bb9382afdc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dcf255f3d034d5e9799ddd2987ecf04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267eca7fa9548dd8f967e1138b36690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4560de906c746588ac3163f6a28afd7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8939e9d70754239be856546003118a5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a63ae71034b4a60bf998b70958f3f4c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661f3b5a6114c77afa3030eac76440b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65e3cd7f04748388f22af4db281ce66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8b2d3c5f3684786a62edbecb37e29e4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75f8113c02141118c1e2a82dc41b8ea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0bacbbc7fcf4d629bfae02cd57cd261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98ed00b70a94bf1a7b3137b1d0435cb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a47d019d1fc486a90782ea98ef58773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4702cd6cf3a48b09342ec9a497bea9a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a41db86e8894128a1c35bda70b343cb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69e487bce664a3c85929d6898883878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565362bc3ef409b8f3fec1d39193fd4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88b47ac4f6c4638b1850f9b2977ab9c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04b1572394445eabdfdef28e5bbcd29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5b5903b635a40ea88d575a2f5368d0f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3a7cea88b1640b58247c4c1e1b35942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b848ea4dbfe43bfbc170ed0a71823bd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cd8310978734d5581c3e6b391e430d2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aaf97ac2e714f2183361a404008ee24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34f78f0a2764b4fbe320c72eec8d341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fbb80ce95dd49dda0ce6ce3428800a5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9a317b21b6147a9b2719bb51d187a1c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dc57c417c8e41b59f7ae990aa40feca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1d552f2d3af49e0b83d973f97dbc516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9182a42ea5b44b6b2ccc30ffcaa505d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2f84441147148c09bf3bd94d00fb121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fa6f81be99a41c8b3b388403ad5cda2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31c767d33834c599ea59a8fa31cce51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4fb5039e17b40e7b04ffbd24bd71200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c442e84ba2542d39b85f3628c2d44a1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7606d2982cf4a1cb3f064fdd5c08729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fec4de0f8754b938bd834d0277f9645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02d89948c7c41e5885c177ffe2d7726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5957a416a10451083b4d7ded21eb8ae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df85a9ef7364c928f4a0066404e461e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45cc622ab8c40679e361720197b16af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2fa0497fa904274b825938d0498fdd6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a1b8147b7fe4d2287e65c3498fd3b62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63edabcab704fa690d626b9f8992456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14f6d83199b489aa98a69389a2421bd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979689c6f9f4abfb5dbc1721ba7566a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0f0b7eb4a734bcc8985e02019f0b2cf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f1d6af3c6484b659105a87093aafa5f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0a2950403d84236baaf5e33d073367a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0a1246ab1ac4dcea5675ea197ccedc7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85ba9ea4acf410fb73474b2590e952c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488503735fc40ccbeb321f184951be1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3475b7dcd1b42fd8848288e488678ca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639173a0d4143cf9968573696894366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5b8329a22d84a1586a3dafbd1466f2c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dda45f98a0b4526a89028474372d2bf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83b98145f6346e9b9464b3e09cbe8aa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f120d56cfa34b47bde6d99878bd1594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f2c5bc172104e2dbcc987dc1820d910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18125bc56754e81a3a13e4ab0315cd7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2055cb269984846964f61b014ad3453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d1320af95c3408e98ce0288c12ef7a9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a9630917bc542469e42b467d863be65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cfcdfad32d84ed4a3a30f44e54e55c2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437894d14ac46b7be57292b50580045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ada5e58c820440faf1e3bbd882623d6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536e6d5cc374b3e8dc17064e2673196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79e78501e7b4061a1fc7fa9a3dbd3d4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49ea09b01814377ab52e82d0b08061b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2de7858cc9a435d98e235d56d18172f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ce7f5b8259e4f6b92a586590e97ed51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3434759b93542e4a9c57eff6b8e63f1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faaa60013894174991243d5e632c4e9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6ba06148c5044c398b21766ceb67bae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1ca01b072c647ca9067fee1731b9d47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7ffde09d494448a91d338d7d147623d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62895c3b1ec4d4da6cb8dbf70faa17c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6de575d753d4934873e675a6d8be047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9b6841f2a5c45aa844a1f487c2d5f25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03af391999d4103874501f5fd297ce1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3fc253e594546209370c9ac2e951dd8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6e5e542b490349b38454a3b54ac581c1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8bfb6fdcce248ee861a056440595552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08077590a394fbf9e9a0a49a7c9ba9b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bb6b0a5e1ef04708becd7c538f5499e4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bc301bc347c491f9ed2393803cba03a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55a6b4a875594a0595579fead2ca913b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085dd4c60da49ff8fe199f4ca972d3f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d20ac8ccd9d4895bfdd6917d4c60c54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a52c59cf126a4110a503ede67b33e946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47f02720b1a46f580ec5210ae468aaa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2d99c190be846b989509e6e756cbf2c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567423f667641109b8f2b94145f5ae7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101fc32ee18b48f3a94d535729585b1a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cf83c2882f144785ad5f9a9260905260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48d45be673af4f8ab87d31c8814abe6d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a416a86d6e54c1791e7e0d9f742b76a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8c5d31362f284b0088ea1a02fd44ec72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7e88c2ed70194f2389d69edf000c9d5e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ffa9189d16b408194191392a78fe96a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b413ea8f8134967b886d055242e4482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315c1fbbb49840c6adf00eacdd2c5f42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a9254d15d9c4332aa11f3213aa8dbc2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282bd27df7d847a0b78fc51600ee4bf7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eef65b159cd64cebbe684d29f427c4df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db40eb6bd7714b92a4805137b6ff0aa7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0edae8b55c004f6c90171ae0ea10b247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885bf97bc31492aaa1286456cf466d3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f9216e4332124dbbbec1dcef98af320d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HAPE" val="MLNK913a81b7a2244dc4b85d0b148ffc47ba"/>
</p:tagLst>
</file>

<file path=ppt/theme/theme1.xml><?xml version="1.0" encoding="utf-8"?>
<a:theme xmlns:a="http://schemas.openxmlformats.org/drawingml/2006/main" name="Office Theme">
  <a:themeElements>
    <a:clrScheme name="Google Material Icons Colors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5B9BD5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16424</TotalTime>
  <Words>2</Words>
  <Application>Microsoft Office PowerPoint</Application>
  <PresentationFormat>On-screen Show (4:3)</PresentationFormat>
  <Paragraphs>2</Paragraphs>
  <Slides>898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898</vt:i4>
      </vt:variant>
    </vt:vector>
  </HeadingPairs>
  <TitlesOfParts>
    <vt:vector size="90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Macabacus</dc:creator>
  <dcterms:created xsi:type="dcterms:W3CDTF">2015-12-17T19:18:45Z</dcterms:created>
  <dcterms:modified xsi:type="dcterms:W3CDTF">2016-04-21T12:52:13Z</dcterms:modified>
</cp:coreProperties>
</file>